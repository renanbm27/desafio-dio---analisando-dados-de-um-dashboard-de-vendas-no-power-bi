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2649200" cy="7315200"/>
  <p:notesSz cx="126492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2192000" cy="323850"/>
          </a:xfrm>
          <a:custGeom>
            <a:avLst/>
            <a:gdLst/>
            <a:ahLst/>
            <a:cxnLst/>
            <a:rect l="l" t="t" r="r" b="b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28600" y="548640"/>
            <a:ext cx="12192000" cy="3810"/>
          </a:xfrm>
          <a:custGeom>
            <a:avLst/>
            <a:gdLst/>
            <a:ahLst/>
            <a:cxnLst/>
            <a:rect l="l" t="t" r="r" b="b"/>
            <a:pathLst>
              <a:path w="12192000" h="3809">
                <a:moveTo>
                  <a:pt x="0" y="3809"/>
                </a:moveTo>
                <a:lnTo>
                  <a:pt x="12191999" y="3809"/>
                </a:lnTo>
                <a:lnTo>
                  <a:pt x="12191999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5">
                <a:moveTo>
                  <a:pt x="0" y="8255"/>
                </a:moveTo>
                <a:lnTo>
                  <a:pt x="12191999" y="8255"/>
                </a:lnTo>
                <a:lnTo>
                  <a:pt x="12191999" y="0"/>
                </a:lnTo>
                <a:lnTo>
                  <a:pt x="0" y="0"/>
                </a:lnTo>
                <a:lnTo>
                  <a:pt x="0" y="8255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28600" y="1762124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28600" y="552449"/>
            <a:ext cx="12192000" cy="1209675"/>
          </a:xfrm>
          <a:custGeom>
            <a:avLst/>
            <a:gdLst/>
            <a:ahLst/>
            <a:cxnLst/>
            <a:rect l="l" t="t" r="r" b="b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121920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60" y="1682496"/>
            <a:ext cx="1138428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hyperlink" Target="https://www.bing.com/maps?cp=25~0&amp;lvl=1&amp;style=w&amp;FORM=BMLOGO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jp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4.png"/><Relationship Id="rId15" Type="http://schemas.openxmlformats.org/officeDocument/2006/relationships/image" Target="../media/image6.png"/><Relationship Id="rId16" Type="http://schemas.openxmlformats.org/officeDocument/2006/relationships/image" Target="../media/image2.png"/><Relationship Id="rId17" Type="http://schemas.openxmlformats.org/officeDocument/2006/relationships/image" Target="../media/image5.png"/><Relationship Id="rId18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28600" y="742949"/>
            <a:ext cx="12192000" cy="6343650"/>
            <a:chOff x="228600" y="742949"/>
            <a:chExt cx="12192000" cy="6343650"/>
          </a:xfrm>
        </p:grpSpPr>
        <p:sp>
          <p:nvSpPr>
            <p:cNvPr id="4" name="object 4" descr=""/>
            <p:cNvSpPr/>
            <p:nvPr/>
          </p:nvSpPr>
          <p:spPr>
            <a:xfrm>
              <a:off x="228600" y="742949"/>
              <a:ext cx="12192000" cy="6343650"/>
            </a:xfrm>
            <a:custGeom>
              <a:avLst/>
              <a:gdLst/>
              <a:ahLst/>
              <a:cxnLst/>
              <a:rect l="l" t="t" r="r" b="b"/>
              <a:pathLst>
                <a:path w="12192000" h="6343650">
                  <a:moveTo>
                    <a:pt x="0" y="6343649"/>
                  </a:moveTo>
                  <a:lnTo>
                    <a:pt x="12191999" y="63436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343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5337" y="6273800"/>
              <a:ext cx="11534775" cy="9525"/>
            </a:xfrm>
            <a:custGeom>
              <a:avLst/>
              <a:gdLst/>
              <a:ahLst/>
              <a:cxnLst/>
              <a:rect l="l" t="t" r="r" b="b"/>
              <a:pathLst>
                <a:path w="11534775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11534775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11534775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11534775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11534775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11534775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11534775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11534775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11534775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11534775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11534775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11534775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11534775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11534775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11534775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11534775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11534775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11534775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4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4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11534775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11534775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4" y="464"/>
                  </a:lnTo>
                  <a:lnTo>
                    <a:pt x="913934" y="2324"/>
                  </a:lnTo>
                  <a:lnTo>
                    <a:pt x="914399" y="3447"/>
                  </a:lnTo>
                  <a:lnTo>
                    <a:pt x="914399" y="6077"/>
                  </a:lnTo>
                  <a:lnTo>
                    <a:pt x="913934" y="7200"/>
                  </a:lnTo>
                  <a:lnTo>
                    <a:pt x="912074" y="9060"/>
                  </a:lnTo>
                  <a:lnTo>
                    <a:pt x="910952" y="9524"/>
                  </a:lnTo>
                  <a:close/>
                </a:path>
                <a:path w="11534775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11534775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4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4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11534775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11534775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5" y="6077"/>
                  </a:lnTo>
                  <a:lnTo>
                    <a:pt x="1095375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11534775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11534775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4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4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11534775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11534775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11534775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11534775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11534775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4" y="7200"/>
                  </a:lnTo>
                  <a:lnTo>
                    <a:pt x="1428749" y="6077"/>
                  </a:lnTo>
                  <a:lnTo>
                    <a:pt x="1428749" y="3447"/>
                  </a:lnTo>
                  <a:lnTo>
                    <a:pt x="1429214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49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49" y="9060"/>
                  </a:lnTo>
                  <a:lnTo>
                    <a:pt x="1434827" y="9524"/>
                  </a:lnTo>
                  <a:close/>
                </a:path>
                <a:path w="11534775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11534775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11534775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4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4" y="9060"/>
                  </a:lnTo>
                  <a:lnTo>
                    <a:pt x="1577702" y="9524"/>
                  </a:lnTo>
                  <a:close/>
                </a:path>
                <a:path w="11534775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49" y="464"/>
                  </a:lnTo>
                  <a:lnTo>
                    <a:pt x="1628309" y="2324"/>
                  </a:lnTo>
                  <a:lnTo>
                    <a:pt x="1628774" y="3447"/>
                  </a:lnTo>
                  <a:lnTo>
                    <a:pt x="1628774" y="6077"/>
                  </a:lnTo>
                  <a:lnTo>
                    <a:pt x="1628309" y="7200"/>
                  </a:lnTo>
                  <a:lnTo>
                    <a:pt x="1626449" y="9060"/>
                  </a:lnTo>
                  <a:lnTo>
                    <a:pt x="1625327" y="9524"/>
                  </a:lnTo>
                  <a:close/>
                </a:path>
                <a:path w="11534775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11534775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11534775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11534775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11534775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11534775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11534775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11534775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4" y="7200"/>
                  </a:lnTo>
                  <a:lnTo>
                    <a:pt x="2000249" y="6077"/>
                  </a:lnTo>
                  <a:lnTo>
                    <a:pt x="2000249" y="3447"/>
                  </a:lnTo>
                  <a:lnTo>
                    <a:pt x="2000714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49" y="464"/>
                  </a:lnTo>
                  <a:lnTo>
                    <a:pt x="2009309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09" y="7200"/>
                  </a:lnTo>
                  <a:lnTo>
                    <a:pt x="2007449" y="9060"/>
                  </a:lnTo>
                  <a:lnTo>
                    <a:pt x="2006327" y="9524"/>
                  </a:lnTo>
                  <a:close/>
                </a:path>
                <a:path w="11534775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5" y="464"/>
                  </a:lnTo>
                  <a:lnTo>
                    <a:pt x="2056935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5" y="7200"/>
                  </a:lnTo>
                  <a:lnTo>
                    <a:pt x="2055075" y="9060"/>
                  </a:lnTo>
                  <a:lnTo>
                    <a:pt x="2053952" y="9524"/>
                  </a:lnTo>
                  <a:close/>
                </a:path>
                <a:path w="11534775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11534775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11534775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50" y="464"/>
                  </a:lnTo>
                  <a:lnTo>
                    <a:pt x="2199809" y="2324"/>
                  </a:lnTo>
                  <a:lnTo>
                    <a:pt x="2200275" y="3447"/>
                  </a:lnTo>
                  <a:lnTo>
                    <a:pt x="2200275" y="6077"/>
                  </a:lnTo>
                  <a:lnTo>
                    <a:pt x="2199809" y="7200"/>
                  </a:lnTo>
                  <a:lnTo>
                    <a:pt x="2197950" y="9060"/>
                  </a:lnTo>
                  <a:lnTo>
                    <a:pt x="2196827" y="9524"/>
                  </a:lnTo>
                  <a:close/>
                </a:path>
                <a:path w="11534775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11534775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11534775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11534775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11534775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11534775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11534775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89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89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11534775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11534775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11534775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11534775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11534775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11534775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4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4" y="9060"/>
                  </a:lnTo>
                  <a:lnTo>
                    <a:pt x="2815952" y="9524"/>
                  </a:lnTo>
                  <a:close/>
                </a:path>
                <a:path w="11534775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59" y="2324"/>
                  </a:lnTo>
                  <a:lnTo>
                    <a:pt x="2867024" y="3447"/>
                  </a:lnTo>
                  <a:lnTo>
                    <a:pt x="2867024" y="6077"/>
                  </a:lnTo>
                  <a:lnTo>
                    <a:pt x="2866559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11534775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11534775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  <a:path w="11534775" h="9525">
                  <a:moveTo>
                    <a:pt x="3006452" y="9524"/>
                  </a:moveTo>
                  <a:lnTo>
                    <a:pt x="3003822" y="9524"/>
                  </a:lnTo>
                  <a:lnTo>
                    <a:pt x="3002699" y="9060"/>
                  </a:lnTo>
                  <a:lnTo>
                    <a:pt x="3000839" y="7200"/>
                  </a:lnTo>
                  <a:lnTo>
                    <a:pt x="3000374" y="6077"/>
                  </a:lnTo>
                  <a:lnTo>
                    <a:pt x="3000374" y="3447"/>
                  </a:lnTo>
                  <a:lnTo>
                    <a:pt x="3000839" y="2324"/>
                  </a:lnTo>
                  <a:lnTo>
                    <a:pt x="3002699" y="464"/>
                  </a:lnTo>
                  <a:lnTo>
                    <a:pt x="3003822" y="0"/>
                  </a:lnTo>
                  <a:lnTo>
                    <a:pt x="3006452" y="0"/>
                  </a:lnTo>
                  <a:lnTo>
                    <a:pt x="3007574" y="464"/>
                  </a:lnTo>
                  <a:lnTo>
                    <a:pt x="3009434" y="2324"/>
                  </a:lnTo>
                  <a:lnTo>
                    <a:pt x="3009899" y="3447"/>
                  </a:lnTo>
                  <a:lnTo>
                    <a:pt x="3009899" y="6077"/>
                  </a:lnTo>
                  <a:lnTo>
                    <a:pt x="3009434" y="7200"/>
                  </a:lnTo>
                  <a:lnTo>
                    <a:pt x="3007574" y="9060"/>
                  </a:lnTo>
                  <a:lnTo>
                    <a:pt x="3006452" y="9524"/>
                  </a:lnTo>
                  <a:close/>
                </a:path>
                <a:path w="11534775" h="9525">
                  <a:moveTo>
                    <a:pt x="3054077" y="9524"/>
                  </a:moveTo>
                  <a:lnTo>
                    <a:pt x="3051447" y="9524"/>
                  </a:lnTo>
                  <a:lnTo>
                    <a:pt x="3050324" y="9060"/>
                  </a:lnTo>
                  <a:lnTo>
                    <a:pt x="3048464" y="7200"/>
                  </a:lnTo>
                  <a:lnTo>
                    <a:pt x="3047999" y="6077"/>
                  </a:lnTo>
                  <a:lnTo>
                    <a:pt x="3047999" y="3447"/>
                  </a:lnTo>
                  <a:lnTo>
                    <a:pt x="3048464" y="2324"/>
                  </a:lnTo>
                  <a:lnTo>
                    <a:pt x="3050324" y="464"/>
                  </a:lnTo>
                  <a:lnTo>
                    <a:pt x="3051447" y="0"/>
                  </a:lnTo>
                  <a:lnTo>
                    <a:pt x="3054077" y="0"/>
                  </a:lnTo>
                  <a:lnTo>
                    <a:pt x="3055199" y="464"/>
                  </a:lnTo>
                  <a:lnTo>
                    <a:pt x="3057059" y="2324"/>
                  </a:lnTo>
                  <a:lnTo>
                    <a:pt x="3057524" y="3447"/>
                  </a:lnTo>
                  <a:lnTo>
                    <a:pt x="3057524" y="6077"/>
                  </a:lnTo>
                  <a:lnTo>
                    <a:pt x="3057059" y="7200"/>
                  </a:lnTo>
                  <a:lnTo>
                    <a:pt x="3055199" y="9060"/>
                  </a:lnTo>
                  <a:lnTo>
                    <a:pt x="3054077" y="9524"/>
                  </a:lnTo>
                  <a:close/>
                </a:path>
                <a:path w="11534775" h="9525">
                  <a:moveTo>
                    <a:pt x="3101702" y="9524"/>
                  </a:moveTo>
                  <a:lnTo>
                    <a:pt x="3099072" y="9524"/>
                  </a:lnTo>
                  <a:lnTo>
                    <a:pt x="3097949" y="9060"/>
                  </a:lnTo>
                  <a:lnTo>
                    <a:pt x="3096089" y="7200"/>
                  </a:lnTo>
                  <a:lnTo>
                    <a:pt x="3095624" y="6077"/>
                  </a:lnTo>
                  <a:lnTo>
                    <a:pt x="3095624" y="3447"/>
                  </a:lnTo>
                  <a:lnTo>
                    <a:pt x="3096089" y="2324"/>
                  </a:lnTo>
                  <a:lnTo>
                    <a:pt x="3097949" y="464"/>
                  </a:lnTo>
                  <a:lnTo>
                    <a:pt x="3099072" y="0"/>
                  </a:lnTo>
                  <a:lnTo>
                    <a:pt x="3101702" y="0"/>
                  </a:lnTo>
                  <a:lnTo>
                    <a:pt x="3102825" y="464"/>
                  </a:lnTo>
                  <a:lnTo>
                    <a:pt x="3104684" y="2324"/>
                  </a:lnTo>
                  <a:lnTo>
                    <a:pt x="3105149" y="3447"/>
                  </a:lnTo>
                  <a:lnTo>
                    <a:pt x="3105149" y="6077"/>
                  </a:lnTo>
                  <a:lnTo>
                    <a:pt x="3104684" y="7200"/>
                  </a:lnTo>
                  <a:lnTo>
                    <a:pt x="3102825" y="9060"/>
                  </a:lnTo>
                  <a:lnTo>
                    <a:pt x="3101702" y="9524"/>
                  </a:lnTo>
                  <a:close/>
                </a:path>
                <a:path w="11534775" h="9525">
                  <a:moveTo>
                    <a:pt x="3149327" y="9524"/>
                  </a:moveTo>
                  <a:lnTo>
                    <a:pt x="3146696" y="9524"/>
                  </a:lnTo>
                  <a:lnTo>
                    <a:pt x="3145574" y="9060"/>
                  </a:lnTo>
                  <a:lnTo>
                    <a:pt x="3143714" y="7200"/>
                  </a:lnTo>
                  <a:lnTo>
                    <a:pt x="3143249" y="6077"/>
                  </a:lnTo>
                  <a:lnTo>
                    <a:pt x="3143249" y="3447"/>
                  </a:lnTo>
                  <a:lnTo>
                    <a:pt x="3143714" y="2324"/>
                  </a:lnTo>
                  <a:lnTo>
                    <a:pt x="3145574" y="464"/>
                  </a:lnTo>
                  <a:lnTo>
                    <a:pt x="3146696" y="0"/>
                  </a:lnTo>
                  <a:lnTo>
                    <a:pt x="3149327" y="0"/>
                  </a:lnTo>
                  <a:lnTo>
                    <a:pt x="3150449" y="464"/>
                  </a:lnTo>
                  <a:lnTo>
                    <a:pt x="3152309" y="2324"/>
                  </a:lnTo>
                  <a:lnTo>
                    <a:pt x="3152774" y="3447"/>
                  </a:lnTo>
                  <a:lnTo>
                    <a:pt x="3152774" y="6077"/>
                  </a:lnTo>
                  <a:lnTo>
                    <a:pt x="3152309" y="7200"/>
                  </a:lnTo>
                  <a:lnTo>
                    <a:pt x="3150449" y="9060"/>
                  </a:lnTo>
                  <a:lnTo>
                    <a:pt x="3149327" y="9524"/>
                  </a:lnTo>
                  <a:close/>
                </a:path>
                <a:path w="11534775" h="9525">
                  <a:moveTo>
                    <a:pt x="3196952" y="9524"/>
                  </a:moveTo>
                  <a:lnTo>
                    <a:pt x="3194322" y="9524"/>
                  </a:lnTo>
                  <a:lnTo>
                    <a:pt x="3193199" y="9060"/>
                  </a:lnTo>
                  <a:lnTo>
                    <a:pt x="3191339" y="7200"/>
                  </a:lnTo>
                  <a:lnTo>
                    <a:pt x="3190875" y="6077"/>
                  </a:lnTo>
                  <a:lnTo>
                    <a:pt x="3190875" y="3447"/>
                  </a:lnTo>
                  <a:lnTo>
                    <a:pt x="3191339" y="2324"/>
                  </a:lnTo>
                  <a:lnTo>
                    <a:pt x="3193199" y="464"/>
                  </a:lnTo>
                  <a:lnTo>
                    <a:pt x="3194322" y="0"/>
                  </a:lnTo>
                  <a:lnTo>
                    <a:pt x="3196952" y="0"/>
                  </a:lnTo>
                  <a:lnTo>
                    <a:pt x="3198075" y="464"/>
                  </a:lnTo>
                  <a:lnTo>
                    <a:pt x="3199935" y="2324"/>
                  </a:lnTo>
                  <a:lnTo>
                    <a:pt x="3200399" y="3447"/>
                  </a:lnTo>
                  <a:lnTo>
                    <a:pt x="3200399" y="6077"/>
                  </a:lnTo>
                  <a:lnTo>
                    <a:pt x="3199935" y="7200"/>
                  </a:lnTo>
                  <a:lnTo>
                    <a:pt x="3198075" y="9060"/>
                  </a:lnTo>
                  <a:lnTo>
                    <a:pt x="3196952" y="9524"/>
                  </a:lnTo>
                  <a:close/>
                </a:path>
                <a:path w="11534775" h="9525">
                  <a:moveTo>
                    <a:pt x="3244577" y="9524"/>
                  </a:moveTo>
                  <a:lnTo>
                    <a:pt x="3241947" y="9524"/>
                  </a:lnTo>
                  <a:lnTo>
                    <a:pt x="3240824" y="9060"/>
                  </a:lnTo>
                  <a:lnTo>
                    <a:pt x="3238964" y="7200"/>
                  </a:lnTo>
                  <a:lnTo>
                    <a:pt x="3238499" y="6077"/>
                  </a:lnTo>
                  <a:lnTo>
                    <a:pt x="3238499" y="3447"/>
                  </a:lnTo>
                  <a:lnTo>
                    <a:pt x="3238964" y="2324"/>
                  </a:lnTo>
                  <a:lnTo>
                    <a:pt x="3240824" y="464"/>
                  </a:lnTo>
                  <a:lnTo>
                    <a:pt x="3241947" y="0"/>
                  </a:lnTo>
                  <a:lnTo>
                    <a:pt x="3244577" y="0"/>
                  </a:lnTo>
                  <a:lnTo>
                    <a:pt x="3245699" y="464"/>
                  </a:lnTo>
                  <a:lnTo>
                    <a:pt x="3247559" y="2324"/>
                  </a:lnTo>
                  <a:lnTo>
                    <a:pt x="3248024" y="3447"/>
                  </a:lnTo>
                  <a:lnTo>
                    <a:pt x="3248024" y="6077"/>
                  </a:lnTo>
                  <a:lnTo>
                    <a:pt x="3247559" y="7200"/>
                  </a:lnTo>
                  <a:lnTo>
                    <a:pt x="3245699" y="9060"/>
                  </a:lnTo>
                  <a:lnTo>
                    <a:pt x="3244577" y="9524"/>
                  </a:lnTo>
                  <a:close/>
                </a:path>
                <a:path w="11534775" h="9525">
                  <a:moveTo>
                    <a:pt x="3292202" y="9524"/>
                  </a:moveTo>
                  <a:lnTo>
                    <a:pt x="3289572" y="9524"/>
                  </a:lnTo>
                  <a:lnTo>
                    <a:pt x="3288449" y="9060"/>
                  </a:lnTo>
                  <a:lnTo>
                    <a:pt x="3286589" y="7200"/>
                  </a:lnTo>
                  <a:lnTo>
                    <a:pt x="3286124" y="6077"/>
                  </a:lnTo>
                  <a:lnTo>
                    <a:pt x="3286124" y="3447"/>
                  </a:lnTo>
                  <a:lnTo>
                    <a:pt x="3286589" y="2324"/>
                  </a:lnTo>
                  <a:lnTo>
                    <a:pt x="3288449" y="464"/>
                  </a:lnTo>
                  <a:lnTo>
                    <a:pt x="3289572" y="0"/>
                  </a:lnTo>
                  <a:lnTo>
                    <a:pt x="3292202" y="0"/>
                  </a:lnTo>
                  <a:lnTo>
                    <a:pt x="3293325" y="464"/>
                  </a:lnTo>
                  <a:lnTo>
                    <a:pt x="3295184" y="2324"/>
                  </a:lnTo>
                  <a:lnTo>
                    <a:pt x="3295649" y="3447"/>
                  </a:lnTo>
                  <a:lnTo>
                    <a:pt x="3295649" y="6077"/>
                  </a:lnTo>
                  <a:lnTo>
                    <a:pt x="3295184" y="7200"/>
                  </a:lnTo>
                  <a:lnTo>
                    <a:pt x="3293325" y="9060"/>
                  </a:lnTo>
                  <a:lnTo>
                    <a:pt x="3292202" y="9524"/>
                  </a:lnTo>
                  <a:close/>
                </a:path>
                <a:path w="11534775" h="9525">
                  <a:moveTo>
                    <a:pt x="3339827" y="9524"/>
                  </a:moveTo>
                  <a:lnTo>
                    <a:pt x="3337197" y="9524"/>
                  </a:lnTo>
                  <a:lnTo>
                    <a:pt x="3336074" y="9060"/>
                  </a:lnTo>
                  <a:lnTo>
                    <a:pt x="3334214" y="7200"/>
                  </a:lnTo>
                  <a:lnTo>
                    <a:pt x="3333749" y="6077"/>
                  </a:lnTo>
                  <a:lnTo>
                    <a:pt x="3333749" y="3447"/>
                  </a:lnTo>
                  <a:lnTo>
                    <a:pt x="3334214" y="2324"/>
                  </a:lnTo>
                  <a:lnTo>
                    <a:pt x="3336074" y="464"/>
                  </a:lnTo>
                  <a:lnTo>
                    <a:pt x="3337197" y="0"/>
                  </a:lnTo>
                  <a:lnTo>
                    <a:pt x="3339827" y="0"/>
                  </a:lnTo>
                  <a:lnTo>
                    <a:pt x="3340950" y="464"/>
                  </a:lnTo>
                  <a:lnTo>
                    <a:pt x="3342809" y="2324"/>
                  </a:lnTo>
                  <a:lnTo>
                    <a:pt x="3343274" y="3447"/>
                  </a:lnTo>
                  <a:lnTo>
                    <a:pt x="3343274" y="6077"/>
                  </a:lnTo>
                  <a:lnTo>
                    <a:pt x="3342809" y="7200"/>
                  </a:lnTo>
                  <a:lnTo>
                    <a:pt x="3340950" y="9060"/>
                  </a:lnTo>
                  <a:lnTo>
                    <a:pt x="3339827" y="9524"/>
                  </a:lnTo>
                  <a:close/>
                </a:path>
                <a:path w="11534775" h="9525">
                  <a:moveTo>
                    <a:pt x="3387452" y="9524"/>
                  </a:moveTo>
                  <a:lnTo>
                    <a:pt x="3384822" y="9524"/>
                  </a:lnTo>
                  <a:lnTo>
                    <a:pt x="3383699" y="9060"/>
                  </a:lnTo>
                  <a:lnTo>
                    <a:pt x="3381839" y="7200"/>
                  </a:lnTo>
                  <a:lnTo>
                    <a:pt x="3381374" y="6077"/>
                  </a:lnTo>
                  <a:lnTo>
                    <a:pt x="3381374" y="3447"/>
                  </a:lnTo>
                  <a:lnTo>
                    <a:pt x="3381839" y="2324"/>
                  </a:lnTo>
                  <a:lnTo>
                    <a:pt x="3383699" y="464"/>
                  </a:lnTo>
                  <a:lnTo>
                    <a:pt x="3384822" y="0"/>
                  </a:lnTo>
                  <a:lnTo>
                    <a:pt x="3387452" y="0"/>
                  </a:lnTo>
                  <a:lnTo>
                    <a:pt x="3388575" y="464"/>
                  </a:lnTo>
                  <a:lnTo>
                    <a:pt x="3390434" y="2324"/>
                  </a:lnTo>
                  <a:lnTo>
                    <a:pt x="3390899" y="3447"/>
                  </a:lnTo>
                  <a:lnTo>
                    <a:pt x="3390899" y="6077"/>
                  </a:lnTo>
                  <a:lnTo>
                    <a:pt x="3390434" y="7200"/>
                  </a:lnTo>
                  <a:lnTo>
                    <a:pt x="3388575" y="9060"/>
                  </a:lnTo>
                  <a:lnTo>
                    <a:pt x="3387452" y="9524"/>
                  </a:lnTo>
                  <a:close/>
                </a:path>
                <a:path w="11534775" h="9525">
                  <a:moveTo>
                    <a:pt x="3435077" y="9524"/>
                  </a:moveTo>
                  <a:lnTo>
                    <a:pt x="3432447" y="9524"/>
                  </a:lnTo>
                  <a:lnTo>
                    <a:pt x="3431324" y="9060"/>
                  </a:lnTo>
                  <a:lnTo>
                    <a:pt x="3429464" y="7200"/>
                  </a:lnTo>
                  <a:lnTo>
                    <a:pt x="3428999" y="6077"/>
                  </a:lnTo>
                  <a:lnTo>
                    <a:pt x="3428999" y="3447"/>
                  </a:lnTo>
                  <a:lnTo>
                    <a:pt x="3429464" y="2324"/>
                  </a:lnTo>
                  <a:lnTo>
                    <a:pt x="3431324" y="464"/>
                  </a:lnTo>
                  <a:lnTo>
                    <a:pt x="3432447" y="0"/>
                  </a:lnTo>
                  <a:lnTo>
                    <a:pt x="3435077" y="0"/>
                  </a:lnTo>
                  <a:lnTo>
                    <a:pt x="3436199" y="464"/>
                  </a:lnTo>
                  <a:lnTo>
                    <a:pt x="3438059" y="2324"/>
                  </a:lnTo>
                  <a:lnTo>
                    <a:pt x="3438524" y="3447"/>
                  </a:lnTo>
                  <a:lnTo>
                    <a:pt x="3438524" y="6077"/>
                  </a:lnTo>
                  <a:lnTo>
                    <a:pt x="3438059" y="7200"/>
                  </a:lnTo>
                  <a:lnTo>
                    <a:pt x="3436199" y="9060"/>
                  </a:lnTo>
                  <a:lnTo>
                    <a:pt x="3435077" y="9524"/>
                  </a:lnTo>
                  <a:close/>
                </a:path>
                <a:path w="11534775" h="9525">
                  <a:moveTo>
                    <a:pt x="3482702" y="9524"/>
                  </a:moveTo>
                  <a:lnTo>
                    <a:pt x="3480072" y="9524"/>
                  </a:lnTo>
                  <a:lnTo>
                    <a:pt x="3478949" y="9060"/>
                  </a:lnTo>
                  <a:lnTo>
                    <a:pt x="3477089" y="7200"/>
                  </a:lnTo>
                  <a:lnTo>
                    <a:pt x="3476624" y="6077"/>
                  </a:lnTo>
                  <a:lnTo>
                    <a:pt x="3476624" y="3447"/>
                  </a:lnTo>
                  <a:lnTo>
                    <a:pt x="3477089" y="2324"/>
                  </a:lnTo>
                  <a:lnTo>
                    <a:pt x="3478949" y="464"/>
                  </a:lnTo>
                  <a:lnTo>
                    <a:pt x="3480072" y="0"/>
                  </a:lnTo>
                  <a:lnTo>
                    <a:pt x="3482702" y="0"/>
                  </a:lnTo>
                  <a:lnTo>
                    <a:pt x="3483824" y="464"/>
                  </a:lnTo>
                  <a:lnTo>
                    <a:pt x="3485684" y="2324"/>
                  </a:lnTo>
                  <a:lnTo>
                    <a:pt x="3486149" y="3447"/>
                  </a:lnTo>
                  <a:lnTo>
                    <a:pt x="3486149" y="6077"/>
                  </a:lnTo>
                  <a:lnTo>
                    <a:pt x="3485684" y="7200"/>
                  </a:lnTo>
                  <a:lnTo>
                    <a:pt x="3483824" y="9060"/>
                  </a:lnTo>
                  <a:lnTo>
                    <a:pt x="3482702" y="9524"/>
                  </a:lnTo>
                  <a:close/>
                </a:path>
                <a:path w="11534775" h="9525">
                  <a:moveTo>
                    <a:pt x="3530327" y="9524"/>
                  </a:moveTo>
                  <a:lnTo>
                    <a:pt x="3527697" y="9524"/>
                  </a:lnTo>
                  <a:lnTo>
                    <a:pt x="3526574" y="9060"/>
                  </a:lnTo>
                  <a:lnTo>
                    <a:pt x="3524714" y="7200"/>
                  </a:lnTo>
                  <a:lnTo>
                    <a:pt x="3524249" y="6077"/>
                  </a:lnTo>
                  <a:lnTo>
                    <a:pt x="3524249" y="3447"/>
                  </a:lnTo>
                  <a:lnTo>
                    <a:pt x="3524714" y="2324"/>
                  </a:lnTo>
                  <a:lnTo>
                    <a:pt x="3526574" y="464"/>
                  </a:lnTo>
                  <a:lnTo>
                    <a:pt x="3527697" y="0"/>
                  </a:lnTo>
                  <a:lnTo>
                    <a:pt x="3530327" y="0"/>
                  </a:lnTo>
                  <a:lnTo>
                    <a:pt x="3531449" y="464"/>
                  </a:lnTo>
                  <a:lnTo>
                    <a:pt x="3533309" y="2324"/>
                  </a:lnTo>
                  <a:lnTo>
                    <a:pt x="3533774" y="3447"/>
                  </a:lnTo>
                  <a:lnTo>
                    <a:pt x="3533774" y="6077"/>
                  </a:lnTo>
                  <a:lnTo>
                    <a:pt x="3533309" y="7200"/>
                  </a:lnTo>
                  <a:lnTo>
                    <a:pt x="3531449" y="9060"/>
                  </a:lnTo>
                  <a:lnTo>
                    <a:pt x="3530327" y="9524"/>
                  </a:lnTo>
                  <a:close/>
                </a:path>
                <a:path w="11534775" h="9525">
                  <a:moveTo>
                    <a:pt x="3577952" y="9524"/>
                  </a:moveTo>
                  <a:lnTo>
                    <a:pt x="3575322" y="9524"/>
                  </a:lnTo>
                  <a:lnTo>
                    <a:pt x="3574199" y="9060"/>
                  </a:lnTo>
                  <a:lnTo>
                    <a:pt x="3572339" y="7200"/>
                  </a:lnTo>
                  <a:lnTo>
                    <a:pt x="3571874" y="6077"/>
                  </a:lnTo>
                  <a:lnTo>
                    <a:pt x="3571874" y="3447"/>
                  </a:lnTo>
                  <a:lnTo>
                    <a:pt x="3572339" y="2324"/>
                  </a:lnTo>
                  <a:lnTo>
                    <a:pt x="3574199" y="464"/>
                  </a:lnTo>
                  <a:lnTo>
                    <a:pt x="3575322" y="0"/>
                  </a:lnTo>
                  <a:lnTo>
                    <a:pt x="3577952" y="0"/>
                  </a:lnTo>
                  <a:lnTo>
                    <a:pt x="3579074" y="464"/>
                  </a:lnTo>
                  <a:lnTo>
                    <a:pt x="3580934" y="2324"/>
                  </a:lnTo>
                  <a:lnTo>
                    <a:pt x="3581399" y="3447"/>
                  </a:lnTo>
                  <a:lnTo>
                    <a:pt x="3581399" y="6077"/>
                  </a:lnTo>
                  <a:lnTo>
                    <a:pt x="3580934" y="7200"/>
                  </a:lnTo>
                  <a:lnTo>
                    <a:pt x="3579074" y="9060"/>
                  </a:lnTo>
                  <a:lnTo>
                    <a:pt x="3577952" y="9524"/>
                  </a:lnTo>
                  <a:close/>
                </a:path>
                <a:path w="11534775" h="9525">
                  <a:moveTo>
                    <a:pt x="3625577" y="9524"/>
                  </a:moveTo>
                  <a:lnTo>
                    <a:pt x="3622947" y="9524"/>
                  </a:lnTo>
                  <a:lnTo>
                    <a:pt x="3621824" y="9060"/>
                  </a:lnTo>
                  <a:lnTo>
                    <a:pt x="3619964" y="7200"/>
                  </a:lnTo>
                  <a:lnTo>
                    <a:pt x="3619499" y="6077"/>
                  </a:lnTo>
                  <a:lnTo>
                    <a:pt x="3619499" y="3447"/>
                  </a:lnTo>
                  <a:lnTo>
                    <a:pt x="3619964" y="2324"/>
                  </a:lnTo>
                  <a:lnTo>
                    <a:pt x="3621824" y="464"/>
                  </a:lnTo>
                  <a:lnTo>
                    <a:pt x="3622947" y="0"/>
                  </a:lnTo>
                  <a:lnTo>
                    <a:pt x="3625577" y="0"/>
                  </a:lnTo>
                  <a:lnTo>
                    <a:pt x="3626699" y="464"/>
                  </a:lnTo>
                  <a:lnTo>
                    <a:pt x="3628559" y="2324"/>
                  </a:lnTo>
                  <a:lnTo>
                    <a:pt x="3629024" y="3447"/>
                  </a:lnTo>
                  <a:lnTo>
                    <a:pt x="3629024" y="6077"/>
                  </a:lnTo>
                  <a:lnTo>
                    <a:pt x="3628559" y="7200"/>
                  </a:lnTo>
                  <a:lnTo>
                    <a:pt x="3626699" y="9060"/>
                  </a:lnTo>
                  <a:lnTo>
                    <a:pt x="3625577" y="9524"/>
                  </a:lnTo>
                  <a:close/>
                </a:path>
                <a:path w="11534775" h="9525">
                  <a:moveTo>
                    <a:pt x="3673202" y="9524"/>
                  </a:moveTo>
                  <a:lnTo>
                    <a:pt x="3670572" y="9524"/>
                  </a:lnTo>
                  <a:lnTo>
                    <a:pt x="3669449" y="9060"/>
                  </a:lnTo>
                  <a:lnTo>
                    <a:pt x="3667589" y="7200"/>
                  </a:lnTo>
                  <a:lnTo>
                    <a:pt x="3667124" y="6077"/>
                  </a:lnTo>
                  <a:lnTo>
                    <a:pt x="3667124" y="3447"/>
                  </a:lnTo>
                  <a:lnTo>
                    <a:pt x="3667589" y="2324"/>
                  </a:lnTo>
                  <a:lnTo>
                    <a:pt x="3669449" y="464"/>
                  </a:lnTo>
                  <a:lnTo>
                    <a:pt x="3670572" y="0"/>
                  </a:lnTo>
                  <a:lnTo>
                    <a:pt x="3673202" y="0"/>
                  </a:lnTo>
                  <a:lnTo>
                    <a:pt x="3674324" y="464"/>
                  </a:lnTo>
                  <a:lnTo>
                    <a:pt x="3676184" y="2324"/>
                  </a:lnTo>
                  <a:lnTo>
                    <a:pt x="3676649" y="3447"/>
                  </a:lnTo>
                  <a:lnTo>
                    <a:pt x="3676649" y="6077"/>
                  </a:lnTo>
                  <a:lnTo>
                    <a:pt x="3676184" y="7200"/>
                  </a:lnTo>
                  <a:lnTo>
                    <a:pt x="3674324" y="9060"/>
                  </a:lnTo>
                  <a:lnTo>
                    <a:pt x="3673202" y="9524"/>
                  </a:lnTo>
                  <a:close/>
                </a:path>
                <a:path w="11534775" h="9525">
                  <a:moveTo>
                    <a:pt x="3720827" y="9524"/>
                  </a:moveTo>
                  <a:lnTo>
                    <a:pt x="3718197" y="9524"/>
                  </a:lnTo>
                  <a:lnTo>
                    <a:pt x="3717074" y="9060"/>
                  </a:lnTo>
                  <a:lnTo>
                    <a:pt x="3715214" y="7200"/>
                  </a:lnTo>
                  <a:lnTo>
                    <a:pt x="3714749" y="6077"/>
                  </a:lnTo>
                  <a:lnTo>
                    <a:pt x="3714749" y="3447"/>
                  </a:lnTo>
                  <a:lnTo>
                    <a:pt x="3715214" y="2324"/>
                  </a:lnTo>
                  <a:lnTo>
                    <a:pt x="3717074" y="464"/>
                  </a:lnTo>
                  <a:lnTo>
                    <a:pt x="3718197" y="0"/>
                  </a:lnTo>
                  <a:lnTo>
                    <a:pt x="3720827" y="0"/>
                  </a:lnTo>
                  <a:lnTo>
                    <a:pt x="3721949" y="464"/>
                  </a:lnTo>
                  <a:lnTo>
                    <a:pt x="3723809" y="2324"/>
                  </a:lnTo>
                  <a:lnTo>
                    <a:pt x="3724274" y="3447"/>
                  </a:lnTo>
                  <a:lnTo>
                    <a:pt x="3724274" y="6077"/>
                  </a:lnTo>
                  <a:lnTo>
                    <a:pt x="3723809" y="7200"/>
                  </a:lnTo>
                  <a:lnTo>
                    <a:pt x="3721949" y="9060"/>
                  </a:lnTo>
                  <a:lnTo>
                    <a:pt x="3720827" y="9524"/>
                  </a:lnTo>
                  <a:close/>
                </a:path>
                <a:path w="11534775" h="9525">
                  <a:moveTo>
                    <a:pt x="3768452" y="9524"/>
                  </a:moveTo>
                  <a:lnTo>
                    <a:pt x="3765822" y="9524"/>
                  </a:lnTo>
                  <a:lnTo>
                    <a:pt x="3764699" y="9060"/>
                  </a:lnTo>
                  <a:lnTo>
                    <a:pt x="3762839" y="7200"/>
                  </a:lnTo>
                  <a:lnTo>
                    <a:pt x="3762374" y="6077"/>
                  </a:lnTo>
                  <a:lnTo>
                    <a:pt x="3762374" y="3447"/>
                  </a:lnTo>
                  <a:lnTo>
                    <a:pt x="3762839" y="2324"/>
                  </a:lnTo>
                  <a:lnTo>
                    <a:pt x="3764699" y="464"/>
                  </a:lnTo>
                  <a:lnTo>
                    <a:pt x="3765822" y="0"/>
                  </a:lnTo>
                  <a:lnTo>
                    <a:pt x="3768452" y="0"/>
                  </a:lnTo>
                  <a:lnTo>
                    <a:pt x="3769574" y="464"/>
                  </a:lnTo>
                  <a:lnTo>
                    <a:pt x="3771434" y="2324"/>
                  </a:lnTo>
                  <a:lnTo>
                    <a:pt x="3771899" y="3447"/>
                  </a:lnTo>
                  <a:lnTo>
                    <a:pt x="3771899" y="6077"/>
                  </a:lnTo>
                  <a:lnTo>
                    <a:pt x="3771434" y="7200"/>
                  </a:lnTo>
                  <a:lnTo>
                    <a:pt x="3769574" y="9060"/>
                  </a:lnTo>
                  <a:lnTo>
                    <a:pt x="3768452" y="9524"/>
                  </a:lnTo>
                  <a:close/>
                </a:path>
                <a:path w="11534775" h="9525">
                  <a:moveTo>
                    <a:pt x="3816077" y="9524"/>
                  </a:moveTo>
                  <a:lnTo>
                    <a:pt x="3813447" y="9524"/>
                  </a:lnTo>
                  <a:lnTo>
                    <a:pt x="3812324" y="9060"/>
                  </a:lnTo>
                  <a:lnTo>
                    <a:pt x="3810464" y="7200"/>
                  </a:lnTo>
                  <a:lnTo>
                    <a:pt x="3809999" y="6077"/>
                  </a:lnTo>
                  <a:lnTo>
                    <a:pt x="3809999" y="3447"/>
                  </a:lnTo>
                  <a:lnTo>
                    <a:pt x="3810464" y="2324"/>
                  </a:lnTo>
                  <a:lnTo>
                    <a:pt x="3812324" y="464"/>
                  </a:lnTo>
                  <a:lnTo>
                    <a:pt x="3813447" y="0"/>
                  </a:lnTo>
                  <a:lnTo>
                    <a:pt x="3816077" y="0"/>
                  </a:lnTo>
                  <a:lnTo>
                    <a:pt x="3817199" y="464"/>
                  </a:lnTo>
                  <a:lnTo>
                    <a:pt x="3819059" y="2324"/>
                  </a:lnTo>
                  <a:lnTo>
                    <a:pt x="3819524" y="3447"/>
                  </a:lnTo>
                  <a:lnTo>
                    <a:pt x="3819524" y="6077"/>
                  </a:lnTo>
                  <a:lnTo>
                    <a:pt x="3819059" y="7200"/>
                  </a:lnTo>
                  <a:lnTo>
                    <a:pt x="3817199" y="9060"/>
                  </a:lnTo>
                  <a:lnTo>
                    <a:pt x="3816077" y="9524"/>
                  </a:lnTo>
                  <a:close/>
                </a:path>
                <a:path w="11534775" h="9525">
                  <a:moveTo>
                    <a:pt x="3863702" y="9524"/>
                  </a:moveTo>
                  <a:lnTo>
                    <a:pt x="3861072" y="9524"/>
                  </a:lnTo>
                  <a:lnTo>
                    <a:pt x="3859949" y="9060"/>
                  </a:lnTo>
                  <a:lnTo>
                    <a:pt x="3858089" y="7200"/>
                  </a:lnTo>
                  <a:lnTo>
                    <a:pt x="3857624" y="6077"/>
                  </a:lnTo>
                  <a:lnTo>
                    <a:pt x="3857624" y="3447"/>
                  </a:lnTo>
                  <a:lnTo>
                    <a:pt x="3858089" y="2324"/>
                  </a:lnTo>
                  <a:lnTo>
                    <a:pt x="3859949" y="464"/>
                  </a:lnTo>
                  <a:lnTo>
                    <a:pt x="3861072" y="0"/>
                  </a:lnTo>
                  <a:lnTo>
                    <a:pt x="3863702" y="0"/>
                  </a:lnTo>
                  <a:lnTo>
                    <a:pt x="3864824" y="464"/>
                  </a:lnTo>
                  <a:lnTo>
                    <a:pt x="3866684" y="2324"/>
                  </a:lnTo>
                  <a:lnTo>
                    <a:pt x="3867149" y="3447"/>
                  </a:lnTo>
                  <a:lnTo>
                    <a:pt x="3867149" y="6077"/>
                  </a:lnTo>
                  <a:lnTo>
                    <a:pt x="3866684" y="7200"/>
                  </a:lnTo>
                  <a:lnTo>
                    <a:pt x="3864824" y="9060"/>
                  </a:lnTo>
                  <a:lnTo>
                    <a:pt x="3863702" y="9524"/>
                  </a:lnTo>
                  <a:close/>
                </a:path>
                <a:path w="11534775" h="9525">
                  <a:moveTo>
                    <a:pt x="3911327" y="9524"/>
                  </a:moveTo>
                  <a:lnTo>
                    <a:pt x="3908697" y="9524"/>
                  </a:lnTo>
                  <a:lnTo>
                    <a:pt x="3907574" y="9060"/>
                  </a:lnTo>
                  <a:lnTo>
                    <a:pt x="3905714" y="7200"/>
                  </a:lnTo>
                  <a:lnTo>
                    <a:pt x="3905249" y="6077"/>
                  </a:lnTo>
                  <a:lnTo>
                    <a:pt x="3905249" y="3447"/>
                  </a:lnTo>
                  <a:lnTo>
                    <a:pt x="3905714" y="2324"/>
                  </a:lnTo>
                  <a:lnTo>
                    <a:pt x="3907574" y="464"/>
                  </a:lnTo>
                  <a:lnTo>
                    <a:pt x="3908697" y="0"/>
                  </a:lnTo>
                  <a:lnTo>
                    <a:pt x="3911327" y="0"/>
                  </a:lnTo>
                  <a:lnTo>
                    <a:pt x="3912449" y="464"/>
                  </a:lnTo>
                  <a:lnTo>
                    <a:pt x="3914309" y="2324"/>
                  </a:lnTo>
                  <a:lnTo>
                    <a:pt x="3914774" y="3447"/>
                  </a:lnTo>
                  <a:lnTo>
                    <a:pt x="3914774" y="6077"/>
                  </a:lnTo>
                  <a:lnTo>
                    <a:pt x="3914309" y="7200"/>
                  </a:lnTo>
                  <a:lnTo>
                    <a:pt x="3912449" y="9060"/>
                  </a:lnTo>
                  <a:lnTo>
                    <a:pt x="3911327" y="9524"/>
                  </a:lnTo>
                  <a:close/>
                </a:path>
                <a:path w="11534775" h="9525">
                  <a:moveTo>
                    <a:pt x="3958952" y="9524"/>
                  </a:moveTo>
                  <a:lnTo>
                    <a:pt x="3956322" y="9524"/>
                  </a:lnTo>
                  <a:lnTo>
                    <a:pt x="3955199" y="9060"/>
                  </a:lnTo>
                  <a:lnTo>
                    <a:pt x="3953339" y="7200"/>
                  </a:lnTo>
                  <a:lnTo>
                    <a:pt x="3952874" y="6077"/>
                  </a:lnTo>
                  <a:lnTo>
                    <a:pt x="3952874" y="3447"/>
                  </a:lnTo>
                  <a:lnTo>
                    <a:pt x="3953339" y="2324"/>
                  </a:lnTo>
                  <a:lnTo>
                    <a:pt x="3955199" y="464"/>
                  </a:lnTo>
                  <a:lnTo>
                    <a:pt x="3956322" y="0"/>
                  </a:lnTo>
                  <a:lnTo>
                    <a:pt x="3958952" y="0"/>
                  </a:lnTo>
                  <a:lnTo>
                    <a:pt x="3960074" y="464"/>
                  </a:lnTo>
                  <a:lnTo>
                    <a:pt x="3961934" y="2324"/>
                  </a:lnTo>
                  <a:lnTo>
                    <a:pt x="3962399" y="3447"/>
                  </a:lnTo>
                  <a:lnTo>
                    <a:pt x="3962399" y="6077"/>
                  </a:lnTo>
                  <a:lnTo>
                    <a:pt x="3961934" y="7200"/>
                  </a:lnTo>
                  <a:lnTo>
                    <a:pt x="3960074" y="9060"/>
                  </a:lnTo>
                  <a:lnTo>
                    <a:pt x="3958952" y="9524"/>
                  </a:lnTo>
                  <a:close/>
                </a:path>
                <a:path w="11534775" h="9525">
                  <a:moveTo>
                    <a:pt x="4006577" y="9524"/>
                  </a:moveTo>
                  <a:lnTo>
                    <a:pt x="4003947" y="9524"/>
                  </a:lnTo>
                  <a:lnTo>
                    <a:pt x="4002824" y="9060"/>
                  </a:lnTo>
                  <a:lnTo>
                    <a:pt x="4000964" y="7200"/>
                  </a:lnTo>
                  <a:lnTo>
                    <a:pt x="4000499" y="6077"/>
                  </a:lnTo>
                  <a:lnTo>
                    <a:pt x="4000499" y="3447"/>
                  </a:lnTo>
                  <a:lnTo>
                    <a:pt x="4000964" y="2324"/>
                  </a:lnTo>
                  <a:lnTo>
                    <a:pt x="4002824" y="464"/>
                  </a:lnTo>
                  <a:lnTo>
                    <a:pt x="4003947" y="0"/>
                  </a:lnTo>
                  <a:lnTo>
                    <a:pt x="4006577" y="0"/>
                  </a:lnTo>
                  <a:lnTo>
                    <a:pt x="4007699" y="464"/>
                  </a:lnTo>
                  <a:lnTo>
                    <a:pt x="4009559" y="2324"/>
                  </a:lnTo>
                  <a:lnTo>
                    <a:pt x="4010024" y="3447"/>
                  </a:lnTo>
                  <a:lnTo>
                    <a:pt x="4010024" y="6077"/>
                  </a:lnTo>
                  <a:lnTo>
                    <a:pt x="4009559" y="7200"/>
                  </a:lnTo>
                  <a:lnTo>
                    <a:pt x="4007699" y="9060"/>
                  </a:lnTo>
                  <a:lnTo>
                    <a:pt x="4006577" y="9524"/>
                  </a:lnTo>
                  <a:close/>
                </a:path>
                <a:path w="11534775" h="9525">
                  <a:moveTo>
                    <a:pt x="4054202" y="9524"/>
                  </a:moveTo>
                  <a:lnTo>
                    <a:pt x="4051572" y="9524"/>
                  </a:lnTo>
                  <a:lnTo>
                    <a:pt x="4050449" y="9060"/>
                  </a:lnTo>
                  <a:lnTo>
                    <a:pt x="4048589" y="7200"/>
                  </a:lnTo>
                  <a:lnTo>
                    <a:pt x="4048124" y="6077"/>
                  </a:lnTo>
                  <a:lnTo>
                    <a:pt x="4048124" y="3447"/>
                  </a:lnTo>
                  <a:lnTo>
                    <a:pt x="4048589" y="2324"/>
                  </a:lnTo>
                  <a:lnTo>
                    <a:pt x="4050449" y="464"/>
                  </a:lnTo>
                  <a:lnTo>
                    <a:pt x="4051572" y="0"/>
                  </a:lnTo>
                  <a:lnTo>
                    <a:pt x="4054202" y="0"/>
                  </a:lnTo>
                  <a:lnTo>
                    <a:pt x="4055324" y="464"/>
                  </a:lnTo>
                  <a:lnTo>
                    <a:pt x="4057184" y="2324"/>
                  </a:lnTo>
                  <a:lnTo>
                    <a:pt x="4057649" y="3447"/>
                  </a:lnTo>
                  <a:lnTo>
                    <a:pt x="4057649" y="6077"/>
                  </a:lnTo>
                  <a:lnTo>
                    <a:pt x="4057184" y="7200"/>
                  </a:lnTo>
                  <a:lnTo>
                    <a:pt x="4055324" y="9060"/>
                  </a:lnTo>
                  <a:lnTo>
                    <a:pt x="4054202" y="9524"/>
                  </a:lnTo>
                  <a:close/>
                </a:path>
                <a:path w="11534775" h="9525">
                  <a:moveTo>
                    <a:pt x="4101827" y="9524"/>
                  </a:moveTo>
                  <a:lnTo>
                    <a:pt x="4099197" y="9524"/>
                  </a:lnTo>
                  <a:lnTo>
                    <a:pt x="4098074" y="9060"/>
                  </a:lnTo>
                  <a:lnTo>
                    <a:pt x="4096214" y="7200"/>
                  </a:lnTo>
                  <a:lnTo>
                    <a:pt x="4095749" y="6077"/>
                  </a:lnTo>
                  <a:lnTo>
                    <a:pt x="4095749" y="3447"/>
                  </a:lnTo>
                  <a:lnTo>
                    <a:pt x="4096214" y="2324"/>
                  </a:lnTo>
                  <a:lnTo>
                    <a:pt x="4098074" y="464"/>
                  </a:lnTo>
                  <a:lnTo>
                    <a:pt x="4099197" y="0"/>
                  </a:lnTo>
                  <a:lnTo>
                    <a:pt x="4101827" y="0"/>
                  </a:lnTo>
                  <a:lnTo>
                    <a:pt x="4102949" y="464"/>
                  </a:lnTo>
                  <a:lnTo>
                    <a:pt x="4104809" y="2324"/>
                  </a:lnTo>
                  <a:lnTo>
                    <a:pt x="4105274" y="3447"/>
                  </a:lnTo>
                  <a:lnTo>
                    <a:pt x="4105274" y="6077"/>
                  </a:lnTo>
                  <a:lnTo>
                    <a:pt x="4104809" y="7200"/>
                  </a:lnTo>
                  <a:lnTo>
                    <a:pt x="4102949" y="9060"/>
                  </a:lnTo>
                  <a:lnTo>
                    <a:pt x="4101827" y="9524"/>
                  </a:lnTo>
                  <a:close/>
                </a:path>
                <a:path w="11534775" h="9525">
                  <a:moveTo>
                    <a:pt x="4149452" y="9524"/>
                  </a:moveTo>
                  <a:lnTo>
                    <a:pt x="4146822" y="9524"/>
                  </a:lnTo>
                  <a:lnTo>
                    <a:pt x="4145699" y="9060"/>
                  </a:lnTo>
                  <a:lnTo>
                    <a:pt x="4143839" y="7200"/>
                  </a:lnTo>
                  <a:lnTo>
                    <a:pt x="4143374" y="6077"/>
                  </a:lnTo>
                  <a:lnTo>
                    <a:pt x="4143374" y="3447"/>
                  </a:lnTo>
                  <a:lnTo>
                    <a:pt x="4143839" y="2324"/>
                  </a:lnTo>
                  <a:lnTo>
                    <a:pt x="4145699" y="464"/>
                  </a:lnTo>
                  <a:lnTo>
                    <a:pt x="4146822" y="0"/>
                  </a:lnTo>
                  <a:lnTo>
                    <a:pt x="4149452" y="0"/>
                  </a:lnTo>
                  <a:lnTo>
                    <a:pt x="4150574" y="464"/>
                  </a:lnTo>
                  <a:lnTo>
                    <a:pt x="4152434" y="2324"/>
                  </a:lnTo>
                  <a:lnTo>
                    <a:pt x="4152899" y="3447"/>
                  </a:lnTo>
                  <a:lnTo>
                    <a:pt x="4152899" y="6077"/>
                  </a:lnTo>
                  <a:lnTo>
                    <a:pt x="4152434" y="7200"/>
                  </a:lnTo>
                  <a:lnTo>
                    <a:pt x="4150574" y="9060"/>
                  </a:lnTo>
                  <a:lnTo>
                    <a:pt x="4149452" y="9524"/>
                  </a:lnTo>
                  <a:close/>
                </a:path>
                <a:path w="11534775" h="9525">
                  <a:moveTo>
                    <a:pt x="4197077" y="9524"/>
                  </a:moveTo>
                  <a:lnTo>
                    <a:pt x="4194447" y="9524"/>
                  </a:lnTo>
                  <a:lnTo>
                    <a:pt x="4193324" y="9060"/>
                  </a:lnTo>
                  <a:lnTo>
                    <a:pt x="4191464" y="7200"/>
                  </a:lnTo>
                  <a:lnTo>
                    <a:pt x="4190999" y="6077"/>
                  </a:lnTo>
                  <a:lnTo>
                    <a:pt x="4190999" y="3447"/>
                  </a:lnTo>
                  <a:lnTo>
                    <a:pt x="4191464" y="2324"/>
                  </a:lnTo>
                  <a:lnTo>
                    <a:pt x="4193324" y="464"/>
                  </a:lnTo>
                  <a:lnTo>
                    <a:pt x="4194447" y="0"/>
                  </a:lnTo>
                  <a:lnTo>
                    <a:pt x="4197077" y="0"/>
                  </a:lnTo>
                  <a:lnTo>
                    <a:pt x="4198199" y="464"/>
                  </a:lnTo>
                  <a:lnTo>
                    <a:pt x="4200059" y="2324"/>
                  </a:lnTo>
                  <a:lnTo>
                    <a:pt x="4200524" y="3447"/>
                  </a:lnTo>
                  <a:lnTo>
                    <a:pt x="4200524" y="6077"/>
                  </a:lnTo>
                  <a:lnTo>
                    <a:pt x="4200059" y="7200"/>
                  </a:lnTo>
                  <a:lnTo>
                    <a:pt x="4198199" y="9060"/>
                  </a:lnTo>
                  <a:lnTo>
                    <a:pt x="4197077" y="9524"/>
                  </a:lnTo>
                  <a:close/>
                </a:path>
                <a:path w="11534775" h="9525">
                  <a:moveTo>
                    <a:pt x="4244702" y="9524"/>
                  </a:moveTo>
                  <a:lnTo>
                    <a:pt x="4242072" y="9524"/>
                  </a:lnTo>
                  <a:lnTo>
                    <a:pt x="4240949" y="9060"/>
                  </a:lnTo>
                  <a:lnTo>
                    <a:pt x="4239089" y="7200"/>
                  </a:lnTo>
                  <a:lnTo>
                    <a:pt x="4238624" y="6077"/>
                  </a:lnTo>
                  <a:lnTo>
                    <a:pt x="4238624" y="3447"/>
                  </a:lnTo>
                  <a:lnTo>
                    <a:pt x="4239089" y="2324"/>
                  </a:lnTo>
                  <a:lnTo>
                    <a:pt x="4240949" y="464"/>
                  </a:lnTo>
                  <a:lnTo>
                    <a:pt x="4242072" y="0"/>
                  </a:lnTo>
                  <a:lnTo>
                    <a:pt x="4244702" y="0"/>
                  </a:lnTo>
                  <a:lnTo>
                    <a:pt x="4245824" y="464"/>
                  </a:lnTo>
                  <a:lnTo>
                    <a:pt x="4247684" y="2324"/>
                  </a:lnTo>
                  <a:lnTo>
                    <a:pt x="4248149" y="3447"/>
                  </a:lnTo>
                  <a:lnTo>
                    <a:pt x="4248149" y="6077"/>
                  </a:lnTo>
                  <a:lnTo>
                    <a:pt x="4247684" y="7200"/>
                  </a:lnTo>
                  <a:lnTo>
                    <a:pt x="4245824" y="9060"/>
                  </a:lnTo>
                  <a:lnTo>
                    <a:pt x="4244702" y="9524"/>
                  </a:lnTo>
                  <a:close/>
                </a:path>
                <a:path w="11534775" h="9525">
                  <a:moveTo>
                    <a:pt x="4292327" y="9524"/>
                  </a:moveTo>
                  <a:lnTo>
                    <a:pt x="4289697" y="9524"/>
                  </a:lnTo>
                  <a:lnTo>
                    <a:pt x="4288574" y="9060"/>
                  </a:lnTo>
                  <a:lnTo>
                    <a:pt x="4286714" y="7200"/>
                  </a:lnTo>
                  <a:lnTo>
                    <a:pt x="4286249" y="6077"/>
                  </a:lnTo>
                  <a:lnTo>
                    <a:pt x="4286249" y="3447"/>
                  </a:lnTo>
                  <a:lnTo>
                    <a:pt x="4286714" y="2324"/>
                  </a:lnTo>
                  <a:lnTo>
                    <a:pt x="4288574" y="464"/>
                  </a:lnTo>
                  <a:lnTo>
                    <a:pt x="4289697" y="0"/>
                  </a:lnTo>
                  <a:lnTo>
                    <a:pt x="4292327" y="0"/>
                  </a:lnTo>
                  <a:lnTo>
                    <a:pt x="4293449" y="464"/>
                  </a:lnTo>
                  <a:lnTo>
                    <a:pt x="4295309" y="2324"/>
                  </a:lnTo>
                  <a:lnTo>
                    <a:pt x="4295774" y="3447"/>
                  </a:lnTo>
                  <a:lnTo>
                    <a:pt x="4295774" y="6077"/>
                  </a:lnTo>
                  <a:lnTo>
                    <a:pt x="4295309" y="7200"/>
                  </a:lnTo>
                  <a:lnTo>
                    <a:pt x="4293449" y="9060"/>
                  </a:lnTo>
                  <a:lnTo>
                    <a:pt x="4292327" y="9524"/>
                  </a:lnTo>
                  <a:close/>
                </a:path>
                <a:path w="11534775" h="9525">
                  <a:moveTo>
                    <a:pt x="4339951" y="9524"/>
                  </a:moveTo>
                  <a:lnTo>
                    <a:pt x="4337321" y="9524"/>
                  </a:lnTo>
                  <a:lnTo>
                    <a:pt x="4336199" y="9060"/>
                  </a:lnTo>
                  <a:lnTo>
                    <a:pt x="4334339" y="7200"/>
                  </a:lnTo>
                  <a:lnTo>
                    <a:pt x="4333874" y="6077"/>
                  </a:lnTo>
                  <a:lnTo>
                    <a:pt x="4333874" y="3447"/>
                  </a:lnTo>
                  <a:lnTo>
                    <a:pt x="4334339" y="2324"/>
                  </a:lnTo>
                  <a:lnTo>
                    <a:pt x="4336199" y="464"/>
                  </a:lnTo>
                  <a:lnTo>
                    <a:pt x="4337321" y="0"/>
                  </a:lnTo>
                  <a:lnTo>
                    <a:pt x="4339951" y="0"/>
                  </a:lnTo>
                  <a:lnTo>
                    <a:pt x="4341074" y="464"/>
                  </a:lnTo>
                  <a:lnTo>
                    <a:pt x="4342934" y="2324"/>
                  </a:lnTo>
                  <a:lnTo>
                    <a:pt x="4343399" y="3447"/>
                  </a:lnTo>
                  <a:lnTo>
                    <a:pt x="4343399" y="6077"/>
                  </a:lnTo>
                  <a:lnTo>
                    <a:pt x="4342934" y="7200"/>
                  </a:lnTo>
                  <a:lnTo>
                    <a:pt x="4341074" y="9060"/>
                  </a:lnTo>
                  <a:lnTo>
                    <a:pt x="4339951" y="9524"/>
                  </a:lnTo>
                  <a:close/>
                </a:path>
                <a:path w="11534775" h="9525">
                  <a:moveTo>
                    <a:pt x="4387577" y="9524"/>
                  </a:moveTo>
                  <a:lnTo>
                    <a:pt x="4384947" y="9524"/>
                  </a:lnTo>
                  <a:lnTo>
                    <a:pt x="4383824" y="9060"/>
                  </a:lnTo>
                  <a:lnTo>
                    <a:pt x="4381964" y="7200"/>
                  </a:lnTo>
                  <a:lnTo>
                    <a:pt x="4381500" y="6077"/>
                  </a:lnTo>
                  <a:lnTo>
                    <a:pt x="4381500" y="3447"/>
                  </a:lnTo>
                  <a:lnTo>
                    <a:pt x="4381964" y="2324"/>
                  </a:lnTo>
                  <a:lnTo>
                    <a:pt x="4383824" y="464"/>
                  </a:lnTo>
                  <a:lnTo>
                    <a:pt x="4384947" y="0"/>
                  </a:lnTo>
                  <a:lnTo>
                    <a:pt x="4387577" y="0"/>
                  </a:lnTo>
                  <a:lnTo>
                    <a:pt x="4388699" y="464"/>
                  </a:lnTo>
                  <a:lnTo>
                    <a:pt x="4390559" y="2324"/>
                  </a:lnTo>
                  <a:lnTo>
                    <a:pt x="4391024" y="3447"/>
                  </a:lnTo>
                  <a:lnTo>
                    <a:pt x="4391024" y="6077"/>
                  </a:lnTo>
                  <a:lnTo>
                    <a:pt x="4390559" y="7200"/>
                  </a:lnTo>
                  <a:lnTo>
                    <a:pt x="4388699" y="9060"/>
                  </a:lnTo>
                  <a:lnTo>
                    <a:pt x="4387577" y="9524"/>
                  </a:lnTo>
                  <a:close/>
                </a:path>
                <a:path w="11534775" h="9525">
                  <a:moveTo>
                    <a:pt x="4435202" y="9524"/>
                  </a:moveTo>
                  <a:lnTo>
                    <a:pt x="4432572" y="9524"/>
                  </a:lnTo>
                  <a:lnTo>
                    <a:pt x="4431449" y="9060"/>
                  </a:lnTo>
                  <a:lnTo>
                    <a:pt x="4429589" y="7200"/>
                  </a:lnTo>
                  <a:lnTo>
                    <a:pt x="4429124" y="6077"/>
                  </a:lnTo>
                  <a:lnTo>
                    <a:pt x="4429124" y="3447"/>
                  </a:lnTo>
                  <a:lnTo>
                    <a:pt x="4429589" y="2324"/>
                  </a:lnTo>
                  <a:lnTo>
                    <a:pt x="4431449" y="464"/>
                  </a:lnTo>
                  <a:lnTo>
                    <a:pt x="4432572" y="0"/>
                  </a:lnTo>
                  <a:lnTo>
                    <a:pt x="4435202" y="0"/>
                  </a:lnTo>
                  <a:lnTo>
                    <a:pt x="4436324" y="464"/>
                  </a:lnTo>
                  <a:lnTo>
                    <a:pt x="4438184" y="2324"/>
                  </a:lnTo>
                  <a:lnTo>
                    <a:pt x="4438649" y="3447"/>
                  </a:lnTo>
                  <a:lnTo>
                    <a:pt x="4438649" y="6077"/>
                  </a:lnTo>
                  <a:lnTo>
                    <a:pt x="4438184" y="7200"/>
                  </a:lnTo>
                  <a:lnTo>
                    <a:pt x="4436324" y="9060"/>
                  </a:lnTo>
                  <a:lnTo>
                    <a:pt x="4435202" y="9524"/>
                  </a:lnTo>
                  <a:close/>
                </a:path>
                <a:path w="11534775" h="9525">
                  <a:moveTo>
                    <a:pt x="4482827" y="9524"/>
                  </a:moveTo>
                  <a:lnTo>
                    <a:pt x="4480197" y="9524"/>
                  </a:lnTo>
                  <a:lnTo>
                    <a:pt x="4479074" y="9060"/>
                  </a:lnTo>
                  <a:lnTo>
                    <a:pt x="4477214" y="7200"/>
                  </a:lnTo>
                  <a:lnTo>
                    <a:pt x="4476749" y="6077"/>
                  </a:lnTo>
                  <a:lnTo>
                    <a:pt x="4476749" y="3447"/>
                  </a:lnTo>
                  <a:lnTo>
                    <a:pt x="4477214" y="2324"/>
                  </a:lnTo>
                  <a:lnTo>
                    <a:pt x="4479074" y="464"/>
                  </a:lnTo>
                  <a:lnTo>
                    <a:pt x="4480197" y="0"/>
                  </a:lnTo>
                  <a:lnTo>
                    <a:pt x="4482827" y="0"/>
                  </a:lnTo>
                  <a:lnTo>
                    <a:pt x="4483949" y="464"/>
                  </a:lnTo>
                  <a:lnTo>
                    <a:pt x="4485809" y="2324"/>
                  </a:lnTo>
                  <a:lnTo>
                    <a:pt x="4486274" y="3447"/>
                  </a:lnTo>
                  <a:lnTo>
                    <a:pt x="4486274" y="6077"/>
                  </a:lnTo>
                  <a:lnTo>
                    <a:pt x="4485809" y="7200"/>
                  </a:lnTo>
                  <a:lnTo>
                    <a:pt x="4483949" y="9060"/>
                  </a:lnTo>
                  <a:lnTo>
                    <a:pt x="4482827" y="9524"/>
                  </a:lnTo>
                  <a:close/>
                </a:path>
                <a:path w="11534775" h="9525">
                  <a:moveTo>
                    <a:pt x="4530452" y="9524"/>
                  </a:moveTo>
                  <a:lnTo>
                    <a:pt x="4527822" y="9524"/>
                  </a:lnTo>
                  <a:lnTo>
                    <a:pt x="4526699" y="9060"/>
                  </a:lnTo>
                  <a:lnTo>
                    <a:pt x="4524839" y="7200"/>
                  </a:lnTo>
                  <a:lnTo>
                    <a:pt x="4524374" y="6077"/>
                  </a:lnTo>
                  <a:lnTo>
                    <a:pt x="4524374" y="3447"/>
                  </a:lnTo>
                  <a:lnTo>
                    <a:pt x="4524839" y="2324"/>
                  </a:lnTo>
                  <a:lnTo>
                    <a:pt x="4526699" y="464"/>
                  </a:lnTo>
                  <a:lnTo>
                    <a:pt x="4527822" y="0"/>
                  </a:lnTo>
                  <a:lnTo>
                    <a:pt x="4530452" y="0"/>
                  </a:lnTo>
                  <a:lnTo>
                    <a:pt x="4531574" y="464"/>
                  </a:lnTo>
                  <a:lnTo>
                    <a:pt x="4533434" y="2324"/>
                  </a:lnTo>
                  <a:lnTo>
                    <a:pt x="4533899" y="3447"/>
                  </a:lnTo>
                  <a:lnTo>
                    <a:pt x="4533899" y="6077"/>
                  </a:lnTo>
                  <a:lnTo>
                    <a:pt x="4533434" y="7200"/>
                  </a:lnTo>
                  <a:lnTo>
                    <a:pt x="4531574" y="9060"/>
                  </a:lnTo>
                  <a:lnTo>
                    <a:pt x="4530452" y="9524"/>
                  </a:lnTo>
                  <a:close/>
                </a:path>
                <a:path w="11534775" h="9525">
                  <a:moveTo>
                    <a:pt x="4578077" y="9524"/>
                  </a:moveTo>
                  <a:lnTo>
                    <a:pt x="4575447" y="9524"/>
                  </a:lnTo>
                  <a:lnTo>
                    <a:pt x="4574324" y="9060"/>
                  </a:lnTo>
                  <a:lnTo>
                    <a:pt x="4572464" y="7200"/>
                  </a:lnTo>
                  <a:lnTo>
                    <a:pt x="4571999" y="6077"/>
                  </a:lnTo>
                  <a:lnTo>
                    <a:pt x="4571999" y="3447"/>
                  </a:lnTo>
                  <a:lnTo>
                    <a:pt x="4572464" y="2324"/>
                  </a:lnTo>
                  <a:lnTo>
                    <a:pt x="4574324" y="464"/>
                  </a:lnTo>
                  <a:lnTo>
                    <a:pt x="4575447" y="0"/>
                  </a:lnTo>
                  <a:lnTo>
                    <a:pt x="4578077" y="0"/>
                  </a:lnTo>
                  <a:lnTo>
                    <a:pt x="4579199" y="464"/>
                  </a:lnTo>
                  <a:lnTo>
                    <a:pt x="4581059" y="2324"/>
                  </a:lnTo>
                  <a:lnTo>
                    <a:pt x="4581524" y="3447"/>
                  </a:lnTo>
                  <a:lnTo>
                    <a:pt x="4581524" y="6077"/>
                  </a:lnTo>
                  <a:lnTo>
                    <a:pt x="4581059" y="7200"/>
                  </a:lnTo>
                  <a:lnTo>
                    <a:pt x="4579199" y="9060"/>
                  </a:lnTo>
                  <a:lnTo>
                    <a:pt x="4578077" y="9524"/>
                  </a:lnTo>
                  <a:close/>
                </a:path>
                <a:path w="11534775" h="9525">
                  <a:moveTo>
                    <a:pt x="4625702" y="9524"/>
                  </a:moveTo>
                  <a:lnTo>
                    <a:pt x="4623072" y="9524"/>
                  </a:lnTo>
                  <a:lnTo>
                    <a:pt x="4621949" y="9060"/>
                  </a:lnTo>
                  <a:lnTo>
                    <a:pt x="4620089" y="7200"/>
                  </a:lnTo>
                  <a:lnTo>
                    <a:pt x="4619624" y="6077"/>
                  </a:lnTo>
                  <a:lnTo>
                    <a:pt x="4619624" y="3447"/>
                  </a:lnTo>
                  <a:lnTo>
                    <a:pt x="4620089" y="2324"/>
                  </a:lnTo>
                  <a:lnTo>
                    <a:pt x="4621949" y="464"/>
                  </a:lnTo>
                  <a:lnTo>
                    <a:pt x="4623072" y="0"/>
                  </a:lnTo>
                  <a:lnTo>
                    <a:pt x="4625702" y="0"/>
                  </a:lnTo>
                  <a:lnTo>
                    <a:pt x="4626824" y="464"/>
                  </a:lnTo>
                  <a:lnTo>
                    <a:pt x="4628684" y="2324"/>
                  </a:lnTo>
                  <a:lnTo>
                    <a:pt x="4629149" y="3447"/>
                  </a:lnTo>
                  <a:lnTo>
                    <a:pt x="4629149" y="6077"/>
                  </a:lnTo>
                  <a:lnTo>
                    <a:pt x="4628684" y="7200"/>
                  </a:lnTo>
                  <a:lnTo>
                    <a:pt x="4626824" y="9060"/>
                  </a:lnTo>
                  <a:lnTo>
                    <a:pt x="4625702" y="9524"/>
                  </a:lnTo>
                  <a:close/>
                </a:path>
                <a:path w="11534775" h="9525">
                  <a:moveTo>
                    <a:pt x="4673327" y="9524"/>
                  </a:moveTo>
                  <a:lnTo>
                    <a:pt x="4670697" y="9524"/>
                  </a:lnTo>
                  <a:lnTo>
                    <a:pt x="4669574" y="9060"/>
                  </a:lnTo>
                  <a:lnTo>
                    <a:pt x="4667714" y="7200"/>
                  </a:lnTo>
                  <a:lnTo>
                    <a:pt x="4667249" y="6077"/>
                  </a:lnTo>
                  <a:lnTo>
                    <a:pt x="4667249" y="3447"/>
                  </a:lnTo>
                  <a:lnTo>
                    <a:pt x="4667714" y="2324"/>
                  </a:lnTo>
                  <a:lnTo>
                    <a:pt x="4669574" y="464"/>
                  </a:lnTo>
                  <a:lnTo>
                    <a:pt x="4670697" y="0"/>
                  </a:lnTo>
                  <a:lnTo>
                    <a:pt x="4673327" y="0"/>
                  </a:lnTo>
                  <a:lnTo>
                    <a:pt x="4674449" y="464"/>
                  </a:lnTo>
                  <a:lnTo>
                    <a:pt x="4676309" y="2324"/>
                  </a:lnTo>
                  <a:lnTo>
                    <a:pt x="4676774" y="3447"/>
                  </a:lnTo>
                  <a:lnTo>
                    <a:pt x="4676774" y="6077"/>
                  </a:lnTo>
                  <a:lnTo>
                    <a:pt x="4676309" y="7200"/>
                  </a:lnTo>
                  <a:lnTo>
                    <a:pt x="4674449" y="9060"/>
                  </a:lnTo>
                  <a:lnTo>
                    <a:pt x="4673327" y="9524"/>
                  </a:lnTo>
                  <a:close/>
                </a:path>
                <a:path w="11534775" h="9525">
                  <a:moveTo>
                    <a:pt x="4720952" y="9524"/>
                  </a:moveTo>
                  <a:lnTo>
                    <a:pt x="4718322" y="9524"/>
                  </a:lnTo>
                  <a:lnTo>
                    <a:pt x="4717199" y="9060"/>
                  </a:lnTo>
                  <a:lnTo>
                    <a:pt x="4715339" y="7200"/>
                  </a:lnTo>
                  <a:lnTo>
                    <a:pt x="4714874" y="6077"/>
                  </a:lnTo>
                  <a:lnTo>
                    <a:pt x="4714874" y="3447"/>
                  </a:lnTo>
                  <a:lnTo>
                    <a:pt x="4715339" y="2324"/>
                  </a:lnTo>
                  <a:lnTo>
                    <a:pt x="4717199" y="464"/>
                  </a:lnTo>
                  <a:lnTo>
                    <a:pt x="4718322" y="0"/>
                  </a:lnTo>
                  <a:lnTo>
                    <a:pt x="4720952" y="0"/>
                  </a:lnTo>
                  <a:lnTo>
                    <a:pt x="4722074" y="464"/>
                  </a:lnTo>
                  <a:lnTo>
                    <a:pt x="4723934" y="2324"/>
                  </a:lnTo>
                  <a:lnTo>
                    <a:pt x="4724399" y="3447"/>
                  </a:lnTo>
                  <a:lnTo>
                    <a:pt x="4724399" y="6077"/>
                  </a:lnTo>
                  <a:lnTo>
                    <a:pt x="4723934" y="7200"/>
                  </a:lnTo>
                  <a:lnTo>
                    <a:pt x="4722074" y="9060"/>
                  </a:lnTo>
                  <a:lnTo>
                    <a:pt x="4720952" y="9524"/>
                  </a:lnTo>
                  <a:close/>
                </a:path>
                <a:path w="11534775" h="9525">
                  <a:moveTo>
                    <a:pt x="4768577" y="9524"/>
                  </a:moveTo>
                  <a:lnTo>
                    <a:pt x="4765947" y="9524"/>
                  </a:lnTo>
                  <a:lnTo>
                    <a:pt x="4764824" y="9060"/>
                  </a:lnTo>
                  <a:lnTo>
                    <a:pt x="4762964" y="7200"/>
                  </a:lnTo>
                  <a:lnTo>
                    <a:pt x="4762499" y="6077"/>
                  </a:lnTo>
                  <a:lnTo>
                    <a:pt x="4762499" y="3447"/>
                  </a:lnTo>
                  <a:lnTo>
                    <a:pt x="4762964" y="2324"/>
                  </a:lnTo>
                  <a:lnTo>
                    <a:pt x="4764824" y="464"/>
                  </a:lnTo>
                  <a:lnTo>
                    <a:pt x="4765947" y="0"/>
                  </a:lnTo>
                  <a:lnTo>
                    <a:pt x="4768577" y="0"/>
                  </a:lnTo>
                  <a:lnTo>
                    <a:pt x="4769699" y="464"/>
                  </a:lnTo>
                  <a:lnTo>
                    <a:pt x="4771559" y="2324"/>
                  </a:lnTo>
                  <a:lnTo>
                    <a:pt x="4772024" y="3447"/>
                  </a:lnTo>
                  <a:lnTo>
                    <a:pt x="4772024" y="6077"/>
                  </a:lnTo>
                  <a:lnTo>
                    <a:pt x="4771559" y="7200"/>
                  </a:lnTo>
                  <a:lnTo>
                    <a:pt x="4769699" y="9060"/>
                  </a:lnTo>
                  <a:lnTo>
                    <a:pt x="4768577" y="9524"/>
                  </a:lnTo>
                  <a:close/>
                </a:path>
                <a:path w="11534775" h="9525">
                  <a:moveTo>
                    <a:pt x="4816202" y="9524"/>
                  </a:moveTo>
                  <a:lnTo>
                    <a:pt x="4813572" y="9524"/>
                  </a:lnTo>
                  <a:lnTo>
                    <a:pt x="4812449" y="9060"/>
                  </a:lnTo>
                  <a:lnTo>
                    <a:pt x="4810589" y="7200"/>
                  </a:lnTo>
                  <a:lnTo>
                    <a:pt x="4810124" y="6077"/>
                  </a:lnTo>
                  <a:lnTo>
                    <a:pt x="4810124" y="3447"/>
                  </a:lnTo>
                  <a:lnTo>
                    <a:pt x="4810589" y="2324"/>
                  </a:lnTo>
                  <a:lnTo>
                    <a:pt x="4812449" y="464"/>
                  </a:lnTo>
                  <a:lnTo>
                    <a:pt x="4813572" y="0"/>
                  </a:lnTo>
                  <a:lnTo>
                    <a:pt x="4816202" y="0"/>
                  </a:lnTo>
                  <a:lnTo>
                    <a:pt x="4817324" y="464"/>
                  </a:lnTo>
                  <a:lnTo>
                    <a:pt x="4819184" y="2324"/>
                  </a:lnTo>
                  <a:lnTo>
                    <a:pt x="4819649" y="3447"/>
                  </a:lnTo>
                  <a:lnTo>
                    <a:pt x="4819649" y="6077"/>
                  </a:lnTo>
                  <a:lnTo>
                    <a:pt x="4819184" y="7200"/>
                  </a:lnTo>
                  <a:lnTo>
                    <a:pt x="4817324" y="9060"/>
                  </a:lnTo>
                  <a:lnTo>
                    <a:pt x="4816202" y="9524"/>
                  </a:lnTo>
                  <a:close/>
                </a:path>
                <a:path w="11534775" h="9525">
                  <a:moveTo>
                    <a:pt x="4863827" y="9524"/>
                  </a:moveTo>
                  <a:lnTo>
                    <a:pt x="4861196" y="9524"/>
                  </a:lnTo>
                  <a:lnTo>
                    <a:pt x="4860074" y="9060"/>
                  </a:lnTo>
                  <a:lnTo>
                    <a:pt x="4858214" y="7200"/>
                  </a:lnTo>
                  <a:lnTo>
                    <a:pt x="4857749" y="6077"/>
                  </a:lnTo>
                  <a:lnTo>
                    <a:pt x="4857749" y="3447"/>
                  </a:lnTo>
                  <a:lnTo>
                    <a:pt x="4858214" y="2324"/>
                  </a:lnTo>
                  <a:lnTo>
                    <a:pt x="4860074" y="464"/>
                  </a:lnTo>
                  <a:lnTo>
                    <a:pt x="4861196" y="0"/>
                  </a:lnTo>
                  <a:lnTo>
                    <a:pt x="4863827" y="0"/>
                  </a:lnTo>
                  <a:lnTo>
                    <a:pt x="4864949" y="464"/>
                  </a:lnTo>
                  <a:lnTo>
                    <a:pt x="4866809" y="2324"/>
                  </a:lnTo>
                  <a:lnTo>
                    <a:pt x="4867274" y="3447"/>
                  </a:lnTo>
                  <a:lnTo>
                    <a:pt x="4867274" y="6077"/>
                  </a:lnTo>
                  <a:lnTo>
                    <a:pt x="4866809" y="7200"/>
                  </a:lnTo>
                  <a:lnTo>
                    <a:pt x="4864949" y="9060"/>
                  </a:lnTo>
                  <a:lnTo>
                    <a:pt x="4863827" y="9524"/>
                  </a:lnTo>
                  <a:close/>
                </a:path>
                <a:path w="11534775" h="9525">
                  <a:moveTo>
                    <a:pt x="4911452" y="9524"/>
                  </a:moveTo>
                  <a:lnTo>
                    <a:pt x="4908821" y="9524"/>
                  </a:lnTo>
                  <a:lnTo>
                    <a:pt x="4907699" y="9060"/>
                  </a:lnTo>
                  <a:lnTo>
                    <a:pt x="4905839" y="7200"/>
                  </a:lnTo>
                  <a:lnTo>
                    <a:pt x="4905374" y="6077"/>
                  </a:lnTo>
                  <a:lnTo>
                    <a:pt x="4905374" y="3447"/>
                  </a:lnTo>
                  <a:lnTo>
                    <a:pt x="4905839" y="2324"/>
                  </a:lnTo>
                  <a:lnTo>
                    <a:pt x="4907699" y="464"/>
                  </a:lnTo>
                  <a:lnTo>
                    <a:pt x="4908821" y="0"/>
                  </a:lnTo>
                  <a:lnTo>
                    <a:pt x="4911452" y="0"/>
                  </a:lnTo>
                  <a:lnTo>
                    <a:pt x="4912574" y="464"/>
                  </a:lnTo>
                  <a:lnTo>
                    <a:pt x="4914434" y="2324"/>
                  </a:lnTo>
                  <a:lnTo>
                    <a:pt x="4914899" y="3447"/>
                  </a:lnTo>
                  <a:lnTo>
                    <a:pt x="4914899" y="6077"/>
                  </a:lnTo>
                  <a:lnTo>
                    <a:pt x="4914434" y="7200"/>
                  </a:lnTo>
                  <a:lnTo>
                    <a:pt x="4912574" y="9060"/>
                  </a:lnTo>
                  <a:lnTo>
                    <a:pt x="4911452" y="9524"/>
                  </a:lnTo>
                  <a:close/>
                </a:path>
                <a:path w="11534775" h="9525">
                  <a:moveTo>
                    <a:pt x="4959077" y="9524"/>
                  </a:moveTo>
                  <a:lnTo>
                    <a:pt x="4956446" y="9524"/>
                  </a:lnTo>
                  <a:lnTo>
                    <a:pt x="4955324" y="9060"/>
                  </a:lnTo>
                  <a:lnTo>
                    <a:pt x="4953464" y="7200"/>
                  </a:lnTo>
                  <a:lnTo>
                    <a:pt x="4952999" y="6077"/>
                  </a:lnTo>
                  <a:lnTo>
                    <a:pt x="4952999" y="3447"/>
                  </a:lnTo>
                  <a:lnTo>
                    <a:pt x="4953464" y="2324"/>
                  </a:lnTo>
                  <a:lnTo>
                    <a:pt x="4955324" y="464"/>
                  </a:lnTo>
                  <a:lnTo>
                    <a:pt x="4956446" y="0"/>
                  </a:lnTo>
                  <a:lnTo>
                    <a:pt x="4959077" y="0"/>
                  </a:lnTo>
                  <a:lnTo>
                    <a:pt x="4960199" y="464"/>
                  </a:lnTo>
                  <a:lnTo>
                    <a:pt x="4962059" y="2324"/>
                  </a:lnTo>
                  <a:lnTo>
                    <a:pt x="4962524" y="3447"/>
                  </a:lnTo>
                  <a:lnTo>
                    <a:pt x="4962524" y="6077"/>
                  </a:lnTo>
                  <a:lnTo>
                    <a:pt x="4962059" y="7200"/>
                  </a:lnTo>
                  <a:lnTo>
                    <a:pt x="4960199" y="9060"/>
                  </a:lnTo>
                  <a:lnTo>
                    <a:pt x="4959077" y="9524"/>
                  </a:lnTo>
                  <a:close/>
                </a:path>
                <a:path w="11534775" h="9525">
                  <a:moveTo>
                    <a:pt x="5006702" y="9524"/>
                  </a:moveTo>
                  <a:lnTo>
                    <a:pt x="5004071" y="9524"/>
                  </a:lnTo>
                  <a:lnTo>
                    <a:pt x="5002949" y="9060"/>
                  </a:lnTo>
                  <a:lnTo>
                    <a:pt x="5001089" y="7200"/>
                  </a:lnTo>
                  <a:lnTo>
                    <a:pt x="5000624" y="6077"/>
                  </a:lnTo>
                  <a:lnTo>
                    <a:pt x="5000624" y="3447"/>
                  </a:lnTo>
                  <a:lnTo>
                    <a:pt x="5001089" y="2324"/>
                  </a:lnTo>
                  <a:lnTo>
                    <a:pt x="5002949" y="464"/>
                  </a:lnTo>
                  <a:lnTo>
                    <a:pt x="5004071" y="0"/>
                  </a:lnTo>
                  <a:lnTo>
                    <a:pt x="5006702" y="0"/>
                  </a:lnTo>
                  <a:lnTo>
                    <a:pt x="5007824" y="464"/>
                  </a:lnTo>
                  <a:lnTo>
                    <a:pt x="5009684" y="2324"/>
                  </a:lnTo>
                  <a:lnTo>
                    <a:pt x="5010149" y="3447"/>
                  </a:lnTo>
                  <a:lnTo>
                    <a:pt x="5010149" y="6077"/>
                  </a:lnTo>
                  <a:lnTo>
                    <a:pt x="5009684" y="7200"/>
                  </a:lnTo>
                  <a:lnTo>
                    <a:pt x="5007824" y="9060"/>
                  </a:lnTo>
                  <a:lnTo>
                    <a:pt x="5006702" y="9524"/>
                  </a:lnTo>
                  <a:close/>
                </a:path>
                <a:path w="11534775" h="9525">
                  <a:moveTo>
                    <a:pt x="5054326" y="9524"/>
                  </a:moveTo>
                  <a:lnTo>
                    <a:pt x="5051696" y="9524"/>
                  </a:lnTo>
                  <a:lnTo>
                    <a:pt x="5050574" y="9060"/>
                  </a:lnTo>
                  <a:lnTo>
                    <a:pt x="5048714" y="7200"/>
                  </a:lnTo>
                  <a:lnTo>
                    <a:pt x="5048249" y="6077"/>
                  </a:lnTo>
                  <a:lnTo>
                    <a:pt x="5048249" y="3447"/>
                  </a:lnTo>
                  <a:lnTo>
                    <a:pt x="5048714" y="2324"/>
                  </a:lnTo>
                  <a:lnTo>
                    <a:pt x="5050574" y="464"/>
                  </a:lnTo>
                  <a:lnTo>
                    <a:pt x="5051696" y="0"/>
                  </a:lnTo>
                  <a:lnTo>
                    <a:pt x="5054326" y="0"/>
                  </a:lnTo>
                  <a:lnTo>
                    <a:pt x="5055449" y="464"/>
                  </a:lnTo>
                  <a:lnTo>
                    <a:pt x="5057309" y="2324"/>
                  </a:lnTo>
                  <a:lnTo>
                    <a:pt x="5057774" y="3447"/>
                  </a:lnTo>
                  <a:lnTo>
                    <a:pt x="5057774" y="6077"/>
                  </a:lnTo>
                  <a:lnTo>
                    <a:pt x="5057309" y="7200"/>
                  </a:lnTo>
                  <a:lnTo>
                    <a:pt x="5055449" y="9060"/>
                  </a:lnTo>
                  <a:lnTo>
                    <a:pt x="5054326" y="9524"/>
                  </a:lnTo>
                  <a:close/>
                </a:path>
                <a:path w="11534775" h="9525">
                  <a:moveTo>
                    <a:pt x="5101951" y="9524"/>
                  </a:moveTo>
                  <a:lnTo>
                    <a:pt x="5099322" y="9524"/>
                  </a:lnTo>
                  <a:lnTo>
                    <a:pt x="5098199" y="9060"/>
                  </a:lnTo>
                  <a:lnTo>
                    <a:pt x="5096339" y="7200"/>
                  </a:lnTo>
                  <a:lnTo>
                    <a:pt x="5095874" y="6077"/>
                  </a:lnTo>
                  <a:lnTo>
                    <a:pt x="5095874" y="3447"/>
                  </a:lnTo>
                  <a:lnTo>
                    <a:pt x="5096339" y="2324"/>
                  </a:lnTo>
                  <a:lnTo>
                    <a:pt x="5098199" y="464"/>
                  </a:lnTo>
                  <a:lnTo>
                    <a:pt x="5099322" y="0"/>
                  </a:lnTo>
                  <a:lnTo>
                    <a:pt x="5101951" y="0"/>
                  </a:lnTo>
                  <a:lnTo>
                    <a:pt x="5103074" y="464"/>
                  </a:lnTo>
                  <a:lnTo>
                    <a:pt x="5104934" y="2324"/>
                  </a:lnTo>
                  <a:lnTo>
                    <a:pt x="5105399" y="3447"/>
                  </a:lnTo>
                  <a:lnTo>
                    <a:pt x="5105399" y="6077"/>
                  </a:lnTo>
                  <a:lnTo>
                    <a:pt x="5104934" y="7200"/>
                  </a:lnTo>
                  <a:lnTo>
                    <a:pt x="5103074" y="9060"/>
                  </a:lnTo>
                  <a:lnTo>
                    <a:pt x="5101951" y="9524"/>
                  </a:lnTo>
                  <a:close/>
                </a:path>
                <a:path w="11534775" h="9525">
                  <a:moveTo>
                    <a:pt x="5149577" y="9524"/>
                  </a:moveTo>
                  <a:lnTo>
                    <a:pt x="5146946" y="9524"/>
                  </a:lnTo>
                  <a:lnTo>
                    <a:pt x="5145824" y="9060"/>
                  </a:lnTo>
                  <a:lnTo>
                    <a:pt x="5143964" y="7200"/>
                  </a:lnTo>
                  <a:lnTo>
                    <a:pt x="5143499" y="6077"/>
                  </a:lnTo>
                  <a:lnTo>
                    <a:pt x="5143499" y="3447"/>
                  </a:lnTo>
                  <a:lnTo>
                    <a:pt x="5143964" y="2324"/>
                  </a:lnTo>
                  <a:lnTo>
                    <a:pt x="5145824" y="464"/>
                  </a:lnTo>
                  <a:lnTo>
                    <a:pt x="5146946" y="0"/>
                  </a:lnTo>
                  <a:lnTo>
                    <a:pt x="5149577" y="0"/>
                  </a:lnTo>
                  <a:lnTo>
                    <a:pt x="5150699" y="464"/>
                  </a:lnTo>
                  <a:lnTo>
                    <a:pt x="5152559" y="2324"/>
                  </a:lnTo>
                  <a:lnTo>
                    <a:pt x="5153024" y="3447"/>
                  </a:lnTo>
                  <a:lnTo>
                    <a:pt x="5153024" y="6077"/>
                  </a:lnTo>
                  <a:lnTo>
                    <a:pt x="5152559" y="7200"/>
                  </a:lnTo>
                  <a:lnTo>
                    <a:pt x="5150699" y="9060"/>
                  </a:lnTo>
                  <a:lnTo>
                    <a:pt x="5149577" y="9524"/>
                  </a:lnTo>
                  <a:close/>
                </a:path>
                <a:path w="11534775" h="9525">
                  <a:moveTo>
                    <a:pt x="5197202" y="9524"/>
                  </a:moveTo>
                  <a:lnTo>
                    <a:pt x="5194571" y="9524"/>
                  </a:lnTo>
                  <a:lnTo>
                    <a:pt x="5193449" y="9060"/>
                  </a:lnTo>
                  <a:lnTo>
                    <a:pt x="5191589" y="7200"/>
                  </a:lnTo>
                  <a:lnTo>
                    <a:pt x="5191124" y="6077"/>
                  </a:lnTo>
                  <a:lnTo>
                    <a:pt x="5191124" y="3447"/>
                  </a:lnTo>
                  <a:lnTo>
                    <a:pt x="5191589" y="2324"/>
                  </a:lnTo>
                  <a:lnTo>
                    <a:pt x="5193449" y="464"/>
                  </a:lnTo>
                  <a:lnTo>
                    <a:pt x="5194571" y="0"/>
                  </a:lnTo>
                  <a:lnTo>
                    <a:pt x="5197202" y="0"/>
                  </a:lnTo>
                  <a:lnTo>
                    <a:pt x="5198324" y="464"/>
                  </a:lnTo>
                  <a:lnTo>
                    <a:pt x="5200184" y="2324"/>
                  </a:lnTo>
                  <a:lnTo>
                    <a:pt x="5200649" y="3447"/>
                  </a:lnTo>
                  <a:lnTo>
                    <a:pt x="5200649" y="6077"/>
                  </a:lnTo>
                  <a:lnTo>
                    <a:pt x="5200184" y="7200"/>
                  </a:lnTo>
                  <a:lnTo>
                    <a:pt x="5198324" y="9060"/>
                  </a:lnTo>
                  <a:lnTo>
                    <a:pt x="5197202" y="9524"/>
                  </a:lnTo>
                  <a:close/>
                </a:path>
                <a:path w="11534775" h="9525">
                  <a:moveTo>
                    <a:pt x="5244827" y="9524"/>
                  </a:moveTo>
                  <a:lnTo>
                    <a:pt x="5242196" y="9524"/>
                  </a:lnTo>
                  <a:lnTo>
                    <a:pt x="5241074" y="9060"/>
                  </a:lnTo>
                  <a:lnTo>
                    <a:pt x="5239214" y="7200"/>
                  </a:lnTo>
                  <a:lnTo>
                    <a:pt x="5238749" y="6077"/>
                  </a:lnTo>
                  <a:lnTo>
                    <a:pt x="5238749" y="3447"/>
                  </a:lnTo>
                  <a:lnTo>
                    <a:pt x="5239214" y="2324"/>
                  </a:lnTo>
                  <a:lnTo>
                    <a:pt x="5241074" y="464"/>
                  </a:lnTo>
                  <a:lnTo>
                    <a:pt x="5242196" y="0"/>
                  </a:lnTo>
                  <a:lnTo>
                    <a:pt x="5244827" y="0"/>
                  </a:lnTo>
                  <a:lnTo>
                    <a:pt x="5245949" y="464"/>
                  </a:lnTo>
                  <a:lnTo>
                    <a:pt x="5247809" y="2324"/>
                  </a:lnTo>
                  <a:lnTo>
                    <a:pt x="5248274" y="3447"/>
                  </a:lnTo>
                  <a:lnTo>
                    <a:pt x="5248274" y="6077"/>
                  </a:lnTo>
                  <a:lnTo>
                    <a:pt x="5247809" y="7200"/>
                  </a:lnTo>
                  <a:lnTo>
                    <a:pt x="5245949" y="9060"/>
                  </a:lnTo>
                  <a:lnTo>
                    <a:pt x="5244827" y="9524"/>
                  </a:lnTo>
                  <a:close/>
                </a:path>
                <a:path w="11534775" h="9525">
                  <a:moveTo>
                    <a:pt x="5292452" y="9524"/>
                  </a:moveTo>
                  <a:lnTo>
                    <a:pt x="5289821" y="9524"/>
                  </a:lnTo>
                  <a:lnTo>
                    <a:pt x="5288699" y="9060"/>
                  </a:lnTo>
                  <a:lnTo>
                    <a:pt x="5286839" y="7200"/>
                  </a:lnTo>
                  <a:lnTo>
                    <a:pt x="5286374" y="6077"/>
                  </a:lnTo>
                  <a:lnTo>
                    <a:pt x="5286374" y="3447"/>
                  </a:lnTo>
                  <a:lnTo>
                    <a:pt x="5286839" y="2324"/>
                  </a:lnTo>
                  <a:lnTo>
                    <a:pt x="5288699" y="464"/>
                  </a:lnTo>
                  <a:lnTo>
                    <a:pt x="5289821" y="0"/>
                  </a:lnTo>
                  <a:lnTo>
                    <a:pt x="5292452" y="0"/>
                  </a:lnTo>
                  <a:lnTo>
                    <a:pt x="5293574" y="464"/>
                  </a:lnTo>
                  <a:lnTo>
                    <a:pt x="5295434" y="2324"/>
                  </a:lnTo>
                  <a:lnTo>
                    <a:pt x="5295899" y="3447"/>
                  </a:lnTo>
                  <a:lnTo>
                    <a:pt x="5295899" y="6077"/>
                  </a:lnTo>
                  <a:lnTo>
                    <a:pt x="5295434" y="7200"/>
                  </a:lnTo>
                  <a:lnTo>
                    <a:pt x="5293574" y="9060"/>
                  </a:lnTo>
                  <a:lnTo>
                    <a:pt x="5292452" y="9524"/>
                  </a:lnTo>
                  <a:close/>
                </a:path>
                <a:path w="11534775" h="9525">
                  <a:moveTo>
                    <a:pt x="5340077" y="9524"/>
                  </a:moveTo>
                  <a:lnTo>
                    <a:pt x="5337446" y="9524"/>
                  </a:lnTo>
                  <a:lnTo>
                    <a:pt x="5336324" y="9060"/>
                  </a:lnTo>
                  <a:lnTo>
                    <a:pt x="5334464" y="7200"/>
                  </a:lnTo>
                  <a:lnTo>
                    <a:pt x="5333999" y="6077"/>
                  </a:lnTo>
                  <a:lnTo>
                    <a:pt x="5333999" y="3447"/>
                  </a:lnTo>
                  <a:lnTo>
                    <a:pt x="5334464" y="2324"/>
                  </a:lnTo>
                  <a:lnTo>
                    <a:pt x="5336324" y="464"/>
                  </a:lnTo>
                  <a:lnTo>
                    <a:pt x="5337446" y="0"/>
                  </a:lnTo>
                  <a:lnTo>
                    <a:pt x="5340077" y="0"/>
                  </a:lnTo>
                  <a:lnTo>
                    <a:pt x="5341199" y="464"/>
                  </a:lnTo>
                  <a:lnTo>
                    <a:pt x="5343059" y="2324"/>
                  </a:lnTo>
                  <a:lnTo>
                    <a:pt x="5343524" y="3447"/>
                  </a:lnTo>
                  <a:lnTo>
                    <a:pt x="5343524" y="6077"/>
                  </a:lnTo>
                  <a:lnTo>
                    <a:pt x="5343059" y="7200"/>
                  </a:lnTo>
                  <a:lnTo>
                    <a:pt x="5341199" y="9060"/>
                  </a:lnTo>
                  <a:lnTo>
                    <a:pt x="5340077" y="9524"/>
                  </a:lnTo>
                  <a:close/>
                </a:path>
                <a:path w="11534775" h="9525">
                  <a:moveTo>
                    <a:pt x="5387702" y="9524"/>
                  </a:moveTo>
                  <a:lnTo>
                    <a:pt x="5385071" y="9524"/>
                  </a:lnTo>
                  <a:lnTo>
                    <a:pt x="5383949" y="9060"/>
                  </a:lnTo>
                  <a:lnTo>
                    <a:pt x="5382089" y="7200"/>
                  </a:lnTo>
                  <a:lnTo>
                    <a:pt x="5381624" y="6077"/>
                  </a:lnTo>
                  <a:lnTo>
                    <a:pt x="5381624" y="3447"/>
                  </a:lnTo>
                  <a:lnTo>
                    <a:pt x="5382089" y="2324"/>
                  </a:lnTo>
                  <a:lnTo>
                    <a:pt x="5383949" y="464"/>
                  </a:lnTo>
                  <a:lnTo>
                    <a:pt x="5385071" y="0"/>
                  </a:lnTo>
                  <a:lnTo>
                    <a:pt x="5387702" y="0"/>
                  </a:lnTo>
                  <a:lnTo>
                    <a:pt x="5388824" y="464"/>
                  </a:lnTo>
                  <a:lnTo>
                    <a:pt x="5390684" y="2324"/>
                  </a:lnTo>
                  <a:lnTo>
                    <a:pt x="5391149" y="3447"/>
                  </a:lnTo>
                  <a:lnTo>
                    <a:pt x="5391149" y="6077"/>
                  </a:lnTo>
                  <a:lnTo>
                    <a:pt x="5390684" y="7200"/>
                  </a:lnTo>
                  <a:lnTo>
                    <a:pt x="5388824" y="9060"/>
                  </a:lnTo>
                  <a:lnTo>
                    <a:pt x="5387702" y="9524"/>
                  </a:lnTo>
                  <a:close/>
                </a:path>
                <a:path w="11534775" h="9525">
                  <a:moveTo>
                    <a:pt x="5435327" y="9524"/>
                  </a:moveTo>
                  <a:lnTo>
                    <a:pt x="5432696" y="9524"/>
                  </a:lnTo>
                  <a:lnTo>
                    <a:pt x="5431574" y="9060"/>
                  </a:lnTo>
                  <a:lnTo>
                    <a:pt x="5429714" y="7200"/>
                  </a:lnTo>
                  <a:lnTo>
                    <a:pt x="5429249" y="6077"/>
                  </a:lnTo>
                  <a:lnTo>
                    <a:pt x="5429249" y="3447"/>
                  </a:lnTo>
                  <a:lnTo>
                    <a:pt x="5429714" y="2324"/>
                  </a:lnTo>
                  <a:lnTo>
                    <a:pt x="5431574" y="464"/>
                  </a:lnTo>
                  <a:lnTo>
                    <a:pt x="5432696" y="0"/>
                  </a:lnTo>
                  <a:lnTo>
                    <a:pt x="5435327" y="0"/>
                  </a:lnTo>
                  <a:lnTo>
                    <a:pt x="5436449" y="464"/>
                  </a:lnTo>
                  <a:lnTo>
                    <a:pt x="5438309" y="2324"/>
                  </a:lnTo>
                  <a:lnTo>
                    <a:pt x="5438774" y="3447"/>
                  </a:lnTo>
                  <a:lnTo>
                    <a:pt x="5438774" y="6077"/>
                  </a:lnTo>
                  <a:lnTo>
                    <a:pt x="5438309" y="7200"/>
                  </a:lnTo>
                  <a:lnTo>
                    <a:pt x="5436449" y="9060"/>
                  </a:lnTo>
                  <a:lnTo>
                    <a:pt x="5435327" y="9524"/>
                  </a:lnTo>
                  <a:close/>
                </a:path>
                <a:path w="11534775" h="9525">
                  <a:moveTo>
                    <a:pt x="5482952" y="9524"/>
                  </a:moveTo>
                  <a:lnTo>
                    <a:pt x="5480321" y="9524"/>
                  </a:lnTo>
                  <a:lnTo>
                    <a:pt x="5479199" y="9060"/>
                  </a:lnTo>
                  <a:lnTo>
                    <a:pt x="5477339" y="7200"/>
                  </a:lnTo>
                  <a:lnTo>
                    <a:pt x="5476874" y="6077"/>
                  </a:lnTo>
                  <a:lnTo>
                    <a:pt x="5476874" y="3447"/>
                  </a:lnTo>
                  <a:lnTo>
                    <a:pt x="5477339" y="2324"/>
                  </a:lnTo>
                  <a:lnTo>
                    <a:pt x="5479199" y="464"/>
                  </a:lnTo>
                  <a:lnTo>
                    <a:pt x="5480321" y="0"/>
                  </a:lnTo>
                  <a:lnTo>
                    <a:pt x="5482952" y="0"/>
                  </a:lnTo>
                  <a:lnTo>
                    <a:pt x="5484074" y="464"/>
                  </a:lnTo>
                  <a:lnTo>
                    <a:pt x="5485934" y="2324"/>
                  </a:lnTo>
                  <a:lnTo>
                    <a:pt x="5486399" y="3447"/>
                  </a:lnTo>
                  <a:lnTo>
                    <a:pt x="5486399" y="6077"/>
                  </a:lnTo>
                  <a:lnTo>
                    <a:pt x="5485934" y="7200"/>
                  </a:lnTo>
                  <a:lnTo>
                    <a:pt x="5484074" y="9060"/>
                  </a:lnTo>
                  <a:lnTo>
                    <a:pt x="5482952" y="9524"/>
                  </a:lnTo>
                  <a:close/>
                </a:path>
                <a:path w="11534775" h="9525">
                  <a:moveTo>
                    <a:pt x="5530576" y="9524"/>
                  </a:moveTo>
                  <a:lnTo>
                    <a:pt x="5527946" y="9524"/>
                  </a:lnTo>
                  <a:lnTo>
                    <a:pt x="5526824" y="9060"/>
                  </a:lnTo>
                  <a:lnTo>
                    <a:pt x="5524964" y="7200"/>
                  </a:lnTo>
                  <a:lnTo>
                    <a:pt x="5524499" y="6077"/>
                  </a:lnTo>
                  <a:lnTo>
                    <a:pt x="5524499" y="3447"/>
                  </a:lnTo>
                  <a:lnTo>
                    <a:pt x="5524964" y="2324"/>
                  </a:lnTo>
                  <a:lnTo>
                    <a:pt x="5526824" y="464"/>
                  </a:lnTo>
                  <a:lnTo>
                    <a:pt x="5527946" y="0"/>
                  </a:lnTo>
                  <a:lnTo>
                    <a:pt x="5530576" y="0"/>
                  </a:lnTo>
                  <a:lnTo>
                    <a:pt x="5531699" y="464"/>
                  </a:lnTo>
                  <a:lnTo>
                    <a:pt x="5533559" y="2324"/>
                  </a:lnTo>
                  <a:lnTo>
                    <a:pt x="5534024" y="3447"/>
                  </a:lnTo>
                  <a:lnTo>
                    <a:pt x="5534024" y="6077"/>
                  </a:lnTo>
                  <a:lnTo>
                    <a:pt x="5533559" y="7200"/>
                  </a:lnTo>
                  <a:lnTo>
                    <a:pt x="5531699" y="9060"/>
                  </a:lnTo>
                  <a:lnTo>
                    <a:pt x="5530576" y="9524"/>
                  </a:lnTo>
                  <a:close/>
                </a:path>
                <a:path w="11534775" h="9525">
                  <a:moveTo>
                    <a:pt x="5578201" y="9524"/>
                  </a:moveTo>
                  <a:lnTo>
                    <a:pt x="5575571" y="9524"/>
                  </a:lnTo>
                  <a:lnTo>
                    <a:pt x="5574449" y="9060"/>
                  </a:lnTo>
                  <a:lnTo>
                    <a:pt x="5572589" y="7200"/>
                  </a:lnTo>
                  <a:lnTo>
                    <a:pt x="5572124" y="6077"/>
                  </a:lnTo>
                  <a:lnTo>
                    <a:pt x="5572124" y="3447"/>
                  </a:lnTo>
                  <a:lnTo>
                    <a:pt x="5572589" y="2324"/>
                  </a:lnTo>
                  <a:lnTo>
                    <a:pt x="5574449" y="464"/>
                  </a:lnTo>
                  <a:lnTo>
                    <a:pt x="5575571" y="0"/>
                  </a:lnTo>
                  <a:lnTo>
                    <a:pt x="5578201" y="0"/>
                  </a:lnTo>
                  <a:lnTo>
                    <a:pt x="5579324" y="464"/>
                  </a:lnTo>
                  <a:lnTo>
                    <a:pt x="5581184" y="2324"/>
                  </a:lnTo>
                  <a:lnTo>
                    <a:pt x="5581649" y="3447"/>
                  </a:lnTo>
                  <a:lnTo>
                    <a:pt x="5581649" y="6077"/>
                  </a:lnTo>
                  <a:lnTo>
                    <a:pt x="5581184" y="7200"/>
                  </a:lnTo>
                  <a:lnTo>
                    <a:pt x="5579324" y="9060"/>
                  </a:lnTo>
                  <a:lnTo>
                    <a:pt x="5578201" y="9524"/>
                  </a:lnTo>
                  <a:close/>
                </a:path>
                <a:path w="11534775" h="9525">
                  <a:moveTo>
                    <a:pt x="5625826" y="9524"/>
                  </a:moveTo>
                  <a:lnTo>
                    <a:pt x="5623196" y="9524"/>
                  </a:lnTo>
                  <a:lnTo>
                    <a:pt x="5622074" y="9060"/>
                  </a:lnTo>
                  <a:lnTo>
                    <a:pt x="5620214" y="7200"/>
                  </a:lnTo>
                  <a:lnTo>
                    <a:pt x="5619749" y="6077"/>
                  </a:lnTo>
                  <a:lnTo>
                    <a:pt x="5619749" y="3447"/>
                  </a:lnTo>
                  <a:lnTo>
                    <a:pt x="5620214" y="2324"/>
                  </a:lnTo>
                  <a:lnTo>
                    <a:pt x="5622074" y="464"/>
                  </a:lnTo>
                  <a:lnTo>
                    <a:pt x="5623196" y="0"/>
                  </a:lnTo>
                  <a:lnTo>
                    <a:pt x="5625826" y="0"/>
                  </a:lnTo>
                  <a:lnTo>
                    <a:pt x="5626949" y="464"/>
                  </a:lnTo>
                  <a:lnTo>
                    <a:pt x="5628809" y="2324"/>
                  </a:lnTo>
                  <a:lnTo>
                    <a:pt x="5629274" y="3447"/>
                  </a:lnTo>
                  <a:lnTo>
                    <a:pt x="5629274" y="6077"/>
                  </a:lnTo>
                  <a:lnTo>
                    <a:pt x="5628809" y="7200"/>
                  </a:lnTo>
                  <a:lnTo>
                    <a:pt x="5626949" y="9060"/>
                  </a:lnTo>
                  <a:lnTo>
                    <a:pt x="5625826" y="9524"/>
                  </a:lnTo>
                  <a:close/>
                </a:path>
                <a:path w="11534775" h="9525">
                  <a:moveTo>
                    <a:pt x="5673452" y="9524"/>
                  </a:moveTo>
                  <a:lnTo>
                    <a:pt x="5670821" y="9524"/>
                  </a:lnTo>
                  <a:lnTo>
                    <a:pt x="5669699" y="9060"/>
                  </a:lnTo>
                  <a:lnTo>
                    <a:pt x="5667839" y="7200"/>
                  </a:lnTo>
                  <a:lnTo>
                    <a:pt x="5667374" y="6077"/>
                  </a:lnTo>
                  <a:lnTo>
                    <a:pt x="5667374" y="3447"/>
                  </a:lnTo>
                  <a:lnTo>
                    <a:pt x="5667839" y="2324"/>
                  </a:lnTo>
                  <a:lnTo>
                    <a:pt x="5669699" y="464"/>
                  </a:lnTo>
                  <a:lnTo>
                    <a:pt x="5670821" y="0"/>
                  </a:lnTo>
                  <a:lnTo>
                    <a:pt x="5673452" y="0"/>
                  </a:lnTo>
                  <a:lnTo>
                    <a:pt x="5674574" y="464"/>
                  </a:lnTo>
                  <a:lnTo>
                    <a:pt x="5676434" y="2324"/>
                  </a:lnTo>
                  <a:lnTo>
                    <a:pt x="5676899" y="3447"/>
                  </a:lnTo>
                  <a:lnTo>
                    <a:pt x="5676899" y="6077"/>
                  </a:lnTo>
                  <a:lnTo>
                    <a:pt x="5676434" y="7200"/>
                  </a:lnTo>
                  <a:lnTo>
                    <a:pt x="5674574" y="9060"/>
                  </a:lnTo>
                  <a:lnTo>
                    <a:pt x="5673452" y="9524"/>
                  </a:lnTo>
                  <a:close/>
                </a:path>
                <a:path w="11534775" h="9525">
                  <a:moveTo>
                    <a:pt x="5721077" y="9524"/>
                  </a:moveTo>
                  <a:lnTo>
                    <a:pt x="5718446" y="9524"/>
                  </a:lnTo>
                  <a:lnTo>
                    <a:pt x="5717324" y="9060"/>
                  </a:lnTo>
                  <a:lnTo>
                    <a:pt x="5715464" y="7200"/>
                  </a:lnTo>
                  <a:lnTo>
                    <a:pt x="5714999" y="6077"/>
                  </a:lnTo>
                  <a:lnTo>
                    <a:pt x="5714999" y="3447"/>
                  </a:lnTo>
                  <a:lnTo>
                    <a:pt x="5715464" y="2324"/>
                  </a:lnTo>
                  <a:lnTo>
                    <a:pt x="5717324" y="464"/>
                  </a:lnTo>
                  <a:lnTo>
                    <a:pt x="5718446" y="0"/>
                  </a:lnTo>
                  <a:lnTo>
                    <a:pt x="5721077" y="0"/>
                  </a:lnTo>
                  <a:lnTo>
                    <a:pt x="5722199" y="464"/>
                  </a:lnTo>
                  <a:lnTo>
                    <a:pt x="5724059" y="2324"/>
                  </a:lnTo>
                  <a:lnTo>
                    <a:pt x="5724524" y="3447"/>
                  </a:lnTo>
                  <a:lnTo>
                    <a:pt x="5724524" y="6077"/>
                  </a:lnTo>
                  <a:lnTo>
                    <a:pt x="5724059" y="7200"/>
                  </a:lnTo>
                  <a:lnTo>
                    <a:pt x="5722199" y="9060"/>
                  </a:lnTo>
                  <a:lnTo>
                    <a:pt x="5721077" y="9524"/>
                  </a:lnTo>
                  <a:close/>
                </a:path>
                <a:path w="11534775" h="9525">
                  <a:moveTo>
                    <a:pt x="5768701" y="9524"/>
                  </a:moveTo>
                  <a:lnTo>
                    <a:pt x="5766071" y="9524"/>
                  </a:lnTo>
                  <a:lnTo>
                    <a:pt x="5764949" y="9060"/>
                  </a:lnTo>
                  <a:lnTo>
                    <a:pt x="5763089" y="7200"/>
                  </a:lnTo>
                  <a:lnTo>
                    <a:pt x="5762624" y="6077"/>
                  </a:lnTo>
                  <a:lnTo>
                    <a:pt x="5762624" y="3447"/>
                  </a:lnTo>
                  <a:lnTo>
                    <a:pt x="5763089" y="2324"/>
                  </a:lnTo>
                  <a:lnTo>
                    <a:pt x="5764949" y="464"/>
                  </a:lnTo>
                  <a:lnTo>
                    <a:pt x="5766071" y="0"/>
                  </a:lnTo>
                  <a:lnTo>
                    <a:pt x="5768701" y="0"/>
                  </a:lnTo>
                  <a:lnTo>
                    <a:pt x="5769824" y="464"/>
                  </a:lnTo>
                  <a:lnTo>
                    <a:pt x="5771684" y="2324"/>
                  </a:lnTo>
                  <a:lnTo>
                    <a:pt x="5772149" y="3447"/>
                  </a:lnTo>
                  <a:lnTo>
                    <a:pt x="5772149" y="6077"/>
                  </a:lnTo>
                  <a:lnTo>
                    <a:pt x="5771684" y="7200"/>
                  </a:lnTo>
                  <a:lnTo>
                    <a:pt x="5769824" y="9060"/>
                  </a:lnTo>
                  <a:lnTo>
                    <a:pt x="5768701" y="9524"/>
                  </a:lnTo>
                  <a:close/>
                </a:path>
                <a:path w="11534775" h="9525">
                  <a:moveTo>
                    <a:pt x="5816327" y="9524"/>
                  </a:moveTo>
                  <a:lnTo>
                    <a:pt x="5813696" y="9524"/>
                  </a:lnTo>
                  <a:lnTo>
                    <a:pt x="5812574" y="9060"/>
                  </a:lnTo>
                  <a:lnTo>
                    <a:pt x="5810714" y="7200"/>
                  </a:lnTo>
                  <a:lnTo>
                    <a:pt x="5810249" y="6077"/>
                  </a:lnTo>
                  <a:lnTo>
                    <a:pt x="5810249" y="3447"/>
                  </a:lnTo>
                  <a:lnTo>
                    <a:pt x="5810714" y="2324"/>
                  </a:lnTo>
                  <a:lnTo>
                    <a:pt x="5812574" y="464"/>
                  </a:lnTo>
                  <a:lnTo>
                    <a:pt x="5813696" y="0"/>
                  </a:lnTo>
                  <a:lnTo>
                    <a:pt x="5816327" y="0"/>
                  </a:lnTo>
                  <a:lnTo>
                    <a:pt x="5817449" y="464"/>
                  </a:lnTo>
                  <a:lnTo>
                    <a:pt x="5819309" y="2324"/>
                  </a:lnTo>
                  <a:lnTo>
                    <a:pt x="5819774" y="3447"/>
                  </a:lnTo>
                  <a:lnTo>
                    <a:pt x="5819774" y="6077"/>
                  </a:lnTo>
                  <a:lnTo>
                    <a:pt x="5819309" y="7200"/>
                  </a:lnTo>
                  <a:lnTo>
                    <a:pt x="5817449" y="9060"/>
                  </a:lnTo>
                  <a:lnTo>
                    <a:pt x="5816327" y="9524"/>
                  </a:lnTo>
                  <a:close/>
                </a:path>
                <a:path w="11534775" h="9525">
                  <a:moveTo>
                    <a:pt x="5863952" y="9524"/>
                  </a:moveTo>
                  <a:lnTo>
                    <a:pt x="5861321" y="9524"/>
                  </a:lnTo>
                  <a:lnTo>
                    <a:pt x="5860199" y="9060"/>
                  </a:lnTo>
                  <a:lnTo>
                    <a:pt x="5858339" y="7200"/>
                  </a:lnTo>
                  <a:lnTo>
                    <a:pt x="5857874" y="6077"/>
                  </a:lnTo>
                  <a:lnTo>
                    <a:pt x="5857874" y="3447"/>
                  </a:lnTo>
                  <a:lnTo>
                    <a:pt x="5858339" y="2324"/>
                  </a:lnTo>
                  <a:lnTo>
                    <a:pt x="5860199" y="464"/>
                  </a:lnTo>
                  <a:lnTo>
                    <a:pt x="5861321" y="0"/>
                  </a:lnTo>
                  <a:lnTo>
                    <a:pt x="5863952" y="0"/>
                  </a:lnTo>
                  <a:lnTo>
                    <a:pt x="5865074" y="464"/>
                  </a:lnTo>
                  <a:lnTo>
                    <a:pt x="5866934" y="2324"/>
                  </a:lnTo>
                  <a:lnTo>
                    <a:pt x="5867399" y="3447"/>
                  </a:lnTo>
                  <a:lnTo>
                    <a:pt x="5867399" y="6077"/>
                  </a:lnTo>
                  <a:lnTo>
                    <a:pt x="5866934" y="7200"/>
                  </a:lnTo>
                  <a:lnTo>
                    <a:pt x="5865074" y="9060"/>
                  </a:lnTo>
                  <a:lnTo>
                    <a:pt x="5863952" y="9524"/>
                  </a:lnTo>
                  <a:close/>
                </a:path>
                <a:path w="11534775" h="9525">
                  <a:moveTo>
                    <a:pt x="5911577" y="9524"/>
                  </a:moveTo>
                  <a:lnTo>
                    <a:pt x="5908946" y="9524"/>
                  </a:lnTo>
                  <a:lnTo>
                    <a:pt x="5907824" y="9060"/>
                  </a:lnTo>
                  <a:lnTo>
                    <a:pt x="5905964" y="7200"/>
                  </a:lnTo>
                  <a:lnTo>
                    <a:pt x="5905499" y="6077"/>
                  </a:lnTo>
                  <a:lnTo>
                    <a:pt x="5905499" y="3447"/>
                  </a:lnTo>
                  <a:lnTo>
                    <a:pt x="5905964" y="2324"/>
                  </a:lnTo>
                  <a:lnTo>
                    <a:pt x="5907824" y="464"/>
                  </a:lnTo>
                  <a:lnTo>
                    <a:pt x="5908946" y="0"/>
                  </a:lnTo>
                  <a:lnTo>
                    <a:pt x="5911577" y="0"/>
                  </a:lnTo>
                  <a:lnTo>
                    <a:pt x="5912699" y="464"/>
                  </a:lnTo>
                  <a:lnTo>
                    <a:pt x="5914559" y="2324"/>
                  </a:lnTo>
                  <a:lnTo>
                    <a:pt x="5915024" y="3447"/>
                  </a:lnTo>
                  <a:lnTo>
                    <a:pt x="5915024" y="6077"/>
                  </a:lnTo>
                  <a:lnTo>
                    <a:pt x="5914559" y="7200"/>
                  </a:lnTo>
                  <a:lnTo>
                    <a:pt x="5912699" y="9060"/>
                  </a:lnTo>
                  <a:lnTo>
                    <a:pt x="5911577" y="9524"/>
                  </a:lnTo>
                  <a:close/>
                </a:path>
                <a:path w="11534775" h="9525">
                  <a:moveTo>
                    <a:pt x="5959202" y="9524"/>
                  </a:moveTo>
                  <a:lnTo>
                    <a:pt x="5956571" y="9524"/>
                  </a:lnTo>
                  <a:lnTo>
                    <a:pt x="5955449" y="9060"/>
                  </a:lnTo>
                  <a:lnTo>
                    <a:pt x="5953589" y="7200"/>
                  </a:lnTo>
                  <a:lnTo>
                    <a:pt x="5953124" y="6077"/>
                  </a:lnTo>
                  <a:lnTo>
                    <a:pt x="5953124" y="3447"/>
                  </a:lnTo>
                  <a:lnTo>
                    <a:pt x="5953589" y="2324"/>
                  </a:lnTo>
                  <a:lnTo>
                    <a:pt x="5955449" y="464"/>
                  </a:lnTo>
                  <a:lnTo>
                    <a:pt x="5956571" y="0"/>
                  </a:lnTo>
                  <a:lnTo>
                    <a:pt x="5959202" y="0"/>
                  </a:lnTo>
                  <a:lnTo>
                    <a:pt x="5960324" y="464"/>
                  </a:lnTo>
                  <a:lnTo>
                    <a:pt x="5962184" y="2324"/>
                  </a:lnTo>
                  <a:lnTo>
                    <a:pt x="5962649" y="3447"/>
                  </a:lnTo>
                  <a:lnTo>
                    <a:pt x="5962649" y="6077"/>
                  </a:lnTo>
                  <a:lnTo>
                    <a:pt x="5962184" y="7200"/>
                  </a:lnTo>
                  <a:lnTo>
                    <a:pt x="5960324" y="9060"/>
                  </a:lnTo>
                  <a:lnTo>
                    <a:pt x="5959202" y="9524"/>
                  </a:lnTo>
                  <a:close/>
                </a:path>
                <a:path w="11534775" h="9525">
                  <a:moveTo>
                    <a:pt x="6006826" y="9524"/>
                  </a:moveTo>
                  <a:lnTo>
                    <a:pt x="6004197" y="9524"/>
                  </a:lnTo>
                  <a:lnTo>
                    <a:pt x="6003074" y="9060"/>
                  </a:lnTo>
                  <a:lnTo>
                    <a:pt x="6001214" y="7200"/>
                  </a:lnTo>
                  <a:lnTo>
                    <a:pt x="6000749" y="6077"/>
                  </a:lnTo>
                  <a:lnTo>
                    <a:pt x="6000749" y="3447"/>
                  </a:lnTo>
                  <a:lnTo>
                    <a:pt x="6001214" y="2324"/>
                  </a:lnTo>
                  <a:lnTo>
                    <a:pt x="6003074" y="464"/>
                  </a:lnTo>
                  <a:lnTo>
                    <a:pt x="6004197" y="0"/>
                  </a:lnTo>
                  <a:lnTo>
                    <a:pt x="6006826" y="0"/>
                  </a:lnTo>
                  <a:lnTo>
                    <a:pt x="6007949" y="464"/>
                  </a:lnTo>
                  <a:lnTo>
                    <a:pt x="6009809" y="2324"/>
                  </a:lnTo>
                  <a:lnTo>
                    <a:pt x="6010274" y="3447"/>
                  </a:lnTo>
                  <a:lnTo>
                    <a:pt x="6010274" y="6077"/>
                  </a:lnTo>
                  <a:lnTo>
                    <a:pt x="6009809" y="7200"/>
                  </a:lnTo>
                  <a:lnTo>
                    <a:pt x="6007949" y="9060"/>
                  </a:lnTo>
                  <a:lnTo>
                    <a:pt x="6006826" y="9524"/>
                  </a:lnTo>
                  <a:close/>
                </a:path>
                <a:path w="11534775" h="9525">
                  <a:moveTo>
                    <a:pt x="6054451" y="9524"/>
                  </a:moveTo>
                  <a:lnTo>
                    <a:pt x="6051821" y="9524"/>
                  </a:lnTo>
                  <a:lnTo>
                    <a:pt x="6050698" y="9060"/>
                  </a:lnTo>
                  <a:lnTo>
                    <a:pt x="6048839" y="7200"/>
                  </a:lnTo>
                  <a:lnTo>
                    <a:pt x="6048374" y="6077"/>
                  </a:lnTo>
                  <a:lnTo>
                    <a:pt x="6048374" y="3447"/>
                  </a:lnTo>
                  <a:lnTo>
                    <a:pt x="6048839" y="2324"/>
                  </a:lnTo>
                  <a:lnTo>
                    <a:pt x="6050698" y="464"/>
                  </a:lnTo>
                  <a:lnTo>
                    <a:pt x="6051821" y="0"/>
                  </a:lnTo>
                  <a:lnTo>
                    <a:pt x="6054451" y="0"/>
                  </a:lnTo>
                  <a:lnTo>
                    <a:pt x="6055574" y="464"/>
                  </a:lnTo>
                  <a:lnTo>
                    <a:pt x="6057434" y="2324"/>
                  </a:lnTo>
                  <a:lnTo>
                    <a:pt x="6057899" y="3447"/>
                  </a:lnTo>
                  <a:lnTo>
                    <a:pt x="6057899" y="6077"/>
                  </a:lnTo>
                  <a:lnTo>
                    <a:pt x="6057434" y="7200"/>
                  </a:lnTo>
                  <a:lnTo>
                    <a:pt x="6055574" y="9060"/>
                  </a:lnTo>
                  <a:lnTo>
                    <a:pt x="6054451" y="9524"/>
                  </a:lnTo>
                  <a:close/>
                </a:path>
                <a:path w="11534775" h="9525">
                  <a:moveTo>
                    <a:pt x="6102076" y="9524"/>
                  </a:moveTo>
                  <a:lnTo>
                    <a:pt x="6099446" y="9524"/>
                  </a:lnTo>
                  <a:lnTo>
                    <a:pt x="6098324" y="9060"/>
                  </a:lnTo>
                  <a:lnTo>
                    <a:pt x="6096464" y="7200"/>
                  </a:lnTo>
                  <a:lnTo>
                    <a:pt x="6095999" y="6077"/>
                  </a:lnTo>
                  <a:lnTo>
                    <a:pt x="6095999" y="3447"/>
                  </a:lnTo>
                  <a:lnTo>
                    <a:pt x="6096464" y="2324"/>
                  </a:lnTo>
                  <a:lnTo>
                    <a:pt x="6098324" y="464"/>
                  </a:lnTo>
                  <a:lnTo>
                    <a:pt x="6099446" y="0"/>
                  </a:lnTo>
                  <a:lnTo>
                    <a:pt x="6102076" y="0"/>
                  </a:lnTo>
                  <a:lnTo>
                    <a:pt x="6103199" y="464"/>
                  </a:lnTo>
                  <a:lnTo>
                    <a:pt x="6105059" y="2324"/>
                  </a:lnTo>
                  <a:lnTo>
                    <a:pt x="6105524" y="3447"/>
                  </a:lnTo>
                  <a:lnTo>
                    <a:pt x="6105524" y="6077"/>
                  </a:lnTo>
                  <a:lnTo>
                    <a:pt x="6105059" y="7200"/>
                  </a:lnTo>
                  <a:lnTo>
                    <a:pt x="6103199" y="9060"/>
                  </a:lnTo>
                  <a:lnTo>
                    <a:pt x="6102076" y="9524"/>
                  </a:lnTo>
                  <a:close/>
                </a:path>
                <a:path w="11534775" h="9525">
                  <a:moveTo>
                    <a:pt x="6149701" y="9524"/>
                  </a:moveTo>
                  <a:lnTo>
                    <a:pt x="6147071" y="9524"/>
                  </a:lnTo>
                  <a:lnTo>
                    <a:pt x="6145949" y="9060"/>
                  </a:lnTo>
                  <a:lnTo>
                    <a:pt x="6144089" y="7200"/>
                  </a:lnTo>
                  <a:lnTo>
                    <a:pt x="6143624" y="6077"/>
                  </a:lnTo>
                  <a:lnTo>
                    <a:pt x="6143624" y="3447"/>
                  </a:lnTo>
                  <a:lnTo>
                    <a:pt x="6144089" y="2324"/>
                  </a:lnTo>
                  <a:lnTo>
                    <a:pt x="6145949" y="464"/>
                  </a:lnTo>
                  <a:lnTo>
                    <a:pt x="6147071" y="0"/>
                  </a:lnTo>
                  <a:lnTo>
                    <a:pt x="6149701" y="0"/>
                  </a:lnTo>
                  <a:lnTo>
                    <a:pt x="6150824" y="464"/>
                  </a:lnTo>
                  <a:lnTo>
                    <a:pt x="6152684" y="2324"/>
                  </a:lnTo>
                  <a:lnTo>
                    <a:pt x="6153149" y="3447"/>
                  </a:lnTo>
                  <a:lnTo>
                    <a:pt x="6153149" y="6077"/>
                  </a:lnTo>
                  <a:lnTo>
                    <a:pt x="6152684" y="7200"/>
                  </a:lnTo>
                  <a:lnTo>
                    <a:pt x="6150824" y="9060"/>
                  </a:lnTo>
                  <a:lnTo>
                    <a:pt x="6149701" y="9524"/>
                  </a:lnTo>
                  <a:close/>
                </a:path>
                <a:path w="11534775" h="9525">
                  <a:moveTo>
                    <a:pt x="6197326" y="9524"/>
                  </a:moveTo>
                  <a:lnTo>
                    <a:pt x="6194696" y="9524"/>
                  </a:lnTo>
                  <a:lnTo>
                    <a:pt x="6193574" y="9060"/>
                  </a:lnTo>
                  <a:lnTo>
                    <a:pt x="6191714" y="7200"/>
                  </a:lnTo>
                  <a:lnTo>
                    <a:pt x="6191249" y="6077"/>
                  </a:lnTo>
                  <a:lnTo>
                    <a:pt x="6191249" y="3447"/>
                  </a:lnTo>
                  <a:lnTo>
                    <a:pt x="6191714" y="2324"/>
                  </a:lnTo>
                  <a:lnTo>
                    <a:pt x="6193574" y="464"/>
                  </a:lnTo>
                  <a:lnTo>
                    <a:pt x="6194696" y="0"/>
                  </a:lnTo>
                  <a:lnTo>
                    <a:pt x="6197326" y="0"/>
                  </a:lnTo>
                  <a:lnTo>
                    <a:pt x="6198449" y="464"/>
                  </a:lnTo>
                  <a:lnTo>
                    <a:pt x="6200309" y="2324"/>
                  </a:lnTo>
                  <a:lnTo>
                    <a:pt x="6200774" y="3447"/>
                  </a:lnTo>
                  <a:lnTo>
                    <a:pt x="6200774" y="6077"/>
                  </a:lnTo>
                  <a:lnTo>
                    <a:pt x="6200309" y="7200"/>
                  </a:lnTo>
                  <a:lnTo>
                    <a:pt x="6198449" y="9060"/>
                  </a:lnTo>
                  <a:lnTo>
                    <a:pt x="6197326" y="9524"/>
                  </a:lnTo>
                  <a:close/>
                </a:path>
                <a:path w="11534775" h="9525">
                  <a:moveTo>
                    <a:pt x="6244952" y="9524"/>
                  </a:moveTo>
                  <a:lnTo>
                    <a:pt x="6242321" y="9524"/>
                  </a:lnTo>
                  <a:lnTo>
                    <a:pt x="6241199" y="9060"/>
                  </a:lnTo>
                  <a:lnTo>
                    <a:pt x="6239339" y="7200"/>
                  </a:lnTo>
                  <a:lnTo>
                    <a:pt x="6238874" y="6077"/>
                  </a:lnTo>
                  <a:lnTo>
                    <a:pt x="6238874" y="3447"/>
                  </a:lnTo>
                  <a:lnTo>
                    <a:pt x="6239339" y="2324"/>
                  </a:lnTo>
                  <a:lnTo>
                    <a:pt x="6241199" y="464"/>
                  </a:lnTo>
                  <a:lnTo>
                    <a:pt x="6242321" y="0"/>
                  </a:lnTo>
                  <a:lnTo>
                    <a:pt x="6244952" y="0"/>
                  </a:lnTo>
                  <a:lnTo>
                    <a:pt x="6246074" y="464"/>
                  </a:lnTo>
                  <a:lnTo>
                    <a:pt x="6247934" y="2324"/>
                  </a:lnTo>
                  <a:lnTo>
                    <a:pt x="6248399" y="3447"/>
                  </a:lnTo>
                  <a:lnTo>
                    <a:pt x="6248399" y="6077"/>
                  </a:lnTo>
                  <a:lnTo>
                    <a:pt x="6247934" y="7200"/>
                  </a:lnTo>
                  <a:lnTo>
                    <a:pt x="6246074" y="9060"/>
                  </a:lnTo>
                  <a:lnTo>
                    <a:pt x="6244952" y="9524"/>
                  </a:lnTo>
                  <a:close/>
                </a:path>
                <a:path w="11534775" h="9525">
                  <a:moveTo>
                    <a:pt x="6292576" y="9524"/>
                  </a:moveTo>
                  <a:lnTo>
                    <a:pt x="6289946" y="9524"/>
                  </a:lnTo>
                  <a:lnTo>
                    <a:pt x="6288823" y="9060"/>
                  </a:lnTo>
                  <a:lnTo>
                    <a:pt x="6286963" y="7200"/>
                  </a:lnTo>
                  <a:lnTo>
                    <a:pt x="6286498" y="6077"/>
                  </a:lnTo>
                  <a:lnTo>
                    <a:pt x="6286498" y="3447"/>
                  </a:lnTo>
                  <a:lnTo>
                    <a:pt x="6286963" y="2324"/>
                  </a:lnTo>
                  <a:lnTo>
                    <a:pt x="6288823" y="464"/>
                  </a:lnTo>
                  <a:lnTo>
                    <a:pt x="6289946" y="0"/>
                  </a:lnTo>
                  <a:lnTo>
                    <a:pt x="6292576" y="0"/>
                  </a:lnTo>
                  <a:lnTo>
                    <a:pt x="6293699" y="464"/>
                  </a:lnTo>
                  <a:lnTo>
                    <a:pt x="6295559" y="2324"/>
                  </a:lnTo>
                  <a:lnTo>
                    <a:pt x="6296024" y="3447"/>
                  </a:lnTo>
                  <a:lnTo>
                    <a:pt x="6296024" y="6077"/>
                  </a:lnTo>
                  <a:lnTo>
                    <a:pt x="6295559" y="7200"/>
                  </a:lnTo>
                  <a:lnTo>
                    <a:pt x="6293699" y="9060"/>
                  </a:lnTo>
                  <a:lnTo>
                    <a:pt x="6292576" y="9524"/>
                  </a:lnTo>
                  <a:close/>
                </a:path>
                <a:path w="11534775" h="9525">
                  <a:moveTo>
                    <a:pt x="6340201" y="9524"/>
                  </a:moveTo>
                  <a:lnTo>
                    <a:pt x="6337571" y="9524"/>
                  </a:lnTo>
                  <a:lnTo>
                    <a:pt x="6336448" y="9060"/>
                  </a:lnTo>
                  <a:lnTo>
                    <a:pt x="6334588" y="7200"/>
                  </a:lnTo>
                  <a:lnTo>
                    <a:pt x="6334123" y="6077"/>
                  </a:lnTo>
                  <a:lnTo>
                    <a:pt x="6334123" y="3447"/>
                  </a:lnTo>
                  <a:lnTo>
                    <a:pt x="6334588" y="2324"/>
                  </a:lnTo>
                  <a:lnTo>
                    <a:pt x="6336448" y="464"/>
                  </a:lnTo>
                  <a:lnTo>
                    <a:pt x="6337571" y="0"/>
                  </a:lnTo>
                  <a:lnTo>
                    <a:pt x="6340201" y="0"/>
                  </a:lnTo>
                  <a:lnTo>
                    <a:pt x="6341324" y="464"/>
                  </a:lnTo>
                  <a:lnTo>
                    <a:pt x="6343183" y="2324"/>
                  </a:lnTo>
                  <a:lnTo>
                    <a:pt x="6343648" y="3447"/>
                  </a:lnTo>
                  <a:lnTo>
                    <a:pt x="6343648" y="6077"/>
                  </a:lnTo>
                  <a:lnTo>
                    <a:pt x="6343183" y="7200"/>
                  </a:lnTo>
                  <a:lnTo>
                    <a:pt x="6341324" y="9060"/>
                  </a:lnTo>
                  <a:lnTo>
                    <a:pt x="6340201" y="9524"/>
                  </a:lnTo>
                  <a:close/>
                </a:path>
                <a:path w="11534775" h="9525">
                  <a:moveTo>
                    <a:pt x="6387827" y="9524"/>
                  </a:moveTo>
                  <a:lnTo>
                    <a:pt x="6385197" y="9524"/>
                  </a:lnTo>
                  <a:lnTo>
                    <a:pt x="6384074" y="9060"/>
                  </a:lnTo>
                  <a:lnTo>
                    <a:pt x="6382214" y="7200"/>
                  </a:lnTo>
                  <a:lnTo>
                    <a:pt x="6381749" y="6077"/>
                  </a:lnTo>
                  <a:lnTo>
                    <a:pt x="6381749" y="3447"/>
                  </a:lnTo>
                  <a:lnTo>
                    <a:pt x="6382214" y="2324"/>
                  </a:lnTo>
                  <a:lnTo>
                    <a:pt x="6384074" y="464"/>
                  </a:lnTo>
                  <a:lnTo>
                    <a:pt x="6385197" y="0"/>
                  </a:lnTo>
                  <a:lnTo>
                    <a:pt x="6387827" y="0"/>
                  </a:lnTo>
                  <a:lnTo>
                    <a:pt x="6388950" y="464"/>
                  </a:lnTo>
                  <a:lnTo>
                    <a:pt x="6390810" y="2324"/>
                  </a:lnTo>
                  <a:lnTo>
                    <a:pt x="6391275" y="3447"/>
                  </a:lnTo>
                  <a:lnTo>
                    <a:pt x="6391275" y="6077"/>
                  </a:lnTo>
                  <a:lnTo>
                    <a:pt x="6390810" y="7200"/>
                  </a:lnTo>
                  <a:lnTo>
                    <a:pt x="6388950" y="9060"/>
                  </a:lnTo>
                  <a:lnTo>
                    <a:pt x="6387827" y="9524"/>
                  </a:lnTo>
                  <a:close/>
                </a:path>
                <a:path w="11534775" h="9525">
                  <a:moveTo>
                    <a:pt x="6435452" y="9524"/>
                  </a:moveTo>
                  <a:lnTo>
                    <a:pt x="6432822" y="9524"/>
                  </a:lnTo>
                  <a:lnTo>
                    <a:pt x="6431699" y="9060"/>
                  </a:lnTo>
                  <a:lnTo>
                    <a:pt x="6429839" y="7200"/>
                  </a:lnTo>
                  <a:lnTo>
                    <a:pt x="6429374" y="6077"/>
                  </a:lnTo>
                  <a:lnTo>
                    <a:pt x="6429374" y="3447"/>
                  </a:lnTo>
                  <a:lnTo>
                    <a:pt x="6429839" y="2324"/>
                  </a:lnTo>
                  <a:lnTo>
                    <a:pt x="6431699" y="464"/>
                  </a:lnTo>
                  <a:lnTo>
                    <a:pt x="6432822" y="0"/>
                  </a:lnTo>
                  <a:lnTo>
                    <a:pt x="6435452" y="0"/>
                  </a:lnTo>
                  <a:lnTo>
                    <a:pt x="6436575" y="464"/>
                  </a:lnTo>
                  <a:lnTo>
                    <a:pt x="6438435" y="2324"/>
                  </a:lnTo>
                  <a:lnTo>
                    <a:pt x="6438900" y="3447"/>
                  </a:lnTo>
                  <a:lnTo>
                    <a:pt x="6438900" y="6077"/>
                  </a:lnTo>
                  <a:lnTo>
                    <a:pt x="6438435" y="7200"/>
                  </a:lnTo>
                  <a:lnTo>
                    <a:pt x="6436575" y="9060"/>
                  </a:lnTo>
                  <a:lnTo>
                    <a:pt x="6435452" y="9524"/>
                  </a:lnTo>
                  <a:close/>
                </a:path>
                <a:path w="11534775" h="9525">
                  <a:moveTo>
                    <a:pt x="6483076" y="9524"/>
                  </a:moveTo>
                  <a:lnTo>
                    <a:pt x="6480446" y="9524"/>
                  </a:lnTo>
                  <a:lnTo>
                    <a:pt x="6479324" y="9060"/>
                  </a:lnTo>
                  <a:lnTo>
                    <a:pt x="6477464" y="7200"/>
                  </a:lnTo>
                  <a:lnTo>
                    <a:pt x="6476999" y="6077"/>
                  </a:lnTo>
                  <a:lnTo>
                    <a:pt x="6476999" y="3447"/>
                  </a:lnTo>
                  <a:lnTo>
                    <a:pt x="6477464" y="2324"/>
                  </a:lnTo>
                  <a:lnTo>
                    <a:pt x="6479324" y="464"/>
                  </a:lnTo>
                  <a:lnTo>
                    <a:pt x="6480446" y="0"/>
                  </a:lnTo>
                  <a:lnTo>
                    <a:pt x="6483076" y="0"/>
                  </a:lnTo>
                  <a:lnTo>
                    <a:pt x="6484199" y="464"/>
                  </a:lnTo>
                  <a:lnTo>
                    <a:pt x="6486059" y="2324"/>
                  </a:lnTo>
                  <a:lnTo>
                    <a:pt x="6486524" y="3447"/>
                  </a:lnTo>
                  <a:lnTo>
                    <a:pt x="6486524" y="6077"/>
                  </a:lnTo>
                  <a:lnTo>
                    <a:pt x="6486059" y="7200"/>
                  </a:lnTo>
                  <a:lnTo>
                    <a:pt x="6484199" y="9060"/>
                  </a:lnTo>
                  <a:lnTo>
                    <a:pt x="6483076" y="9524"/>
                  </a:lnTo>
                  <a:close/>
                </a:path>
                <a:path w="11534775" h="9525">
                  <a:moveTo>
                    <a:pt x="6530701" y="9524"/>
                  </a:moveTo>
                  <a:lnTo>
                    <a:pt x="6528072" y="9524"/>
                  </a:lnTo>
                  <a:lnTo>
                    <a:pt x="6526949" y="9060"/>
                  </a:lnTo>
                  <a:lnTo>
                    <a:pt x="6525089" y="7200"/>
                  </a:lnTo>
                  <a:lnTo>
                    <a:pt x="6524624" y="6077"/>
                  </a:lnTo>
                  <a:lnTo>
                    <a:pt x="6524624" y="3447"/>
                  </a:lnTo>
                  <a:lnTo>
                    <a:pt x="6525089" y="2324"/>
                  </a:lnTo>
                  <a:lnTo>
                    <a:pt x="6526949" y="464"/>
                  </a:lnTo>
                  <a:lnTo>
                    <a:pt x="6528072" y="0"/>
                  </a:lnTo>
                  <a:lnTo>
                    <a:pt x="6530701" y="0"/>
                  </a:lnTo>
                  <a:lnTo>
                    <a:pt x="6531824" y="464"/>
                  </a:lnTo>
                  <a:lnTo>
                    <a:pt x="6533684" y="2324"/>
                  </a:lnTo>
                  <a:lnTo>
                    <a:pt x="6534149" y="3447"/>
                  </a:lnTo>
                  <a:lnTo>
                    <a:pt x="6534149" y="6077"/>
                  </a:lnTo>
                  <a:lnTo>
                    <a:pt x="6533684" y="7200"/>
                  </a:lnTo>
                  <a:lnTo>
                    <a:pt x="6531824" y="9060"/>
                  </a:lnTo>
                  <a:lnTo>
                    <a:pt x="6530701" y="9524"/>
                  </a:lnTo>
                  <a:close/>
                </a:path>
                <a:path w="11534775" h="9525">
                  <a:moveTo>
                    <a:pt x="6578326" y="9524"/>
                  </a:moveTo>
                  <a:lnTo>
                    <a:pt x="6575696" y="9524"/>
                  </a:lnTo>
                  <a:lnTo>
                    <a:pt x="6574573" y="9060"/>
                  </a:lnTo>
                  <a:lnTo>
                    <a:pt x="6572714" y="7200"/>
                  </a:lnTo>
                  <a:lnTo>
                    <a:pt x="6572249" y="6077"/>
                  </a:lnTo>
                  <a:lnTo>
                    <a:pt x="6572249" y="3447"/>
                  </a:lnTo>
                  <a:lnTo>
                    <a:pt x="6572714" y="2324"/>
                  </a:lnTo>
                  <a:lnTo>
                    <a:pt x="6574573" y="464"/>
                  </a:lnTo>
                  <a:lnTo>
                    <a:pt x="6575696" y="0"/>
                  </a:lnTo>
                  <a:lnTo>
                    <a:pt x="6578326" y="0"/>
                  </a:lnTo>
                  <a:lnTo>
                    <a:pt x="6579449" y="464"/>
                  </a:lnTo>
                  <a:lnTo>
                    <a:pt x="6581309" y="2324"/>
                  </a:lnTo>
                  <a:lnTo>
                    <a:pt x="6581774" y="3447"/>
                  </a:lnTo>
                  <a:lnTo>
                    <a:pt x="6581774" y="6077"/>
                  </a:lnTo>
                  <a:lnTo>
                    <a:pt x="6581309" y="7200"/>
                  </a:lnTo>
                  <a:lnTo>
                    <a:pt x="6579449" y="9060"/>
                  </a:lnTo>
                  <a:lnTo>
                    <a:pt x="6578326" y="9524"/>
                  </a:lnTo>
                  <a:close/>
                </a:path>
                <a:path w="11534775" h="9525">
                  <a:moveTo>
                    <a:pt x="6625951" y="9524"/>
                  </a:moveTo>
                  <a:lnTo>
                    <a:pt x="6623321" y="9524"/>
                  </a:lnTo>
                  <a:lnTo>
                    <a:pt x="6622199" y="9060"/>
                  </a:lnTo>
                  <a:lnTo>
                    <a:pt x="6620339" y="7200"/>
                  </a:lnTo>
                  <a:lnTo>
                    <a:pt x="6619874" y="6077"/>
                  </a:lnTo>
                  <a:lnTo>
                    <a:pt x="6619874" y="3447"/>
                  </a:lnTo>
                  <a:lnTo>
                    <a:pt x="6620339" y="2324"/>
                  </a:lnTo>
                  <a:lnTo>
                    <a:pt x="6622199" y="464"/>
                  </a:lnTo>
                  <a:lnTo>
                    <a:pt x="6623321" y="0"/>
                  </a:lnTo>
                  <a:lnTo>
                    <a:pt x="6625951" y="0"/>
                  </a:lnTo>
                  <a:lnTo>
                    <a:pt x="6627074" y="464"/>
                  </a:lnTo>
                  <a:lnTo>
                    <a:pt x="6628934" y="2324"/>
                  </a:lnTo>
                  <a:lnTo>
                    <a:pt x="6629399" y="3447"/>
                  </a:lnTo>
                  <a:lnTo>
                    <a:pt x="6629399" y="6077"/>
                  </a:lnTo>
                  <a:lnTo>
                    <a:pt x="6628934" y="7200"/>
                  </a:lnTo>
                  <a:lnTo>
                    <a:pt x="6627074" y="9060"/>
                  </a:lnTo>
                  <a:lnTo>
                    <a:pt x="6625951" y="9524"/>
                  </a:lnTo>
                  <a:close/>
                </a:path>
                <a:path w="11534775" h="9525">
                  <a:moveTo>
                    <a:pt x="6673576" y="9524"/>
                  </a:moveTo>
                  <a:lnTo>
                    <a:pt x="6670946" y="9524"/>
                  </a:lnTo>
                  <a:lnTo>
                    <a:pt x="6669824" y="9060"/>
                  </a:lnTo>
                  <a:lnTo>
                    <a:pt x="6667964" y="7200"/>
                  </a:lnTo>
                  <a:lnTo>
                    <a:pt x="6667499" y="6077"/>
                  </a:lnTo>
                  <a:lnTo>
                    <a:pt x="6667499" y="3447"/>
                  </a:lnTo>
                  <a:lnTo>
                    <a:pt x="6667964" y="2324"/>
                  </a:lnTo>
                  <a:lnTo>
                    <a:pt x="6669824" y="464"/>
                  </a:lnTo>
                  <a:lnTo>
                    <a:pt x="6670946" y="0"/>
                  </a:lnTo>
                  <a:lnTo>
                    <a:pt x="6673576" y="0"/>
                  </a:lnTo>
                  <a:lnTo>
                    <a:pt x="6674699" y="464"/>
                  </a:lnTo>
                  <a:lnTo>
                    <a:pt x="6676559" y="2324"/>
                  </a:lnTo>
                  <a:lnTo>
                    <a:pt x="6677024" y="3447"/>
                  </a:lnTo>
                  <a:lnTo>
                    <a:pt x="6677024" y="6077"/>
                  </a:lnTo>
                  <a:lnTo>
                    <a:pt x="6676559" y="7200"/>
                  </a:lnTo>
                  <a:lnTo>
                    <a:pt x="6674699" y="9060"/>
                  </a:lnTo>
                  <a:lnTo>
                    <a:pt x="6673576" y="9524"/>
                  </a:lnTo>
                  <a:close/>
                </a:path>
                <a:path w="11534775" h="9525">
                  <a:moveTo>
                    <a:pt x="6721201" y="9524"/>
                  </a:moveTo>
                  <a:lnTo>
                    <a:pt x="6718571" y="9524"/>
                  </a:lnTo>
                  <a:lnTo>
                    <a:pt x="6717449" y="9060"/>
                  </a:lnTo>
                  <a:lnTo>
                    <a:pt x="6715589" y="7200"/>
                  </a:lnTo>
                  <a:lnTo>
                    <a:pt x="6715124" y="6077"/>
                  </a:lnTo>
                  <a:lnTo>
                    <a:pt x="6715124" y="3447"/>
                  </a:lnTo>
                  <a:lnTo>
                    <a:pt x="6715589" y="2324"/>
                  </a:lnTo>
                  <a:lnTo>
                    <a:pt x="6717449" y="464"/>
                  </a:lnTo>
                  <a:lnTo>
                    <a:pt x="6718571" y="0"/>
                  </a:lnTo>
                  <a:lnTo>
                    <a:pt x="6721201" y="0"/>
                  </a:lnTo>
                  <a:lnTo>
                    <a:pt x="6722324" y="464"/>
                  </a:lnTo>
                  <a:lnTo>
                    <a:pt x="6724184" y="2324"/>
                  </a:lnTo>
                  <a:lnTo>
                    <a:pt x="6724649" y="3447"/>
                  </a:lnTo>
                  <a:lnTo>
                    <a:pt x="6724649" y="6077"/>
                  </a:lnTo>
                  <a:lnTo>
                    <a:pt x="6724184" y="7200"/>
                  </a:lnTo>
                  <a:lnTo>
                    <a:pt x="6722324" y="9060"/>
                  </a:lnTo>
                  <a:lnTo>
                    <a:pt x="6721201" y="9524"/>
                  </a:lnTo>
                  <a:close/>
                </a:path>
                <a:path w="11534775" h="9525">
                  <a:moveTo>
                    <a:pt x="6768827" y="9524"/>
                  </a:moveTo>
                  <a:lnTo>
                    <a:pt x="6766196" y="9524"/>
                  </a:lnTo>
                  <a:lnTo>
                    <a:pt x="6765074" y="9060"/>
                  </a:lnTo>
                  <a:lnTo>
                    <a:pt x="6763214" y="7200"/>
                  </a:lnTo>
                  <a:lnTo>
                    <a:pt x="6762749" y="6077"/>
                  </a:lnTo>
                  <a:lnTo>
                    <a:pt x="6762749" y="3447"/>
                  </a:lnTo>
                  <a:lnTo>
                    <a:pt x="6763214" y="2324"/>
                  </a:lnTo>
                  <a:lnTo>
                    <a:pt x="6765074" y="464"/>
                  </a:lnTo>
                  <a:lnTo>
                    <a:pt x="6766196" y="0"/>
                  </a:lnTo>
                  <a:lnTo>
                    <a:pt x="6768827" y="0"/>
                  </a:lnTo>
                  <a:lnTo>
                    <a:pt x="6769949" y="464"/>
                  </a:lnTo>
                  <a:lnTo>
                    <a:pt x="6771809" y="2324"/>
                  </a:lnTo>
                  <a:lnTo>
                    <a:pt x="6772274" y="3447"/>
                  </a:lnTo>
                  <a:lnTo>
                    <a:pt x="6772274" y="6077"/>
                  </a:lnTo>
                  <a:lnTo>
                    <a:pt x="6771809" y="7200"/>
                  </a:lnTo>
                  <a:lnTo>
                    <a:pt x="6769949" y="9060"/>
                  </a:lnTo>
                  <a:lnTo>
                    <a:pt x="6768827" y="9524"/>
                  </a:lnTo>
                  <a:close/>
                </a:path>
                <a:path w="11534775" h="9525">
                  <a:moveTo>
                    <a:pt x="6816452" y="9524"/>
                  </a:moveTo>
                  <a:lnTo>
                    <a:pt x="6813821" y="9524"/>
                  </a:lnTo>
                  <a:lnTo>
                    <a:pt x="6812699" y="9060"/>
                  </a:lnTo>
                  <a:lnTo>
                    <a:pt x="6810839" y="7200"/>
                  </a:lnTo>
                  <a:lnTo>
                    <a:pt x="6810374" y="6077"/>
                  </a:lnTo>
                  <a:lnTo>
                    <a:pt x="6810374" y="3447"/>
                  </a:lnTo>
                  <a:lnTo>
                    <a:pt x="6810839" y="2324"/>
                  </a:lnTo>
                  <a:lnTo>
                    <a:pt x="6812699" y="464"/>
                  </a:lnTo>
                  <a:lnTo>
                    <a:pt x="6813821" y="0"/>
                  </a:lnTo>
                  <a:lnTo>
                    <a:pt x="6816452" y="0"/>
                  </a:lnTo>
                  <a:lnTo>
                    <a:pt x="6817574" y="464"/>
                  </a:lnTo>
                  <a:lnTo>
                    <a:pt x="6819434" y="2324"/>
                  </a:lnTo>
                  <a:lnTo>
                    <a:pt x="6819899" y="3447"/>
                  </a:lnTo>
                  <a:lnTo>
                    <a:pt x="6819899" y="6077"/>
                  </a:lnTo>
                  <a:lnTo>
                    <a:pt x="6819434" y="7200"/>
                  </a:lnTo>
                  <a:lnTo>
                    <a:pt x="6817574" y="9060"/>
                  </a:lnTo>
                  <a:lnTo>
                    <a:pt x="6816452" y="9524"/>
                  </a:lnTo>
                  <a:close/>
                </a:path>
                <a:path w="11534775" h="9525">
                  <a:moveTo>
                    <a:pt x="6864077" y="9524"/>
                  </a:moveTo>
                  <a:lnTo>
                    <a:pt x="6861446" y="9524"/>
                  </a:lnTo>
                  <a:lnTo>
                    <a:pt x="6860324" y="9060"/>
                  </a:lnTo>
                  <a:lnTo>
                    <a:pt x="6858464" y="7200"/>
                  </a:lnTo>
                  <a:lnTo>
                    <a:pt x="6857999" y="6077"/>
                  </a:lnTo>
                  <a:lnTo>
                    <a:pt x="6857999" y="3447"/>
                  </a:lnTo>
                  <a:lnTo>
                    <a:pt x="6858464" y="2324"/>
                  </a:lnTo>
                  <a:lnTo>
                    <a:pt x="6860324" y="464"/>
                  </a:lnTo>
                  <a:lnTo>
                    <a:pt x="6861446" y="0"/>
                  </a:lnTo>
                  <a:lnTo>
                    <a:pt x="6864077" y="0"/>
                  </a:lnTo>
                  <a:lnTo>
                    <a:pt x="6865199" y="464"/>
                  </a:lnTo>
                  <a:lnTo>
                    <a:pt x="6867059" y="2324"/>
                  </a:lnTo>
                  <a:lnTo>
                    <a:pt x="6867524" y="3447"/>
                  </a:lnTo>
                  <a:lnTo>
                    <a:pt x="6867524" y="6077"/>
                  </a:lnTo>
                  <a:lnTo>
                    <a:pt x="6867059" y="7200"/>
                  </a:lnTo>
                  <a:lnTo>
                    <a:pt x="6865199" y="9060"/>
                  </a:lnTo>
                  <a:lnTo>
                    <a:pt x="6864077" y="9524"/>
                  </a:lnTo>
                  <a:close/>
                </a:path>
                <a:path w="11534775" h="9525">
                  <a:moveTo>
                    <a:pt x="6911702" y="9524"/>
                  </a:moveTo>
                  <a:lnTo>
                    <a:pt x="6909071" y="9524"/>
                  </a:lnTo>
                  <a:lnTo>
                    <a:pt x="6907949" y="9060"/>
                  </a:lnTo>
                  <a:lnTo>
                    <a:pt x="6906089" y="7200"/>
                  </a:lnTo>
                  <a:lnTo>
                    <a:pt x="6905624" y="6077"/>
                  </a:lnTo>
                  <a:lnTo>
                    <a:pt x="6905624" y="3447"/>
                  </a:lnTo>
                  <a:lnTo>
                    <a:pt x="6906089" y="2324"/>
                  </a:lnTo>
                  <a:lnTo>
                    <a:pt x="6907949" y="464"/>
                  </a:lnTo>
                  <a:lnTo>
                    <a:pt x="6909071" y="0"/>
                  </a:lnTo>
                  <a:lnTo>
                    <a:pt x="6911702" y="0"/>
                  </a:lnTo>
                  <a:lnTo>
                    <a:pt x="6912824" y="464"/>
                  </a:lnTo>
                  <a:lnTo>
                    <a:pt x="6914684" y="2324"/>
                  </a:lnTo>
                  <a:lnTo>
                    <a:pt x="6915149" y="3447"/>
                  </a:lnTo>
                  <a:lnTo>
                    <a:pt x="6915149" y="6077"/>
                  </a:lnTo>
                  <a:lnTo>
                    <a:pt x="6914684" y="7200"/>
                  </a:lnTo>
                  <a:lnTo>
                    <a:pt x="6912824" y="9060"/>
                  </a:lnTo>
                  <a:lnTo>
                    <a:pt x="6911702" y="9524"/>
                  </a:lnTo>
                  <a:close/>
                </a:path>
                <a:path w="11534775" h="9525">
                  <a:moveTo>
                    <a:pt x="6959327" y="9524"/>
                  </a:moveTo>
                  <a:lnTo>
                    <a:pt x="6956697" y="9524"/>
                  </a:lnTo>
                  <a:lnTo>
                    <a:pt x="6955574" y="9060"/>
                  </a:lnTo>
                  <a:lnTo>
                    <a:pt x="6953714" y="7200"/>
                  </a:lnTo>
                  <a:lnTo>
                    <a:pt x="6953249" y="6077"/>
                  </a:lnTo>
                  <a:lnTo>
                    <a:pt x="6953249" y="3447"/>
                  </a:lnTo>
                  <a:lnTo>
                    <a:pt x="6953714" y="2324"/>
                  </a:lnTo>
                  <a:lnTo>
                    <a:pt x="6955574" y="464"/>
                  </a:lnTo>
                  <a:lnTo>
                    <a:pt x="6956697" y="0"/>
                  </a:lnTo>
                  <a:lnTo>
                    <a:pt x="6959327" y="0"/>
                  </a:lnTo>
                  <a:lnTo>
                    <a:pt x="6960449" y="464"/>
                  </a:lnTo>
                  <a:lnTo>
                    <a:pt x="6962309" y="2324"/>
                  </a:lnTo>
                  <a:lnTo>
                    <a:pt x="6962774" y="3447"/>
                  </a:lnTo>
                  <a:lnTo>
                    <a:pt x="6962774" y="6077"/>
                  </a:lnTo>
                  <a:lnTo>
                    <a:pt x="6962309" y="7200"/>
                  </a:lnTo>
                  <a:lnTo>
                    <a:pt x="6960449" y="9060"/>
                  </a:lnTo>
                  <a:lnTo>
                    <a:pt x="6959327" y="9524"/>
                  </a:lnTo>
                  <a:close/>
                </a:path>
                <a:path w="11534775" h="9525">
                  <a:moveTo>
                    <a:pt x="7006951" y="9524"/>
                  </a:moveTo>
                  <a:lnTo>
                    <a:pt x="7004321" y="9524"/>
                  </a:lnTo>
                  <a:lnTo>
                    <a:pt x="7003198" y="9060"/>
                  </a:lnTo>
                  <a:lnTo>
                    <a:pt x="7001339" y="7200"/>
                  </a:lnTo>
                  <a:lnTo>
                    <a:pt x="7000874" y="6077"/>
                  </a:lnTo>
                  <a:lnTo>
                    <a:pt x="7000874" y="3447"/>
                  </a:lnTo>
                  <a:lnTo>
                    <a:pt x="7001339" y="2324"/>
                  </a:lnTo>
                  <a:lnTo>
                    <a:pt x="7003198" y="464"/>
                  </a:lnTo>
                  <a:lnTo>
                    <a:pt x="7004321" y="0"/>
                  </a:lnTo>
                  <a:lnTo>
                    <a:pt x="7006951" y="0"/>
                  </a:lnTo>
                  <a:lnTo>
                    <a:pt x="7008074" y="464"/>
                  </a:lnTo>
                  <a:lnTo>
                    <a:pt x="7009934" y="2324"/>
                  </a:lnTo>
                  <a:lnTo>
                    <a:pt x="7010399" y="3447"/>
                  </a:lnTo>
                  <a:lnTo>
                    <a:pt x="7010399" y="6077"/>
                  </a:lnTo>
                  <a:lnTo>
                    <a:pt x="7009934" y="7200"/>
                  </a:lnTo>
                  <a:lnTo>
                    <a:pt x="7008074" y="9060"/>
                  </a:lnTo>
                  <a:lnTo>
                    <a:pt x="7006951" y="9524"/>
                  </a:lnTo>
                  <a:close/>
                </a:path>
                <a:path w="11534775" h="9525">
                  <a:moveTo>
                    <a:pt x="7054576" y="9524"/>
                  </a:moveTo>
                  <a:lnTo>
                    <a:pt x="7051947" y="9524"/>
                  </a:lnTo>
                  <a:lnTo>
                    <a:pt x="7050824" y="9060"/>
                  </a:lnTo>
                  <a:lnTo>
                    <a:pt x="7048964" y="7200"/>
                  </a:lnTo>
                  <a:lnTo>
                    <a:pt x="7048499" y="6077"/>
                  </a:lnTo>
                  <a:lnTo>
                    <a:pt x="7048499" y="3447"/>
                  </a:lnTo>
                  <a:lnTo>
                    <a:pt x="7048964" y="2324"/>
                  </a:lnTo>
                  <a:lnTo>
                    <a:pt x="7050824" y="464"/>
                  </a:lnTo>
                  <a:lnTo>
                    <a:pt x="7051947" y="0"/>
                  </a:lnTo>
                  <a:lnTo>
                    <a:pt x="7054576" y="0"/>
                  </a:lnTo>
                  <a:lnTo>
                    <a:pt x="7055699" y="464"/>
                  </a:lnTo>
                  <a:lnTo>
                    <a:pt x="7057559" y="2324"/>
                  </a:lnTo>
                  <a:lnTo>
                    <a:pt x="7058024" y="3447"/>
                  </a:lnTo>
                  <a:lnTo>
                    <a:pt x="7058024" y="6077"/>
                  </a:lnTo>
                  <a:lnTo>
                    <a:pt x="7057559" y="7200"/>
                  </a:lnTo>
                  <a:lnTo>
                    <a:pt x="7055699" y="9060"/>
                  </a:lnTo>
                  <a:lnTo>
                    <a:pt x="7054576" y="9524"/>
                  </a:lnTo>
                  <a:close/>
                </a:path>
                <a:path w="11534775" h="9525">
                  <a:moveTo>
                    <a:pt x="7102201" y="9524"/>
                  </a:moveTo>
                  <a:lnTo>
                    <a:pt x="7099571" y="9524"/>
                  </a:lnTo>
                  <a:lnTo>
                    <a:pt x="7098448" y="9060"/>
                  </a:lnTo>
                  <a:lnTo>
                    <a:pt x="7096588" y="7200"/>
                  </a:lnTo>
                  <a:lnTo>
                    <a:pt x="7096124" y="6077"/>
                  </a:lnTo>
                  <a:lnTo>
                    <a:pt x="7096124" y="3447"/>
                  </a:lnTo>
                  <a:lnTo>
                    <a:pt x="7096588" y="2324"/>
                  </a:lnTo>
                  <a:lnTo>
                    <a:pt x="7098448" y="464"/>
                  </a:lnTo>
                  <a:lnTo>
                    <a:pt x="7099571" y="0"/>
                  </a:lnTo>
                  <a:lnTo>
                    <a:pt x="7102201" y="0"/>
                  </a:lnTo>
                  <a:lnTo>
                    <a:pt x="7103324" y="464"/>
                  </a:lnTo>
                  <a:lnTo>
                    <a:pt x="7105184" y="2324"/>
                  </a:lnTo>
                  <a:lnTo>
                    <a:pt x="7105649" y="3447"/>
                  </a:lnTo>
                  <a:lnTo>
                    <a:pt x="7105649" y="6077"/>
                  </a:lnTo>
                  <a:lnTo>
                    <a:pt x="7105184" y="7200"/>
                  </a:lnTo>
                  <a:lnTo>
                    <a:pt x="7103324" y="9060"/>
                  </a:lnTo>
                  <a:lnTo>
                    <a:pt x="7102201" y="9524"/>
                  </a:lnTo>
                  <a:close/>
                </a:path>
                <a:path w="11534775" h="9525">
                  <a:moveTo>
                    <a:pt x="7149826" y="9524"/>
                  </a:moveTo>
                  <a:lnTo>
                    <a:pt x="7147196" y="9524"/>
                  </a:lnTo>
                  <a:lnTo>
                    <a:pt x="7146074" y="9060"/>
                  </a:lnTo>
                  <a:lnTo>
                    <a:pt x="7144214" y="7200"/>
                  </a:lnTo>
                  <a:lnTo>
                    <a:pt x="7143749" y="6077"/>
                  </a:lnTo>
                  <a:lnTo>
                    <a:pt x="7143749" y="3447"/>
                  </a:lnTo>
                  <a:lnTo>
                    <a:pt x="7144214" y="2324"/>
                  </a:lnTo>
                  <a:lnTo>
                    <a:pt x="7146074" y="464"/>
                  </a:lnTo>
                  <a:lnTo>
                    <a:pt x="7147196" y="0"/>
                  </a:lnTo>
                  <a:lnTo>
                    <a:pt x="7149826" y="0"/>
                  </a:lnTo>
                  <a:lnTo>
                    <a:pt x="7150949" y="464"/>
                  </a:lnTo>
                  <a:lnTo>
                    <a:pt x="7152809" y="2324"/>
                  </a:lnTo>
                  <a:lnTo>
                    <a:pt x="7153274" y="3447"/>
                  </a:lnTo>
                  <a:lnTo>
                    <a:pt x="7153274" y="6077"/>
                  </a:lnTo>
                  <a:lnTo>
                    <a:pt x="7152809" y="7200"/>
                  </a:lnTo>
                  <a:lnTo>
                    <a:pt x="7150949" y="9060"/>
                  </a:lnTo>
                  <a:lnTo>
                    <a:pt x="7149826" y="9524"/>
                  </a:lnTo>
                  <a:close/>
                </a:path>
                <a:path w="11534775" h="9525">
                  <a:moveTo>
                    <a:pt x="7197452" y="9524"/>
                  </a:moveTo>
                  <a:lnTo>
                    <a:pt x="7194821" y="9524"/>
                  </a:lnTo>
                  <a:lnTo>
                    <a:pt x="7193699" y="9060"/>
                  </a:lnTo>
                  <a:lnTo>
                    <a:pt x="7191839" y="7200"/>
                  </a:lnTo>
                  <a:lnTo>
                    <a:pt x="7191374" y="6077"/>
                  </a:lnTo>
                  <a:lnTo>
                    <a:pt x="7191374" y="3447"/>
                  </a:lnTo>
                  <a:lnTo>
                    <a:pt x="7191839" y="2324"/>
                  </a:lnTo>
                  <a:lnTo>
                    <a:pt x="7193699" y="464"/>
                  </a:lnTo>
                  <a:lnTo>
                    <a:pt x="7194821" y="0"/>
                  </a:lnTo>
                  <a:lnTo>
                    <a:pt x="7197452" y="0"/>
                  </a:lnTo>
                  <a:lnTo>
                    <a:pt x="7198574" y="464"/>
                  </a:lnTo>
                  <a:lnTo>
                    <a:pt x="7200434" y="2324"/>
                  </a:lnTo>
                  <a:lnTo>
                    <a:pt x="7200899" y="3447"/>
                  </a:lnTo>
                  <a:lnTo>
                    <a:pt x="7200899" y="6077"/>
                  </a:lnTo>
                  <a:lnTo>
                    <a:pt x="7200434" y="7200"/>
                  </a:lnTo>
                  <a:lnTo>
                    <a:pt x="7198574" y="9060"/>
                  </a:lnTo>
                  <a:lnTo>
                    <a:pt x="7197452" y="9524"/>
                  </a:lnTo>
                  <a:close/>
                </a:path>
                <a:path w="11534775" h="9525">
                  <a:moveTo>
                    <a:pt x="7245076" y="9524"/>
                  </a:moveTo>
                  <a:lnTo>
                    <a:pt x="7242446" y="9524"/>
                  </a:lnTo>
                  <a:lnTo>
                    <a:pt x="7241324" y="9060"/>
                  </a:lnTo>
                  <a:lnTo>
                    <a:pt x="7239464" y="7200"/>
                  </a:lnTo>
                  <a:lnTo>
                    <a:pt x="7238999" y="6077"/>
                  </a:lnTo>
                  <a:lnTo>
                    <a:pt x="7238999" y="3447"/>
                  </a:lnTo>
                  <a:lnTo>
                    <a:pt x="7239464" y="2324"/>
                  </a:lnTo>
                  <a:lnTo>
                    <a:pt x="7241324" y="464"/>
                  </a:lnTo>
                  <a:lnTo>
                    <a:pt x="7242446" y="0"/>
                  </a:lnTo>
                  <a:lnTo>
                    <a:pt x="7245076" y="0"/>
                  </a:lnTo>
                  <a:lnTo>
                    <a:pt x="7246199" y="464"/>
                  </a:lnTo>
                  <a:lnTo>
                    <a:pt x="7248059" y="2324"/>
                  </a:lnTo>
                  <a:lnTo>
                    <a:pt x="7248524" y="3447"/>
                  </a:lnTo>
                  <a:lnTo>
                    <a:pt x="7248524" y="6077"/>
                  </a:lnTo>
                  <a:lnTo>
                    <a:pt x="7248059" y="7200"/>
                  </a:lnTo>
                  <a:lnTo>
                    <a:pt x="7246199" y="9060"/>
                  </a:lnTo>
                  <a:lnTo>
                    <a:pt x="7245076" y="9524"/>
                  </a:lnTo>
                  <a:close/>
                </a:path>
                <a:path w="11534775" h="9525">
                  <a:moveTo>
                    <a:pt x="7292702" y="9524"/>
                  </a:moveTo>
                  <a:lnTo>
                    <a:pt x="7290071" y="9524"/>
                  </a:lnTo>
                  <a:lnTo>
                    <a:pt x="7288949" y="9060"/>
                  </a:lnTo>
                  <a:lnTo>
                    <a:pt x="7287089" y="7200"/>
                  </a:lnTo>
                  <a:lnTo>
                    <a:pt x="7286624" y="6077"/>
                  </a:lnTo>
                  <a:lnTo>
                    <a:pt x="7286624" y="3447"/>
                  </a:lnTo>
                  <a:lnTo>
                    <a:pt x="7287089" y="2324"/>
                  </a:lnTo>
                  <a:lnTo>
                    <a:pt x="7288949" y="464"/>
                  </a:lnTo>
                  <a:lnTo>
                    <a:pt x="7290071" y="0"/>
                  </a:lnTo>
                  <a:lnTo>
                    <a:pt x="7292702" y="0"/>
                  </a:lnTo>
                  <a:lnTo>
                    <a:pt x="7293824" y="464"/>
                  </a:lnTo>
                  <a:lnTo>
                    <a:pt x="7295684" y="2324"/>
                  </a:lnTo>
                  <a:lnTo>
                    <a:pt x="7296149" y="3447"/>
                  </a:lnTo>
                  <a:lnTo>
                    <a:pt x="7296149" y="6077"/>
                  </a:lnTo>
                  <a:lnTo>
                    <a:pt x="7295684" y="7200"/>
                  </a:lnTo>
                  <a:lnTo>
                    <a:pt x="7293824" y="9060"/>
                  </a:lnTo>
                  <a:lnTo>
                    <a:pt x="7292702" y="9524"/>
                  </a:lnTo>
                  <a:close/>
                </a:path>
                <a:path w="11534775" h="9525">
                  <a:moveTo>
                    <a:pt x="7340326" y="9524"/>
                  </a:moveTo>
                  <a:lnTo>
                    <a:pt x="7337696" y="9524"/>
                  </a:lnTo>
                  <a:lnTo>
                    <a:pt x="7336573" y="9060"/>
                  </a:lnTo>
                  <a:lnTo>
                    <a:pt x="7334714" y="7200"/>
                  </a:lnTo>
                  <a:lnTo>
                    <a:pt x="7334249" y="6077"/>
                  </a:lnTo>
                  <a:lnTo>
                    <a:pt x="7334249" y="3447"/>
                  </a:lnTo>
                  <a:lnTo>
                    <a:pt x="7334714" y="2324"/>
                  </a:lnTo>
                  <a:lnTo>
                    <a:pt x="7336573" y="464"/>
                  </a:lnTo>
                  <a:lnTo>
                    <a:pt x="7337696" y="0"/>
                  </a:lnTo>
                  <a:lnTo>
                    <a:pt x="7340326" y="0"/>
                  </a:lnTo>
                  <a:lnTo>
                    <a:pt x="7341449" y="464"/>
                  </a:lnTo>
                  <a:lnTo>
                    <a:pt x="7343308" y="2324"/>
                  </a:lnTo>
                  <a:lnTo>
                    <a:pt x="7343774" y="3447"/>
                  </a:lnTo>
                  <a:lnTo>
                    <a:pt x="7343774" y="6077"/>
                  </a:lnTo>
                  <a:lnTo>
                    <a:pt x="7343308" y="7200"/>
                  </a:lnTo>
                  <a:lnTo>
                    <a:pt x="7341449" y="9060"/>
                  </a:lnTo>
                  <a:lnTo>
                    <a:pt x="7340326" y="9524"/>
                  </a:lnTo>
                  <a:close/>
                </a:path>
                <a:path w="11534775" h="9525">
                  <a:moveTo>
                    <a:pt x="7387952" y="9524"/>
                  </a:moveTo>
                  <a:lnTo>
                    <a:pt x="7385321" y="9524"/>
                  </a:lnTo>
                  <a:lnTo>
                    <a:pt x="7384198" y="9060"/>
                  </a:lnTo>
                  <a:lnTo>
                    <a:pt x="7382339" y="7200"/>
                  </a:lnTo>
                  <a:lnTo>
                    <a:pt x="7381874" y="6077"/>
                  </a:lnTo>
                  <a:lnTo>
                    <a:pt x="7381874" y="3447"/>
                  </a:lnTo>
                  <a:lnTo>
                    <a:pt x="7382339" y="2324"/>
                  </a:lnTo>
                  <a:lnTo>
                    <a:pt x="7384198" y="464"/>
                  </a:lnTo>
                  <a:lnTo>
                    <a:pt x="7385321" y="0"/>
                  </a:lnTo>
                  <a:lnTo>
                    <a:pt x="7387952" y="0"/>
                  </a:lnTo>
                  <a:lnTo>
                    <a:pt x="7389074" y="464"/>
                  </a:lnTo>
                  <a:lnTo>
                    <a:pt x="7390934" y="2324"/>
                  </a:lnTo>
                  <a:lnTo>
                    <a:pt x="7391399" y="3447"/>
                  </a:lnTo>
                  <a:lnTo>
                    <a:pt x="7391399" y="6077"/>
                  </a:lnTo>
                  <a:lnTo>
                    <a:pt x="7390934" y="7200"/>
                  </a:lnTo>
                  <a:lnTo>
                    <a:pt x="7389074" y="9060"/>
                  </a:lnTo>
                  <a:lnTo>
                    <a:pt x="7387952" y="9524"/>
                  </a:lnTo>
                  <a:close/>
                </a:path>
                <a:path w="11534775" h="9525">
                  <a:moveTo>
                    <a:pt x="7435577" y="9524"/>
                  </a:moveTo>
                  <a:lnTo>
                    <a:pt x="7432946" y="9524"/>
                  </a:lnTo>
                  <a:lnTo>
                    <a:pt x="7431823" y="9060"/>
                  </a:lnTo>
                  <a:lnTo>
                    <a:pt x="7429964" y="7200"/>
                  </a:lnTo>
                  <a:lnTo>
                    <a:pt x="7429499" y="6077"/>
                  </a:lnTo>
                  <a:lnTo>
                    <a:pt x="7429499" y="3447"/>
                  </a:lnTo>
                  <a:lnTo>
                    <a:pt x="7429964" y="2324"/>
                  </a:lnTo>
                  <a:lnTo>
                    <a:pt x="7431823" y="464"/>
                  </a:lnTo>
                  <a:lnTo>
                    <a:pt x="7432946" y="0"/>
                  </a:lnTo>
                  <a:lnTo>
                    <a:pt x="7435577" y="0"/>
                  </a:lnTo>
                  <a:lnTo>
                    <a:pt x="7436699" y="464"/>
                  </a:lnTo>
                  <a:lnTo>
                    <a:pt x="7438559" y="2324"/>
                  </a:lnTo>
                  <a:lnTo>
                    <a:pt x="7439024" y="3447"/>
                  </a:lnTo>
                  <a:lnTo>
                    <a:pt x="7439024" y="6077"/>
                  </a:lnTo>
                  <a:lnTo>
                    <a:pt x="7438559" y="7200"/>
                  </a:lnTo>
                  <a:lnTo>
                    <a:pt x="7436699" y="9060"/>
                  </a:lnTo>
                  <a:lnTo>
                    <a:pt x="7435577" y="9524"/>
                  </a:lnTo>
                  <a:close/>
                </a:path>
                <a:path w="11534775" h="9525">
                  <a:moveTo>
                    <a:pt x="7483201" y="9524"/>
                  </a:moveTo>
                  <a:lnTo>
                    <a:pt x="7480571" y="9524"/>
                  </a:lnTo>
                  <a:lnTo>
                    <a:pt x="7479448" y="9060"/>
                  </a:lnTo>
                  <a:lnTo>
                    <a:pt x="7477588" y="7200"/>
                  </a:lnTo>
                  <a:lnTo>
                    <a:pt x="7477123" y="6077"/>
                  </a:lnTo>
                  <a:lnTo>
                    <a:pt x="7477123" y="3447"/>
                  </a:lnTo>
                  <a:lnTo>
                    <a:pt x="7477588" y="2324"/>
                  </a:lnTo>
                  <a:lnTo>
                    <a:pt x="7479448" y="464"/>
                  </a:lnTo>
                  <a:lnTo>
                    <a:pt x="7480571" y="0"/>
                  </a:lnTo>
                  <a:lnTo>
                    <a:pt x="7483201" y="0"/>
                  </a:lnTo>
                  <a:lnTo>
                    <a:pt x="7484323" y="464"/>
                  </a:lnTo>
                  <a:lnTo>
                    <a:pt x="7486183" y="2324"/>
                  </a:lnTo>
                  <a:lnTo>
                    <a:pt x="7486648" y="3447"/>
                  </a:lnTo>
                  <a:lnTo>
                    <a:pt x="7486648" y="6077"/>
                  </a:lnTo>
                  <a:lnTo>
                    <a:pt x="7486183" y="7200"/>
                  </a:lnTo>
                  <a:lnTo>
                    <a:pt x="7484323" y="9060"/>
                  </a:lnTo>
                  <a:lnTo>
                    <a:pt x="7483201" y="9524"/>
                  </a:lnTo>
                  <a:close/>
                </a:path>
                <a:path w="11534775" h="9525">
                  <a:moveTo>
                    <a:pt x="7530827" y="9524"/>
                  </a:moveTo>
                  <a:lnTo>
                    <a:pt x="7528197" y="9524"/>
                  </a:lnTo>
                  <a:lnTo>
                    <a:pt x="7527075" y="9060"/>
                  </a:lnTo>
                  <a:lnTo>
                    <a:pt x="7525214" y="7200"/>
                  </a:lnTo>
                  <a:lnTo>
                    <a:pt x="7524750" y="6077"/>
                  </a:lnTo>
                  <a:lnTo>
                    <a:pt x="7524750" y="3447"/>
                  </a:lnTo>
                  <a:lnTo>
                    <a:pt x="7525214" y="2324"/>
                  </a:lnTo>
                  <a:lnTo>
                    <a:pt x="7527075" y="464"/>
                  </a:lnTo>
                  <a:lnTo>
                    <a:pt x="7528197" y="0"/>
                  </a:lnTo>
                  <a:lnTo>
                    <a:pt x="7530827" y="0"/>
                  </a:lnTo>
                  <a:lnTo>
                    <a:pt x="7531949" y="464"/>
                  </a:lnTo>
                  <a:lnTo>
                    <a:pt x="7533809" y="2324"/>
                  </a:lnTo>
                  <a:lnTo>
                    <a:pt x="7534274" y="3447"/>
                  </a:lnTo>
                  <a:lnTo>
                    <a:pt x="7534274" y="6077"/>
                  </a:lnTo>
                  <a:lnTo>
                    <a:pt x="7533809" y="7200"/>
                  </a:lnTo>
                  <a:lnTo>
                    <a:pt x="7531949" y="9060"/>
                  </a:lnTo>
                  <a:lnTo>
                    <a:pt x="7530827" y="9524"/>
                  </a:lnTo>
                  <a:close/>
                </a:path>
                <a:path w="11534775" h="9525">
                  <a:moveTo>
                    <a:pt x="7578452" y="9524"/>
                  </a:moveTo>
                  <a:lnTo>
                    <a:pt x="7575822" y="9524"/>
                  </a:lnTo>
                  <a:lnTo>
                    <a:pt x="7574698" y="9060"/>
                  </a:lnTo>
                  <a:lnTo>
                    <a:pt x="7572839" y="7200"/>
                  </a:lnTo>
                  <a:lnTo>
                    <a:pt x="7572374" y="6077"/>
                  </a:lnTo>
                  <a:lnTo>
                    <a:pt x="7572374" y="3447"/>
                  </a:lnTo>
                  <a:lnTo>
                    <a:pt x="7572839" y="2324"/>
                  </a:lnTo>
                  <a:lnTo>
                    <a:pt x="7574698" y="464"/>
                  </a:lnTo>
                  <a:lnTo>
                    <a:pt x="7575822" y="0"/>
                  </a:lnTo>
                  <a:lnTo>
                    <a:pt x="7578452" y="0"/>
                  </a:lnTo>
                  <a:lnTo>
                    <a:pt x="7579574" y="464"/>
                  </a:lnTo>
                  <a:lnTo>
                    <a:pt x="7581434" y="2324"/>
                  </a:lnTo>
                  <a:lnTo>
                    <a:pt x="7581899" y="3447"/>
                  </a:lnTo>
                  <a:lnTo>
                    <a:pt x="7581899" y="6077"/>
                  </a:lnTo>
                  <a:lnTo>
                    <a:pt x="7581434" y="7200"/>
                  </a:lnTo>
                  <a:lnTo>
                    <a:pt x="7579574" y="9060"/>
                  </a:lnTo>
                  <a:lnTo>
                    <a:pt x="7578452" y="9524"/>
                  </a:lnTo>
                  <a:close/>
                </a:path>
                <a:path w="11534775" h="9525">
                  <a:moveTo>
                    <a:pt x="7626076" y="9524"/>
                  </a:moveTo>
                  <a:lnTo>
                    <a:pt x="7623446" y="9524"/>
                  </a:lnTo>
                  <a:lnTo>
                    <a:pt x="7622323" y="9060"/>
                  </a:lnTo>
                  <a:lnTo>
                    <a:pt x="7620463" y="7200"/>
                  </a:lnTo>
                  <a:lnTo>
                    <a:pt x="7619999" y="6077"/>
                  </a:lnTo>
                  <a:lnTo>
                    <a:pt x="7619999" y="3447"/>
                  </a:lnTo>
                  <a:lnTo>
                    <a:pt x="7620463" y="2324"/>
                  </a:lnTo>
                  <a:lnTo>
                    <a:pt x="7622323" y="464"/>
                  </a:lnTo>
                  <a:lnTo>
                    <a:pt x="7623446" y="0"/>
                  </a:lnTo>
                  <a:lnTo>
                    <a:pt x="7626076" y="0"/>
                  </a:lnTo>
                  <a:lnTo>
                    <a:pt x="7627199" y="464"/>
                  </a:lnTo>
                  <a:lnTo>
                    <a:pt x="7629059" y="2324"/>
                  </a:lnTo>
                  <a:lnTo>
                    <a:pt x="7629524" y="3447"/>
                  </a:lnTo>
                  <a:lnTo>
                    <a:pt x="7629524" y="6077"/>
                  </a:lnTo>
                  <a:lnTo>
                    <a:pt x="7629059" y="7200"/>
                  </a:lnTo>
                  <a:lnTo>
                    <a:pt x="7627199" y="9060"/>
                  </a:lnTo>
                  <a:lnTo>
                    <a:pt x="7626076" y="9524"/>
                  </a:lnTo>
                  <a:close/>
                </a:path>
                <a:path w="11534775" h="9525">
                  <a:moveTo>
                    <a:pt x="7673701" y="9524"/>
                  </a:moveTo>
                  <a:lnTo>
                    <a:pt x="7671071" y="9524"/>
                  </a:lnTo>
                  <a:lnTo>
                    <a:pt x="7669948" y="9060"/>
                  </a:lnTo>
                  <a:lnTo>
                    <a:pt x="7668089" y="7200"/>
                  </a:lnTo>
                  <a:lnTo>
                    <a:pt x="7667624" y="6077"/>
                  </a:lnTo>
                  <a:lnTo>
                    <a:pt x="7667624" y="3447"/>
                  </a:lnTo>
                  <a:lnTo>
                    <a:pt x="7668089" y="2324"/>
                  </a:lnTo>
                  <a:lnTo>
                    <a:pt x="7669948" y="464"/>
                  </a:lnTo>
                  <a:lnTo>
                    <a:pt x="7671071" y="0"/>
                  </a:lnTo>
                  <a:lnTo>
                    <a:pt x="7673701" y="0"/>
                  </a:lnTo>
                  <a:lnTo>
                    <a:pt x="7674824" y="464"/>
                  </a:lnTo>
                  <a:lnTo>
                    <a:pt x="7676684" y="2324"/>
                  </a:lnTo>
                  <a:lnTo>
                    <a:pt x="7677149" y="3447"/>
                  </a:lnTo>
                  <a:lnTo>
                    <a:pt x="7677149" y="6077"/>
                  </a:lnTo>
                  <a:lnTo>
                    <a:pt x="7676684" y="7200"/>
                  </a:lnTo>
                  <a:lnTo>
                    <a:pt x="7674824" y="9060"/>
                  </a:lnTo>
                  <a:lnTo>
                    <a:pt x="7673701" y="9524"/>
                  </a:lnTo>
                  <a:close/>
                </a:path>
                <a:path w="11534775" h="9525">
                  <a:moveTo>
                    <a:pt x="7721327" y="9524"/>
                  </a:moveTo>
                  <a:lnTo>
                    <a:pt x="7718696" y="9524"/>
                  </a:lnTo>
                  <a:lnTo>
                    <a:pt x="7717573" y="9060"/>
                  </a:lnTo>
                  <a:lnTo>
                    <a:pt x="7715714" y="7200"/>
                  </a:lnTo>
                  <a:lnTo>
                    <a:pt x="7715249" y="6077"/>
                  </a:lnTo>
                  <a:lnTo>
                    <a:pt x="7715249" y="3447"/>
                  </a:lnTo>
                  <a:lnTo>
                    <a:pt x="7715714" y="2324"/>
                  </a:lnTo>
                  <a:lnTo>
                    <a:pt x="7717573" y="464"/>
                  </a:lnTo>
                  <a:lnTo>
                    <a:pt x="7718696" y="0"/>
                  </a:lnTo>
                  <a:lnTo>
                    <a:pt x="7721327" y="0"/>
                  </a:lnTo>
                  <a:lnTo>
                    <a:pt x="7722449" y="464"/>
                  </a:lnTo>
                  <a:lnTo>
                    <a:pt x="7724309" y="2324"/>
                  </a:lnTo>
                  <a:lnTo>
                    <a:pt x="7724774" y="3447"/>
                  </a:lnTo>
                  <a:lnTo>
                    <a:pt x="7724774" y="6077"/>
                  </a:lnTo>
                  <a:lnTo>
                    <a:pt x="7724309" y="7200"/>
                  </a:lnTo>
                  <a:lnTo>
                    <a:pt x="7722449" y="9060"/>
                  </a:lnTo>
                  <a:lnTo>
                    <a:pt x="7721327" y="9524"/>
                  </a:lnTo>
                  <a:close/>
                </a:path>
                <a:path w="11534775" h="9525">
                  <a:moveTo>
                    <a:pt x="7768951" y="9524"/>
                  </a:moveTo>
                  <a:lnTo>
                    <a:pt x="7766321" y="9524"/>
                  </a:lnTo>
                  <a:lnTo>
                    <a:pt x="7765198" y="9060"/>
                  </a:lnTo>
                  <a:lnTo>
                    <a:pt x="7763339" y="7200"/>
                  </a:lnTo>
                  <a:lnTo>
                    <a:pt x="7762874" y="6077"/>
                  </a:lnTo>
                  <a:lnTo>
                    <a:pt x="7762874" y="3447"/>
                  </a:lnTo>
                  <a:lnTo>
                    <a:pt x="7763339" y="2324"/>
                  </a:lnTo>
                  <a:lnTo>
                    <a:pt x="7765198" y="464"/>
                  </a:lnTo>
                  <a:lnTo>
                    <a:pt x="7766321" y="0"/>
                  </a:lnTo>
                  <a:lnTo>
                    <a:pt x="7768951" y="0"/>
                  </a:lnTo>
                  <a:lnTo>
                    <a:pt x="7770074" y="464"/>
                  </a:lnTo>
                  <a:lnTo>
                    <a:pt x="7771933" y="2324"/>
                  </a:lnTo>
                  <a:lnTo>
                    <a:pt x="7772399" y="3447"/>
                  </a:lnTo>
                  <a:lnTo>
                    <a:pt x="7772399" y="6077"/>
                  </a:lnTo>
                  <a:lnTo>
                    <a:pt x="7771933" y="7200"/>
                  </a:lnTo>
                  <a:lnTo>
                    <a:pt x="7770074" y="9060"/>
                  </a:lnTo>
                  <a:lnTo>
                    <a:pt x="7768951" y="9524"/>
                  </a:lnTo>
                  <a:close/>
                </a:path>
                <a:path w="11534775" h="9525">
                  <a:moveTo>
                    <a:pt x="7816577" y="9524"/>
                  </a:moveTo>
                  <a:lnTo>
                    <a:pt x="7813946" y="9524"/>
                  </a:lnTo>
                  <a:lnTo>
                    <a:pt x="7812823" y="9060"/>
                  </a:lnTo>
                  <a:lnTo>
                    <a:pt x="7810964" y="7200"/>
                  </a:lnTo>
                  <a:lnTo>
                    <a:pt x="7810499" y="6077"/>
                  </a:lnTo>
                  <a:lnTo>
                    <a:pt x="7810499" y="3447"/>
                  </a:lnTo>
                  <a:lnTo>
                    <a:pt x="7810964" y="2324"/>
                  </a:lnTo>
                  <a:lnTo>
                    <a:pt x="7812823" y="464"/>
                  </a:lnTo>
                  <a:lnTo>
                    <a:pt x="7813946" y="0"/>
                  </a:lnTo>
                  <a:lnTo>
                    <a:pt x="7816577" y="0"/>
                  </a:lnTo>
                  <a:lnTo>
                    <a:pt x="7817699" y="464"/>
                  </a:lnTo>
                  <a:lnTo>
                    <a:pt x="7819559" y="2324"/>
                  </a:lnTo>
                  <a:lnTo>
                    <a:pt x="7820024" y="3447"/>
                  </a:lnTo>
                  <a:lnTo>
                    <a:pt x="7820024" y="6077"/>
                  </a:lnTo>
                  <a:lnTo>
                    <a:pt x="7819559" y="7200"/>
                  </a:lnTo>
                  <a:lnTo>
                    <a:pt x="7817699" y="9060"/>
                  </a:lnTo>
                  <a:lnTo>
                    <a:pt x="7816577" y="9524"/>
                  </a:lnTo>
                  <a:close/>
                </a:path>
                <a:path w="11534775" h="9525">
                  <a:moveTo>
                    <a:pt x="7864201" y="9524"/>
                  </a:moveTo>
                  <a:lnTo>
                    <a:pt x="7861571" y="9524"/>
                  </a:lnTo>
                  <a:lnTo>
                    <a:pt x="7860448" y="9060"/>
                  </a:lnTo>
                  <a:lnTo>
                    <a:pt x="7858589" y="7200"/>
                  </a:lnTo>
                  <a:lnTo>
                    <a:pt x="7858124" y="6077"/>
                  </a:lnTo>
                  <a:lnTo>
                    <a:pt x="7858124" y="3447"/>
                  </a:lnTo>
                  <a:lnTo>
                    <a:pt x="7858589" y="2324"/>
                  </a:lnTo>
                  <a:lnTo>
                    <a:pt x="7860448" y="464"/>
                  </a:lnTo>
                  <a:lnTo>
                    <a:pt x="7861571" y="0"/>
                  </a:lnTo>
                  <a:lnTo>
                    <a:pt x="7864201" y="0"/>
                  </a:lnTo>
                  <a:lnTo>
                    <a:pt x="7865324" y="464"/>
                  </a:lnTo>
                  <a:lnTo>
                    <a:pt x="7867183" y="2324"/>
                  </a:lnTo>
                  <a:lnTo>
                    <a:pt x="7867649" y="3447"/>
                  </a:lnTo>
                  <a:lnTo>
                    <a:pt x="7867649" y="6077"/>
                  </a:lnTo>
                  <a:lnTo>
                    <a:pt x="7867183" y="7200"/>
                  </a:lnTo>
                  <a:lnTo>
                    <a:pt x="7865324" y="9060"/>
                  </a:lnTo>
                  <a:lnTo>
                    <a:pt x="7864201" y="9524"/>
                  </a:lnTo>
                  <a:close/>
                </a:path>
                <a:path w="11534775" h="9525">
                  <a:moveTo>
                    <a:pt x="7911827" y="9524"/>
                  </a:moveTo>
                  <a:lnTo>
                    <a:pt x="7909196" y="9524"/>
                  </a:lnTo>
                  <a:lnTo>
                    <a:pt x="7908073" y="9060"/>
                  </a:lnTo>
                  <a:lnTo>
                    <a:pt x="7906214" y="7200"/>
                  </a:lnTo>
                  <a:lnTo>
                    <a:pt x="7905749" y="6077"/>
                  </a:lnTo>
                  <a:lnTo>
                    <a:pt x="7905749" y="3447"/>
                  </a:lnTo>
                  <a:lnTo>
                    <a:pt x="7906214" y="2324"/>
                  </a:lnTo>
                  <a:lnTo>
                    <a:pt x="7908073" y="464"/>
                  </a:lnTo>
                  <a:lnTo>
                    <a:pt x="7909196" y="0"/>
                  </a:lnTo>
                  <a:lnTo>
                    <a:pt x="7911827" y="0"/>
                  </a:lnTo>
                  <a:lnTo>
                    <a:pt x="7912949" y="464"/>
                  </a:lnTo>
                  <a:lnTo>
                    <a:pt x="7914809" y="2324"/>
                  </a:lnTo>
                  <a:lnTo>
                    <a:pt x="7915274" y="3447"/>
                  </a:lnTo>
                  <a:lnTo>
                    <a:pt x="7915274" y="6077"/>
                  </a:lnTo>
                  <a:lnTo>
                    <a:pt x="7914809" y="7200"/>
                  </a:lnTo>
                  <a:lnTo>
                    <a:pt x="7912949" y="9060"/>
                  </a:lnTo>
                  <a:lnTo>
                    <a:pt x="7911827" y="9524"/>
                  </a:lnTo>
                  <a:close/>
                </a:path>
                <a:path w="11534775" h="9525">
                  <a:moveTo>
                    <a:pt x="7959451" y="9524"/>
                  </a:moveTo>
                  <a:lnTo>
                    <a:pt x="7956821" y="9524"/>
                  </a:lnTo>
                  <a:lnTo>
                    <a:pt x="7955698" y="9060"/>
                  </a:lnTo>
                  <a:lnTo>
                    <a:pt x="7953839" y="7200"/>
                  </a:lnTo>
                  <a:lnTo>
                    <a:pt x="7953374" y="6077"/>
                  </a:lnTo>
                  <a:lnTo>
                    <a:pt x="7953374" y="3447"/>
                  </a:lnTo>
                  <a:lnTo>
                    <a:pt x="7953839" y="2324"/>
                  </a:lnTo>
                  <a:lnTo>
                    <a:pt x="7955698" y="464"/>
                  </a:lnTo>
                  <a:lnTo>
                    <a:pt x="7956821" y="0"/>
                  </a:lnTo>
                  <a:lnTo>
                    <a:pt x="7959451" y="0"/>
                  </a:lnTo>
                  <a:lnTo>
                    <a:pt x="7960574" y="464"/>
                  </a:lnTo>
                  <a:lnTo>
                    <a:pt x="7962434" y="2324"/>
                  </a:lnTo>
                  <a:lnTo>
                    <a:pt x="7962899" y="3447"/>
                  </a:lnTo>
                  <a:lnTo>
                    <a:pt x="7962899" y="6077"/>
                  </a:lnTo>
                  <a:lnTo>
                    <a:pt x="7962434" y="7200"/>
                  </a:lnTo>
                  <a:lnTo>
                    <a:pt x="7960574" y="9060"/>
                  </a:lnTo>
                  <a:lnTo>
                    <a:pt x="7959451" y="9524"/>
                  </a:lnTo>
                  <a:close/>
                </a:path>
                <a:path w="11534775" h="9525">
                  <a:moveTo>
                    <a:pt x="8007076" y="9524"/>
                  </a:moveTo>
                  <a:lnTo>
                    <a:pt x="8004447" y="9524"/>
                  </a:lnTo>
                  <a:lnTo>
                    <a:pt x="8003324" y="9060"/>
                  </a:lnTo>
                  <a:lnTo>
                    <a:pt x="8001464" y="7200"/>
                  </a:lnTo>
                  <a:lnTo>
                    <a:pt x="8000999" y="6077"/>
                  </a:lnTo>
                  <a:lnTo>
                    <a:pt x="8000999" y="3447"/>
                  </a:lnTo>
                  <a:lnTo>
                    <a:pt x="8001464" y="2324"/>
                  </a:lnTo>
                  <a:lnTo>
                    <a:pt x="8003324" y="464"/>
                  </a:lnTo>
                  <a:lnTo>
                    <a:pt x="8004447" y="0"/>
                  </a:lnTo>
                  <a:lnTo>
                    <a:pt x="8007076" y="0"/>
                  </a:lnTo>
                  <a:lnTo>
                    <a:pt x="8008199" y="464"/>
                  </a:lnTo>
                  <a:lnTo>
                    <a:pt x="8010059" y="2324"/>
                  </a:lnTo>
                  <a:lnTo>
                    <a:pt x="8010524" y="3447"/>
                  </a:lnTo>
                  <a:lnTo>
                    <a:pt x="8010524" y="6077"/>
                  </a:lnTo>
                  <a:lnTo>
                    <a:pt x="8010059" y="7200"/>
                  </a:lnTo>
                  <a:lnTo>
                    <a:pt x="8008199" y="9060"/>
                  </a:lnTo>
                  <a:lnTo>
                    <a:pt x="8007076" y="9524"/>
                  </a:lnTo>
                  <a:close/>
                </a:path>
                <a:path w="11534775" h="9525">
                  <a:moveTo>
                    <a:pt x="8054701" y="9524"/>
                  </a:moveTo>
                  <a:lnTo>
                    <a:pt x="8052071" y="9524"/>
                  </a:lnTo>
                  <a:lnTo>
                    <a:pt x="8050948" y="9060"/>
                  </a:lnTo>
                  <a:lnTo>
                    <a:pt x="8049089" y="7200"/>
                  </a:lnTo>
                  <a:lnTo>
                    <a:pt x="8048624" y="6077"/>
                  </a:lnTo>
                  <a:lnTo>
                    <a:pt x="8048624" y="3447"/>
                  </a:lnTo>
                  <a:lnTo>
                    <a:pt x="8049089" y="2324"/>
                  </a:lnTo>
                  <a:lnTo>
                    <a:pt x="8050948" y="464"/>
                  </a:lnTo>
                  <a:lnTo>
                    <a:pt x="8052071" y="0"/>
                  </a:lnTo>
                  <a:lnTo>
                    <a:pt x="8054701" y="0"/>
                  </a:lnTo>
                  <a:lnTo>
                    <a:pt x="8055824" y="464"/>
                  </a:lnTo>
                  <a:lnTo>
                    <a:pt x="8057684" y="2324"/>
                  </a:lnTo>
                  <a:lnTo>
                    <a:pt x="8058149" y="3447"/>
                  </a:lnTo>
                  <a:lnTo>
                    <a:pt x="8058149" y="6077"/>
                  </a:lnTo>
                  <a:lnTo>
                    <a:pt x="8057684" y="7200"/>
                  </a:lnTo>
                  <a:lnTo>
                    <a:pt x="8055824" y="9060"/>
                  </a:lnTo>
                  <a:lnTo>
                    <a:pt x="8054701" y="9524"/>
                  </a:lnTo>
                  <a:close/>
                </a:path>
                <a:path w="11534775" h="9525">
                  <a:moveTo>
                    <a:pt x="8102326" y="9524"/>
                  </a:moveTo>
                  <a:lnTo>
                    <a:pt x="8099696" y="9524"/>
                  </a:lnTo>
                  <a:lnTo>
                    <a:pt x="8098573" y="9060"/>
                  </a:lnTo>
                  <a:lnTo>
                    <a:pt x="8096714" y="7200"/>
                  </a:lnTo>
                  <a:lnTo>
                    <a:pt x="8096249" y="6077"/>
                  </a:lnTo>
                  <a:lnTo>
                    <a:pt x="8096249" y="3447"/>
                  </a:lnTo>
                  <a:lnTo>
                    <a:pt x="8096714" y="2324"/>
                  </a:lnTo>
                  <a:lnTo>
                    <a:pt x="8098573" y="464"/>
                  </a:lnTo>
                  <a:lnTo>
                    <a:pt x="8099696" y="0"/>
                  </a:lnTo>
                  <a:lnTo>
                    <a:pt x="8102326" y="0"/>
                  </a:lnTo>
                  <a:lnTo>
                    <a:pt x="8103449" y="464"/>
                  </a:lnTo>
                  <a:lnTo>
                    <a:pt x="8105309" y="2324"/>
                  </a:lnTo>
                  <a:lnTo>
                    <a:pt x="8105774" y="3447"/>
                  </a:lnTo>
                  <a:lnTo>
                    <a:pt x="8105774" y="6077"/>
                  </a:lnTo>
                  <a:lnTo>
                    <a:pt x="8105309" y="7200"/>
                  </a:lnTo>
                  <a:lnTo>
                    <a:pt x="8103449" y="9060"/>
                  </a:lnTo>
                  <a:lnTo>
                    <a:pt x="8102326" y="9524"/>
                  </a:lnTo>
                  <a:close/>
                </a:path>
                <a:path w="11534775" h="9525">
                  <a:moveTo>
                    <a:pt x="8149952" y="9524"/>
                  </a:moveTo>
                  <a:lnTo>
                    <a:pt x="8147321" y="9524"/>
                  </a:lnTo>
                  <a:lnTo>
                    <a:pt x="8146198" y="9060"/>
                  </a:lnTo>
                  <a:lnTo>
                    <a:pt x="8144338" y="7200"/>
                  </a:lnTo>
                  <a:lnTo>
                    <a:pt x="8143874" y="6077"/>
                  </a:lnTo>
                  <a:lnTo>
                    <a:pt x="8143874" y="3447"/>
                  </a:lnTo>
                  <a:lnTo>
                    <a:pt x="8144338" y="2324"/>
                  </a:lnTo>
                  <a:lnTo>
                    <a:pt x="8146198" y="464"/>
                  </a:lnTo>
                  <a:lnTo>
                    <a:pt x="8147321" y="0"/>
                  </a:lnTo>
                  <a:lnTo>
                    <a:pt x="8149952" y="0"/>
                  </a:lnTo>
                  <a:lnTo>
                    <a:pt x="8151074" y="464"/>
                  </a:lnTo>
                  <a:lnTo>
                    <a:pt x="8152934" y="2324"/>
                  </a:lnTo>
                  <a:lnTo>
                    <a:pt x="8153399" y="3447"/>
                  </a:lnTo>
                  <a:lnTo>
                    <a:pt x="8153399" y="6077"/>
                  </a:lnTo>
                  <a:lnTo>
                    <a:pt x="8152934" y="7200"/>
                  </a:lnTo>
                  <a:lnTo>
                    <a:pt x="8151074" y="9060"/>
                  </a:lnTo>
                  <a:lnTo>
                    <a:pt x="8149952" y="9524"/>
                  </a:lnTo>
                  <a:close/>
                </a:path>
                <a:path w="11534775" h="9525">
                  <a:moveTo>
                    <a:pt x="8197576" y="9524"/>
                  </a:moveTo>
                  <a:lnTo>
                    <a:pt x="8194946" y="9524"/>
                  </a:lnTo>
                  <a:lnTo>
                    <a:pt x="8193823" y="9060"/>
                  </a:lnTo>
                  <a:lnTo>
                    <a:pt x="8191964" y="7200"/>
                  </a:lnTo>
                  <a:lnTo>
                    <a:pt x="8191499" y="6077"/>
                  </a:lnTo>
                  <a:lnTo>
                    <a:pt x="8191499" y="3447"/>
                  </a:lnTo>
                  <a:lnTo>
                    <a:pt x="8191964" y="2324"/>
                  </a:lnTo>
                  <a:lnTo>
                    <a:pt x="8193823" y="464"/>
                  </a:lnTo>
                  <a:lnTo>
                    <a:pt x="8194946" y="0"/>
                  </a:lnTo>
                  <a:lnTo>
                    <a:pt x="8197576" y="0"/>
                  </a:lnTo>
                  <a:lnTo>
                    <a:pt x="8198699" y="464"/>
                  </a:lnTo>
                  <a:lnTo>
                    <a:pt x="8200558" y="2324"/>
                  </a:lnTo>
                  <a:lnTo>
                    <a:pt x="8201024" y="3447"/>
                  </a:lnTo>
                  <a:lnTo>
                    <a:pt x="8201024" y="6077"/>
                  </a:lnTo>
                  <a:lnTo>
                    <a:pt x="8200558" y="7200"/>
                  </a:lnTo>
                  <a:lnTo>
                    <a:pt x="8198699" y="9060"/>
                  </a:lnTo>
                  <a:lnTo>
                    <a:pt x="8197576" y="9524"/>
                  </a:lnTo>
                  <a:close/>
                </a:path>
                <a:path w="11534775" h="9525">
                  <a:moveTo>
                    <a:pt x="8245202" y="9524"/>
                  </a:moveTo>
                  <a:lnTo>
                    <a:pt x="8242571" y="9524"/>
                  </a:lnTo>
                  <a:lnTo>
                    <a:pt x="8241448" y="9060"/>
                  </a:lnTo>
                  <a:lnTo>
                    <a:pt x="8239589" y="7200"/>
                  </a:lnTo>
                  <a:lnTo>
                    <a:pt x="8239124" y="6077"/>
                  </a:lnTo>
                  <a:lnTo>
                    <a:pt x="8239124" y="3447"/>
                  </a:lnTo>
                  <a:lnTo>
                    <a:pt x="8239589" y="2324"/>
                  </a:lnTo>
                  <a:lnTo>
                    <a:pt x="8241448" y="464"/>
                  </a:lnTo>
                  <a:lnTo>
                    <a:pt x="8242571" y="0"/>
                  </a:lnTo>
                  <a:lnTo>
                    <a:pt x="8245202" y="0"/>
                  </a:lnTo>
                  <a:lnTo>
                    <a:pt x="8246324" y="464"/>
                  </a:lnTo>
                  <a:lnTo>
                    <a:pt x="8248184" y="2324"/>
                  </a:lnTo>
                  <a:lnTo>
                    <a:pt x="8248649" y="3447"/>
                  </a:lnTo>
                  <a:lnTo>
                    <a:pt x="8248649" y="6077"/>
                  </a:lnTo>
                  <a:lnTo>
                    <a:pt x="8248184" y="7200"/>
                  </a:lnTo>
                  <a:lnTo>
                    <a:pt x="8246324" y="9060"/>
                  </a:lnTo>
                  <a:lnTo>
                    <a:pt x="8245202" y="9524"/>
                  </a:lnTo>
                  <a:close/>
                </a:path>
                <a:path w="11534775" h="9525">
                  <a:moveTo>
                    <a:pt x="8292826" y="9524"/>
                  </a:moveTo>
                  <a:lnTo>
                    <a:pt x="8290196" y="9524"/>
                  </a:lnTo>
                  <a:lnTo>
                    <a:pt x="8289073" y="9060"/>
                  </a:lnTo>
                  <a:lnTo>
                    <a:pt x="8287214" y="7200"/>
                  </a:lnTo>
                  <a:lnTo>
                    <a:pt x="8286749" y="6077"/>
                  </a:lnTo>
                  <a:lnTo>
                    <a:pt x="8286749" y="3447"/>
                  </a:lnTo>
                  <a:lnTo>
                    <a:pt x="8287214" y="2324"/>
                  </a:lnTo>
                  <a:lnTo>
                    <a:pt x="8289073" y="464"/>
                  </a:lnTo>
                  <a:lnTo>
                    <a:pt x="8290196" y="0"/>
                  </a:lnTo>
                  <a:lnTo>
                    <a:pt x="8292826" y="0"/>
                  </a:lnTo>
                  <a:lnTo>
                    <a:pt x="8293949" y="464"/>
                  </a:lnTo>
                  <a:lnTo>
                    <a:pt x="8295808" y="2324"/>
                  </a:lnTo>
                  <a:lnTo>
                    <a:pt x="8296274" y="3447"/>
                  </a:lnTo>
                  <a:lnTo>
                    <a:pt x="8296274" y="6077"/>
                  </a:lnTo>
                  <a:lnTo>
                    <a:pt x="8295808" y="7200"/>
                  </a:lnTo>
                  <a:lnTo>
                    <a:pt x="8293949" y="9060"/>
                  </a:lnTo>
                  <a:lnTo>
                    <a:pt x="8292826" y="9524"/>
                  </a:lnTo>
                  <a:close/>
                </a:path>
                <a:path w="11534775" h="9525">
                  <a:moveTo>
                    <a:pt x="8340452" y="9524"/>
                  </a:moveTo>
                  <a:lnTo>
                    <a:pt x="8337821" y="9524"/>
                  </a:lnTo>
                  <a:lnTo>
                    <a:pt x="8336698" y="9060"/>
                  </a:lnTo>
                  <a:lnTo>
                    <a:pt x="8334839" y="7200"/>
                  </a:lnTo>
                  <a:lnTo>
                    <a:pt x="8334374" y="6077"/>
                  </a:lnTo>
                  <a:lnTo>
                    <a:pt x="8334374" y="3447"/>
                  </a:lnTo>
                  <a:lnTo>
                    <a:pt x="8334839" y="2324"/>
                  </a:lnTo>
                  <a:lnTo>
                    <a:pt x="8336698" y="464"/>
                  </a:lnTo>
                  <a:lnTo>
                    <a:pt x="8337821" y="0"/>
                  </a:lnTo>
                  <a:lnTo>
                    <a:pt x="8340452" y="0"/>
                  </a:lnTo>
                  <a:lnTo>
                    <a:pt x="8341574" y="464"/>
                  </a:lnTo>
                  <a:lnTo>
                    <a:pt x="8343433" y="2324"/>
                  </a:lnTo>
                  <a:lnTo>
                    <a:pt x="8343899" y="3447"/>
                  </a:lnTo>
                  <a:lnTo>
                    <a:pt x="8343899" y="6077"/>
                  </a:lnTo>
                  <a:lnTo>
                    <a:pt x="8343433" y="7200"/>
                  </a:lnTo>
                  <a:lnTo>
                    <a:pt x="8341574" y="9060"/>
                  </a:lnTo>
                  <a:lnTo>
                    <a:pt x="8340452" y="9524"/>
                  </a:lnTo>
                  <a:close/>
                </a:path>
                <a:path w="11534775" h="9525">
                  <a:moveTo>
                    <a:pt x="8388076" y="9524"/>
                  </a:moveTo>
                  <a:lnTo>
                    <a:pt x="8385446" y="9524"/>
                  </a:lnTo>
                  <a:lnTo>
                    <a:pt x="8384323" y="9060"/>
                  </a:lnTo>
                  <a:lnTo>
                    <a:pt x="8382464" y="7200"/>
                  </a:lnTo>
                  <a:lnTo>
                    <a:pt x="8381999" y="6077"/>
                  </a:lnTo>
                  <a:lnTo>
                    <a:pt x="8381999" y="3447"/>
                  </a:lnTo>
                  <a:lnTo>
                    <a:pt x="8382464" y="2324"/>
                  </a:lnTo>
                  <a:lnTo>
                    <a:pt x="8384323" y="464"/>
                  </a:lnTo>
                  <a:lnTo>
                    <a:pt x="8385446" y="0"/>
                  </a:lnTo>
                  <a:lnTo>
                    <a:pt x="8388076" y="0"/>
                  </a:lnTo>
                  <a:lnTo>
                    <a:pt x="8389198" y="464"/>
                  </a:lnTo>
                  <a:lnTo>
                    <a:pt x="8391058" y="2324"/>
                  </a:lnTo>
                  <a:lnTo>
                    <a:pt x="8391524" y="3447"/>
                  </a:lnTo>
                  <a:lnTo>
                    <a:pt x="8391524" y="6077"/>
                  </a:lnTo>
                  <a:lnTo>
                    <a:pt x="8391058" y="7200"/>
                  </a:lnTo>
                  <a:lnTo>
                    <a:pt x="8389198" y="9060"/>
                  </a:lnTo>
                  <a:lnTo>
                    <a:pt x="8388076" y="9524"/>
                  </a:lnTo>
                  <a:close/>
                </a:path>
                <a:path w="11534775" h="9525">
                  <a:moveTo>
                    <a:pt x="8435701" y="9524"/>
                  </a:moveTo>
                  <a:lnTo>
                    <a:pt x="8433071" y="9524"/>
                  </a:lnTo>
                  <a:lnTo>
                    <a:pt x="8431948" y="9060"/>
                  </a:lnTo>
                  <a:lnTo>
                    <a:pt x="8430089" y="7200"/>
                  </a:lnTo>
                  <a:lnTo>
                    <a:pt x="8429624" y="6077"/>
                  </a:lnTo>
                  <a:lnTo>
                    <a:pt x="8429624" y="3447"/>
                  </a:lnTo>
                  <a:lnTo>
                    <a:pt x="8430089" y="2324"/>
                  </a:lnTo>
                  <a:lnTo>
                    <a:pt x="8431948" y="464"/>
                  </a:lnTo>
                  <a:lnTo>
                    <a:pt x="8433071" y="0"/>
                  </a:lnTo>
                  <a:lnTo>
                    <a:pt x="8435701" y="0"/>
                  </a:lnTo>
                  <a:lnTo>
                    <a:pt x="8436824" y="464"/>
                  </a:lnTo>
                  <a:lnTo>
                    <a:pt x="8438683" y="2324"/>
                  </a:lnTo>
                  <a:lnTo>
                    <a:pt x="8439149" y="3447"/>
                  </a:lnTo>
                  <a:lnTo>
                    <a:pt x="8439149" y="6077"/>
                  </a:lnTo>
                  <a:lnTo>
                    <a:pt x="8438683" y="7200"/>
                  </a:lnTo>
                  <a:lnTo>
                    <a:pt x="8436824" y="9060"/>
                  </a:lnTo>
                  <a:lnTo>
                    <a:pt x="8435701" y="9524"/>
                  </a:lnTo>
                  <a:close/>
                </a:path>
                <a:path w="11534775" h="9525">
                  <a:moveTo>
                    <a:pt x="8483326" y="9524"/>
                  </a:moveTo>
                  <a:lnTo>
                    <a:pt x="8480696" y="9524"/>
                  </a:lnTo>
                  <a:lnTo>
                    <a:pt x="8479573" y="9060"/>
                  </a:lnTo>
                  <a:lnTo>
                    <a:pt x="8477714" y="7200"/>
                  </a:lnTo>
                  <a:lnTo>
                    <a:pt x="8477249" y="6077"/>
                  </a:lnTo>
                  <a:lnTo>
                    <a:pt x="8477249" y="3447"/>
                  </a:lnTo>
                  <a:lnTo>
                    <a:pt x="8477714" y="2324"/>
                  </a:lnTo>
                  <a:lnTo>
                    <a:pt x="8479573" y="464"/>
                  </a:lnTo>
                  <a:lnTo>
                    <a:pt x="8480696" y="0"/>
                  </a:lnTo>
                  <a:lnTo>
                    <a:pt x="8483326" y="0"/>
                  </a:lnTo>
                  <a:lnTo>
                    <a:pt x="8484449" y="464"/>
                  </a:lnTo>
                  <a:lnTo>
                    <a:pt x="8486308" y="2324"/>
                  </a:lnTo>
                  <a:lnTo>
                    <a:pt x="8486774" y="3447"/>
                  </a:lnTo>
                  <a:lnTo>
                    <a:pt x="8486774" y="6077"/>
                  </a:lnTo>
                  <a:lnTo>
                    <a:pt x="8486308" y="7200"/>
                  </a:lnTo>
                  <a:lnTo>
                    <a:pt x="8484449" y="9060"/>
                  </a:lnTo>
                  <a:lnTo>
                    <a:pt x="8483326" y="9524"/>
                  </a:lnTo>
                  <a:close/>
                </a:path>
                <a:path w="11534775" h="9525">
                  <a:moveTo>
                    <a:pt x="8530951" y="9524"/>
                  </a:moveTo>
                  <a:lnTo>
                    <a:pt x="8528321" y="9524"/>
                  </a:lnTo>
                  <a:lnTo>
                    <a:pt x="8527198" y="9060"/>
                  </a:lnTo>
                  <a:lnTo>
                    <a:pt x="8525339" y="7200"/>
                  </a:lnTo>
                  <a:lnTo>
                    <a:pt x="8524874" y="6077"/>
                  </a:lnTo>
                  <a:lnTo>
                    <a:pt x="8524874" y="3447"/>
                  </a:lnTo>
                  <a:lnTo>
                    <a:pt x="8525339" y="2324"/>
                  </a:lnTo>
                  <a:lnTo>
                    <a:pt x="8527198" y="464"/>
                  </a:lnTo>
                  <a:lnTo>
                    <a:pt x="8528321" y="0"/>
                  </a:lnTo>
                  <a:lnTo>
                    <a:pt x="8530951" y="0"/>
                  </a:lnTo>
                  <a:lnTo>
                    <a:pt x="8532074" y="464"/>
                  </a:lnTo>
                  <a:lnTo>
                    <a:pt x="8533933" y="2324"/>
                  </a:lnTo>
                  <a:lnTo>
                    <a:pt x="8534399" y="3447"/>
                  </a:lnTo>
                  <a:lnTo>
                    <a:pt x="8534399" y="6077"/>
                  </a:lnTo>
                  <a:lnTo>
                    <a:pt x="8533933" y="7200"/>
                  </a:lnTo>
                  <a:lnTo>
                    <a:pt x="8532074" y="9060"/>
                  </a:lnTo>
                  <a:lnTo>
                    <a:pt x="8530951" y="9524"/>
                  </a:lnTo>
                  <a:close/>
                </a:path>
                <a:path w="11534775" h="9525">
                  <a:moveTo>
                    <a:pt x="8578576" y="9524"/>
                  </a:moveTo>
                  <a:lnTo>
                    <a:pt x="8575946" y="9524"/>
                  </a:lnTo>
                  <a:lnTo>
                    <a:pt x="8574823" y="9060"/>
                  </a:lnTo>
                  <a:lnTo>
                    <a:pt x="8572963" y="7200"/>
                  </a:lnTo>
                  <a:lnTo>
                    <a:pt x="8572499" y="6077"/>
                  </a:lnTo>
                  <a:lnTo>
                    <a:pt x="8572499" y="3447"/>
                  </a:lnTo>
                  <a:lnTo>
                    <a:pt x="8572963" y="2324"/>
                  </a:lnTo>
                  <a:lnTo>
                    <a:pt x="8574823" y="464"/>
                  </a:lnTo>
                  <a:lnTo>
                    <a:pt x="8575946" y="0"/>
                  </a:lnTo>
                  <a:lnTo>
                    <a:pt x="8578576" y="0"/>
                  </a:lnTo>
                  <a:lnTo>
                    <a:pt x="8579699" y="464"/>
                  </a:lnTo>
                  <a:lnTo>
                    <a:pt x="8581558" y="2324"/>
                  </a:lnTo>
                  <a:lnTo>
                    <a:pt x="8582024" y="3447"/>
                  </a:lnTo>
                  <a:lnTo>
                    <a:pt x="8582024" y="6077"/>
                  </a:lnTo>
                  <a:lnTo>
                    <a:pt x="8581558" y="7200"/>
                  </a:lnTo>
                  <a:lnTo>
                    <a:pt x="8579699" y="9060"/>
                  </a:lnTo>
                  <a:lnTo>
                    <a:pt x="8578576" y="9524"/>
                  </a:lnTo>
                  <a:close/>
                </a:path>
                <a:path w="11534775" h="9525">
                  <a:moveTo>
                    <a:pt x="8626201" y="9524"/>
                  </a:moveTo>
                  <a:lnTo>
                    <a:pt x="8623570" y="9524"/>
                  </a:lnTo>
                  <a:lnTo>
                    <a:pt x="8622448" y="9060"/>
                  </a:lnTo>
                  <a:lnTo>
                    <a:pt x="8620588" y="7200"/>
                  </a:lnTo>
                  <a:lnTo>
                    <a:pt x="8620123" y="6077"/>
                  </a:lnTo>
                  <a:lnTo>
                    <a:pt x="8620123" y="3447"/>
                  </a:lnTo>
                  <a:lnTo>
                    <a:pt x="8620588" y="2324"/>
                  </a:lnTo>
                  <a:lnTo>
                    <a:pt x="8622448" y="464"/>
                  </a:lnTo>
                  <a:lnTo>
                    <a:pt x="8623570" y="0"/>
                  </a:lnTo>
                  <a:lnTo>
                    <a:pt x="8626201" y="0"/>
                  </a:lnTo>
                  <a:lnTo>
                    <a:pt x="8627324" y="464"/>
                  </a:lnTo>
                  <a:lnTo>
                    <a:pt x="8629183" y="2324"/>
                  </a:lnTo>
                  <a:lnTo>
                    <a:pt x="8629649" y="3447"/>
                  </a:lnTo>
                  <a:lnTo>
                    <a:pt x="8629649" y="6077"/>
                  </a:lnTo>
                  <a:lnTo>
                    <a:pt x="8629183" y="7200"/>
                  </a:lnTo>
                  <a:lnTo>
                    <a:pt x="8627324" y="9060"/>
                  </a:lnTo>
                  <a:lnTo>
                    <a:pt x="8626201" y="9524"/>
                  </a:lnTo>
                  <a:close/>
                </a:path>
                <a:path w="11534775" h="9525">
                  <a:moveTo>
                    <a:pt x="8673826" y="9524"/>
                  </a:moveTo>
                  <a:lnTo>
                    <a:pt x="8671195" y="9524"/>
                  </a:lnTo>
                  <a:lnTo>
                    <a:pt x="8670073" y="9060"/>
                  </a:lnTo>
                  <a:lnTo>
                    <a:pt x="8668213" y="7200"/>
                  </a:lnTo>
                  <a:lnTo>
                    <a:pt x="8667748" y="6077"/>
                  </a:lnTo>
                  <a:lnTo>
                    <a:pt x="8667748" y="3447"/>
                  </a:lnTo>
                  <a:lnTo>
                    <a:pt x="8668213" y="2324"/>
                  </a:lnTo>
                  <a:lnTo>
                    <a:pt x="8670073" y="464"/>
                  </a:lnTo>
                  <a:lnTo>
                    <a:pt x="8671195" y="0"/>
                  </a:lnTo>
                  <a:lnTo>
                    <a:pt x="8673826" y="0"/>
                  </a:lnTo>
                  <a:lnTo>
                    <a:pt x="8674948" y="464"/>
                  </a:lnTo>
                  <a:lnTo>
                    <a:pt x="8676808" y="2324"/>
                  </a:lnTo>
                  <a:lnTo>
                    <a:pt x="8677273" y="3447"/>
                  </a:lnTo>
                  <a:lnTo>
                    <a:pt x="8677273" y="6077"/>
                  </a:lnTo>
                  <a:lnTo>
                    <a:pt x="8676808" y="7200"/>
                  </a:lnTo>
                  <a:lnTo>
                    <a:pt x="8674948" y="9060"/>
                  </a:lnTo>
                  <a:lnTo>
                    <a:pt x="8673826" y="9524"/>
                  </a:lnTo>
                  <a:close/>
                </a:path>
                <a:path w="11534775" h="9525">
                  <a:moveTo>
                    <a:pt x="8721452" y="9524"/>
                  </a:moveTo>
                  <a:lnTo>
                    <a:pt x="8718822" y="9524"/>
                  </a:lnTo>
                  <a:lnTo>
                    <a:pt x="8717698" y="9060"/>
                  </a:lnTo>
                  <a:lnTo>
                    <a:pt x="8715839" y="7200"/>
                  </a:lnTo>
                  <a:lnTo>
                    <a:pt x="8715374" y="6077"/>
                  </a:lnTo>
                  <a:lnTo>
                    <a:pt x="8715374" y="3447"/>
                  </a:lnTo>
                  <a:lnTo>
                    <a:pt x="8715839" y="2324"/>
                  </a:lnTo>
                  <a:lnTo>
                    <a:pt x="8717698" y="464"/>
                  </a:lnTo>
                  <a:lnTo>
                    <a:pt x="8718822" y="0"/>
                  </a:lnTo>
                  <a:lnTo>
                    <a:pt x="8721452" y="0"/>
                  </a:lnTo>
                  <a:lnTo>
                    <a:pt x="8722574" y="464"/>
                  </a:lnTo>
                  <a:lnTo>
                    <a:pt x="8724434" y="2324"/>
                  </a:lnTo>
                  <a:lnTo>
                    <a:pt x="8724899" y="3447"/>
                  </a:lnTo>
                  <a:lnTo>
                    <a:pt x="8724899" y="6077"/>
                  </a:lnTo>
                  <a:lnTo>
                    <a:pt x="8724434" y="7200"/>
                  </a:lnTo>
                  <a:lnTo>
                    <a:pt x="8722574" y="9060"/>
                  </a:lnTo>
                  <a:lnTo>
                    <a:pt x="8721452" y="9524"/>
                  </a:lnTo>
                  <a:close/>
                </a:path>
                <a:path w="11534775" h="9525">
                  <a:moveTo>
                    <a:pt x="8769077" y="9524"/>
                  </a:moveTo>
                  <a:lnTo>
                    <a:pt x="8766447" y="9524"/>
                  </a:lnTo>
                  <a:lnTo>
                    <a:pt x="8765324" y="9060"/>
                  </a:lnTo>
                  <a:lnTo>
                    <a:pt x="8763464" y="7200"/>
                  </a:lnTo>
                  <a:lnTo>
                    <a:pt x="8762999" y="6077"/>
                  </a:lnTo>
                  <a:lnTo>
                    <a:pt x="8762999" y="3447"/>
                  </a:lnTo>
                  <a:lnTo>
                    <a:pt x="8763464" y="2324"/>
                  </a:lnTo>
                  <a:lnTo>
                    <a:pt x="8765324" y="464"/>
                  </a:lnTo>
                  <a:lnTo>
                    <a:pt x="8766447" y="0"/>
                  </a:lnTo>
                  <a:lnTo>
                    <a:pt x="8769077" y="0"/>
                  </a:lnTo>
                  <a:lnTo>
                    <a:pt x="8770199" y="464"/>
                  </a:lnTo>
                  <a:lnTo>
                    <a:pt x="8772059" y="2324"/>
                  </a:lnTo>
                  <a:lnTo>
                    <a:pt x="8772524" y="3447"/>
                  </a:lnTo>
                  <a:lnTo>
                    <a:pt x="8772524" y="6077"/>
                  </a:lnTo>
                  <a:lnTo>
                    <a:pt x="8772059" y="7200"/>
                  </a:lnTo>
                  <a:lnTo>
                    <a:pt x="8770199" y="9060"/>
                  </a:lnTo>
                  <a:lnTo>
                    <a:pt x="8769077" y="9524"/>
                  </a:lnTo>
                  <a:close/>
                </a:path>
                <a:path w="11534775" h="9525">
                  <a:moveTo>
                    <a:pt x="8816701" y="9524"/>
                  </a:moveTo>
                  <a:lnTo>
                    <a:pt x="8814071" y="9524"/>
                  </a:lnTo>
                  <a:lnTo>
                    <a:pt x="8812948" y="9060"/>
                  </a:lnTo>
                  <a:lnTo>
                    <a:pt x="8811089" y="7200"/>
                  </a:lnTo>
                  <a:lnTo>
                    <a:pt x="8810624" y="6077"/>
                  </a:lnTo>
                  <a:lnTo>
                    <a:pt x="8810624" y="3447"/>
                  </a:lnTo>
                  <a:lnTo>
                    <a:pt x="8811089" y="2324"/>
                  </a:lnTo>
                  <a:lnTo>
                    <a:pt x="8812948" y="464"/>
                  </a:lnTo>
                  <a:lnTo>
                    <a:pt x="8814071" y="0"/>
                  </a:lnTo>
                  <a:lnTo>
                    <a:pt x="8816701" y="0"/>
                  </a:lnTo>
                  <a:lnTo>
                    <a:pt x="8817824" y="464"/>
                  </a:lnTo>
                  <a:lnTo>
                    <a:pt x="8819683" y="2324"/>
                  </a:lnTo>
                  <a:lnTo>
                    <a:pt x="8820149" y="3447"/>
                  </a:lnTo>
                  <a:lnTo>
                    <a:pt x="8820149" y="6077"/>
                  </a:lnTo>
                  <a:lnTo>
                    <a:pt x="8819683" y="7200"/>
                  </a:lnTo>
                  <a:lnTo>
                    <a:pt x="8817824" y="9060"/>
                  </a:lnTo>
                  <a:lnTo>
                    <a:pt x="8816701" y="9524"/>
                  </a:lnTo>
                  <a:close/>
                </a:path>
                <a:path w="11534775" h="9525">
                  <a:moveTo>
                    <a:pt x="8864327" y="9524"/>
                  </a:moveTo>
                  <a:lnTo>
                    <a:pt x="8861696" y="9524"/>
                  </a:lnTo>
                  <a:lnTo>
                    <a:pt x="8860573" y="9060"/>
                  </a:lnTo>
                  <a:lnTo>
                    <a:pt x="8858714" y="7200"/>
                  </a:lnTo>
                  <a:lnTo>
                    <a:pt x="8858249" y="6077"/>
                  </a:lnTo>
                  <a:lnTo>
                    <a:pt x="8858249" y="3447"/>
                  </a:lnTo>
                  <a:lnTo>
                    <a:pt x="8858714" y="2324"/>
                  </a:lnTo>
                  <a:lnTo>
                    <a:pt x="8860573" y="464"/>
                  </a:lnTo>
                  <a:lnTo>
                    <a:pt x="8861696" y="0"/>
                  </a:lnTo>
                  <a:lnTo>
                    <a:pt x="8864327" y="0"/>
                  </a:lnTo>
                  <a:lnTo>
                    <a:pt x="8865449" y="464"/>
                  </a:lnTo>
                  <a:lnTo>
                    <a:pt x="8867308" y="2324"/>
                  </a:lnTo>
                  <a:lnTo>
                    <a:pt x="8867774" y="3447"/>
                  </a:lnTo>
                  <a:lnTo>
                    <a:pt x="8867774" y="6077"/>
                  </a:lnTo>
                  <a:lnTo>
                    <a:pt x="8867308" y="7200"/>
                  </a:lnTo>
                  <a:lnTo>
                    <a:pt x="8865449" y="9060"/>
                  </a:lnTo>
                  <a:lnTo>
                    <a:pt x="8864327" y="9524"/>
                  </a:lnTo>
                  <a:close/>
                </a:path>
                <a:path w="11534775" h="9525">
                  <a:moveTo>
                    <a:pt x="8911951" y="9524"/>
                  </a:moveTo>
                  <a:lnTo>
                    <a:pt x="8909321" y="9524"/>
                  </a:lnTo>
                  <a:lnTo>
                    <a:pt x="8908198" y="9060"/>
                  </a:lnTo>
                  <a:lnTo>
                    <a:pt x="8906339" y="7200"/>
                  </a:lnTo>
                  <a:lnTo>
                    <a:pt x="8905874" y="6077"/>
                  </a:lnTo>
                  <a:lnTo>
                    <a:pt x="8905874" y="3447"/>
                  </a:lnTo>
                  <a:lnTo>
                    <a:pt x="8906339" y="2324"/>
                  </a:lnTo>
                  <a:lnTo>
                    <a:pt x="8908198" y="464"/>
                  </a:lnTo>
                  <a:lnTo>
                    <a:pt x="8909321" y="0"/>
                  </a:lnTo>
                  <a:lnTo>
                    <a:pt x="8911951" y="0"/>
                  </a:lnTo>
                  <a:lnTo>
                    <a:pt x="8913073" y="464"/>
                  </a:lnTo>
                  <a:lnTo>
                    <a:pt x="8914933" y="2324"/>
                  </a:lnTo>
                  <a:lnTo>
                    <a:pt x="8915399" y="3447"/>
                  </a:lnTo>
                  <a:lnTo>
                    <a:pt x="8915399" y="6077"/>
                  </a:lnTo>
                  <a:lnTo>
                    <a:pt x="8914933" y="7200"/>
                  </a:lnTo>
                  <a:lnTo>
                    <a:pt x="8913073" y="9060"/>
                  </a:lnTo>
                  <a:lnTo>
                    <a:pt x="8911951" y="9524"/>
                  </a:lnTo>
                  <a:close/>
                </a:path>
                <a:path w="11534775" h="9525">
                  <a:moveTo>
                    <a:pt x="8959576" y="9524"/>
                  </a:moveTo>
                  <a:lnTo>
                    <a:pt x="8956946" y="9524"/>
                  </a:lnTo>
                  <a:lnTo>
                    <a:pt x="8955823" y="9060"/>
                  </a:lnTo>
                  <a:lnTo>
                    <a:pt x="8953964" y="7200"/>
                  </a:lnTo>
                  <a:lnTo>
                    <a:pt x="8953499" y="6077"/>
                  </a:lnTo>
                  <a:lnTo>
                    <a:pt x="8953499" y="3447"/>
                  </a:lnTo>
                  <a:lnTo>
                    <a:pt x="8953964" y="2324"/>
                  </a:lnTo>
                  <a:lnTo>
                    <a:pt x="8955823" y="464"/>
                  </a:lnTo>
                  <a:lnTo>
                    <a:pt x="8956946" y="0"/>
                  </a:lnTo>
                  <a:lnTo>
                    <a:pt x="8959576" y="0"/>
                  </a:lnTo>
                  <a:lnTo>
                    <a:pt x="8960699" y="464"/>
                  </a:lnTo>
                  <a:lnTo>
                    <a:pt x="8962558" y="2324"/>
                  </a:lnTo>
                  <a:lnTo>
                    <a:pt x="8963024" y="3447"/>
                  </a:lnTo>
                  <a:lnTo>
                    <a:pt x="8963024" y="6077"/>
                  </a:lnTo>
                  <a:lnTo>
                    <a:pt x="8962558" y="7200"/>
                  </a:lnTo>
                  <a:lnTo>
                    <a:pt x="8960699" y="9060"/>
                  </a:lnTo>
                  <a:lnTo>
                    <a:pt x="8959576" y="9524"/>
                  </a:lnTo>
                  <a:close/>
                </a:path>
                <a:path w="11534775" h="9525">
                  <a:moveTo>
                    <a:pt x="9007201" y="9524"/>
                  </a:moveTo>
                  <a:lnTo>
                    <a:pt x="9004571" y="9524"/>
                  </a:lnTo>
                  <a:lnTo>
                    <a:pt x="9003448" y="9060"/>
                  </a:lnTo>
                  <a:lnTo>
                    <a:pt x="9001589" y="7200"/>
                  </a:lnTo>
                  <a:lnTo>
                    <a:pt x="9001124" y="6077"/>
                  </a:lnTo>
                  <a:lnTo>
                    <a:pt x="9001124" y="3447"/>
                  </a:lnTo>
                  <a:lnTo>
                    <a:pt x="9001589" y="2324"/>
                  </a:lnTo>
                  <a:lnTo>
                    <a:pt x="9003448" y="464"/>
                  </a:lnTo>
                  <a:lnTo>
                    <a:pt x="9004571" y="0"/>
                  </a:lnTo>
                  <a:lnTo>
                    <a:pt x="9007201" y="0"/>
                  </a:lnTo>
                  <a:lnTo>
                    <a:pt x="9008324" y="464"/>
                  </a:lnTo>
                  <a:lnTo>
                    <a:pt x="9010183" y="2324"/>
                  </a:lnTo>
                  <a:lnTo>
                    <a:pt x="9010649" y="3447"/>
                  </a:lnTo>
                  <a:lnTo>
                    <a:pt x="9010649" y="6077"/>
                  </a:lnTo>
                  <a:lnTo>
                    <a:pt x="9010183" y="7200"/>
                  </a:lnTo>
                  <a:lnTo>
                    <a:pt x="9008324" y="9060"/>
                  </a:lnTo>
                  <a:lnTo>
                    <a:pt x="9007201" y="9524"/>
                  </a:lnTo>
                  <a:close/>
                </a:path>
                <a:path w="11534775" h="9525">
                  <a:moveTo>
                    <a:pt x="9054826" y="9524"/>
                  </a:moveTo>
                  <a:lnTo>
                    <a:pt x="9052196" y="9524"/>
                  </a:lnTo>
                  <a:lnTo>
                    <a:pt x="9051073" y="9060"/>
                  </a:lnTo>
                  <a:lnTo>
                    <a:pt x="9049214" y="7200"/>
                  </a:lnTo>
                  <a:lnTo>
                    <a:pt x="9048749" y="6077"/>
                  </a:lnTo>
                  <a:lnTo>
                    <a:pt x="9048749" y="3447"/>
                  </a:lnTo>
                  <a:lnTo>
                    <a:pt x="9049214" y="2324"/>
                  </a:lnTo>
                  <a:lnTo>
                    <a:pt x="9051073" y="464"/>
                  </a:lnTo>
                  <a:lnTo>
                    <a:pt x="9052196" y="0"/>
                  </a:lnTo>
                  <a:lnTo>
                    <a:pt x="9054826" y="0"/>
                  </a:lnTo>
                  <a:lnTo>
                    <a:pt x="9055949" y="464"/>
                  </a:lnTo>
                  <a:lnTo>
                    <a:pt x="9057808" y="2324"/>
                  </a:lnTo>
                  <a:lnTo>
                    <a:pt x="9058274" y="3447"/>
                  </a:lnTo>
                  <a:lnTo>
                    <a:pt x="9058274" y="6077"/>
                  </a:lnTo>
                  <a:lnTo>
                    <a:pt x="9057808" y="7200"/>
                  </a:lnTo>
                  <a:lnTo>
                    <a:pt x="9055949" y="9060"/>
                  </a:lnTo>
                  <a:lnTo>
                    <a:pt x="9054826" y="9524"/>
                  </a:lnTo>
                  <a:close/>
                </a:path>
                <a:path w="11534775" h="9525">
                  <a:moveTo>
                    <a:pt x="9102451" y="9524"/>
                  </a:moveTo>
                  <a:lnTo>
                    <a:pt x="9099821" y="9524"/>
                  </a:lnTo>
                  <a:lnTo>
                    <a:pt x="9098698" y="9060"/>
                  </a:lnTo>
                  <a:lnTo>
                    <a:pt x="9096838" y="7200"/>
                  </a:lnTo>
                  <a:lnTo>
                    <a:pt x="9096374" y="6077"/>
                  </a:lnTo>
                  <a:lnTo>
                    <a:pt x="9096374" y="3447"/>
                  </a:lnTo>
                  <a:lnTo>
                    <a:pt x="9096838" y="2324"/>
                  </a:lnTo>
                  <a:lnTo>
                    <a:pt x="9098698" y="464"/>
                  </a:lnTo>
                  <a:lnTo>
                    <a:pt x="9099821" y="0"/>
                  </a:lnTo>
                  <a:lnTo>
                    <a:pt x="9102451" y="0"/>
                  </a:lnTo>
                  <a:lnTo>
                    <a:pt x="9103574" y="464"/>
                  </a:lnTo>
                  <a:lnTo>
                    <a:pt x="9105433" y="2324"/>
                  </a:lnTo>
                  <a:lnTo>
                    <a:pt x="9105899" y="3447"/>
                  </a:lnTo>
                  <a:lnTo>
                    <a:pt x="9105899" y="6077"/>
                  </a:lnTo>
                  <a:lnTo>
                    <a:pt x="9105433" y="7200"/>
                  </a:lnTo>
                  <a:lnTo>
                    <a:pt x="9103574" y="9060"/>
                  </a:lnTo>
                  <a:lnTo>
                    <a:pt x="9102451" y="9524"/>
                  </a:lnTo>
                  <a:close/>
                </a:path>
                <a:path w="11534775" h="9525">
                  <a:moveTo>
                    <a:pt x="9150076" y="9524"/>
                  </a:moveTo>
                  <a:lnTo>
                    <a:pt x="9147446" y="9524"/>
                  </a:lnTo>
                  <a:lnTo>
                    <a:pt x="9146323" y="9060"/>
                  </a:lnTo>
                  <a:lnTo>
                    <a:pt x="9144464" y="7200"/>
                  </a:lnTo>
                  <a:lnTo>
                    <a:pt x="9143999" y="6077"/>
                  </a:lnTo>
                  <a:lnTo>
                    <a:pt x="9143999" y="3447"/>
                  </a:lnTo>
                  <a:lnTo>
                    <a:pt x="9144464" y="2324"/>
                  </a:lnTo>
                  <a:lnTo>
                    <a:pt x="9146323" y="464"/>
                  </a:lnTo>
                  <a:lnTo>
                    <a:pt x="9147446" y="0"/>
                  </a:lnTo>
                  <a:lnTo>
                    <a:pt x="9150076" y="0"/>
                  </a:lnTo>
                  <a:lnTo>
                    <a:pt x="9151199" y="464"/>
                  </a:lnTo>
                  <a:lnTo>
                    <a:pt x="9153058" y="2324"/>
                  </a:lnTo>
                  <a:lnTo>
                    <a:pt x="9153524" y="3447"/>
                  </a:lnTo>
                  <a:lnTo>
                    <a:pt x="9153524" y="6077"/>
                  </a:lnTo>
                  <a:lnTo>
                    <a:pt x="9153058" y="7200"/>
                  </a:lnTo>
                  <a:lnTo>
                    <a:pt x="9151199" y="9060"/>
                  </a:lnTo>
                  <a:lnTo>
                    <a:pt x="9150076" y="9524"/>
                  </a:lnTo>
                  <a:close/>
                </a:path>
                <a:path w="11534775" h="9525">
                  <a:moveTo>
                    <a:pt x="9197702" y="9524"/>
                  </a:moveTo>
                  <a:lnTo>
                    <a:pt x="9195071" y="9524"/>
                  </a:lnTo>
                  <a:lnTo>
                    <a:pt x="9193948" y="9060"/>
                  </a:lnTo>
                  <a:lnTo>
                    <a:pt x="9192088" y="7200"/>
                  </a:lnTo>
                  <a:lnTo>
                    <a:pt x="9191624" y="6077"/>
                  </a:lnTo>
                  <a:lnTo>
                    <a:pt x="9191624" y="3447"/>
                  </a:lnTo>
                  <a:lnTo>
                    <a:pt x="9192088" y="2324"/>
                  </a:lnTo>
                  <a:lnTo>
                    <a:pt x="9193948" y="464"/>
                  </a:lnTo>
                  <a:lnTo>
                    <a:pt x="9195071" y="0"/>
                  </a:lnTo>
                  <a:lnTo>
                    <a:pt x="9197702" y="0"/>
                  </a:lnTo>
                  <a:lnTo>
                    <a:pt x="9198824" y="464"/>
                  </a:lnTo>
                  <a:lnTo>
                    <a:pt x="9200684" y="2324"/>
                  </a:lnTo>
                  <a:lnTo>
                    <a:pt x="9201149" y="3447"/>
                  </a:lnTo>
                  <a:lnTo>
                    <a:pt x="9201149" y="6077"/>
                  </a:lnTo>
                  <a:lnTo>
                    <a:pt x="9200684" y="7200"/>
                  </a:lnTo>
                  <a:lnTo>
                    <a:pt x="9198824" y="9060"/>
                  </a:lnTo>
                  <a:lnTo>
                    <a:pt x="9197702" y="9524"/>
                  </a:lnTo>
                  <a:close/>
                </a:path>
                <a:path w="11534775" h="9525">
                  <a:moveTo>
                    <a:pt x="9245326" y="9524"/>
                  </a:moveTo>
                  <a:lnTo>
                    <a:pt x="9242696" y="9524"/>
                  </a:lnTo>
                  <a:lnTo>
                    <a:pt x="9241573" y="9060"/>
                  </a:lnTo>
                  <a:lnTo>
                    <a:pt x="9239714" y="7200"/>
                  </a:lnTo>
                  <a:lnTo>
                    <a:pt x="9239249" y="6077"/>
                  </a:lnTo>
                  <a:lnTo>
                    <a:pt x="9239249" y="3447"/>
                  </a:lnTo>
                  <a:lnTo>
                    <a:pt x="9239714" y="2324"/>
                  </a:lnTo>
                  <a:lnTo>
                    <a:pt x="9241573" y="464"/>
                  </a:lnTo>
                  <a:lnTo>
                    <a:pt x="9242696" y="0"/>
                  </a:lnTo>
                  <a:lnTo>
                    <a:pt x="9245326" y="0"/>
                  </a:lnTo>
                  <a:lnTo>
                    <a:pt x="9246449" y="464"/>
                  </a:lnTo>
                  <a:lnTo>
                    <a:pt x="9248308" y="2324"/>
                  </a:lnTo>
                  <a:lnTo>
                    <a:pt x="9248774" y="3447"/>
                  </a:lnTo>
                  <a:lnTo>
                    <a:pt x="9248774" y="6077"/>
                  </a:lnTo>
                  <a:lnTo>
                    <a:pt x="9248308" y="7200"/>
                  </a:lnTo>
                  <a:lnTo>
                    <a:pt x="9246449" y="9060"/>
                  </a:lnTo>
                  <a:lnTo>
                    <a:pt x="9245326" y="9524"/>
                  </a:lnTo>
                  <a:close/>
                </a:path>
                <a:path w="11534775" h="9525">
                  <a:moveTo>
                    <a:pt x="9292952" y="9524"/>
                  </a:moveTo>
                  <a:lnTo>
                    <a:pt x="9290321" y="9524"/>
                  </a:lnTo>
                  <a:lnTo>
                    <a:pt x="9289198" y="9060"/>
                  </a:lnTo>
                  <a:lnTo>
                    <a:pt x="9287339" y="7200"/>
                  </a:lnTo>
                  <a:lnTo>
                    <a:pt x="9286874" y="6077"/>
                  </a:lnTo>
                  <a:lnTo>
                    <a:pt x="9286874" y="3447"/>
                  </a:lnTo>
                  <a:lnTo>
                    <a:pt x="9287339" y="2324"/>
                  </a:lnTo>
                  <a:lnTo>
                    <a:pt x="9289198" y="464"/>
                  </a:lnTo>
                  <a:lnTo>
                    <a:pt x="9290321" y="0"/>
                  </a:lnTo>
                  <a:lnTo>
                    <a:pt x="9292952" y="0"/>
                  </a:lnTo>
                  <a:lnTo>
                    <a:pt x="9294074" y="464"/>
                  </a:lnTo>
                  <a:lnTo>
                    <a:pt x="9295934" y="2324"/>
                  </a:lnTo>
                  <a:lnTo>
                    <a:pt x="9296399" y="3447"/>
                  </a:lnTo>
                  <a:lnTo>
                    <a:pt x="9296399" y="6077"/>
                  </a:lnTo>
                  <a:lnTo>
                    <a:pt x="9295934" y="7200"/>
                  </a:lnTo>
                  <a:lnTo>
                    <a:pt x="9294074" y="9060"/>
                  </a:lnTo>
                  <a:lnTo>
                    <a:pt x="9292952" y="9524"/>
                  </a:lnTo>
                  <a:close/>
                </a:path>
                <a:path w="11534775" h="9525">
                  <a:moveTo>
                    <a:pt x="9340576" y="9524"/>
                  </a:moveTo>
                  <a:lnTo>
                    <a:pt x="9337946" y="9524"/>
                  </a:lnTo>
                  <a:lnTo>
                    <a:pt x="9336823" y="9060"/>
                  </a:lnTo>
                  <a:lnTo>
                    <a:pt x="9334964" y="7200"/>
                  </a:lnTo>
                  <a:lnTo>
                    <a:pt x="9334499" y="6077"/>
                  </a:lnTo>
                  <a:lnTo>
                    <a:pt x="9334499" y="3447"/>
                  </a:lnTo>
                  <a:lnTo>
                    <a:pt x="9334964" y="2324"/>
                  </a:lnTo>
                  <a:lnTo>
                    <a:pt x="9336823" y="464"/>
                  </a:lnTo>
                  <a:lnTo>
                    <a:pt x="9337946" y="0"/>
                  </a:lnTo>
                  <a:lnTo>
                    <a:pt x="9340576" y="0"/>
                  </a:lnTo>
                  <a:lnTo>
                    <a:pt x="9341698" y="464"/>
                  </a:lnTo>
                  <a:lnTo>
                    <a:pt x="9343558" y="2324"/>
                  </a:lnTo>
                  <a:lnTo>
                    <a:pt x="9344024" y="3447"/>
                  </a:lnTo>
                  <a:lnTo>
                    <a:pt x="9344024" y="6077"/>
                  </a:lnTo>
                  <a:lnTo>
                    <a:pt x="9343558" y="7200"/>
                  </a:lnTo>
                  <a:lnTo>
                    <a:pt x="9341698" y="9060"/>
                  </a:lnTo>
                  <a:lnTo>
                    <a:pt x="9340576" y="9524"/>
                  </a:lnTo>
                  <a:close/>
                </a:path>
                <a:path w="11534775" h="9525">
                  <a:moveTo>
                    <a:pt x="9388202" y="9524"/>
                  </a:moveTo>
                  <a:lnTo>
                    <a:pt x="9385571" y="9524"/>
                  </a:lnTo>
                  <a:lnTo>
                    <a:pt x="9384448" y="9060"/>
                  </a:lnTo>
                  <a:lnTo>
                    <a:pt x="9382589" y="7200"/>
                  </a:lnTo>
                  <a:lnTo>
                    <a:pt x="9382124" y="6077"/>
                  </a:lnTo>
                  <a:lnTo>
                    <a:pt x="9382124" y="3447"/>
                  </a:lnTo>
                  <a:lnTo>
                    <a:pt x="9382589" y="2324"/>
                  </a:lnTo>
                  <a:lnTo>
                    <a:pt x="9384448" y="464"/>
                  </a:lnTo>
                  <a:lnTo>
                    <a:pt x="9385571" y="0"/>
                  </a:lnTo>
                  <a:lnTo>
                    <a:pt x="9388202" y="0"/>
                  </a:lnTo>
                  <a:lnTo>
                    <a:pt x="9389324" y="464"/>
                  </a:lnTo>
                  <a:lnTo>
                    <a:pt x="9391183" y="2324"/>
                  </a:lnTo>
                  <a:lnTo>
                    <a:pt x="9391649" y="3447"/>
                  </a:lnTo>
                  <a:lnTo>
                    <a:pt x="9391649" y="6077"/>
                  </a:lnTo>
                  <a:lnTo>
                    <a:pt x="9391183" y="7200"/>
                  </a:lnTo>
                  <a:lnTo>
                    <a:pt x="9389324" y="9060"/>
                  </a:lnTo>
                  <a:lnTo>
                    <a:pt x="9388202" y="9524"/>
                  </a:lnTo>
                  <a:close/>
                </a:path>
                <a:path w="11534775" h="9525">
                  <a:moveTo>
                    <a:pt x="9435826" y="9524"/>
                  </a:moveTo>
                  <a:lnTo>
                    <a:pt x="9433196" y="9524"/>
                  </a:lnTo>
                  <a:lnTo>
                    <a:pt x="9432073" y="9060"/>
                  </a:lnTo>
                  <a:lnTo>
                    <a:pt x="9430214" y="7200"/>
                  </a:lnTo>
                  <a:lnTo>
                    <a:pt x="9429749" y="6077"/>
                  </a:lnTo>
                  <a:lnTo>
                    <a:pt x="9429749" y="3447"/>
                  </a:lnTo>
                  <a:lnTo>
                    <a:pt x="9430214" y="2324"/>
                  </a:lnTo>
                  <a:lnTo>
                    <a:pt x="9432073" y="464"/>
                  </a:lnTo>
                  <a:lnTo>
                    <a:pt x="9433196" y="0"/>
                  </a:lnTo>
                  <a:lnTo>
                    <a:pt x="9435826" y="0"/>
                  </a:lnTo>
                  <a:lnTo>
                    <a:pt x="9436949" y="464"/>
                  </a:lnTo>
                  <a:lnTo>
                    <a:pt x="9438808" y="2324"/>
                  </a:lnTo>
                  <a:lnTo>
                    <a:pt x="9439274" y="3447"/>
                  </a:lnTo>
                  <a:lnTo>
                    <a:pt x="9439274" y="6077"/>
                  </a:lnTo>
                  <a:lnTo>
                    <a:pt x="9438808" y="7200"/>
                  </a:lnTo>
                  <a:lnTo>
                    <a:pt x="9436949" y="9060"/>
                  </a:lnTo>
                  <a:lnTo>
                    <a:pt x="9435826" y="9524"/>
                  </a:lnTo>
                  <a:close/>
                </a:path>
                <a:path w="11534775" h="9525">
                  <a:moveTo>
                    <a:pt x="9483451" y="9524"/>
                  </a:moveTo>
                  <a:lnTo>
                    <a:pt x="9480821" y="9524"/>
                  </a:lnTo>
                  <a:lnTo>
                    <a:pt x="9479698" y="9060"/>
                  </a:lnTo>
                  <a:lnTo>
                    <a:pt x="9477839" y="7200"/>
                  </a:lnTo>
                  <a:lnTo>
                    <a:pt x="9477374" y="6077"/>
                  </a:lnTo>
                  <a:lnTo>
                    <a:pt x="9477374" y="3447"/>
                  </a:lnTo>
                  <a:lnTo>
                    <a:pt x="9477839" y="2324"/>
                  </a:lnTo>
                  <a:lnTo>
                    <a:pt x="9479698" y="464"/>
                  </a:lnTo>
                  <a:lnTo>
                    <a:pt x="9480821" y="0"/>
                  </a:lnTo>
                  <a:lnTo>
                    <a:pt x="9483451" y="0"/>
                  </a:lnTo>
                  <a:lnTo>
                    <a:pt x="9484574" y="464"/>
                  </a:lnTo>
                  <a:lnTo>
                    <a:pt x="9486433" y="2324"/>
                  </a:lnTo>
                  <a:lnTo>
                    <a:pt x="9486899" y="3447"/>
                  </a:lnTo>
                  <a:lnTo>
                    <a:pt x="9486899" y="6077"/>
                  </a:lnTo>
                  <a:lnTo>
                    <a:pt x="9486433" y="7200"/>
                  </a:lnTo>
                  <a:lnTo>
                    <a:pt x="9484574" y="9060"/>
                  </a:lnTo>
                  <a:lnTo>
                    <a:pt x="9483451" y="9524"/>
                  </a:lnTo>
                  <a:close/>
                </a:path>
                <a:path w="11534775" h="9525">
                  <a:moveTo>
                    <a:pt x="9531076" y="9524"/>
                  </a:moveTo>
                  <a:lnTo>
                    <a:pt x="9528446" y="9524"/>
                  </a:lnTo>
                  <a:lnTo>
                    <a:pt x="9527323" y="9060"/>
                  </a:lnTo>
                  <a:lnTo>
                    <a:pt x="9525463" y="7200"/>
                  </a:lnTo>
                  <a:lnTo>
                    <a:pt x="9524999" y="6077"/>
                  </a:lnTo>
                  <a:lnTo>
                    <a:pt x="9524999" y="3447"/>
                  </a:lnTo>
                  <a:lnTo>
                    <a:pt x="9525463" y="2324"/>
                  </a:lnTo>
                  <a:lnTo>
                    <a:pt x="9527323" y="464"/>
                  </a:lnTo>
                  <a:lnTo>
                    <a:pt x="9528446" y="0"/>
                  </a:lnTo>
                  <a:lnTo>
                    <a:pt x="9531076" y="0"/>
                  </a:lnTo>
                  <a:lnTo>
                    <a:pt x="9532199" y="464"/>
                  </a:lnTo>
                  <a:lnTo>
                    <a:pt x="9534058" y="2324"/>
                  </a:lnTo>
                  <a:lnTo>
                    <a:pt x="9534524" y="3447"/>
                  </a:lnTo>
                  <a:lnTo>
                    <a:pt x="9534524" y="6077"/>
                  </a:lnTo>
                  <a:lnTo>
                    <a:pt x="9534058" y="7200"/>
                  </a:lnTo>
                  <a:lnTo>
                    <a:pt x="9532199" y="9060"/>
                  </a:lnTo>
                  <a:lnTo>
                    <a:pt x="9531076" y="9524"/>
                  </a:lnTo>
                  <a:close/>
                </a:path>
                <a:path w="11534775" h="9525">
                  <a:moveTo>
                    <a:pt x="9578701" y="9524"/>
                  </a:moveTo>
                  <a:lnTo>
                    <a:pt x="9576071" y="9524"/>
                  </a:lnTo>
                  <a:lnTo>
                    <a:pt x="9574948" y="9060"/>
                  </a:lnTo>
                  <a:lnTo>
                    <a:pt x="9573089" y="7200"/>
                  </a:lnTo>
                  <a:lnTo>
                    <a:pt x="9572624" y="6077"/>
                  </a:lnTo>
                  <a:lnTo>
                    <a:pt x="9572624" y="3447"/>
                  </a:lnTo>
                  <a:lnTo>
                    <a:pt x="9573089" y="2324"/>
                  </a:lnTo>
                  <a:lnTo>
                    <a:pt x="9574948" y="464"/>
                  </a:lnTo>
                  <a:lnTo>
                    <a:pt x="9576071" y="0"/>
                  </a:lnTo>
                  <a:lnTo>
                    <a:pt x="9578701" y="0"/>
                  </a:lnTo>
                  <a:lnTo>
                    <a:pt x="9579824" y="464"/>
                  </a:lnTo>
                  <a:lnTo>
                    <a:pt x="9581683" y="2324"/>
                  </a:lnTo>
                  <a:lnTo>
                    <a:pt x="9582149" y="3447"/>
                  </a:lnTo>
                  <a:lnTo>
                    <a:pt x="9582149" y="6077"/>
                  </a:lnTo>
                  <a:lnTo>
                    <a:pt x="9581683" y="7200"/>
                  </a:lnTo>
                  <a:lnTo>
                    <a:pt x="9579824" y="9060"/>
                  </a:lnTo>
                  <a:lnTo>
                    <a:pt x="9578701" y="9524"/>
                  </a:lnTo>
                  <a:close/>
                </a:path>
                <a:path w="11534775" h="9525">
                  <a:moveTo>
                    <a:pt x="9626326" y="9524"/>
                  </a:moveTo>
                  <a:lnTo>
                    <a:pt x="9623696" y="9524"/>
                  </a:lnTo>
                  <a:lnTo>
                    <a:pt x="9622573" y="9060"/>
                  </a:lnTo>
                  <a:lnTo>
                    <a:pt x="9620713" y="7200"/>
                  </a:lnTo>
                  <a:lnTo>
                    <a:pt x="9620249" y="6077"/>
                  </a:lnTo>
                  <a:lnTo>
                    <a:pt x="9620249" y="3447"/>
                  </a:lnTo>
                  <a:lnTo>
                    <a:pt x="9620713" y="2324"/>
                  </a:lnTo>
                  <a:lnTo>
                    <a:pt x="9622573" y="464"/>
                  </a:lnTo>
                  <a:lnTo>
                    <a:pt x="9623696" y="0"/>
                  </a:lnTo>
                  <a:lnTo>
                    <a:pt x="9626326" y="0"/>
                  </a:lnTo>
                  <a:lnTo>
                    <a:pt x="9627449" y="464"/>
                  </a:lnTo>
                  <a:lnTo>
                    <a:pt x="9629308" y="2324"/>
                  </a:lnTo>
                  <a:lnTo>
                    <a:pt x="9629774" y="3447"/>
                  </a:lnTo>
                  <a:lnTo>
                    <a:pt x="9629774" y="6077"/>
                  </a:lnTo>
                  <a:lnTo>
                    <a:pt x="9629308" y="7200"/>
                  </a:lnTo>
                  <a:lnTo>
                    <a:pt x="9627449" y="9060"/>
                  </a:lnTo>
                  <a:lnTo>
                    <a:pt x="9626326" y="9524"/>
                  </a:lnTo>
                  <a:close/>
                </a:path>
                <a:path w="11534775" h="9525">
                  <a:moveTo>
                    <a:pt x="9673951" y="9524"/>
                  </a:moveTo>
                  <a:lnTo>
                    <a:pt x="9671321" y="9524"/>
                  </a:lnTo>
                  <a:lnTo>
                    <a:pt x="9670198" y="9060"/>
                  </a:lnTo>
                  <a:lnTo>
                    <a:pt x="9668339" y="7200"/>
                  </a:lnTo>
                  <a:lnTo>
                    <a:pt x="9667874" y="6077"/>
                  </a:lnTo>
                  <a:lnTo>
                    <a:pt x="9667874" y="3447"/>
                  </a:lnTo>
                  <a:lnTo>
                    <a:pt x="9668339" y="2324"/>
                  </a:lnTo>
                  <a:lnTo>
                    <a:pt x="9670198" y="464"/>
                  </a:lnTo>
                  <a:lnTo>
                    <a:pt x="9671321" y="0"/>
                  </a:lnTo>
                  <a:lnTo>
                    <a:pt x="9673951" y="0"/>
                  </a:lnTo>
                  <a:lnTo>
                    <a:pt x="9675074" y="464"/>
                  </a:lnTo>
                  <a:lnTo>
                    <a:pt x="9676933" y="2324"/>
                  </a:lnTo>
                  <a:lnTo>
                    <a:pt x="9677399" y="3447"/>
                  </a:lnTo>
                  <a:lnTo>
                    <a:pt x="9677399" y="6077"/>
                  </a:lnTo>
                  <a:lnTo>
                    <a:pt x="9676933" y="7200"/>
                  </a:lnTo>
                  <a:lnTo>
                    <a:pt x="9675074" y="9060"/>
                  </a:lnTo>
                  <a:lnTo>
                    <a:pt x="9673951" y="9524"/>
                  </a:lnTo>
                  <a:close/>
                </a:path>
                <a:path w="11534775" h="9525">
                  <a:moveTo>
                    <a:pt x="9721577" y="9524"/>
                  </a:moveTo>
                  <a:lnTo>
                    <a:pt x="9718946" y="9524"/>
                  </a:lnTo>
                  <a:lnTo>
                    <a:pt x="9717823" y="9060"/>
                  </a:lnTo>
                  <a:lnTo>
                    <a:pt x="9715963" y="7200"/>
                  </a:lnTo>
                  <a:lnTo>
                    <a:pt x="9715499" y="6077"/>
                  </a:lnTo>
                  <a:lnTo>
                    <a:pt x="9715499" y="3447"/>
                  </a:lnTo>
                  <a:lnTo>
                    <a:pt x="9715963" y="2324"/>
                  </a:lnTo>
                  <a:lnTo>
                    <a:pt x="9717823" y="464"/>
                  </a:lnTo>
                  <a:lnTo>
                    <a:pt x="9718946" y="0"/>
                  </a:lnTo>
                  <a:lnTo>
                    <a:pt x="9721577" y="0"/>
                  </a:lnTo>
                  <a:lnTo>
                    <a:pt x="9722699" y="464"/>
                  </a:lnTo>
                  <a:lnTo>
                    <a:pt x="9724559" y="2324"/>
                  </a:lnTo>
                  <a:lnTo>
                    <a:pt x="9725024" y="3447"/>
                  </a:lnTo>
                  <a:lnTo>
                    <a:pt x="9725024" y="6077"/>
                  </a:lnTo>
                  <a:lnTo>
                    <a:pt x="9724559" y="7200"/>
                  </a:lnTo>
                  <a:lnTo>
                    <a:pt x="9722699" y="9060"/>
                  </a:lnTo>
                  <a:lnTo>
                    <a:pt x="9721577" y="9524"/>
                  </a:lnTo>
                  <a:close/>
                </a:path>
                <a:path w="11534775" h="9525">
                  <a:moveTo>
                    <a:pt x="9769202" y="9524"/>
                  </a:moveTo>
                  <a:lnTo>
                    <a:pt x="9766572" y="9524"/>
                  </a:lnTo>
                  <a:lnTo>
                    <a:pt x="9765448" y="9060"/>
                  </a:lnTo>
                  <a:lnTo>
                    <a:pt x="9763589" y="7200"/>
                  </a:lnTo>
                  <a:lnTo>
                    <a:pt x="9763124" y="6077"/>
                  </a:lnTo>
                  <a:lnTo>
                    <a:pt x="9763124" y="3447"/>
                  </a:lnTo>
                  <a:lnTo>
                    <a:pt x="9763589" y="2324"/>
                  </a:lnTo>
                  <a:lnTo>
                    <a:pt x="9765448" y="464"/>
                  </a:lnTo>
                  <a:lnTo>
                    <a:pt x="9766572" y="0"/>
                  </a:lnTo>
                  <a:lnTo>
                    <a:pt x="9769202" y="0"/>
                  </a:lnTo>
                  <a:lnTo>
                    <a:pt x="9770324" y="464"/>
                  </a:lnTo>
                  <a:lnTo>
                    <a:pt x="9772183" y="2324"/>
                  </a:lnTo>
                  <a:lnTo>
                    <a:pt x="9772648" y="3447"/>
                  </a:lnTo>
                  <a:lnTo>
                    <a:pt x="9772648" y="6077"/>
                  </a:lnTo>
                  <a:lnTo>
                    <a:pt x="9772183" y="7200"/>
                  </a:lnTo>
                  <a:lnTo>
                    <a:pt x="9770324" y="9060"/>
                  </a:lnTo>
                  <a:lnTo>
                    <a:pt x="9769202" y="9524"/>
                  </a:lnTo>
                  <a:close/>
                </a:path>
                <a:path w="11534775" h="9525">
                  <a:moveTo>
                    <a:pt x="9816827" y="9524"/>
                  </a:moveTo>
                  <a:lnTo>
                    <a:pt x="9814197" y="9524"/>
                  </a:lnTo>
                  <a:lnTo>
                    <a:pt x="9813073" y="9060"/>
                  </a:lnTo>
                  <a:lnTo>
                    <a:pt x="9811213" y="7200"/>
                  </a:lnTo>
                  <a:lnTo>
                    <a:pt x="9810748" y="6077"/>
                  </a:lnTo>
                  <a:lnTo>
                    <a:pt x="9810748" y="3447"/>
                  </a:lnTo>
                  <a:lnTo>
                    <a:pt x="9811213" y="2324"/>
                  </a:lnTo>
                  <a:lnTo>
                    <a:pt x="9813073" y="464"/>
                  </a:lnTo>
                  <a:lnTo>
                    <a:pt x="9814197" y="0"/>
                  </a:lnTo>
                  <a:lnTo>
                    <a:pt x="9816827" y="0"/>
                  </a:lnTo>
                  <a:lnTo>
                    <a:pt x="9817949" y="464"/>
                  </a:lnTo>
                  <a:lnTo>
                    <a:pt x="9819809" y="2324"/>
                  </a:lnTo>
                  <a:lnTo>
                    <a:pt x="9820274" y="3447"/>
                  </a:lnTo>
                  <a:lnTo>
                    <a:pt x="9820274" y="6077"/>
                  </a:lnTo>
                  <a:lnTo>
                    <a:pt x="9819809" y="7200"/>
                  </a:lnTo>
                  <a:lnTo>
                    <a:pt x="9817949" y="9060"/>
                  </a:lnTo>
                  <a:lnTo>
                    <a:pt x="9816827" y="9524"/>
                  </a:lnTo>
                  <a:close/>
                </a:path>
                <a:path w="11534775" h="9525">
                  <a:moveTo>
                    <a:pt x="9864452" y="9524"/>
                  </a:moveTo>
                  <a:lnTo>
                    <a:pt x="9861822" y="9524"/>
                  </a:lnTo>
                  <a:lnTo>
                    <a:pt x="9860698" y="9060"/>
                  </a:lnTo>
                  <a:lnTo>
                    <a:pt x="9858838" y="7200"/>
                  </a:lnTo>
                  <a:lnTo>
                    <a:pt x="9858373" y="6077"/>
                  </a:lnTo>
                  <a:lnTo>
                    <a:pt x="9858373" y="3447"/>
                  </a:lnTo>
                  <a:lnTo>
                    <a:pt x="9858838" y="2324"/>
                  </a:lnTo>
                  <a:lnTo>
                    <a:pt x="9860698" y="464"/>
                  </a:lnTo>
                  <a:lnTo>
                    <a:pt x="9861822" y="0"/>
                  </a:lnTo>
                  <a:lnTo>
                    <a:pt x="9864452" y="0"/>
                  </a:lnTo>
                  <a:lnTo>
                    <a:pt x="9865574" y="464"/>
                  </a:lnTo>
                  <a:lnTo>
                    <a:pt x="9867433" y="2324"/>
                  </a:lnTo>
                  <a:lnTo>
                    <a:pt x="9867898" y="3447"/>
                  </a:lnTo>
                  <a:lnTo>
                    <a:pt x="9867898" y="6077"/>
                  </a:lnTo>
                  <a:lnTo>
                    <a:pt x="9867433" y="7200"/>
                  </a:lnTo>
                  <a:lnTo>
                    <a:pt x="9865574" y="9060"/>
                  </a:lnTo>
                  <a:lnTo>
                    <a:pt x="9864452" y="9524"/>
                  </a:lnTo>
                  <a:close/>
                </a:path>
                <a:path w="11534775" h="9525">
                  <a:moveTo>
                    <a:pt x="9912077" y="9524"/>
                  </a:moveTo>
                  <a:lnTo>
                    <a:pt x="9909447" y="9524"/>
                  </a:lnTo>
                  <a:lnTo>
                    <a:pt x="9908323" y="9060"/>
                  </a:lnTo>
                  <a:lnTo>
                    <a:pt x="9906463" y="7200"/>
                  </a:lnTo>
                  <a:lnTo>
                    <a:pt x="9905998" y="6077"/>
                  </a:lnTo>
                  <a:lnTo>
                    <a:pt x="9905998" y="3447"/>
                  </a:lnTo>
                  <a:lnTo>
                    <a:pt x="9906463" y="2324"/>
                  </a:lnTo>
                  <a:lnTo>
                    <a:pt x="9908323" y="464"/>
                  </a:lnTo>
                  <a:lnTo>
                    <a:pt x="9909447" y="0"/>
                  </a:lnTo>
                  <a:lnTo>
                    <a:pt x="9912077" y="0"/>
                  </a:lnTo>
                  <a:lnTo>
                    <a:pt x="9913199" y="464"/>
                  </a:lnTo>
                  <a:lnTo>
                    <a:pt x="9915059" y="2324"/>
                  </a:lnTo>
                  <a:lnTo>
                    <a:pt x="9915524" y="3447"/>
                  </a:lnTo>
                  <a:lnTo>
                    <a:pt x="9915524" y="6077"/>
                  </a:lnTo>
                  <a:lnTo>
                    <a:pt x="9915059" y="7200"/>
                  </a:lnTo>
                  <a:lnTo>
                    <a:pt x="9913199" y="9060"/>
                  </a:lnTo>
                  <a:lnTo>
                    <a:pt x="9912077" y="9524"/>
                  </a:lnTo>
                  <a:close/>
                </a:path>
                <a:path w="11534775" h="9525">
                  <a:moveTo>
                    <a:pt x="9959702" y="9524"/>
                  </a:moveTo>
                  <a:lnTo>
                    <a:pt x="9957072" y="9524"/>
                  </a:lnTo>
                  <a:lnTo>
                    <a:pt x="9955948" y="9060"/>
                  </a:lnTo>
                  <a:lnTo>
                    <a:pt x="9954088" y="7200"/>
                  </a:lnTo>
                  <a:lnTo>
                    <a:pt x="9953623" y="6077"/>
                  </a:lnTo>
                  <a:lnTo>
                    <a:pt x="9953623" y="3447"/>
                  </a:lnTo>
                  <a:lnTo>
                    <a:pt x="9954088" y="2324"/>
                  </a:lnTo>
                  <a:lnTo>
                    <a:pt x="9955948" y="464"/>
                  </a:lnTo>
                  <a:lnTo>
                    <a:pt x="9957072" y="0"/>
                  </a:lnTo>
                  <a:lnTo>
                    <a:pt x="9959702" y="0"/>
                  </a:lnTo>
                  <a:lnTo>
                    <a:pt x="9960824" y="464"/>
                  </a:lnTo>
                  <a:lnTo>
                    <a:pt x="9962684" y="2324"/>
                  </a:lnTo>
                  <a:lnTo>
                    <a:pt x="9963149" y="3447"/>
                  </a:lnTo>
                  <a:lnTo>
                    <a:pt x="9963149" y="6077"/>
                  </a:lnTo>
                  <a:lnTo>
                    <a:pt x="9962684" y="7200"/>
                  </a:lnTo>
                  <a:lnTo>
                    <a:pt x="9960824" y="9060"/>
                  </a:lnTo>
                  <a:lnTo>
                    <a:pt x="9959702" y="9524"/>
                  </a:lnTo>
                  <a:close/>
                </a:path>
                <a:path w="11534775" h="9525">
                  <a:moveTo>
                    <a:pt x="10007327" y="9524"/>
                  </a:moveTo>
                  <a:lnTo>
                    <a:pt x="10004697" y="9524"/>
                  </a:lnTo>
                  <a:lnTo>
                    <a:pt x="10003573" y="9060"/>
                  </a:lnTo>
                  <a:lnTo>
                    <a:pt x="10001714" y="7200"/>
                  </a:lnTo>
                  <a:lnTo>
                    <a:pt x="10001249" y="6077"/>
                  </a:lnTo>
                  <a:lnTo>
                    <a:pt x="10001249" y="3447"/>
                  </a:lnTo>
                  <a:lnTo>
                    <a:pt x="10001714" y="2324"/>
                  </a:lnTo>
                  <a:lnTo>
                    <a:pt x="10003573" y="464"/>
                  </a:lnTo>
                  <a:lnTo>
                    <a:pt x="10004697" y="0"/>
                  </a:lnTo>
                  <a:lnTo>
                    <a:pt x="10007327" y="0"/>
                  </a:lnTo>
                  <a:lnTo>
                    <a:pt x="10008449" y="464"/>
                  </a:lnTo>
                  <a:lnTo>
                    <a:pt x="10010308" y="2324"/>
                  </a:lnTo>
                  <a:lnTo>
                    <a:pt x="10010773" y="3447"/>
                  </a:lnTo>
                  <a:lnTo>
                    <a:pt x="10010773" y="6077"/>
                  </a:lnTo>
                  <a:lnTo>
                    <a:pt x="10010308" y="7200"/>
                  </a:lnTo>
                  <a:lnTo>
                    <a:pt x="10008449" y="9060"/>
                  </a:lnTo>
                  <a:lnTo>
                    <a:pt x="10007327" y="9524"/>
                  </a:lnTo>
                  <a:close/>
                </a:path>
                <a:path w="11534775" h="9525">
                  <a:moveTo>
                    <a:pt x="10054952" y="9524"/>
                  </a:moveTo>
                  <a:lnTo>
                    <a:pt x="10052322" y="9524"/>
                  </a:lnTo>
                  <a:lnTo>
                    <a:pt x="10051198" y="9060"/>
                  </a:lnTo>
                  <a:lnTo>
                    <a:pt x="10049338" y="7200"/>
                  </a:lnTo>
                  <a:lnTo>
                    <a:pt x="10048873" y="6077"/>
                  </a:lnTo>
                  <a:lnTo>
                    <a:pt x="10048873" y="3447"/>
                  </a:lnTo>
                  <a:lnTo>
                    <a:pt x="10049338" y="2324"/>
                  </a:lnTo>
                  <a:lnTo>
                    <a:pt x="10051198" y="464"/>
                  </a:lnTo>
                  <a:lnTo>
                    <a:pt x="10052322" y="0"/>
                  </a:lnTo>
                  <a:lnTo>
                    <a:pt x="10054952" y="0"/>
                  </a:lnTo>
                  <a:lnTo>
                    <a:pt x="10056074" y="464"/>
                  </a:lnTo>
                  <a:lnTo>
                    <a:pt x="10057933" y="2324"/>
                  </a:lnTo>
                  <a:lnTo>
                    <a:pt x="10058398" y="3447"/>
                  </a:lnTo>
                  <a:lnTo>
                    <a:pt x="10058398" y="6077"/>
                  </a:lnTo>
                  <a:lnTo>
                    <a:pt x="10057933" y="7200"/>
                  </a:lnTo>
                  <a:lnTo>
                    <a:pt x="10056074" y="9060"/>
                  </a:lnTo>
                  <a:lnTo>
                    <a:pt x="10054952" y="9524"/>
                  </a:lnTo>
                  <a:close/>
                </a:path>
                <a:path w="11534775" h="9525">
                  <a:moveTo>
                    <a:pt x="10102577" y="9524"/>
                  </a:moveTo>
                  <a:lnTo>
                    <a:pt x="10099947" y="9524"/>
                  </a:lnTo>
                  <a:lnTo>
                    <a:pt x="10098823" y="9060"/>
                  </a:lnTo>
                  <a:lnTo>
                    <a:pt x="10096964" y="7200"/>
                  </a:lnTo>
                  <a:lnTo>
                    <a:pt x="10096499" y="6077"/>
                  </a:lnTo>
                  <a:lnTo>
                    <a:pt x="10096499" y="3447"/>
                  </a:lnTo>
                  <a:lnTo>
                    <a:pt x="10096964" y="2324"/>
                  </a:lnTo>
                  <a:lnTo>
                    <a:pt x="10098823" y="464"/>
                  </a:lnTo>
                  <a:lnTo>
                    <a:pt x="10099947" y="0"/>
                  </a:lnTo>
                  <a:lnTo>
                    <a:pt x="10102577" y="0"/>
                  </a:lnTo>
                  <a:lnTo>
                    <a:pt x="10103699" y="464"/>
                  </a:lnTo>
                  <a:lnTo>
                    <a:pt x="10105558" y="2324"/>
                  </a:lnTo>
                  <a:lnTo>
                    <a:pt x="10106023" y="3447"/>
                  </a:lnTo>
                  <a:lnTo>
                    <a:pt x="10106023" y="6077"/>
                  </a:lnTo>
                  <a:lnTo>
                    <a:pt x="10105558" y="7200"/>
                  </a:lnTo>
                  <a:lnTo>
                    <a:pt x="10103699" y="9060"/>
                  </a:lnTo>
                  <a:lnTo>
                    <a:pt x="10102577" y="9524"/>
                  </a:lnTo>
                  <a:close/>
                </a:path>
                <a:path w="11534775" h="9525">
                  <a:moveTo>
                    <a:pt x="10150202" y="9524"/>
                  </a:moveTo>
                  <a:lnTo>
                    <a:pt x="10147570" y="9524"/>
                  </a:lnTo>
                  <a:lnTo>
                    <a:pt x="10146447" y="9060"/>
                  </a:lnTo>
                  <a:lnTo>
                    <a:pt x="10144588" y="7200"/>
                  </a:lnTo>
                  <a:lnTo>
                    <a:pt x="10144123" y="6077"/>
                  </a:lnTo>
                  <a:lnTo>
                    <a:pt x="10144123" y="3447"/>
                  </a:lnTo>
                  <a:lnTo>
                    <a:pt x="10144588" y="2324"/>
                  </a:lnTo>
                  <a:lnTo>
                    <a:pt x="10146447" y="464"/>
                  </a:lnTo>
                  <a:lnTo>
                    <a:pt x="10147570" y="0"/>
                  </a:lnTo>
                  <a:lnTo>
                    <a:pt x="10150202" y="0"/>
                  </a:lnTo>
                  <a:lnTo>
                    <a:pt x="10151324" y="464"/>
                  </a:lnTo>
                  <a:lnTo>
                    <a:pt x="10153183" y="2324"/>
                  </a:lnTo>
                  <a:lnTo>
                    <a:pt x="10153648" y="3447"/>
                  </a:lnTo>
                  <a:lnTo>
                    <a:pt x="10153648" y="6077"/>
                  </a:lnTo>
                  <a:lnTo>
                    <a:pt x="10153183" y="7200"/>
                  </a:lnTo>
                  <a:lnTo>
                    <a:pt x="10151324" y="9060"/>
                  </a:lnTo>
                  <a:lnTo>
                    <a:pt x="10150202" y="9524"/>
                  </a:lnTo>
                  <a:close/>
                </a:path>
                <a:path w="11534775" h="9525">
                  <a:moveTo>
                    <a:pt x="10197827" y="9524"/>
                  </a:moveTo>
                  <a:lnTo>
                    <a:pt x="10195197" y="9524"/>
                  </a:lnTo>
                  <a:lnTo>
                    <a:pt x="10194073" y="9060"/>
                  </a:lnTo>
                  <a:lnTo>
                    <a:pt x="10192214" y="7200"/>
                  </a:lnTo>
                  <a:lnTo>
                    <a:pt x="10191749" y="6077"/>
                  </a:lnTo>
                  <a:lnTo>
                    <a:pt x="10191749" y="3447"/>
                  </a:lnTo>
                  <a:lnTo>
                    <a:pt x="10192214" y="2324"/>
                  </a:lnTo>
                  <a:lnTo>
                    <a:pt x="10194073" y="464"/>
                  </a:lnTo>
                  <a:lnTo>
                    <a:pt x="10195197" y="0"/>
                  </a:lnTo>
                  <a:lnTo>
                    <a:pt x="10197827" y="0"/>
                  </a:lnTo>
                  <a:lnTo>
                    <a:pt x="10198949" y="464"/>
                  </a:lnTo>
                  <a:lnTo>
                    <a:pt x="10200808" y="2324"/>
                  </a:lnTo>
                  <a:lnTo>
                    <a:pt x="10201273" y="3447"/>
                  </a:lnTo>
                  <a:lnTo>
                    <a:pt x="10201273" y="6077"/>
                  </a:lnTo>
                  <a:lnTo>
                    <a:pt x="10200808" y="7200"/>
                  </a:lnTo>
                  <a:lnTo>
                    <a:pt x="10198949" y="9060"/>
                  </a:lnTo>
                  <a:lnTo>
                    <a:pt x="10197827" y="9524"/>
                  </a:lnTo>
                  <a:close/>
                </a:path>
                <a:path w="11534775" h="9525">
                  <a:moveTo>
                    <a:pt x="10245452" y="9524"/>
                  </a:moveTo>
                  <a:lnTo>
                    <a:pt x="10242820" y="9524"/>
                  </a:lnTo>
                  <a:lnTo>
                    <a:pt x="10241697" y="9060"/>
                  </a:lnTo>
                  <a:lnTo>
                    <a:pt x="10239838" y="7200"/>
                  </a:lnTo>
                  <a:lnTo>
                    <a:pt x="10239373" y="6077"/>
                  </a:lnTo>
                  <a:lnTo>
                    <a:pt x="10239373" y="3447"/>
                  </a:lnTo>
                  <a:lnTo>
                    <a:pt x="10239838" y="2324"/>
                  </a:lnTo>
                  <a:lnTo>
                    <a:pt x="10241697" y="464"/>
                  </a:lnTo>
                  <a:lnTo>
                    <a:pt x="10242820" y="0"/>
                  </a:lnTo>
                  <a:lnTo>
                    <a:pt x="10245452" y="0"/>
                  </a:lnTo>
                  <a:lnTo>
                    <a:pt x="10246574" y="464"/>
                  </a:lnTo>
                  <a:lnTo>
                    <a:pt x="10248434" y="2324"/>
                  </a:lnTo>
                  <a:lnTo>
                    <a:pt x="10248899" y="3447"/>
                  </a:lnTo>
                  <a:lnTo>
                    <a:pt x="10248899" y="6077"/>
                  </a:lnTo>
                  <a:lnTo>
                    <a:pt x="10248434" y="7200"/>
                  </a:lnTo>
                  <a:lnTo>
                    <a:pt x="10246574" y="9060"/>
                  </a:lnTo>
                  <a:lnTo>
                    <a:pt x="10245452" y="9524"/>
                  </a:lnTo>
                  <a:close/>
                </a:path>
                <a:path w="11534775" h="9525">
                  <a:moveTo>
                    <a:pt x="10293077" y="9524"/>
                  </a:moveTo>
                  <a:lnTo>
                    <a:pt x="10290447" y="9524"/>
                  </a:lnTo>
                  <a:lnTo>
                    <a:pt x="10289323" y="9060"/>
                  </a:lnTo>
                  <a:lnTo>
                    <a:pt x="10287463" y="7200"/>
                  </a:lnTo>
                  <a:lnTo>
                    <a:pt x="10286998" y="6077"/>
                  </a:lnTo>
                  <a:lnTo>
                    <a:pt x="10286998" y="3447"/>
                  </a:lnTo>
                  <a:lnTo>
                    <a:pt x="10287463" y="2324"/>
                  </a:lnTo>
                  <a:lnTo>
                    <a:pt x="10289323" y="464"/>
                  </a:lnTo>
                  <a:lnTo>
                    <a:pt x="10290447" y="0"/>
                  </a:lnTo>
                  <a:lnTo>
                    <a:pt x="10293077" y="0"/>
                  </a:lnTo>
                  <a:lnTo>
                    <a:pt x="10294199" y="464"/>
                  </a:lnTo>
                  <a:lnTo>
                    <a:pt x="10296058" y="2324"/>
                  </a:lnTo>
                  <a:lnTo>
                    <a:pt x="10296523" y="3447"/>
                  </a:lnTo>
                  <a:lnTo>
                    <a:pt x="10296523" y="6077"/>
                  </a:lnTo>
                  <a:lnTo>
                    <a:pt x="10296058" y="7200"/>
                  </a:lnTo>
                  <a:lnTo>
                    <a:pt x="10294199" y="9060"/>
                  </a:lnTo>
                  <a:lnTo>
                    <a:pt x="10293077" y="9524"/>
                  </a:lnTo>
                  <a:close/>
                </a:path>
                <a:path w="11534775" h="9525">
                  <a:moveTo>
                    <a:pt x="10340702" y="9524"/>
                  </a:moveTo>
                  <a:lnTo>
                    <a:pt x="10338072" y="9524"/>
                  </a:lnTo>
                  <a:lnTo>
                    <a:pt x="10336948" y="9060"/>
                  </a:lnTo>
                  <a:lnTo>
                    <a:pt x="10335088" y="7200"/>
                  </a:lnTo>
                  <a:lnTo>
                    <a:pt x="10334623" y="6077"/>
                  </a:lnTo>
                  <a:lnTo>
                    <a:pt x="10334623" y="3447"/>
                  </a:lnTo>
                  <a:lnTo>
                    <a:pt x="10335088" y="2324"/>
                  </a:lnTo>
                  <a:lnTo>
                    <a:pt x="10336948" y="464"/>
                  </a:lnTo>
                  <a:lnTo>
                    <a:pt x="10338072" y="0"/>
                  </a:lnTo>
                  <a:lnTo>
                    <a:pt x="10340702" y="0"/>
                  </a:lnTo>
                  <a:lnTo>
                    <a:pt x="10341824" y="464"/>
                  </a:lnTo>
                  <a:lnTo>
                    <a:pt x="10343684" y="2324"/>
                  </a:lnTo>
                  <a:lnTo>
                    <a:pt x="10344149" y="3447"/>
                  </a:lnTo>
                  <a:lnTo>
                    <a:pt x="10344149" y="6077"/>
                  </a:lnTo>
                  <a:lnTo>
                    <a:pt x="10343684" y="7200"/>
                  </a:lnTo>
                  <a:lnTo>
                    <a:pt x="10341824" y="9060"/>
                  </a:lnTo>
                  <a:lnTo>
                    <a:pt x="10340702" y="9524"/>
                  </a:lnTo>
                  <a:close/>
                </a:path>
                <a:path w="11534775" h="9525">
                  <a:moveTo>
                    <a:pt x="10388327" y="9524"/>
                  </a:moveTo>
                  <a:lnTo>
                    <a:pt x="10385697" y="9524"/>
                  </a:lnTo>
                  <a:lnTo>
                    <a:pt x="10384573" y="9060"/>
                  </a:lnTo>
                  <a:lnTo>
                    <a:pt x="10382713" y="7200"/>
                  </a:lnTo>
                  <a:lnTo>
                    <a:pt x="10382248" y="6077"/>
                  </a:lnTo>
                  <a:lnTo>
                    <a:pt x="10382248" y="3447"/>
                  </a:lnTo>
                  <a:lnTo>
                    <a:pt x="10382713" y="2324"/>
                  </a:lnTo>
                  <a:lnTo>
                    <a:pt x="10384573" y="464"/>
                  </a:lnTo>
                  <a:lnTo>
                    <a:pt x="10385697" y="0"/>
                  </a:lnTo>
                  <a:lnTo>
                    <a:pt x="10388327" y="0"/>
                  </a:lnTo>
                  <a:lnTo>
                    <a:pt x="10389449" y="464"/>
                  </a:lnTo>
                  <a:lnTo>
                    <a:pt x="10391308" y="2324"/>
                  </a:lnTo>
                  <a:lnTo>
                    <a:pt x="10391773" y="3447"/>
                  </a:lnTo>
                  <a:lnTo>
                    <a:pt x="10391773" y="6077"/>
                  </a:lnTo>
                  <a:lnTo>
                    <a:pt x="10391308" y="7200"/>
                  </a:lnTo>
                  <a:lnTo>
                    <a:pt x="10389449" y="9060"/>
                  </a:lnTo>
                  <a:lnTo>
                    <a:pt x="10388327" y="9524"/>
                  </a:lnTo>
                  <a:close/>
                </a:path>
                <a:path w="11534775" h="9525">
                  <a:moveTo>
                    <a:pt x="10435952" y="9524"/>
                  </a:moveTo>
                  <a:lnTo>
                    <a:pt x="10433322" y="9524"/>
                  </a:lnTo>
                  <a:lnTo>
                    <a:pt x="10432198" y="9060"/>
                  </a:lnTo>
                  <a:lnTo>
                    <a:pt x="10430338" y="7200"/>
                  </a:lnTo>
                  <a:lnTo>
                    <a:pt x="10429873" y="6077"/>
                  </a:lnTo>
                  <a:lnTo>
                    <a:pt x="10429873" y="3447"/>
                  </a:lnTo>
                  <a:lnTo>
                    <a:pt x="10430338" y="2324"/>
                  </a:lnTo>
                  <a:lnTo>
                    <a:pt x="10432198" y="464"/>
                  </a:lnTo>
                  <a:lnTo>
                    <a:pt x="10433322" y="0"/>
                  </a:lnTo>
                  <a:lnTo>
                    <a:pt x="10435952" y="0"/>
                  </a:lnTo>
                  <a:lnTo>
                    <a:pt x="10437074" y="464"/>
                  </a:lnTo>
                  <a:lnTo>
                    <a:pt x="10438934" y="2324"/>
                  </a:lnTo>
                  <a:lnTo>
                    <a:pt x="10439399" y="3447"/>
                  </a:lnTo>
                  <a:lnTo>
                    <a:pt x="10439399" y="6077"/>
                  </a:lnTo>
                  <a:lnTo>
                    <a:pt x="10438934" y="7200"/>
                  </a:lnTo>
                  <a:lnTo>
                    <a:pt x="10437074" y="9060"/>
                  </a:lnTo>
                  <a:lnTo>
                    <a:pt x="10435952" y="9524"/>
                  </a:lnTo>
                  <a:close/>
                </a:path>
                <a:path w="11534775" h="9525">
                  <a:moveTo>
                    <a:pt x="10483577" y="9524"/>
                  </a:moveTo>
                  <a:lnTo>
                    <a:pt x="10480947" y="9524"/>
                  </a:lnTo>
                  <a:lnTo>
                    <a:pt x="10479823" y="9060"/>
                  </a:lnTo>
                  <a:lnTo>
                    <a:pt x="10477963" y="7200"/>
                  </a:lnTo>
                  <a:lnTo>
                    <a:pt x="10477498" y="6077"/>
                  </a:lnTo>
                  <a:lnTo>
                    <a:pt x="10477498" y="3447"/>
                  </a:lnTo>
                  <a:lnTo>
                    <a:pt x="10477963" y="2324"/>
                  </a:lnTo>
                  <a:lnTo>
                    <a:pt x="10479823" y="464"/>
                  </a:lnTo>
                  <a:lnTo>
                    <a:pt x="10480947" y="0"/>
                  </a:lnTo>
                  <a:lnTo>
                    <a:pt x="10483577" y="0"/>
                  </a:lnTo>
                  <a:lnTo>
                    <a:pt x="10484699" y="464"/>
                  </a:lnTo>
                  <a:lnTo>
                    <a:pt x="10486558" y="2324"/>
                  </a:lnTo>
                  <a:lnTo>
                    <a:pt x="10487023" y="3447"/>
                  </a:lnTo>
                  <a:lnTo>
                    <a:pt x="10487023" y="6077"/>
                  </a:lnTo>
                  <a:lnTo>
                    <a:pt x="10486558" y="7200"/>
                  </a:lnTo>
                  <a:lnTo>
                    <a:pt x="10484699" y="9060"/>
                  </a:lnTo>
                  <a:lnTo>
                    <a:pt x="10483577" y="9524"/>
                  </a:lnTo>
                  <a:close/>
                </a:path>
                <a:path w="11534775" h="9525">
                  <a:moveTo>
                    <a:pt x="10531202" y="9524"/>
                  </a:moveTo>
                  <a:lnTo>
                    <a:pt x="10528572" y="9524"/>
                  </a:lnTo>
                  <a:lnTo>
                    <a:pt x="10527448" y="9060"/>
                  </a:lnTo>
                  <a:lnTo>
                    <a:pt x="10525589" y="7200"/>
                  </a:lnTo>
                  <a:lnTo>
                    <a:pt x="10525124" y="6077"/>
                  </a:lnTo>
                  <a:lnTo>
                    <a:pt x="10525124" y="3447"/>
                  </a:lnTo>
                  <a:lnTo>
                    <a:pt x="10525589" y="2324"/>
                  </a:lnTo>
                  <a:lnTo>
                    <a:pt x="10527448" y="464"/>
                  </a:lnTo>
                  <a:lnTo>
                    <a:pt x="10528572" y="0"/>
                  </a:lnTo>
                  <a:lnTo>
                    <a:pt x="10531202" y="0"/>
                  </a:lnTo>
                  <a:lnTo>
                    <a:pt x="10532324" y="464"/>
                  </a:lnTo>
                  <a:lnTo>
                    <a:pt x="10534183" y="2324"/>
                  </a:lnTo>
                  <a:lnTo>
                    <a:pt x="10534648" y="3447"/>
                  </a:lnTo>
                  <a:lnTo>
                    <a:pt x="10534648" y="6077"/>
                  </a:lnTo>
                  <a:lnTo>
                    <a:pt x="10534183" y="7200"/>
                  </a:lnTo>
                  <a:lnTo>
                    <a:pt x="10532324" y="9060"/>
                  </a:lnTo>
                  <a:lnTo>
                    <a:pt x="10531202" y="9524"/>
                  </a:lnTo>
                  <a:close/>
                </a:path>
                <a:path w="11534775" h="9525">
                  <a:moveTo>
                    <a:pt x="10578827" y="9524"/>
                  </a:moveTo>
                  <a:lnTo>
                    <a:pt x="10576197" y="9524"/>
                  </a:lnTo>
                  <a:lnTo>
                    <a:pt x="10575073" y="9060"/>
                  </a:lnTo>
                  <a:lnTo>
                    <a:pt x="10573213" y="7200"/>
                  </a:lnTo>
                  <a:lnTo>
                    <a:pt x="10572748" y="6077"/>
                  </a:lnTo>
                  <a:lnTo>
                    <a:pt x="10572748" y="3447"/>
                  </a:lnTo>
                  <a:lnTo>
                    <a:pt x="10573213" y="2324"/>
                  </a:lnTo>
                  <a:lnTo>
                    <a:pt x="10575073" y="464"/>
                  </a:lnTo>
                  <a:lnTo>
                    <a:pt x="10576197" y="0"/>
                  </a:lnTo>
                  <a:lnTo>
                    <a:pt x="10578827" y="0"/>
                  </a:lnTo>
                  <a:lnTo>
                    <a:pt x="10579949" y="464"/>
                  </a:lnTo>
                  <a:lnTo>
                    <a:pt x="10581808" y="2324"/>
                  </a:lnTo>
                  <a:lnTo>
                    <a:pt x="10582273" y="3447"/>
                  </a:lnTo>
                  <a:lnTo>
                    <a:pt x="10582273" y="6077"/>
                  </a:lnTo>
                  <a:lnTo>
                    <a:pt x="10581808" y="7200"/>
                  </a:lnTo>
                  <a:lnTo>
                    <a:pt x="10579949" y="9060"/>
                  </a:lnTo>
                  <a:lnTo>
                    <a:pt x="10578827" y="9524"/>
                  </a:lnTo>
                  <a:close/>
                </a:path>
                <a:path w="11534775" h="9525">
                  <a:moveTo>
                    <a:pt x="10626452" y="9524"/>
                  </a:moveTo>
                  <a:lnTo>
                    <a:pt x="10623822" y="9524"/>
                  </a:lnTo>
                  <a:lnTo>
                    <a:pt x="10622698" y="9060"/>
                  </a:lnTo>
                  <a:lnTo>
                    <a:pt x="10620839" y="7200"/>
                  </a:lnTo>
                  <a:lnTo>
                    <a:pt x="10620374" y="6077"/>
                  </a:lnTo>
                  <a:lnTo>
                    <a:pt x="10620374" y="3447"/>
                  </a:lnTo>
                  <a:lnTo>
                    <a:pt x="10620839" y="2324"/>
                  </a:lnTo>
                  <a:lnTo>
                    <a:pt x="10622698" y="464"/>
                  </a:lnTo>
                  <a:lnTo>
                    <a:pt x="10623822" y="0"/>
                  </a:lnTo>
                  <a:lnTo>
                    <a:pt x="10626452" y="0"/>
                  </a:lnTo>
                  <a:lnTo>
                    <a:pt x="10627574" y="464"/>
                  </a:lnTo>
                  <a:lnTo>
                    <a:pt x="10629433" y="2324"/>
                  </a:lnTo>
                  <a:lnTo>
                    <a:pt x="10629898" y="3447"/>
                  </a:lnTo>
                  <a:lnTo>
                    <a:pt x="10629898" y="6077"/>
                  </a:lnTo>
                  <a:lnTo>
                    <a:pt x="10629433" y="7200"/>
                  </a:lnTo>
                  <a:lnTo>
                    <a:pt x="10627574" y="9060"/>
                  </a:lnTo>
                  <a:lnTo>
                    <a:pt x="10626452" y="9524"/>
                  </a:lnTo>
                  <a:close/>
                </a:path>
                <a:path w="11534775" h="9525">
                  <a:moveTo>
                    <a:pt x="10674077" y="9524"/>
                  </a:moveTo>
                  <a:lnTo>
                    <a:pt x="10671445" y="9524"/>
                  </a:lnTo>
                  <a:lnTo>
                    <a:pt x="10670322" y="9060"/>
                  </a:lnTo>
                  <a:lnTo>
                    <a:pt x="10668463" y="7200"/>
                  </a:lnTo>
                  <a:lnTo>
                    <a:pt x="10667998" y="6077"/>
                  </a:lnTo>
                  <a:lnTo>
                    <a:pt x="10667998" y="3447"/>
                  </a:lnTo>
                  <a:lnTo>
                    <a:pt x="10668463" y="2324"/>
                  </a:lnTo>
                  <a:lnTo>
                    <a:pt x="10670322" y="464"/>
                  </a:lnTo>
                  <a:lnTo>
                    <a:pt x="10671445" y="0"/>
                  </a:lnTo>
                  <a:lnTo>
                    <a:pt x="10674077" y="0"/>
                  </a:lnTo>
                  <a:lnTo>
                    <a:pt x="10675199" y="464"/>
                  </a:lnTo>
                  <a:lnTo>
                    <a:pt x="10677058" y="2324"/>
                  </a:lnTo>
                  <a:lnTo>
                    <a:pt x="10677523" y="3447"/>
                  </a:lnTo>
                  <a:lnTo>
                    <a:pt x="10677523" y="6077"/>
                  </a:lnTo>
                  <a:lnTo>
                    <a:pt x="10677058" y="7200"/>
                  </a:lnTo>
                  <a:lnTo>
                    <a:pt x="10675199" y="9060"/>
                  </a:lnTo>
                  <a:lnTo>
                    <a:pt x="10674077" y="9524"/>
                  </a:lnTo>
                  <a:close/>
                </a:path>
                <a:path w="11534775" h="9525">
                  <a:moveTo>
                    <a:pt x="10721702" y="9524"/>
                  </a:moveTo>
                  <a:lnTo>
                    <a:pt x="10719072" y="9524"/>
                  </a:lnTo>
                  <a:lnTo>
                    <a:pt x="10717948" y="9060"/>
                  </a:lnTo>
                  <a:lnTo>
                    <a:pt x="10716089" y="7200"/>
                  </a:lnTo>
                  <a:lnTo>
                    <a:pt x="10715624" y="6077"/>
                  </a:lnTo>
                  <a:lnTo>
                    <a:pt x="10715624" y="3447"/>
                  </a:lnTo>
                  <a:lnTo>
                    <a:pt x="10716089" y="2324"/>
                  </a:lnTo>
                  <a:lnTo>
                    <a:pt x="10717948" y="464"/>
                  </a:lnTo>
                  <a:lnTo>
                    <a:pt x="10719072" y="0"/>
                  </a:lnTo>
                  <a:lnTo>
                    <a:pt x="10721702" y="0"/>
                  </a:lnTo>
                  <a:lnTo>
                    <a:pt x="10722824" y="464"/>
                  </a:lnTo>
                  <a:lnTo>
                    <a:pt x="10724683" y="2324"/>
                  </a:lnTo>
                  <a:lnTo>
                    <a:pt x="10725148" y="3447"/>
                  </a:lnTo>
                  <a:lnTo>
                    <a:pt x="10725148" y="6077"/>
                  </a:lnTo>
                  <a:lnTo>
                    <a:pt x="10724683" y="7200"/>
                  </a:lnTo>
                  <a:lnTo>
                    <a:pt x="10722824" y="9060"/>
                  </a:lnTo>
                  <a:lnTo>
                    <a:pt x="10721702" y="9524"/>
                  </a:lnTo>
                  <a:close/>
                </a:path>
                <a:path w="11534775" h="9525">
                  <a:moveTo>
                    <a:pt x="10769327" y="9524"/>
                  </a:moveTo>
                  <a:lnTo>
                    <a:pt x="10766697" y="9524"/>
                  </a:lnTo>
                  <a:lnTo>
                    <a:pt x="10765573" y="9060"/>
                  </a:lnTo>
                  <a:lnTo>
                    <a:pt x="10763714" y="7200"/>
                  </a:lnTo>
                  <a:lnTo>
                    <a:pt x="10763249" y="6077"/>
                  </a:lnTo>
                  <a:lnTo>
                    <a:pt x="10763249" y="3447"/>
                  </a:lnTo>
                  <a:lnTo>
                    <a:pt x="10763714" y="2324"/>
                  </a:lnTo>
                  <a:lnTo>
                    <a:pt x="10765573" y="464"/>
                  </a:lnTo>
                  <a:lnTo>
                    <a:pt x="10766697" y="0"/>
                  </a:lnTo>
                  <a:lnTo>
                    <a:pt x="10769327" y="0"/>
                  </a:lnTo>
                  <a:lnTo>
                    <a:pt x="10770449" y="464"/>
                  </a:lnTo>
                  <a:lnTo>
                    <a:pt x="10772309" y="2324"/>
                  </a:lnTo>
                  <a:lnTo>
                    <a:pt x="10772774" y="3447"/>
                  </a:lnTo>
                  <a:lnTo>
                    <a:pt x="10772774" y="6077"/>
                  </a:lnTo>
                  <a:lnTo>
                    <a:pt x="10772309" y="7200"/>
                  </a:lnTo>
                  <a:lnTo>
                    <a:pt x="10770449" y="9060"/>
                  </a:lnTo>
                  <a:lnTo>
                    <a:pt x="10769327" y="9524"/>
                  </a:lnTo>
                  <a:close/>
                </a:path>
                <a:path w="11534775" h="9525">
                  <a:moveTo>
                    <a:pt x="10816952" y="9524"/>
                  </a:moveTo>
                  <a:lnTo>
                    <a:pt x="10814322" y="9524"/>
                  </a:lnTo>
                  <a:lnTo>
                    <a:pt x="10813198" y="9060"/>
                  </a:lnTo>
                  <a:lnTo>
                    <a:pt x="10811338" y="7200"/>
                  </a:lnTo>
                  <a:lnTo>
                    <a:pt x="10810873" y="6077"/>
                  </a:lnTo>
                  <a:lnTo>
                    <a:pt x="10810873" y="3447"/>
                  </a:lnTo>
                  <a:lnTo>
                    <a:pt x="10811338" y="2324"/>
                  </a:lnTo>
                  <a:lnTo>
                    <a:pt x="10813198" y="464"/>
                  </a:lnTo>
                  <a:lnTo>
                    <a:pt x="10814322" y="0"/>
                  </a:lnTo>
                  <a:lnTo>
                    <a:pt x="10816952" y="0"/>
                  </a:lnTo>
                  <a:lnTo>
                    <a:pt x="10818074" y="464"/>
                  </a:lnTo>
                  <a:lnTo>
                    <a:pt x="10819933" y="2324"/>
                  </a:lnTo>
                  <a:lnTo>
                    <a:pt x="10820398" y="3447"/>
                  </a:lnTo>
                  <a:lnTo>
                    <a:pt x="10820398" y="6077"/>
                  </a:lnTo>
                  <a:lnTo>
                    <a:pt x="10819933" y="7200"/>
                  </a:lnTo>
                  <a:lnTo>
                    <a:pt x="10818074" y="9060"/>
                  </a:lnTo>
                  <a:lnTo>
                    <a:pt x="10816952" y="9524"/>
                  </a:lnTo>
                  <a:close/>
                </a:path>
                <a:path w="11534775" h="9525">
                  <a:moveTo>
                    <a:pt x="10864577" y="9524"/>
                  </a:moveTo>
                  <a:lnTo>
                    <a:pt x="10861947" y="9524"/>
                  </a:lnTo>
                  <a:lnTo>
                    <a:pt x="10860823" y="9060"/>
                  </a:lnTo>
                  <a:lnTo>
                    <a:pt x="10858963" y="7200"/>
                  </a:lnTo>
                  <a:lnTo>
                    <a:pt x="10858498" y="6077"/>
                  </a:lnTo>
                  <a:lnTo>
                    <a:pt x="10858498" y="3447"/>
                  </a:lnTo>
                  <a:lnTo>
                    <a:pt x="10858963" y="2324"/>
                  </a:lnTo>
                  <a:lnTo>
                    <a:pt x="10860823" y="464"/>
                  </a:lnTo>
                  <a:lnTo>
                    <a:pt x="10861947" y="0"/>
                  </a:lnTo>
                  <a:lnTo>
                    <a:pt x="10864577" y="0"/>
                  </a:lnTo>
                  <a:lnTo>
                    <a:pt x="10865699" y="464"/>
                  </a:lnTo>
                  <a:lnTo>
                    <a:pt x="10867559" y="2324"/>
                  </a:lnTo>
                  <a:lnTo>
                    <a:pt x="10868024" y="3447"/>
                  </a:lnTo>
                  <a:lnTo>
                    <a:pt x="10868024" y="6077"/>
                  </a:lnTo>
                  <a:lnTo>
                    <a:pt x="10867559" y="7200"/>
                  </a:lnTo>
                  <a:lnTo>
                    <a:pt x="10865699" y="9060"/>
                  </a:lnTo>
                  <a:lnTo>
                    <a:pt x="10864577" y="9524"/>
                  </a:lnTo>
                  <a:close/>
                </a:path>
                <a:path w="11534775" h="9525">
                  <a:moveTo>
                    <a:pt x="10912202" y="9524"/>
                  </a:moveTo>
                  <a:lnTo>
                    <a:pt x="10909572" y="9524"/>
                  </a:lnTo>
                  <a:lnTo>
                    <a:pt x="10908448" y="9060"/>
                  </a:lnTo>
                  <a:lnTo>
                    <a:pt x="10906588" y="7200"/>
                  </a:lnTo>
                  <a:lnTo>
                    <a:pt x="10906123" y="6077"/>
                  </a:lnTo>
                  <a:lnTo>
                    <a:pt x="10906123" y="3447"/>
                  </a:lnTo>
                  <a:lnTo>
                    <a:pt x="10906588" y="2324"/>
                  </a:lnTo>
                  <a:lnTo>
                    <a:pt x="10908448" y="464"/>
                  </a:lnTo>
                  <a:lnTo>
                    <a:pt x="10909572" y="0"/>
                  </a:lnTo>
                  <a:lnTo>
                    <a:pt x="10912202" y="0"/>
                  </a:lnTo>
                  <a:lnTo>
                    <a:pt x="10913324" y="464"/>
                  </a:lnTo>
                  <a:lnTo>
                    <a:pt x="10915183" y="2324"/>
                  </a:lnTo>
                  <a:lnTo>
                    <a:pt x="10915648" y="3447"/>
                  </a:lnTo>
                  <a:lnTo>
                    <a:pt x="10915648" y="6077"/>
                  </a:lnTo>
                  <a:lnTo>
                    <a:pt x="10915183" y="7200"/>
                  </a:lnTo>
                  <a:lnTo>
                    <a:pt x="10913324" y="9060"/>
                  </a:lnTo>
                  <a:lnTo>
                    <a:pt x="10912202" y="9524"/>
                  </a:lnTo>
                  <a:close/>
                </a:path>
                <a:path w="11534775" h="9525">
                  <a:moveTo>
                    <a:pt x="10959827" y="9524"/>
                  </a:moveTo>
                  <a:lnTo>
                    <a:pt x="10957197" y="9524"/>
                  </a:lnTo>
                  <a:lnTo>
                    <a:pt x="10956073" y="9060"/>
                  </a:lnTo>
                  <a:lnTo>
                    <a:pt x="10954213" y="7200"/>
                  </a:lnTo>
                  <a:lnTo>
                    <a:pt x="10953748" y="6077"/>
                  </a:lnTo>
                  <a:lnTo>
                    <a:pt x="10953748" y="3447"/>
                  </a:lnTo>
                  <a:lnTo>
                    <a:pt x="10954213" y="2324"/>
                  </a:lnTo>
                  <a:lnTo>
                    <a:pt x="10956073" y="464"/>
                  </a:lnTo>
                  <a:lnTo>
                    <a:pt x="10957197" y="0"/>
                  </a:lnTo>
                  <a:lnTo>
                    <a:pt x="10959827" y="0"/>
                  </a:lnTo>
                  <a:lnTo>
                    <a:pt x="10960949" y="464"/>
                  </a:lnTo>
                  <a:lnTo>
                    <a:pt x="10962809" y="2324"/>
                  </a:lnTo>
                  <a:lnTo>
                    <a:pt x="10963274" y="3447"/>
                  </a:lnTo>
                  <a:lnTo>
                    <a:pt x="10963274" y="6077"/>
                  </a:lnTo>
                  <a:lnTo>
                    <a:pt x="10962809" y="7200"/>
                  </a:lnTo>
                  <a:lnTo>
                    <a:pt x="10960949" y="9060"/>
                  </a:lnTo>
                  <a:lnTo>
                    <a:pt x="10959827" y="9524"/>
                  </a:lnTo>
                  <a:close/>
                </a:path>
                <a:path w="11534775" h="9525">
                  <a:moveTo>
                    <a:pt x="11007452" y="9524"/>
                  </a:moveTo>
                  <a:lnTo>
                    <a:pt x="11004822" y="9524"/>
                  </a:lnTo>
                  <a:lnTo>
                    <a:pt x="11003698" y="9060"/>
                  </a:lnTo>
                  <a:lnTo>
                    <a:pt x="11001838" y="7200"/>
                  </a:lnTo>
                  <a:lnTo>
                    <a:pt x="11001373" y="6077"/>
                  </a:lnTo>
                  <a:lnTo>
                    <a:pt x="11001373" y="3447"/>
                  </a:lnTo>
                  <a:lnTo>
                    <a:pt x="11001838" y="2324"/>
                  </a:lnTo>
                  <a:lnTo>
                    <a:pt x="11003698" y="464"/>
                  </a:lnTo>
                  <a:lnTo>
                    <a:pt x="11004822" y="0"/>
                  </a:lnTo>
                  <a:lnTo>
                    <a:pt x="11007452" y="0"/>
                  </a:lnTo>
                  <a:lnTo>
                    <a:pt x="11008574" y="464"/>
                  </a:lnTo>
                  <a:lnTo>
                    <a:pt x="11010433" y="2324"/>
                  </a:lnTo>
                  <a:lnTo>
                    <a:pt x="11010898" y="3447"/>
                  </a:lnTo>
                  <a:lnTo>
                    <a:pt x="11010898" y="6077"/>
                  </a:lnTo>
                  <a:lnTo>
                    <a:pt x="11010433" y="7200"/>
                  </a:lnTo>
                  <a:lnTo>
                    <a:pt x="11008574" y="9060"/>
                  </a:lnTo>
                  <a:lnTo>
                    <a:pt x="11007452" y="9524"/>
                  </a:lnTo>
                  <a:close/>
                </a:path>
                <a:path w="11534775" h="9525">
                  <a:moveTo>
                    <a:pt x="11055077" y="9524"/>
                  </a:moveTo>
                  <a:lnTo>
                    <a:pt x="11052447" y="9524"/>
                  </a:lnTo>
                  <a:lnTo>
                    <a:pt x="11051323" y="9060"/>
                  </a:lnTo>
                  <a:lnTo>
                    <a:pt x="11049464" y="7200"/>
                  </a:lnTo>
                  <a:lnTo>
                    <a:pt x="11048999" y="6077"/>
                  </a:lnTo>
                  <a:lnTo>
                    <a:pt x="11048999" y="3447"/>
                  </a:lnTo>
                  <a:lnTo>
                    <a:pt x="11049464" y="2324"/>
                  </a:lnTo>
                  <a:lnTo>
                    <a:pt x="11051323" y="464"/>
                  </a:lnTo>
                  <a:lnTo>
                    <a:pt x="11052447" y="0"/>
                  </a:lnTo>
                  <a:lnTo>
                    <a:pt x="11055077" y="0"/>
                  </a:lnTo>
                  <a:lnTo>
                    <a:pt x="11056199" y="464"/>
                  </a:lnTo>
                  <a:lnTo>
                    <a:pt x="11058058" y="2324"/>
                  </a:lnTo>
                  <a:lnTo>
                    <a:pt x="11058523" y="3447"/>
                  </a:lnTo>
                  <a:lnTo>
                    <a:pt x="11058523" y="6077"/>
                  </a:lnTo>
                  <a:lnTo>
                    <a:pt x="11058058" y="7200"/>
                  </a:lnTo>
                  <a:lnTo>
                    <a:pt x="11056199" y="9060"/>
                  </a:lnTo>
                  <a:lnTo>
                    <a:pt x="11055077" y="9524"/>
                  </a:lnTo>
                  <a:close/>
                </a:path>
                <a:path w="11534775" h="9525">
                  <a:moveTo>
                    <a:pt x="11102702" y="9524"/>
                  </a:moveTo>
                  <a:lnTo>
                    <a:pt x="11100070" y="9524"/>
                  </a:lnTo>
                  <a:lnTo>
                    <a:pt x="11098947" y="9060"/>
                  </a:lnTo>
                  <a:lnTo>
                    <a:pt x="11097088" y="7200"/>
                  </a:lnTo>
                  <a:lnTo>
                    <a:pt x="11096623" y="6077"/>
                  </a:lnTo>
                  <a:lnTo>
                    <a:pt x="11096623" y="3447"/>
                  </a:lnTo>
                  <a:lnTo>
                    <a:pt x="11097088" y="2324"/>
                  </a:lnTo>
                  <a:lnTo>
                    <a:pt x="11098947" y="464"/>
                  </a:lnTo>
                  <a:lnTo>
                    <a:pt x="11100070" y="0"/>
                  </a:lnTo>
                  <a:lnTo>
                    <a:pt x="11102702" y="0"/>
                  </a:lnTo>
                  <a:lnTo>
                    <a:pt x="11103824" y="464"/>
                  </a:lnTo>
                  <a:lnTo>
                    <a:pt x="11105683" y="2324"/>
                  </a:lnTo>
                  <a:lnTo>
                    <a:pt x="11106148" y="3447"/>
                  </a:lnTo>
                  <a:lnTo>
                    <a:pt x="11106148" y="6077"/>
                  </a:lnTo>
                  <a:lnTo>
                    <a:pt x="11105683" y="7200"/>
                  </a:lnTo>
                  <a:lnTo>
                    <a:pt x="11103824" y="9060"/>
                  </a:lnTo>
                  <a:lnTo>
                    <a:pt x="11102702" y="9524"/>
                  </a:lnTo>
                  <a:close/>
                </a:path>
                <a:path w="11534775" h="9525">
                  <a:moveTo>
                    <a:pt x="11150327" y="9524"/>
                  </a:moveTo>
                  <a:lnTo>
                    <a:pt x="11147697" y="9524"/>
                  </a:lnTo>
                  <a:lnTo>
                    <a:pt x="11146573" y="9060"/>
                  </a:lnTo>
                  <a:lnTo>
                    <a:pt x="11144714" y="7200"/>
                  </a:lnTo>
                  <a:lnTo>
                    <a:pt x="11144249" y="6077"/>
                  </a:lnTo>
                  <a:lnTo>
                    <a:pt x="11144249" y="3447"/>
                  </a:lnTo>
                  <a:lnTo>
                    <a:pt x="11144714" y="2324"/>
                  </a:lnTo>
                  <a:lnTo>
                    <a:pt x="11146573" y="464"/>
                  </a:lnTo>
                  <a:lnTo>
                    <a:pt x="11147697" y="0"/>
                  </a:lnTo>
                  <a:lnTo>
                    <a:pt x="11150327" y="0"/>
                  </a:lnTo>
                  <a:lnTo>
                    <a:pt x="11151449" y="464"/>
                  </a:lnTo>
                  <a:lnTo>
                    <a:pt x="11153308" y="2324"/>
                  </a:lnTo>
                  <a:lnTo>
                    <a:pt x="11153773" y="3447"/>
                  </a:lnTo>
                  <a:lnTo>
                    <a:pt x="11153773" y="6077"/>
                  </a:lnTo>
                  <a:lnTo>
                    <a:pt x="11153308" y="7200"/>
                  </a:lnTo>
                  <a:lnTo>
                    <a:pt x="11151449" y="9060"/>
                  </a:lnTo>
                  <a:lnTo>
                    <a:pt x="11150327" y="9524"/>
                  </a:lnTo>
                  <a:close/>
                </a:path>
                <a:path w="11534775" h="9525">
                  <a:moveTo>
                    <a:pt x="11197952" y="9524"/>
                  </a:moveTo>
                  <a:lnTo>
                    <a:pt x="11195320" y="9524"/>
                  </a:lnTo>
                  <a:lnTo>
                    <a:pt x="11194197" y="9060"/>
                  </a:lnTo>
                  <a:lnTo>
                    <a:pt x="11192338" y="7200"/>
                  </a:lnTo>
                  <a:lnTo>
                    <a:pt x="11191873" y="6077"/>
                  </a:lnTo>
                  <a:lnTo>
                    <a:pt x="11191873" y="3447"/>
                  </a:lnTo>
                  <a:lnTo>
                    <a:pt x="11192338" y="2324"/>
                  </a:lnTo>
                  <a:lnTo>
                    <a:pt x="11194197" y="464"/>
                  </a:lnTo>
                  <a:lnTo>
                    <a:pt x="11195320" y="0"/>
                  </a:lnTo>
                  <a:lnTo>
                    <a:pt x="11197952" y="0"/>
                  </a:lnTo>
                  <a:lnTo>
                    <a:pt x="11199074" y="464"/>
                  </a:lnTo>
                  <a:lnTo>
                    <a:pt x="11200933" y="2324"/>
                  </a:lnTo>
                  <a:lnTo>
                    <a:pt x="11201398" y="3447"/>
                  </a:lnTo>
                  <a:lnTo>
                    <a:pt x="11201398" y="6077"/>
                  </a:lnTo>
                  <a:lnTo>
                    <a:pt x="11200933" y="7200"/>
                  </a:lnTo>
                  <a:lnTo>
                    <a:pt x="11199074" y="9060"/>
                  </a:lnTo>
                  <a:lnTo>
                    <a:pt x="11197952" y="9524"/>
                  </a:lnTo>
                  <a:close/>
                </a:path>
                <a:path w="11534775" h="9525">
                  <a:moveTo>
                    <a:pt x="11245577" y="9524"/>
                  </a:moveTo>
                  <a:lnTo>
                    <a:pt x="11242947" y="9524"/>
                  </a:lnTo>
                  <a:lnTo>
                    <a:pt x="11241823" y="9060"/>
                  </a:lnTo>
                  <a:lnTo>
                    <a:pt x="11239964" y="7200"/>
                  </a:lnTo>
                  <a:lnTo>
                    <a:pt x="11239499" y="6077"/>
                  </a:lnTo>
                  <a:lnTo>
                    <a:pt x="11239499" y="3447"/>
                  </a:lnTo>
                  <a:lnTo>
                    <a:pt x="11239964" y="2324"/>
                  </a:lnTo>
                  <a:lnTo>
                    <a:pt x="11241823" y="464"/>
                  </a:lnTo>
                  <a:lnTo>
                    <a:pt x="11242947" y="0"/>
                  </a:lnTo>
                  <a:lnTo>
                    <a:pt x="11245577" y="0"/>
                  </a:lnTo>
                  <a:lnTo>
                    <a:pt x="11246699" y="464"/>
                  </a:lnTo>
                  <a:lnTo>
                    <a:pt x="11248558" y="2324"/>
                  </a:lnTo>
                  <a:lnTo>
                    <a:pt x="11249023" y="3447"/>
                  </a:lnTo>
                  <a:lnTo>
                    <a:pt x="11249023" y="6077"/>
                  </a:lnTo>
                  <a:lnTo>
                    <a:pt x="11248558" y="7200"/>
                  </a:lnTo>
                  <a:lnTo>
                    <a:pt x="11246699" y="9060"/>
                  </a:lnTo>
                  <a:lnTo>
                    <a:pt x="11245577" y="9524"/>
                  </a:lnTo>
                  <a:close/>
                </a:path>
                <a:path w="11534775" h="9525">
                  <a:moveTo>
                    <a:pt x="11293202" y="9524"/>
                  </a:moveTo>
                  <a:lnTo>
                    <a:pt x="11290572" y="9524"/>
                  </a:lnTo>
                  <a:lnTo>
                    <a:pt x="11289448" y="9060"/>
                  </a:lnTo>
                  <a:lnTo>
                    <a:pt x="11287588" y="7200"/>
                  </a:lnTo>
                  <a:lnTo>
                    <a:pt x="11287123" y="6077"/>
                  </a:lnTo>
                  <a:lnTo>
                    <a:pt x="11287123" y="3447"/>
                  </a:lnTo>
                  <a:lnTo>
                    <a:pt x="11287588" y="2324"/>
                  </a:lnTo>
                  <a:lnTo>
                    <a:pt x="11289448" y="464"/>
                  </a:lnTo>
                  <a:lnTo>
                    <a:pt x="11290572" y="0"/>
                  </a:lnTo>
                  <a:lnTo>
                    <a:pt x="11293202" y="0"/>
                  </a:lnTo>
                  <a:lnTo>
                    <a:pt x="11294324" y="464"/>
                  </a:lnTo>
                  <a:lnTo>
                    <a:pt x="11296184" y="2324"/>
                  </a:lnTo>
                  <a:lnTo>
                    <a:pt x="11296649" y="3447"/>
                  </a:lnTo>
                  <a:lnTo>
                    <a:pt x="11296649" y="6077"/>
                  </a:lnTo>
                  <a:lnTo>
                    <a:pt x="11296184" y="7200"/>
                  </a:lnTo>
                  <a:lnTo>
                    <a:pt x="11294324" y="9060"/>
                  </a:lnTo>
                  <a:lnTo>
                    <a:pt x="11293202" y="9524"/>
                  </a:lnTo>
                  <a:close/>
                </a:path>
                <a:path w="11534775" h="9525">
                  <a:moveTo>
                    <a:pt x="11340827" y="9524"/>
                  </a:moveTo>
                  <a:lnTo>
                    <a:pt x="11338197" y="9524"/>
                  </a:lnTo>
                  <a:lnTo>
                    <a:pt x="11337073" y="9060"/>
                  </a:lnTo>
                  <a:lnTo>
                    <a:pt x="11335213" y="7200"/>
                  </a:lnTo>
                  <a:lnTo>
                    <a:pt x="11334748" y="6077"/>
                  </a:lnTo>
                  <a:lnTo>
                    <a:pt x="11334748" y="3447"/>
                  </a:lnTo>
                  <a:lnTo>
                    <a:pt x="11335213" y="2324"/>
                  </a:lnTo>
                  <a:lnTo>
                    <a:pt x="11337073" y="464"/>
                  </a:lnTo>
                  <a:lnTo>
                    <a:pt x="11338197" y="0"/>
                  </a:lnTo>
                  <a:lnTo>
                    <a:pt x="11340827" y="0"/>
                  </a:lnTo>
                  <a:lnTo>
                    <a:pt x="11341949" y="464"/>
                  </a:lnTo>
                  <a:lnTo>
                    <a:pt x="11343808" y="2324"/>
                  </a:lnTo>
                  <a:lnTo>
                    <a:pt x="11344273" y="3447"/>
                  </a:lnTo>
                  <a:lnTo>
                    <a:pt x="11344273" y="6077"/>
                  </a:lnTo>
                  <a:lnTo>
                    <a:pt x="11343808" y="7200"/>
                  </a:lnTo>
                  <a:lnTo>
                    <a:pt x="11341949" y="9060"/>
                  </a:lnTo>
                  <a:lnTo>
                    <a:pt x="11340827" y="9524"/>
                  </a:lnTo>
                  <a:close/>
                </a:path>
                <a:path w="11534775" h="9525">
                  <a:moveTo>
                    <a:pt x="11388452" y="9524"/>
                  </a:moveTo>
                  <a:lnTo>
                    <a:pt x="11385822" y="9524"/>
                  </a:lnTo>
                  <a:lnTo>
                    <a:pt x="11384698" y="9060"/>
                  </a:lnTo>
                  <a:lnTo>
                    <a:pt x="11382838" y="7200"/>
                  </a:lnTo>
                  <a:lnTo>
                    <a:pt x="11382373" y="6077"/>
                  </a:lnTo>
                  <a:lnTo>
                    <a:pt x="11382373" y="3447"/>
                  </a:lnTo>
                  <a:lnTo>
                    <a:pt x="11382838" y="2324"/>
                  </a:lnTo>
                  <a:lnTo>
                    <a:pt x="11384698" y="464"/>
                  </a:lnTo>
                  <a:lnTo>
                    <a:pt x="11385822" y="0"/>
                  </a:lnTo>
                  <a:lnTo>
                    <a:pt x="11388452" y="0"/>
                  </a:lnTo>
                  <a:lnTo>
                    <a:pt x="11389574" y="464"/>
                  </a:lnTo>
                  <a:lnTo>
                    <a:pt x="11391434" y="2324"/>
                  </a:lnTo>
                  <a:lnTo>
                    <a:pt x="11391899" y="3447"/>
                  </a:lnTo>
                  <a:lnTo>
                    <a:pt x="11391899" y="6077"/>
                  </a:lnTo>
                  <a:lnTo>
                    <a:pt x="11391434" y="7200"/>
                  </a:lnTo>
                  <a:lnTo>
                    <a:pt x="11389574" y="9060"/>
                  </a:lnTo>
                  <a:lnTo>
                    <a:pt x="11388452" y="9524"/>
                  </a:lnTo>
                  <a:close/>
                </a:path>
                <a:path w="11534775" h="9525">
                  <a:moveTo>
                    <a:pt x="11436077" y="9524"/>
                  </a:moveTo>
                  <a:lnTo>
                    <a:pt x="11433447" y="9524"/>
                  </a:lnTo>
                  <a:lnTo>
                    <a:pt x="11432323" y="9060"/>
                  </a:lnTo>
                  <a:lnTo>
                    <a:pt x="11430463" y="7200"/>
                  </a:lnTo>
                  <a:lnTo>
                    <a:pt x="11429998" y="6077"/>
                  </a:lnTo>
                  <a:lnTo>
                    <a:pt x="11429998" y="3447"/>
                  </a:lnTo>
                  <a:lnTo>
                    <a:pt x="11430463" y="2324"/>
                  </a:lnTo>
                  <a:lnTo>
                    <a:pt x="11432323" y="464"/>
                  </a:lnTo>
                  <a:lnTo>
                    <a:pt x="11433447" y="0"/>
                  </a:lnTo>
                  <a:lnTo>
                    <a:pt x="11436077" y="0"/>
                  </a:lnTo>
                  <a:lnTo>
                    <a:pt x="11437199" y="464"/>
                  </a:lnTo>
                  <a:lnTo>
                    <a:pt x="11439058" y="2324"/>
                  </a:lnTo>
                  <a:lnTo>
                    <a:pt x="11439523" y="3447"/>
                  </a:lnTo>
                  <a:lnTo>
                    <a:pt x="11439523" y="6077"/>
                  </a:lnTo>
                  <a:lnTo>
                    <a:pt x="11439058" y="7200"/>
                  </a:lnTo>
                  <a:lnTo>
                    <a:pt x="11437199" y="9060"/>
                  </a:lnTo>
                  <a:lnTo>
                    <a:pt x="11436077" y="9524"/>
                  </a:lnTo>
                  <a:close/>
                </a:path>
                <a:path w="11534775" h="9525">
                  <a:moveTo>
                    <a:pt x="11483702" y="9524"/>
                  </a:moveTo>
                  <a:lnTo>
                    <a:pt x="11481070" y="9524"/>
                  </a:lnTo>
                  <a:lnTo>
                    <a:pt x="11479947" y="9060"/>
                  </a:lnTo>
                  <a:lnTo>
                    <a:pt x="11478088" y="7200"/>
                  </a:lnTo>
                  <a:lnTo>
                    <a:pt x="11477623" y="6077"/>
                  </a:lnTo>
                  <a:lnTo>
                    <a:pt x="11477623" y="3447"/>
                  </a:lnTo>
                  <a:lnTo>
                    <a:pt x="11478088" y="2324"/>
                  </a:lnTo>
                  <a:lnTo>
                    <a:pt x="11479947" y="464"/>
                  </a:lnTo>
                  <a:lnTo>
                    <a:pt x="11481070" y="0"/>
                  </a:lnTo>
                  <a:lnTo>
                    <a:pt x="11483702" y="0"/>
                  </a:lnTo>
                  <a:lnTo>
                    <a:pt x="11484824" y="464"/>
                  </a:lnTo>
                  <a:lnTo>
                    <a:pt x="11486683" y="2324"/>
                  </a:lnTo>
                  <a:lnTo>
                    <a:pt x="11487148" y="3447"/>
                  </a:lnTo>
                  <a:lnTo>
                    <a:pt x="11487148" y="6077"/>
                  </a:lnTo>
                  <a:lnTo>
                    <a:pt x="11486683" y="7200"/>
                  </a:lnTo>
                  <a:lnTo>
                    <a:pt x="11484824" y="9060"/>
                  </a:lnTo>
                  <a:lnTo>
                    <a:pt x="11483702" y="9524"/>
                  </a:lnTo>
                  <a:close/>
                </a:path>
                <a:path w="11534775" h="9525">
                  <a:moveTo>
                    <a:pt x="11531325" y="9524"/>
                  </a:moveTo>
                  <a:lnTo>
                    <a:pt x="11528697" y="9524"/>
                  </a:lnTo>
                  <a:lnTo>
                    <a:pt x="11527573" y="9060"/>
                  </a:lnTo>
                  <a:lnTo>
                    <a:pt x="11525713" y="7200"/>
                  </a:lnTo>
                  <a:lnTo>
                    <a:pt x="11525248" y="6077"/>
                  </a:lnTo>
                  <a:lnTo>
                    <a:pt x="11525248" y="3447"/>
                  </a:lnTo>
                  <a:lnTo>
                    <a:pt x="11525713" y="2324"/>
                  </a:lnTo>
                  <a:lnTo>
                    <a:pt x="11527573" y="464"/>
                  </a:lnTo>
                  <a:lnTo>
                    <a:pt x="11528697" y="0"/>
                  </a:lnTo>
                  <a:lnTo>
                    <a:pt x="11531325" y="0"/>
                  </a:lnTo>
                  <a:lnTo>
                    <a:pt x="11532447" y="464"/>
                  </a:lnTo>
                  <a:lnTo>
                    <a:pt x="11534308" y="2324"/>
                  </a:lnTo>
                  <a:lnTo>
                    <a:pt x="11534773" y="3447"/>
                  </a:lnTo>
                  <a:lnTo>
                    <a:pt x="11534773" y="6077"/>
                  </a:lnTo>
                  <a:lnTo>
                    <a:pt x="11534308" y="7200"/>
                  </a:lnTo>
                  <a:lnTo>
                    <a:pt x="11532447" y="9060"/>
                  </a:lnTo>
                  <a:lnTo>
                    <a:pt x="11531325" y="95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8907" y="6188174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95337" y="5484018"/>
            <a:ext cx="11534775" cy="9525"/>
          </a:xfrm>
          <a:custGeom>
            <a:avLst/>
            <a:gdLst/>
            <a:ahLst/>
            <a:cxnLst/>
            <a:rect l="l" t="t" r="r" b="b"/>
            <a:pathLst>
              <a:path w="11534775" h="952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  <a:path w="11534775" h="9525">
                <a:moveTo>
                  <a:pt x="53702" y="9524"/>
                </a:moveTo>
                <a:lnTo>
                  <a:pt x="51072" y="9524"/>
                </a:lnTo>
                <a:lnTo>
                  <a:pt x="49949" y="9060"/>
                </a:lnTo>
                <a:lnTo>
                  <a:pt x="48089" y="7200"/>
                </a:lnTo>
                <a:lnTo>
                  <a:pt x="47624" y="6077"/>
                </a:lnTo>
                <a:lnTo>
                  <a:pt x="47624" y="3447"/>
                </a:lnTo>
                <a:lnTo>
                  <a:pt x="48089" y="2324"/>
                </a:lnTo>
                <a:lnTo>
                  <a:pt x="49949" y="464"/>
                </a:lnTo>
                <a:lnTo>
                  <a:pt x="51072" y="0"/>
                </a:lnTo>
                <a:lnTo>
                  <a:pt x="53702" y="0"/>
                </a:lnTo>
                <a:lnTo>
                  <a:pt x="54825" y="464"/>
                </a:lnTo>
                <a:lnTo>
                  <a:pt x="56685" y="2324"/>
                </a:lnTo>
                <a:lnTo>
                  <a:pt x="57149" y="3447"/>
                </a:lnTo>
                <a:lnTo>
                  <a:pt x="57149" y="6077"/>
                </a:lnTo>
                <a:lnTo>
                  <a:pt x="56685" y="7200"/>
                </a:lnTo>
                <a:lnTo>
                  <a:pt x="54825" y="9060"/>
                </a:lnTo>
                <a:lnTo>
                  <a:pt x="53702" y="9524"/>
                </a:lnTo>
                <a:close/>
              </a:path>
              <a:path w="11534775" h="9525">
                <a:moveTo>
                  <a:pt x="101327" y="9524"/>
                </a:moveTo>
                <a:lnTo>
                  <a:pt x="98697" y="9524"/>
                </a:lnTo>
                <a:lnTo>
                  <a:pt x="97574" y="9060"/>
                </a:lnTo>
                <a:lnTo>
                  <a:pt x="95714" y="7200"/>
                </a:lnTo>
                <a:lnTo>
                  <a:pt x="95249" y="6077"/>
                </a:lnTo>
                <a:lnTo>
                  <a:pt x="95249" y="3447"/>
                </a:lnTo>
                <a:lnTo>
                  <a:pt x="95714" y="2324"/>
                </a:lnTo>
                <a:lnTo>
                  <a:pt x="97574" y="464"/>
                </a:lnTo>
                <a:lnTo>
                  <a:pt x="98697" y="0"/>
                </a:lnTo>
                <a:lnTo>
                  <a:pt x="101327" y="0"/>
                </a:lnTo>
                <a:lnTo>
                  <a:pt x="102450" y="464"/>
                </a:lnTo>
                <a:lnTo>
                  <a:pt x="104310" y="2324"/>
                </a:lnTo>
                <a:lnTo>
                  <a:pt x="104774" y="3447"/>
                </a:lnTo>
                <a:lnTo>
                  <a:pt x="104774" y="6077"/>
                </a:lnTo>
                <a:lnTo>
                  <a:pt x="104310" y="7200"/>
                </a:lnTo>
                <a:lnTo>
                  <a:pt x="102450" y="9060"/>
                </a:lnTo>
                <a:lnTo>
                  <a:pt x="101327" y="9524"/>
                </a:lnTo>
                <a:close/>
              </a:path>
              <a:path w="11534775" h="9525">
                <a:moveTo>
                  <a:pt x="148952" y="9524"/>
                </a:moveTo>
                <a:lnTo>
                  <a:pt x="146322" y="9524"/>
                </a:lnTo>
                <a:lnTo>
                  <a:pt x="145199" y="9060"/>
                </a:lnTo>
                <a:lnTo>
                  <a:pt x="143339" y="7200"/>
                </a:lnTo>
                <a:lnTo>
                  <a:pt x="142874" y="6077"/>
                </a:lnTo>
                <a:lnTo>
                  <a:pt x="142874" y="3447"/>
                </a:lnTo>
                <a:lnTo>
                  <a:pt x="143339" y="2324"/>
                </a:lnTo>
                <a:lnTo>
                  <a:pt x="145199" y="464"/>
                </a:lnTo>
                <a:lnTo>
                  <a:pt x="146322" y="0"/>
                </a:lnTo>
                <a:lnTo>
                  <a:pt x="148952" y="0"/>
                </a:lnTo>
                <a:lnTo>
                  <a:pt x="150075" y="464"/>
                </a:lnTo>
                <a:lnTo>
                  <a:pt x="151935" y="2324"/>
                </a:lnTo>
                <a:lnTo>
                  <a:pt x="152399" y="3447"/>
                </a:lnTo>
                <a:lnTo>
                  <a:pt x="152399" y="6077"/>
                </a:lnTo>
                <a:lnTo>
                  <a:pt x="151935" y="7200"/>
                </a:lnTo>
                <a:lnTo>
                  <a:pt x="150075" y="9060"/>
                </a:lnTo>
                <a:lnTo>
                  <a:pt x="148952" y="9524"/>
                </a:lnTo>
                <a:close/>
              </a:path>
              <a:path w="11534775" h="9525">
                <a:moveTo>
                  <a:pt x="196577" y="9524"/>
                </a:moveTo>
                <a:lnTo>
                  <a:pt x="193947" y="9524"/>
                </a:lnTo>
                <a:lnTo>
                  <a:pt x="192824" y="9060"/>
                </a:lnTo>
                <a:lnTo>
                  <a:pt x="190964" y="7200"/>
                </a:lnTo>
                <a:lnTo>
                  <a:pt x="190499" y="6077"/>
                </a:lnTo>
                <a:lnTo>
                  <a:pt x="190499" y="3447"/>
                </a:lnTo>
                <a:lnTo>
                  <a:pt x="190964" y="2324"/>
                </a:lnTo>
                <a:lnTo>
                  <a:pt x="192824" y="464"/>
                </a:lnTo>
                <a:lnTo>
                  <a:pt x="193947" y="0"/>
                </a:lnTo>
                <a:lnTo>
                  <a:pt x="196577" y="0"/>
                </a:lnTo>
                <a:lnTo>
                  <a:pt x="197700" y="464"/>
                </a:lnTo>
                <a:lnTo>
                  <a:pt x="199560" y="2324"/>
                </a:lnTo>
                <a:lnTo>
                  <a:pt x="200024" y="3447"/>
                </a:lnTo>
                <a:lnTo>
                  <a:pt x="200024" y="6077"/>
                </a:lnTo>
                <a:lnTo>
                  <a:pt x="199560" y="7200"/>
                </a:lnTo>
                <a:lnTo>
                  <a:pt x="197700" y="9060"/>
                </a:lnTo>
                <a:lnTo>
                  <a:pt x="196577" y="9524"/>
                </a:lnTo>
                <a:close/>
              </a:path>
              <a:path w="11534775" h="9525">
                <a:moveTo>
                  <a:pt x="244202" y="9524"/>
                </a:moveTo>
                <a:lnTo>
                  <a:pt x="241572" y="9524"/>
                </a:lnTo>
                <a:lnTo>
                  <a:pt x="240449" y="9060"/>
                </a:lnTo>
                <a:lnTo>
                  <a:pt x="238589" y="7200"/>
                </a:lnTo>
                <a:lnTo>
                  <a:pt x="238124" y="6077"/>
                </a:lnTo>
                <a:lnTo>
                  <a:pt x="238124" y="3447"/>
                </a:lnTo>
                <a:lnTo>
                  <a:pt x="238589" y="2324"/>
                </a:lnTo>
                <a:lnTo>
                  <a:pt x="240449" y="464"/>
                </a:lnTo>
                <a:lnTo>
                  <a:pt x="241572" y="0"/>
                </a:lnTo>
                <a:lnTo>
                  <a:pt x="244202" y="0"/>
                </a:lnTo>
                <a:lnTo>
                  <a:pt x="245325" y="464"/>
                </a:lnTo>
                <a:lnTo>
                  <a:pt x="247185" y="2324"/>
                </a:lnTo>
                <a:lnTo>
                  <a:pt x="247649" y="3447"/>
                </a:lnTo>
                <a:lnTo>
                  <a:pt x="247649" y="6077"/>
                </a:lnTo>
                <a:lnTo>
                  <a:pt x="247185" y="7200"/>
                </a:lnTo>
                <a:lnTo>
                  <a:pt x="245325" y="9060"/>
                </a:lnTo>
                <a:lnTo>
                  <a:pt x="244202" y="9524"/>
                </a:lnTo>
                <a:close/>
              </a:path>
              <a:path w="11534775" h="9525">
                <a:moveTo>
                  <a:pt x="291827" y="9524"/>
                </a:moveTo>
                <a:lnTo>
                  <a:pt x="289197" y="9524"/>
                </a:lnTo>
                <a:lnTo>
                  <a:pt x="288074" y="9060"/>
                </a:lnTo>
                <a:lnTo>
                  <a:pt x="286214" y="7200"/>
                </a:lnTo>
                <a:lnTo>
                  <a:pt x="285749" y="6077"/>
                </a:lnTo>
                <a:lnTo>
                  <a:pt x="285749" y="3447"/>
                </a:lnTo>
                <a:lnTo>
                  <a:pt x="286214" y="2324"/>
                </a:lnTo>
                <a:lnTo>
                  <a:pt x="288074" y="464"/>
                </a:lnTo>
                <a:lnTo>
                  <a:pt x="289197" y="0"/>
                </a:lnTo>
                <a:lnTo>
                  <a:pt x="291827" y="0"/>
                </a:lnTo>
                <a:lnTo>
                  <a:pt x="292950" y="464"/>
                </a:lnTo>
                <a:lnTo>
                  <a:pt x="294810" y="2324"/>
                </a:lnTo>
                <a:lnTo>
                  <a:pt x="295274" y="3447"/>
                </a:lnTo>
                <a:lnTo>
                  <a:pt x="295274" y="6077"/>
                </a:lnTo>
                <a:lnTo>
                  <a:pt x="294810" y="7200"/>
                </a:lnTo>
                <a:lnTo>
                  <a:pt x="292950" y="9060"/>
                </a:lnTo>
                <a:lnTo>
                  <a:pt x="291827" y="9524"/>
                </a:lnTo>
                <a:close/>
              </a:path>
              <a:path w="11534775" h="9525">
                <a:moveTo>
                  <a:pt x="339452" y="9524"/>
                </a:moveTo>
                <a:lnTo>
                  <a:pt x="336822" y="9524"/>
                </a:lnTo>
                <a:lnTo>
                  <a:pt x="335699" y="9060"/>
                </a:lnTo>
                <a:lnTo>
                  <a:pt x="333839" y="7200"/>
                </a:lnTo>
                <a:lnTo>
                  <a:pt x="333374" y="6077"/>
                </a:lnTo>
                <a:lnTo>
                  <a:pt x="333374" y="3447"/>
                </a:lnTo>
                <a:lnTo>
                  <a:pt x="333839" y="2324"/>
                </a:lnTo>
                <a:lnTo>
                  <a:pt x="335699" y="464"/>
                </a:lnTo>
                <a:lnTo>
                  <a:pt x="336822" y="0"/>
                </a:lnTo>
                <a:lnTo>
                  <a:pt x="339452" y="0"/>
                </a:lnTo>
                <a:lnTo>
                  <a:pt x="340575" y="464"/>
                </a:lnTo>
                <a:lnTo>
                  <a:pt x="342434" y="2324"/>
                </a:lnTo>
                <a:lnTo>
                  <a:pt x="342899" y="3447"/>
                </a:lnTo>
                <a:lnTo>
                  <a:pt x="342899" y="6077"/>
                </a:lnTo>
                <a:lnTo>
                  <a:pt x="342434" y="7200"/>
                </a:lnTo>
                <a:lnTo>
                  <a:pt x="340575" y="9060"/>
                </a:lnTo>
                <a:lnTo>
                  <a:pt x="339452" y="9524"/>
                </a:lnTo>
                <a:close/>
              </a:path>
              <a:path w="11534775" h="9525">
                <a:moveTo>
                  <a:pt x="387077" y="9524"/>
                </a:moveTo>
                <a:lnTo>
                  <a:pt x="384447" y="9524"/>
                </a:lnTo>
                <a:lnTo>
                  <a:pt x="383324" y="9060"/>
                </a:lnTo>
                <a:lnTo>
                  <a:pt x="381464" y="7200"/>
                </a:lnTo>
                <a:lnTo>
                  <a:pt x="380999" y="6077"/>
                </a:lnTo>
                <a:lnTo>
                  <a:pt x="380999" y="3447"/>
                </a:lnTo>
                <a:lnTo>
                  <a:pt x="381464" y="2324"/>
                </a:lnTo>
                <a:lnTo>
                  <a:pt x="383324" y="464"/>
                </a:lnTo>
                <a:lnTo>
                  <a:pt x="384447" y="0"/>
                </a:lnTo>
                <a:lnTo>
                  <a:pt x="387077" y="0"/>
                </a:lnTo>
                <a:lnTo>
                  <a:pt x="388200" y="464"/>
                </a:lnTo>
                <a:lnTo>
                  <a:pt x="390059" y="2324"/>
                </a:lnTo>
                <a:lnTo>
                  <a:pt x="390524" y="3447"/>
                </a:lnTo>
                <a:lnTo>
                  <a:pt x="390524" y="6077"/>
                </a:lnTo>
                <a:lnTo>
                  <a:pt x="390059" y="7200"/>
                </a:lnTo>
                <a:lnTo>
                  <a:pt x="388200" y="9060"/>
                </a:lnTo>
                <a:lnTo>
                  <a:pt x="387077" y="9524"/>
                </a:lnTo>
                <a:close/>
              </a:path>
              <a:path w="11534775" h="9525">
                <a:moveTo>
                  <a:pt x="434702" y="9524"/>
                </a:moveTo>
                <a:lnTo>
                  <a:pt x="432072" y="9524"/>
                </a:lnTo>
                <a:lnTo>
                  <a:pt x="430949" y="9060"/>
                </a:lnTo>
                <a:lnTo>
                  <a:pt x="429089" y="7200"/>
                </a:lnTo>
                <a:lnTo>
                  <a:pt x="428624" y="6077"/>
                </a:lnTo>
                <a:lnTo>
                  <a:pt x="428624" y="3447"/>
                </a:lnTo>
                <a:lnTo>
                  <a:pt x="429089" y="2324"/>
                </a:lnTo>
                <a:lnTo>
                  <a:pt x="430949" y="464"/>
                </a:lnTo>
                <a:lnTo>
                  <a:pt x="432072" y="0"/>
                </a:lnTo>
                <a:lnTo>
                  <a:pt x="434702" y="0"/>
                </a:lnTo>
                <a:lnTo>
                  <a:pt x="435825" y="464"/>
                </a:lnTo>
                <a:lnTo>
                  <a:pt x="437684" y="2324"/>
                </a:lnTo>
                <a:lnTo>
                  <a:pt x="438149" y="3447"/>
                </a:lnTo>
                <a:lnTo>
                  <a:pt x="438149" y="6077"/>
                </a:lnTo>
                <a:lnTo>
                  <a:pt x="437684" y="7200"/>
                </a:lnTo>
                <a:lnTo>
                  <a:pt x="435825" y="9060"/>
                </a:lnTo>
                <a:lnTo>
                  <a:pt x="434702" y="9524"/>
                </a:lnTo>
                <a:close/>
              </a:path>
              <a:path w="11534775" h="9525">
                <a:moveTo>
                  <a:pt x="482327" y="9524"/>
                </a:moveTo>
                <a:lnTo>
                  <a:pt x="479697" y="9524"/>
                </a:lnTo>
                <a:lnTo>
                  <a:pt x="478574" y="9060"/>
                </a:lnTo>
                <a:lnTo>
                  <a:pt x="476714" y="7200"/>
                </a:lnTo>
                <a:lnTo>
                  <a:pt x="476249" y="6077"/>
                </a:lnTo>
                <a:lnTo>
                  <a:pt x="476249" y="3447"/>
                </a:lnTo>
                <a:lnTo>
                  <a:pt x="476714" y="2324"/>
                </a:lnTo>
                <a:lnTo>
                  <a:pt x="478574" y="464"/>
                </a:lnTo>
                <a:lnTo>
                  <a:pt x="479697" y="0"/>
                </a:lnTo>
                <a:lnTo>
                  <a:pt x="482327" y="0"/>
                </a:lnTo>
                <a:lnTo>
                  <a:pt x="483450" y="464"/>
                </a:lnTo>
                <a:lnTo>
                  <a:pt x="485309" y="2324"/>
                </a:lnTo>
                <a:lnTo>
                  <a:pt x="485774" y="3447"/>
                </a:lnTo>
                <a:lnTo>
                  <a:pt x="485774" y="6077"/>
                </a:lnTo>
                <a:lnTo>
                  <a:pt x="485309" y="7200"/>
                </a:lnTo>
                <a:lnTo>
                  <a:pt x="483450" y="9060"/>
                </a:lnTo>
                <a:lnTo>
                  <a:pt x="482327" y="9524"/>
                </a:lnTo>
                <a:close/>
              </a:path>
              <a:path w="11534775" h="9525">
                <a:moveTo>
                  <a:pt x="529952" y="9524"/>
                </a:moveTo>
                <a:lnTo>
                  <a:pt x="527322" y="9524"/>
                </a:lnTo>
                <a:lnTo>
                  <a:pt x="526199" y="9060"/>
                </a:lnTo>
                <a:lnTo>
                  <a:pt x="524339" y="7200"/>
                </a:lnTo>
                <a:lnTo>
                  <a:pt x="523874" y="6077"/>
                </a:lnTo>
                <a:lnTo>
                  <a:pt x="523874" y="3447"/>
                </a:lnTo>
                <a:lnTo>
                  <a:pt x="524339" y="2324"/>
                </a:lnTo>
                <a:lnTo>
                  <a:pt x="526199" y="464"/>
                </a:lnTo>
                <a:lnTo>
                  <a:pt x="527322" y="0"/>
                </a:lnTo>
                <a:lnTo>
                  <a:pt x="529952" y="0"/>
                </a:lnTo>
                <a:lnTo>
                  <a:pt x="531075" y="464"/>
                </a:lnTo>
                <a:lnTo>
                  <a:pt x="532934" y="2324"/>
                </a:lnTo>
                <a:lnTo>
                  <a:pt x="533399" y="3447"/>
                </a:lnTo>
                <a:lnTo>
                  <a:pt x="533399" y="6077"/>
                </a:lnTo>
                <a:lnTo>
                  <a:pt x="532934" y="7200"/>
                </a:lnTo>
                <a:lnTo>
                  <a:pt x="531075" y="9060"/>
                </a:lnTo>
                <a:lnTo>
                  <a:pt x="529952" y="9524"/>
                </a:lnTo>
                <a:close/>
              </a:path>
              <a:path w="11534775" h="9525">
                <a:moveTo>
                  <a:pt x="577577" y="9524"/>
                </a:moveTo>
                <a:lnTo>
                  <a:pt x="574947" y="9524"/>
                </a:lnTo>
                <a:lnTo>
                  <a:pt x="573824" y="9060"/>
                </a:lnTo>
                <a:lnTo>
                  <a:pt x="571964" y="7200"/>
                </a:lnTo>
                <a:lnTo>
                  <a:pt x="571499" y="6077"/>
                </a:lnTo>
                <a:lnTo>
                  <a:pt x="571499" y="3447"/>
                </a:lnTo>
                <a:lnTo>
                  <a:pt x="571964" y="2324"/>
                </a:lnTo>
                <a:lnTo>
                  <a:pt x="573824" y="464"/>
                </a:lnTo>
                <a:lnTo>
                  <a:pt x="574947" y="0"/>
                </a:lnTo>
                <a:lnTo>
                  <a:pt x="577577" y="0"/>
                </a:lnTo>
                <a:lnTo>
                  <a:pt x="578700" y="464"/>
                </a:lnTo>
                <a:lnTo>
                  <a:pt x="580559" y="2324"/>
                </a:lnTo>
                <a:lnTo>
                  <a:pt x="581024" y="3447"/>
                </a:lnTo>
                <a:lnTo>
                  <a:pt x="581024" y="6077"/>
                </a:lnTo>
                <a:lnTo>
                  <a:pt x="580559" y="7200"/>
                </a:lnTo>
                <a:lnTo>
                  <a:pt x="578700" y="9060"/>
                </a:lnTo>
                <a:lnTo>
                  <a:pt x="577577" y="9524"/>
                </a:lnTo>
                <a:close/>
              </a:path>
              <a:path w="11534775" h="9525">
                <a:moveTo>
                  <a:pt x="625202" y="9524"/>
                </a:moveTo>
                <a:lnTo>
                  <a:pt x="622572" y="9524"/>
                </a:lnTo>
                <a:lnTo>
                  <a:pt x="621449" y="9060"/>
                </a:lnTo>
                <a:lnTo>
                  <a:pt x="619589" y="7200"/>
                </a:lnTo>
                <a:lnTo>
                  <a:pt x="619124" y="6077"/>
                </a:lnTo>
                <a:lnTo>
                  <a:pt x="619124" y="3447"/>
                </a:lnTo>
                <a:lnTo>
                  <a:pt x="619589" y="2324"/>
                </a:lnTo>
                <a:lnTo>
                  <a:pt x="621449" y="464"/>
                </a:lnTo>
                <a:lnTo>
                  <a:pt x="622572" y="0"/>
                </a:lnTo>
                <a:lnTo>
                  <a:pt x="625202" y="0"/>
                </a:lnTo>
                <a:lnTo>
                  <a:pt x="626325" y="464"/>
                </a:lnTo>
                <a:lnTo>
                  <a:pt x="628184" y="2324"/>
                </a:lnTo>
                <a:lnTo>
                  <a:pt x="628649" y="3447"/>
                </a:lnTo>
                <a:lnTo>
                  <a:pt x="628649" y="6077"/>
                </a:lnTo>
                <a:lnTo>
                  <a:pt x="628184" y="7200"/>
                </a:lnTo>
                <a:lnTo>
                  <a:pt x="626325" y="9060"/>
                </a:lnTo>
                <a:lnTo>
                  <a:pt x="625202" y="9524"/>
                </a:lnTo>
                <a:close/>
              </a:path>
              <a:path w="11534775" h="9525">
                <a:moveTo>
                  <a:pt x="672827" y="9524"/>
                </a:moveTo>
                <a:lnTo>
                  <a:pt x="670197" y="9524"/>
                </a:lnTo>
                <a:lnTo>
                  <a:pt x="669074" y="9060"/>
                </a:lnTo>
                <a:lnTo>
                  <a:pt x="667214" y="7200"/>
                </a:lnTo>
                <a:lnTo>
                  <a:pt x="666749" y="6077"/>
                </a:lnTo>
                <a:lnTo>
                  <a:pt x="666749" y="3447"/>
                </a:lnTo>
                <a:lnTo>
                  <a:pt x="667214" y="2324"/>
                </a:lnTo>
                <a:lnTo>
                  <a:pt x="669074" y="464"/>
                </a:lnTo>
                <a:lnTo>
                  <a:pt x="670197" y="0"/>
                </a:lnTo>
                <a:lnTo>
                  <a:pt x="672827" y="0"/>
                </a:lnTo>
                <a:lnTo>
                  <a:pt x="673950" y="464"/>
                </a:lnTo>
                <a:lnTo>
                  <a:pt x="675809" y="2324"/>
                </a:lnTo>
                <a:lnTo>
                  <a:pt x="676274" y="3447"/>
                </a:lnTo>
                <a:lnTo>
                  <a:pt x="676274" y="6077"/>
                </a:lnTo>
                <a:lnTo>
                  <a:pt x="675809" y="7200"/>
                </a:lnTo>
                <a:lnTo>
                  <a:pt x="673950" y="9060"/>
                </a:lnTo>
                <a:lnTo>
                  <a:pt x="672827" y="9524"/>
                </a:lnTo>
                <a:close/>
              </a:path>
              <a:path w="11534775" h="9525">
                <a:moveTo>
                  <a:pt x="720452" y="9524"/>
                </a:moveTo>
                <a:lnTo>
                  <a:pt x="717822" y="9524"/>
                </a:lnTo>
                <a:lnTo>
                  <a:pt x="716699" y="9060"/>
                </a:lnTo>
                <a:lnTo>
                  <a:pt x="714839" y="7200"/>
                </a:lnTo>
                <a:lnTo>
                  <a:pt x="714374" y="6077"/>
                </a:lnTo>
                <a:lnTo>
                  <a:pt x="714374" y="3447"/>
                </a:lnTo>
                <a:lnTo>
                  <a:pt x="714839" y="2324"/>
                </a:lnTo>
                <a:lnTo>
                  <a:pt x="716699" y="464"/>
                </a:lnTo>
                <a:lnTo>
                  <a:pt x="717822" y="0"/>
                </a:lnTo>
                <a:lnTo>
                  <a:pt x="720452" y="0"/>
                </a:lnTo>
                <a:lnTo>
                  <a:pt x="721575" y="464"/>
                </a:lnTo>
                <a:lnTo>
                  <a:pt x="723435" y="2324"/>
                </a:lnTo>
                <a:lnTo>
                  <a:pt x="723899" y="3447"/>
                </a:lnTo>
                <a:lnTo>
                  <a:pt x="723899" y="6077"/>
                </a:lnTo>
                <a:lnTo>
                  <a:pt x="723435" y="7200"/>
                </a:lnTo>
                <a:lnTo>
                  <a:pt x="721575" y="9060"/>
                </a:lnTo>
                <a:lnTo>
                  <a:pt x="720452" y="9524"/>
                </a:lnTo>
                <a:close/>
              </a:path>
              <a:path w="11534775" h="9525">
                <a:moveTo>
                  <a:pt x="768077" y="9524"/>
                </a:moveTo>
                <a:lnTo>
                  <a:pt x="765447" y="9524"/>
                </a:lnTo>
                <a:lnTo>
                  <a:pt x="764324" y="9060"/>
                </a:lnTo>
                <a:lnTo>
                  <a:pt x="762464" y="7200"/>
                </a:lnTo>
                <a:lnTo>
                  <a:pt x="761999" y="6077"/>
                </a:lnTo>
                <a:lnTo>
                  <a:pt x="761999" y="3447"/>
                </a:lnTo>
                <a:lnTo>
                  <a:pt x="762464" y="2324"/>
                </a:lnTo>
                <a:lnTo>
                  <a:pt x="764324" y="464"/>
                </a:lnTo>
                <a:lnTo>
                  <a:pt x="765447" y="0"/>
                </a:lnTo>
                <a:lnTo>
                  <a:pt x="768077" y="0"/>
                </a:lnTo>
                <a:lnTo>
                  <a:pt x="769200" y="464"/>
                </a:lnTo>
                <a:lnTo>
                  <a:pt x="771059" y="2324"/>
                </a:lnTo>
                <a:lnTo>
                  <a:pt x="771524" y="3447"/>
                </a:lnTo>
                <a:lnTo>
                  <a:pt x="771524" y="6077"/>
                </a:lnTo>
                <a:lnTo>
                  <a:pt x="771059" y="7200"/>
                </a:lnTo>
                <a:lnTo>
                  <a:pt x="769200" y="9060"/>
                </a:lnTo>
                <a:lnTo>
                  <a:pt x="768077" y="9524"/>
                </a:lnTo>
                <a:close/>
              </a:path>
              <a:path w="11534775" h="9525">
                <a:moveTo>
                  <a:pt x="815702" y="9524"/>
                </a:moveTo>
                <a:lnTo>
                  <a:pt x="813072" y="9524"/>
                </a:lnTo>
                <a:lnTo>
                  <a:pt x="811949" y="9060"/>
                </a:lnTo>
                <a:lnTo>
                  <a:pt x="810089" y="7200"/>
                </a:lnTo>
                <a:lnTo>
                  <a:pt x="809624" y="6077"/>
                </a:lnTo>
                <a:lnTo>
                  <a:pt x="809624" y="3447"/>
                </a:lnTo>
                <a:lnTo>
                  <a:pt x="810089" y="2324"/>
                </a:lnTo>
                <a:lnTo>
                  <a:pt x="811949" y="464"/>
                </a:lnTo>
                <a:lnTo>
                  <a:pt x="813072" y="0"/>
                </a:lnTo>
                <a:lnTo>
                  <a:pt x="815702" y="0"/>
                </a:lnTo>
                <a:lnTo>
                  <a:pt x="816825" y="464"/>
                </a:lnTo>
                <a:lnTo>
                  <a:pt x="818684" y="2324"/>
                </a:lnTo>
                <a:lnTo>
                  <a:pt x="819149" y="3447"/>
                </a:lnTo>
                <a:lnTo>
                  <a:pt x="819149" y="6077"/>
                </a:lnTo>
                <a:lnTo>
                  <a:pt x="818684" y="7200"/>
                </a:lnTo>
                <a:lnTo>
                  <a:pt x="816825" y="9060"/>
                </a:lnTo>
                <a:lnTo>
                  <a:pt x="815702" y="9524"/>
                </a:lnTo>
                <a:close/>
              </a:path>
              <a:path w="11534775" h="9525">
                <a:moveTo>
                  <a:pt x="863327" y="9524"/>
                </a:moveTo>
                <a:lnTo>
                  <a:pt x="860697" y="9524"/>
                </a:lnTo>
                <a:lnTo>
                  <a:pt x="859574" y="9060"/>
                </a:lnTo>
                <a:lnTo>
                  <a:pt x="857714" y="7200"/>
                </a:lnTo>
                <a:lnTo>
                  <a:pt x="857249" y="6077"/>
                </a:lnTo>
                <a:lnTo>
                  <a:pt x="857249" y="3447"/>
                </a:lnTo>
                <a:lnTo>
                  <a:pt x="857714" y="2324"/>
                </a:lnTo>
                <a:lnTo>
                  <a:pt x="859574" y="464"/>
                </a:lnTo>
                <a:lnTo>
                  <a:pt x="860697" y="0"/>
                </a:lnTo>
                <a:lnTo>
                  <a:pt x="863327" y="0"/>
                </a:lnTo>
                <a:lnTo>
                  <a:pt x="864450" y="464"/>
                </a:lnTo>
                <a:lnTo>
                  <a:pt x="866309" y="2324"/>
                </a:lnTo>
                <a:lnTo>
                  <a:pt x="866774" y="3447"/>
                </a:lnTo>
                <a:lnTo>
                  <a:pt x="866774" y="6077"/>
                </a:lnTo>
                <a:lnTo>
                  <a:pt x="866309" y="7200"/>
                </a:lnTo>
                <a:lnTo>
                  <a:pt x="864450" y="9060"/>
                </a:lnTo>
                <a:lnTo>
                  <a:pt x="863327" y="9524"/>
                </a:lnTo>
                <a:close/>
              </a:path>
              <a:path w="11534775" h="9525">
                <a:moveTo>
                  <a:pt x="910952" y="9524"/>
                </a:moveTo>
                <a:lnTo>
                  <a:pt x="908322" y="9524"/>
                </a:lnTo>
                <a:lnTo>
                  <a:pt x="907199" y="9060"/>
                </a:lnTo>
                <a:lnTo>
                  <a:pt x="905339" y="7200"/>
                </a:lnTo>
                <a:lnTo>
                  <a:pt x="904874" y="6077"/>
                </a:lnTo>
                <a:lnTo>
                  <a:pt x="904874" y="3447"/>
                </a:lnTo>
                <a:lnTo>
                  <a:pt x="905339" y="2324"/>
                </a:lnTo>
                <a:lnTo>
                  <a:pt x="907199" y="464"/>
                </a:lnTo>
                <a:lnTo>
                  <a:pt x="908322" y="0"/>
                </a:lnTo>
                <a:lnTo>
                  <a:pt x="910952" y="0"/>
                </a:lnTo>
                <a:lnTo>
                  <a:pt x="912074" y="464"/>
                </a:lnTo>
                <a:lnTo>
                  <a:pt x="913934" y="2324"/>
                </a:lnTo>
                <a:lnTo>
                  <a:pt x="914399" y="3447"/>
                </a:lnTo>
                <a:lnTo>
                  <a:pt x="914399" y="6077"/>
                </a:lnTo>
                <a:lnTo>
                  <a:pt x="913934" y="7200"/>
                </a:lnTo>
                <a:lnTo>
                  <a:pt x="912074" y="9060"/>
                </a:lnTo>
                <a:lnTo>
                  <a:pt x="910952" y="9524"/>
                </a:lnTo>
                <a:close/>
              </a:path>
              <a:path w="11534775" h="9525">
                <a:moveTo>
                  <a:pt x="958577" y="9524"/>
                </a:moveTo>
                <a:lnTo>
                  <a:pt x="955947" y="9524"/>
                </a:lnTo>
                <a:lnTo>
                  <a:pt x="954824" y="9060"/>
                </a:lnTo>
                <a:lnTo>
                  <a:pt x="952964" y="7200"/>
                </a:lnTo>
                <a:lnTo>
                  <a:pt x="952499" y="6077"/>
                </a:lnTo>
                <a:lnTo>
                  <a:pt x="952499" y="3447"/>
                </a:lnTo>
                <a:lnTo>
                  <a:pt x="952964" y="2324"/>
                </a:lnTo>
                <a:lnTo>
                  <a:pt x="954824" y="464"/>
                </a:lnTo>
                <a:lnTo>
                  <a:pt x="955947" y="0"/>
                </a:lnTo>
                <a:lnTo>
                  <a:pt x="958577" y="0"/>
                </a:lnTo>
                <a:lnTo>
                  <a:pt x="959700" y="464"/>
                </a:lnTo>
                <a:lnTo>
                  <a:pt x="961560" y="2324"/>
                </a:lnTo>
                <a:lnTo>
                  <a:pt x="962024" y="3447"/>
                </a:lnTo>
                <a:lnTo>
                  <a:pt x="962024" y="6077"/>
                </a:lnTo>
                <a:lnTo>
                  <a:pt x="961560" y="7200"/>
                </a:lnTo>
                <a:lnTo>
                  <a:pt x="959700" y="9060"/>
                </a:lnTo>
                <a:lnTo>
                  <a:pt x="958577" y="9524"/>
                </a:lnTo>
                <a:close/>
              </a:path>
              <a:path w="11534775" h="9525">
                <a:moveTo>
                  <a:pt x="1006202" y="9524"/>
                </a:moveTo>
                <a:lnTo>
                  <a:pt x="1003572" y="9524"/>
                </a:lnTo>
                <a:lnTo>
                  <a:pt x="1002449" y="9060"/>
                </a:lnTo>
                <a:lnTo>
                  <a:pt x="1000589" y="7200"/>
                </a:lnTo>
                <a:lnTo>
                  <a:pt x="1000124" y="6077"/>
                </a:lnTo>
                <a:lnTo>
                  <a:pt x="1000124" y="3447"/>
                </a:lnTo>
                <a:lnTo>
                  <a:pt x="1000589" y="2324"/>
                </a:lnTo>
                <a:lnTo>
                  <a:pt x="1002449" y="464"/>
                </a:lnTo>
                <a:lnTo>
                  <a:pt x="1003572" y="0"/>
                </a:lnTo>
                <a:lnTo>
                  <a:pt x="1006202" y="0"/>
                </a:lnTo>
                <a:lnTo>
                  <a:pt x="1007325" y="464"/>
                </a:lnTo>
                <a:lnTo>
                  <a:pt x="1009184" y="2324"/>
                </a:lnTo>
                <a:lnTo>
                  <a:pt x="1009649" y="3447"/>
                </a:lnTo>
                <a:lnTo>
                  <a:pt x="1009649" y="6077"/>
                </a:lnTo>
                <a:lnTo>
                  <a:pt x="1009184" y="7200"/>
                </a:lnTo>
                <a:lnTo>
                  <a:pt x="1007325" y="9060"/>
                </a:lnTo>
                <a:lnTo>
                  <a:pt x="1006202" y="9524"/>
                </a:lnTo>
                <a:close/>
              </a:path>
              <a:path w="11534775" h="9525">
                <a:moveTo>
                  <a:pt x="1053827" y="9524"/>
                </a:moveTo>
                <a:lnTo>
                  <a:pt x="1051197" y="9524"/>
                </a:lnTo>
                <a:lnTo>
                  <a:pt x="1050074" y="9060"/>
                </a:lnTo>
                <a:lnTo>
                  <a:pt x="1048214" y="7200"/>
                </a:lnTo>
                <a:lnTo>
                  <a:pt x="1047749" y="6077"/>
                </a:lnTo>
                <a:lnTo>
                  <a:pt x="1047749" y="3447"/>
                </a:lnTo>
                <a:lnTo>
                  <a:pt x="1048214" y="2324"/>
                </a:lnTo>
                <a:lnTo>
                  <a:pt x="1050074" y="464"/>
                </a:lnTo>
                <a:lnTo>
                  <a:pt x="1051197" y="0"/>
                </a:lnTo>
                <a:lnTo>
                  <a:pt x="1053827" y="0"/>
                </a:lnTo>
                <a:lnTo>
                  <a:pt x="1054950" y="464"/>
                </a:lnTo>
                <a:lnTo>
                  <a:pt x="1056809" y="2324"/>
                </a:lnTo>
                <a:lnTo>
                  <a:pt x="1057274" y="3447"/>
                </a:lnTo>
                <a:lnTo>
                  <a:pt x="1057274" y="6077"/>
                </a:lnTo>
                <a:lnTo>
                  <a:pt x="1056809" y="7200"/>
                </a:lnTo>
                <a:lnTo>
                  <a:pt x="1054950" y="9060"/>
                </a:lnTo>
                <a:lnTo>
                  <a:pt x="1053827" y="9524"/>
                </a:lnTo>
                <a:close/>
              </a:path>
              <a:path w="11534775" h="9525">
                <a:moveTo>
                  <a:pt x="1101452" y="9524"/>
                </a:moveTo>
                <a:lnTo>
                  <a:pt x="1098822" y="9524"/>
                </a:lnTo>
                <a:lnTo>
                  <a:pt x="1097699" y="9060"/>
                </a:lnTo>
                <a:lnTo>
                  <a:pt x="1095839" y="7200"/>
                </a:lnTo>
                <a:lnTo>
                  <a:pt x="1095375" y="6077"/>
                </a:lnTo>
                <a:lnTo>
                  <a:pt x="1095375" y="3447"/>
                </a:lnTo>
                <a:lnTo>
                  <a:pt x="1095839" y="2324"/>
                </a:lnTo>
                <a:lnTo>
                  <a:pt x="1097699" y="464"/>
                </a:lnTo>
                <a:lnTo>
                  <a:pt x="1098822" y="0"/>
                </a:lnTo>
                <a:lnTo>
                  <a:pt x="1101452" y="0"/>
                </a:lnTo>
                <a:lnTo>
                  <a:pt x="1102575" y="464"/>
                </a:lnTo>
                <a:lnTo>
                  <a:pt x="1104434" y="2324"/>
                </a:lnTo>
                <a:lnTo>
                  <a:pt x="1104899" y="3447"/>
                </a:lnTo>
                <a:lnTo>
                  <a:pt x="1104899" y="6077"/>
                </a:lnTo>
                <a:lnTo>
                  <a:pt x="1104434" y="7200"/>
                </a:lnTo>
                <a:lnTo>
                  <a:pt x="1102575" y="9060"/>
                </a:lnTo>
                <a:lnTo>
                  <a:pt x="1101452" y="9524"/>
                </a:lnTo>
                <a:close/>
              </a:path>
              <a:path w="11534775" h="9525">
                <a:moveTo>
                  <a:pt x="1149077" y="9524"/>
                </a:moveTo>
                <a:lnTo>
                  <a:pt x="1146447" y="9524"/>
                </a:lnTo>
                <a:lnTo>
                  <a:pt x="1145324" y="9060"/>
                </a:lnTo>
                <a:lnTo>
                  <a:pt x="1143464" y="7200"/>
                </a:lnTo>
                <a:lnTo>
                  <a:pt x="1142999" y="6077"/>
                </a:lnTo>
                <a:lnTo>
                  <a:pt x="1142999" y="3447"/>
                </a:lnTo>
                <a:lnTo>
                  <a:pt x="1143464" y="2324"/>
                </a:lnTo>
                <a:lnTo>
                  <a:pt x="1145324" y="464"/>
                </a:lnTo>
                <a:lnTo>
                  <a:pt x="1146447" y="0"/>
                </a:lnTo>
                <a:lnTo>
                  <a:pt x="1149077" y="0"/>
                </a:lnTo>
                <a:lnTo>
                  <a:pt x="1150199" y="464"/>
                </a:lnTo>
                <a:lnTo>
                  <a:pt x="1152059" y="2324"/>
                </a:lnTo>
                <a:lnTo>
                  <a:pt x="1152524" y="3447"/>
                </a:lnTo>
                <a:lnTo>
                  <a:pt x="1152524" y="6077"/>
                </a:lnTo>
                <a:lnTo>
                  <a:pt x="1152059" y="7200"/>
                </a:lnTo>
                <a:lnTo>
                  <a:pt x="1150199" y="9060"/>
                </a:lnTo>
                <a:lnTo>
                  <a:pt x="1149077" y="9524"/>
                </a:lnTo>
                <a:close/>
              </a:path>
              <a:path w="11534775" h="9525">
                <a:moveTo>
                  <a:pt x="1196702" y="9524"/>
                </a:moveTo>
                <a:lnTo>
                  <a:pt x="1194072" y="9524"/>
                </a:lnTo>
                <a:lnTo>
                  <a:pt x="1192949" y="9060"/>
                </a:lnTo>
                <a:lnTo>
                  <a:pt x="1191089" y="7200"/>
                </a:lnTo>
                <a:lnTo>
                  <a:pt x="1190624" y="6077"/>
                </a:lnTo>
                <a:lnTo>
                  <a:pt x="1190624" y="3447"/>
                </a:lnTo>
                <a:lnTo>
                  <a:pt x="1191089" y="2324"/>
                </a:lnTo>
                <a:lnTo>
                  <a:pt x="1192949" y="464"/>
                </a:lnTo>
                <a:lnTo>
                  <a:pt x="1194072" y="0"/>
                </a:lnTo>
                <a:lnTo>
                  <a:pt x="1196702" y="0"/>
                </a:lnTo>
                <a:lnTo>
                  <a:pt x="1197825" y="464"/>
                </a:lnTo>
                <a:lnTo>
                  <a:pt x="1199684" y="2324"/>
                </a:lnTo>
                <a:lnTo>
                  <a:pt x="1200149" y="3447"/>
                </a:lnTo>
                <a:lnTo>
                  <a:pt x="1200149" y="6077"/>
                </a:lnTo>
                <a:lnTo>
                  <a:pt x="1199684" y="7200"/>
                </a:lnTo>
                <a:lnTo>
                  <a:pt x="1197825" y="9060"/>
                </a:lnTo>
                <a:lnTo>
                  <a:pt x="1196702" y="9524"/>
                </a:lnTo>
                <a:close/>
              </a:path>
              <a:path w="11534775" h="9525">
                <a:moveTo>
                  <a:pt x="1244327" y="9524"/>
                </a:moveTo>
                <a:lnTo>
                  <a:pt x="1241697" y="9524"/>
                </a:lnTo>
                <a:lnTo>
                  <a:pt x="1240574" y="9060"/>
                </a:lnTo>
                <a:lnTo>
                  <a:pt x="1238714" y="7200"/>
                </a:lnTo>
                <a:lnTo>
                  <a:pt x="1238249" y="6077"/>
                </a:lnTo>
                <a:lnTo>
                  <a:pt x="1238249" y="3447"/>
                </a:lnTo>
                <a:lnTo>
                  <a:pt x="1238714" y="2324"/>
                </a:lnTo>
                <a:lnTo>
                  <a:pt x="1240574" y="464"/>
                </a:lnTo>
                <a:lnTo>
                  <a:pt x="1241697" y="0"/>
                </a:lnTo>
                <a:lnTo>
                  <a:pt x="1244327" y="0"/>
                </a:lnTo>
                <a:lnTo>
                  <a:pt x="1245449" y="464"/>
                </a:lnTo>
                <a:lnTo>
                  <a:pt x="1247309" y="2324"/>
                </a:lnTo>
                <a:lnTo>
                  <a:pt x="1247774" y="3447"/>
                </a:lnTo>
                <a:lnTo>
                  <a:pt x="1247774" y="6077"/>
                </a:lnTo>
                <a:lnTo>
                  <a:pt x="1247309" y="7200"/>
                </a:lnTo>
                <a:lnTo>
                  <a:pt x="1245449" y="9060"/>
                </a:lnTo>
                <a:lnTo>
                  <a:pt x="1244327" y="9524"/>
                </a:lnTo>
                <a:close/>
              </a:path>
              <a:path w="11534775" h="9525">
                <a:moveTo>
                  <a:pt x="1291952" y="9524"/>
                </a:moveTo>
                <a:lnTo>
                  <a:pt x="1289322" y="9524"/>
                </a:lnTo>
                <a:lnTo>
                  <a:pt x="1288199" y="9060"/>
                </a:lnTo>
                <a:lnTo>
                  <a:pt x="1286339" y="7200"/>
                </a:lnTo>
                <a:lnTo>
                  <a:pt x="1285874" y="6077"/>
                </a:lnTo>
                <a:lnTo>
                  <a:pt x="1285874" y="3447"/>
                </a:lnTo>
                <a:lnTo>
                  <a:pt x="1286339" y="2324"/>
                </a:lnTo>
                <a:lnTo>
                  <a:pt x="1288199" y="464"/>
                </a:lnTo>
                <a:lnTo>
                  <a:pt x="1289322" y="0"/>
                </a:lnTo>
                <a:lnTo>
                  <a:pt x="1291952" y="0"/>
                </a:lnTo>
                <a:lnTo>
                  <a:pt x="1293074" y="464"/>
                </a:lnTo>
                <a:lnTo>
                  <a:pt x="1294934" y="2324"/>
                </a:lnTo>
                <a:lnTo>
                  <a:pt x="1295399" y="3447"/>
                </a:lnTo>
                <a:lnTo>
                  <a:pt x="1295399" y="6077"/>
                </a:lnTo>
                <a:lnTo>
                  <a:pt x="1294934" y="7200"/>
                </a:lnTo>
                <a:lnTo>
                  <a:pt x="1293074" y="9060"/>
                </a:lnTo>
                <a:lnTo>
                  <a:pt x="1291952" y="9524"/>
                </a:lnTo>
                <a:close/>
              </a:path>
              <a:path w="11534775" h="9525">
                <a:moveTo>
                  <a:pt x="1339577" y="9524"/>
                </a:moveTo>
                <a:lnTo>
                  <a:pt x="1336947" y="9524"/>
                </a:lnTo>
                <a:lnTo>
                  <a:pt x="1335824" y="9060"/>
                </a:lnTo>
                <a:lnTo>
                  <a:pt x="1333964" y="7200"/>
                </a:lnTo>
                <a:lnTo>
                  <a:pt x="1333499" y="6077"/>
                </a:lnTo>
                <a:lnTo>
                  <a:pt x="1333499" y="3447"/>
                </a:lnTo>
                <a:lnTo>
                  <a:pt x="1333964" y="2324"/>
                </a:lnTo>
                <a:lnTo>
                  <a:pt x="1335824" y="464"/>
                </a:lnTo>
                <a:lnTo>
                  <a:pt x="1336947" y="0"/>
                </a:lnTo>
                <a:lnTo>
                  <a:pt x="1339577" y="0"/>
                </a:lnTo>
                <a:lnTo>
                  <a:pt x="1340700" y="464"/>
                </a:lnTo>
                <a:lnTo>
                  <a:pt x="1342560" y="2324"/>
                </a:lnTo>
                <a:lnTo>
                  <a:pt x="1343024" y="3447"/>
                </a:lnTo>
                <a:lnTo>
                  <a:pt x="1343024" y="6077"/>
                </a:lnTo>
                <a:lnTo>
                  <a:pt x="1342560" y="7200"/>
                </a:lnTo>
                <a:lnTo>
                  <a:pt x="1340700" y="9060"/>
                </a:lnTo>
                <a:lnTo>
                  <a:pt x="1339577" y="9524"/>
                </a:lnTo>
                <a:close/>
              </a:path>
              <a:path w="11534775" h="9525">
                <a:moveTo>
                  <a:pt x="1387202" y="9524"/>
                </a:moveTo>
                <a:lnTo>
                  <a:pt x="1384572" y="9524"/>
                </a:lnTo>
                <a:lnTo>
                  <a:pt x="1383449" y="9060"/>
                </a:lnTo>
                <a:lnTo>
                  <a:pt x="1381589" y="7200"/>
                </a:lnTo>
                <a:lnTo>
                  <a:pt x="1381124" y="6077"/>
                </a:lnTo>
                <a:lnTo>
                  <a:pt x="1381124" y="3447"/>
                </a:lnTo>
                <a:lnTo>
                  <a:pt x="1381589" y="2324"/>
                </a:lnTo>
                <a:lnTo>
                  <a:pt x="1383449" y="464"/>
                </a:lnTo>
                <a:lnTo>
                  <a:pt x="1384572" y="0"/>
                </a:lnTo>
                <a:lnTo>
                  <a:pt x="1387202" y="0"/>
                </a:lnTo>
                <a:lnTo>
                  <a:pt x="1388324" y="464"/>
                </a:lnTo>
                <a:lnTo>
                  <a:pt x="1390184" y="2324"/>
                </a:lnTo>
                <a:lnTo>
                  <a:pt x="1390649" y="3447"/>
                </a:lnTo>
                <a:lnTo>
                  <a:pt x="1390649" y="6077"/>
                </a:lnTo>
                <a:lnTo>
                  <a:pt x="1390184" y="7200"/>
                </a:lnTo>
                <a:lnTo>
                  <a:pt x="1388324" y="9060"/>
                </a:lnTo>
                <a:lnTo>
                  <a:pt x="1387202" y="9524"/>
                </a:lnTo>
                <a:close/>
              </a:path>
              <a:path w="11534775" h="9525">
                <a:moveTo>
                  <a:pt x="1434827" y="9524"/>
                </a:moveTo>
                <a:lnTo>
                  <a:pt x="1432197" y="9524"/>
                </a:lnTo>
                <a:lnTo>
                  <a:pt x="1431074" y="9060"/>
                </a:lnTo>
                <a:lnTo>
                  <a:pt x="1429214" y="7200"/>
                </a:lnTo>
                <a:lnTo>
                  <a:pt x="1428749" y="6077"/>
                </a:lnTo>
                <a:lnTo>
                  <a:pt x="1428749" y="3447"/>
                </a:lnTo>
                <a:lnTo>
                  <a:pt x="1429214" y="2324"/>
                </a:lnTo>
                <a:lnTo>
                  <a:pt x="1431074" y="464"/>
                </a:lnTo>
                <a:lnTo>
                  <a:pt x="1432197" y="0"/>
                </a:lnTo>
                <a:lnTo>
                  <a:pt x="1434827" y="0"/>
                </a:lnTo>
                <a:lnTo>
                  <a:pt x="1435949" y="464"/>
                </a:lnTo>
                <a:lnTo>
                  <a:pt x="1437809" y="2324"/>
                </a:lnTo>
                <a:lnTo>
                  <a:pt x="1438274" y="3447"/>
                </a:lnTo>
                <a:lnTo>
                  <a:pt x="1438274" y="6077"/>
                </a:lnTo>
                <a:lnTo>
                  <a:pt x="1437809" y="7200"/>
                </a:lnTo>
                <a:lnTo>
                  <a:pt x="1435949" y="9060"/>
                </a:lnTo>
                <a:lnTo>
                  <a:pt x="1434827" y="9524"/>
                </a:lnTo>
                <a:close/>
              </a:path>
              <a:path w="11534775" h="9525">
                <a:moveTo>
                  <a:pt x="1482452" y="9524"/>
                </a:moveTo>
                <a:lnTo>
                  <a:pt x="1479822" y="9524"/>
                </a:lnTo>
                <a:lnTo>
                  <a:pt x="1478699" y="9060"/>
                </a:lnTo>
                <a:lnTo>
                  <a:pt x="1476839" y="7200"/>
                </a:lnTo>
                <a:lnTo>
                  <a:pt x="1476374" y="6077"/>
                </a:lnTo>
                <a:lnTo>
                  <a:pt x="1476374" y="3447"/>
                </a:lnTo>
                <a:lnTo>
                  <a:pt x="1476839" y="2324"/>
                </a:lnTo>
                <a:lnTo>
                  <a:pt x="1478699" y="464"/>
                </a:lnTo>
                <a:lnTo>
                  <a:pt x="1479822" y="0"/>
                </a:lnTo>
                <a:lnTo>
                  <a:pt x="1482452" y="0"/>
                </a:lnTo>
                <a:lnTo>
                  <a:pt x="1483574" y="464"/>
                </a:lnTo>
                <a:lnTo>
                  <a:pt x="1485434" y="2324"/>
                </a:lnTo>
                <a:lnTo>
                  <a:pt x="1485899" y="3447"/>
                </a:lnTo>
                <a:lnTo>
                  <a:pt x="1485899" y="6077"/>
                </a:lnTo>
                <a:lnTo>
                  <a:pt x="1485434" y="7200"/>
                </a:lnTo>
                <a:lnTo>
                  <a:pt x="1483574" y="9060"/>
                </a:lnTo>
                <a:lnTo>
                  <a:pt x="1482452" y="9524"/>
                </a:lnTo>
                <a:close/>
              </a:path>
              <a:path w="11534775" h="9525">
                <a:moveTo>
                  <a:pt x="1530077" y="9524"/>
                </a:moveTo>
                <a:lnTo>
                  <a:pt x="1527447" y="9524"/>
                </a:lnTo>
                <a:lnTo>
                  <a:pt x="1526324" y="9060"/>
                </a:lnTo>
                <a:lnTo>
                  <a:pt x="1524464" y="7200"/>
                </a:lnTo>
                <a:lnTo>
                  <a:pt x="1523999" y="6077"/>
                </a:lnTo>
                <a:lnTo>
                  <a:pt x="1523999" y="3447"/>
                </a:lnTo>
                <a:lnTo>
                  <a:pt x="1524464" y="2324"/>
                </a:lnTo>
                <a:lnTo>
                  <a:pt x="1526324" y="464"/>
                </a:lnTo>
                <a:lnTo>
                  <a:pt x="1527447" y="0"/>
                </a:lnTo>
                <a:lnTo>
                  <a:pt x="1530077" y="0"/>
                </a:lnTo>
                <a:lnTo>
                  <a:pt x="1531199" y="464"/>
                </a:lnTo>
                <a:lnTo>
                  <a:pt x="1533059" y="2324"/>
                </a:lnTo>
                <a:lnTo>
                  <a:pt x="1533524" y="3447"/>
                </a:lnTo>
                <a:lnTo>
                  <a:pt x="1533524" y="6077"/>
                </a:lnTo>
                <a:lnTo>
                  <a:pt x="1533059" y="7200"/>
                </a:lnTo>
                <a:lnTo>
                  <a:pt x="1531199" y="9060"/>
                </a:lnTo>
                <a:lnTo>
                  <a:pt x="1530077" y="9524"/>
                </a:lnTo>
                <a:close/>
              </a:path>
              <a:path w="11534775" h="9525">
                <a:moveTo>
                  <a:pt x="1577702" y="9524"/>
                </a:moveTo>
                <a:lnTo>
                  <a:pt x="1575072" y="9524"/>
                </a:lnTo>
                <a:lnTo>
                  <a:pt x="1573949" y="9060"/>
                </a:lnTo>
                <a:lnTo>
                  <a:pt x="1572089" y="7200"/>
                </a:lnTo>
                <a:lnTo>
                  <a:pt x="1571624" y="6077"/>
                </a:lnTo>
                <a:lnTo>
                  <a:pt x="1571624" y="3447"/>
                </a:lnTo>
                <a:lnTo>
                  <a:pt x="1572089" y="2324"/>
                </a:lnTo>
                <a:lnTo>
                  <a:pt x="1573949" y="464"/>
                </a:lnTo>
                <a:lnTo>
                  <a:pt x="1575072" y="0"/>
                </a:lnTo>
                <a:lnTo>
                  <a:pt x="1577702" y="0"/>
                </a:lnTo>
                <a:lnTo>
                  <a:pt x="1578824" y="464"/>
                </a:lnTo>
                <a:lnTo>
                  <a:pt x="1580684" y="2324"/>
                </a:lnTo>
                <a:lnTo>
                  <a:pt x="1581149" y="3447"/>
                </a:lnTo>
                <a:lnTo>
                  <a:pt x="1581149" y="6077"/>
                </a:lnTo>
                <a:lnTo>
                  <a:pt x="1580684" y="7200"/>
                </a:lnTo>
                <a:lnTo>
                  <a:pt x="1578824" y="9060"/>
                </a:lnTo>
                <a:lnTo>
                  <a:pt x="1577702" y="9524"/>
                </a:lnTo>
                <a:close/>
              </a:path>
              <a:path w="11534775" h="9525">
                <a:moveTo>
                  <a:pt x="1625327" y="9524"/>
                </a:moveTo>
                <a:lnTo>
                  <a:pt x="1622697" y="9524"/>
                </a:lnTo>
                <a:lnTo>
                  <a:pt x="1621574" y="9060"/>
                </a:lnTo>
                <a:lnTo>
                  <a:pt x="1619714" y="7200"/>
                </a:lnTo>
                <a:lnTo>
                  <a:pt x="1619249" y="6077"/>
                </a:lnTo>
                <a:lnTo>
                  <a:pt x="1619249" y="3447"/>
                </a:lnTo>
                <a:lnTo>
                  <a:pt x="1619714" y="2324"/>
                </a:lnTo>
                <a:lnTo>
                  <a:pt x="1621574" y="464"/>
                </a:lnTo>
                <a:lnTo>
                  <a:pt x="1622697" y="0"/>
                </a:lnTo>
                <a:lnTo>
                  <a:pt x="1625327" y="0"/>
                </a:lnTo>
                <a:lnTo>
                  <a:pt x="1626449" y="464"/>
                </a:lnTo>
                <a:lnTo>
                  <a:pt x="1628309" y="2324"/>
                </a:lnTo>
                <a:lnTo>
                  <a:pt x="1628774" y="3447"/>
                </a:lnTo>
                <a:lnTo>
                  <a:pt x="1628774" y="6077"/>
                </a:lnTo>
                <a:lnTo>
                  <a:pt x="1628309" y="7200"/>
                </a:lnTo>
                <a:lnTo>
                  <a:pt x="1626449" y="9060"/>
                </a:lnTo>
                <a:lnTo>
                  <a:pt x="1625327" y="9524"/>
                </a:lnTo>
                <a:close/>
              </a:path>
              <a:path w="11534775" h="9525">
                <a:moveTo>
                  <a:pt x="1672952" y="9524"/>
                </a:moveTo>
                <a:lnTo>
                  <a:pt x="1670322" y="9524"/>
                </a:lnTo>
                <a:lnTo>
                  <a:pt x="1669199" y="9060"/>
                </a:lnTo>
                <a:lnTo>
                  <a:pt x="1667339" y="7200"/>
                </a:lnTo>
                <a:lnTo>
                  <a:pt x="1666874" y="6077"/>
                </a:lnTo>
                <a:lnTo>
                  <a:pt x="1666874" y="3447"/>
                </a:lnTo>
                <a:lnTo>
                  <a:pt x="1667339" y="2324"/>
                </a:lnTo>
                <a:lnTo>
                  <a:pt x="1669199" y="464"/>
                </a:lnTo>
                <a:lnTo>
                  <a:pt x="1670322" y="0"/>
                </a:lnTo>
                <a:lnTo>
                  <a:pt x="1672952" y="0"/>
                </a:lnTo>
                <a:lnTo>
                  <a:pt x="1674074" y="464"/>
                </a:lnTo>
                <a:lnTo>
                  <a:pt x="1675934" y="2324"/>
                </a:lnTo>
                <a:lnTo>
                  <a:pt x="1676399" y="3447"/>
                </a:lnTo>
                <a:lnTo>
                  <a:pt x="1676399" y="6077"/>
                </a:lnTo>
                <a:lnTo>
                  <a:pt x="1675934" y="7200"/>
                </a:lnTo>
                <a:lnTo>
                  <a:pt x="1674074" y="9060"/>
                </a:lnTo>
                <a:lnTo>
                  <a:pt x="1672952" y="9524"/>
                </a:lnTo>
                <a:close/>
              </a:path>
              <a:path w="11534775" h="9525">
                <a:moveTo>
                  <a:pt x="1720577" y="9524"/>
                </a:moveTo>
                <a:lnTo>
                  <a:pt x="1717947" y="9524"/>
                </a:lnTo>
                <a:lnTo>
                  <a:pt x="1716824" y="9060"/>
                </a:lnTo>
                <a:lnTo>
                  <a:pt x="1714964" y="7200"/>
                </a:lnTo>
                <a:lnTo>
                  <a:pt x="1714499" y="6077"/>
                </a:lnTo>
                <a:lnTo>
                  <a:pt x="1714499" y="3447"/>
                </a:lnTo>
                <a:lnTo>
                  <a:pt x="1714964" y="2324"/>
                </a:lnTo>
                <a:lnTo>
                  <a:pt x="1716824" y="464"/>
                </a:lnTo>
                <a:lnTo>
                  <a:pt x="1717947" y="0"/>
                </a:lnTo>
                <a:lnTo>
                  <a:pt x="1720577" y="0"/>
                </a:lnTo>
                <a:lnTo>
                  <a:pt x="1721700" y="464"/>
                </a:lnTo>
                <a:lnTo>
                  <a:pt x="1723560" y="2324"/>
                </a:lnTo>
                <a:lnTo>
                  <a:pt x="1724024" y="3447"/>
                </a:lnTo>
                <a:lnTo>
                  <a:pt x="1724024" y="6077"/>
                </a:lnTo>
                <a:lnTo>
                  <a:pt x="1723560" y="7200"/>
                </a:lnTo>
                <a:lnTo>
                  <a:pt x="1721700" y="9060"/>
                </a:lnTo>
                <a:lnTo>
                  <a:pt x="1720577" y="9524"/>
                </a:lnTo>
                <a:close/>
              </a:path>
              <a:path w="11534775" h="9525">
                <a:moveTo>
                  <a:pt x="1768202" y="9524"/>
                </a:moveTo>
                <a:lnTo>
                  <a:pt x="1765572" y="9524"/>
                </a:lnTo>
                <a:lnTo>
                  <a:pt x="1764449" y="9060"/>
                </a:lnTo>
                <a:lnTo>
                  <a:pt x="1762589" y="7200"/>
                </a:lnTo>
                <a:lnTo>
                  <a:pt x="1762124" y="6077"/>
                </a:lnTo>
                <a:lnTo>
                  <a:pt x="1762124" y="3447"/>
                </a:lnTo>
                <a:lnTo>
                  <a:pt x="1762589" y="2324"/>
                </a:lnTo>
                <a:lnTo>
                  <a:pt x="1764449" y="464"/>
                </a:lnTo>
                <a:lnTo>
                  <a:pt x="1765572" y="0"/>
                </a:lnTo>
                <a:lnTo>
                  <a:pt x="1768202" y="0"/>
                </a:lnTo>
                <a:lnTo>
                  <a:pt x="1769324" y="464"/>
                </a:lnTo>
                <a:lnTo>
                  <a:pt x="1771184" y="2324"/>
                </a:lnTo>
                <a:lnTo>
                  <a:pt x="1771649" y="3447"/>
                </a:lnTo>
                <a:lnTo>
                  <a:pt x="1771649" y="6077"/>
                </a:lnTo>
                <a:lnTo>
                  <a:pt x="1771184" y="7200"/>
                </a:lnTo>
                <a:lnTo>
                  <a:pt x="1769324" y="9060"/>
                </a:lnTo>
                <a:lnTo>
                  <a:pt x="1768202" y="9524"/>
                </a:lnTo>
                <a:close/>
              </a:path>
              <a:path w="11534775" h="9525">
                <a:moveTo>
                  <a:pt x="1815827" y="9524"/>
                </a:moveTo>
                <a:lnTo>
                  <a:pt x="1813197" y="9524"/>
                </a:lnTo>
                <a:lnTo>
                  <a:pt x="1812074" y="9060"/>
                </a:lnTo>
                <a:lnTo>
                  <a:pt x="1810214" y="7200"/>
                </a:lnTo>
                <a:lnTo>
                  <a:pt x="1809749" y="6077"/>
                </a:lnTo>
                <a:lnTo>
                  <a:pt x="1809749" y="3447"/>
                </a:lnTo>
                <a:lnTo>
                  <a:pt x="1810214" y="2324"/>
                </a:lnTo>
                <a:lnTo>
                  <a:pt x="1812074" y="464"/>
                </a:lnTo>
                <a:lnTo>
                  <a:pt x="1813197" y="0"/>
                </a:lnTo>
                <a:lnTo>
                  <a:pt x="1815827" y="0"/>
                </a:lnTo>
                <a:lnTo>
                  <a:pt x="1816950" y="464"/>
                </a:lnTo>
                <a:lnTo>
                  <a:pt x="1818810" y="2324"/>
                </a:lnTo>
                <a:lnTo>
                  <a:pt x="1819274" y="3447"/>
                </a:lnTo>
                <a:lnTo>
                  <a:pt x="1819274" y="6077"/>
                </a:lnTo>
                <a:lnTo>
                  <a:pt x="1818810" y="7200"/>
                </a:lnTo>
                <a:lnTo>
                  <a:pt x="1816950" y="9060"/>
                </a:lnTo>
                <a:lnTo>
                  <a:pt x="1815827" y="9524"/>
                </a:lnTo>
                <a:close/>
              </a:path>
              <a:path w="11534775" h="9525">
                <a:moveTo>
                  <a:pt x="1863452" y="9524"/>
                </a:moveTo>
                <a:lnTo>
                  <a:pt x="1860822" y="9524"/>
                </a:lnTo>
                <a:lnTo>
                  <a:pt x="1859699" y="9060"/>
                </a:lnTo>
                <a:lnTo>
                  <a:pt x="1857839" y="7200"/>
                </a:lnTo>
                <a:lnTo>
                  <a:pt x="1857374" y="6077"/>
                </a:lnTo>
                <a:lnTo>
                  <a:pt x="1857374" y="3447"/>
                </a:lnTo>
                <a:lnTo>
                  <a:pt x="1857839" y="2324"/>
                </a:lnTo>
                <a:lnTo>
                  <a:pt x="1859699" y="464"/>
                </a:lnTo>
                <a:lnTo>
                  <a:pt x="1860822" y="0"/>
                </a:lnTo>
                <a:lnTo>
                  <a:pt x="1863452" y="0"/>
                </a:lnTo>
                <a:lnTo>
                  <a:pt x="1864574" y="464"/>
                </a:lnTo>
                <a:lnTo>
                  <a:pt x="1866434" y="2324"/>
                </a:lnTo>
                <a:lnTo>
                  <a:pt x="1866899" y="3447"/>
                </a:lnTo>
                <a:lnTo>
                  <a:pt x="1866899" y="6077"/>
                </a:lnTo>
                <a:lnTo>
                  <a:pt x="1866434" y="7200"/>
                </a:lnTo>
                <a:lnTo>
                  <a:pt x="1864574" y="9060"/>
                </a:lnTo>
                <a:lnTo>
                  <a:pt x="1863452" y="9524"/>
                </a:lnTo>
                <a:close/>
              </a:path>
              <a:path w="11534775" h="9525">
                <a:moveTo>
                  <a:pt x="1911077" y="9524"/>
                </a:moveTo>
                <a:lnTo>
                  <a:pt x="1908447" y="9524"/>
                </a:lnTo>
                <a:lnTo>
                  <a:pt x="1907324" y="9060"/>
                </a:lnTo>
                <a:lnTo>
                  <a:pt x="1905464" y="7200"/>
                </a:lnTo>
                <a:lnTo>
                  <a:pt x="1904999" y="6077"/>
                </a:lnTo>
                <a:lnTo>
                  <a:pt x="1904999" y="3447"/>
                </a:lnTo>
                <a:lnTo>
                  <a:pt x="1905464" y="2324"/>
                </a:lnTo>
                <a:lnTo>
                  <a:pt x="1907324" y="464"/>
                </a:lnTo>
                <a:lnTo>
                  <a:pt x="1908447" y="0"/>
                </a:lnTo>
                <a:lnTo>
                  <a:pt x="1911077" y="0"/>
                </a:lnTo>
                <a:lnTo>
                  <a:pt x="1912199" y="464"/>
                </a:lnTo>
                <a:lnTo>
                  <a:pt x="1914059" y="2324"/>
                </a:lnTo>
                <a:lnTo>
                  <a:pt x="1914524" y="3447"/>
                </a:lnTo>
                <a:lnTo>
                  <a:pt x="1914524" y="6077"/>
                </a:lnTo>
                <a:lnTo>
                  <a:pt x="1914059" y="7200"/>
                </a:lnTo>
                <a:lnTo>
                  <a:pt x="1912199" y="9060"/>
                </a:lnTo>
                <a:lnTo>
                  <a:pt x="1911077" y="9524"/>
                </a:lnTo>
                <a:close/>
              </a:path>
              <a:path w="11534775" h="9525">
                <a:moveTo>
                  <a:pt x="1958702" y="9524"/>
                </a:moveTo>
                <a:lnTo>
                  <a:pt x="1956072" y="9524"/>
                </a:lnTo>
                <a:lnTo>
                  <a:pt x="1954949" y="9060"/>
                </a:lnTo>
                <a:lnTo>
                  <a:pt x="1953089" y="7200"/>
                </a:lnTo>
                <a:lnTo>
                  <a:pt x="1952624" y="6077"/>
                </a:lnTo>
                <a:lnTo>
                  <a:pt x="1952624" y="3447"/>
                </a:lnTo>
                <a:lnTo>
                  <a:pt x="1953089" y="2324"/>
                </a:lnTo>
                <a:lnTo>
                  <a:pt x="1954949" y="464"/>
                </a:lnTo>
                <a:lnTo>
                  <a:pt x="1956072" y="0"/>
                </a:lnTo>
                <a:lnTo>
                  <a:pt x="1958702" y="0"/>
                </a:lnTo>
                <a:lnTo>
                  <a:pt x="1959824" y="464"/>
                </a:lnTo>
                <a:lnTo>
                  <a:pt x="1961684" y="2324"/>
                </a:lnTo>
                <a:lnTo>
                  <a:pt x="1962149" y="3447"/>
                </a:lnTo>
                <a:lnTo>
                  <a:pt x="1962149" y="6077"/>
                </a:lnTo>
                <a:lnTo>
                  <a:pt x="1961684" y="7200"/>
                </a:lnTo>
                <a:lnTo>
                  <a:pt x="1959824" y="9060"/>
                </a:lnTo>
                <a:lnTo>
                  <a:pt x="1958702" y="9524"/>
                </a:lnTo>
                <a:close/>
              </a:path>
              <a:path w="11534775" h="9525">
                <a:moveTo>
                  <a:pt x="2006327" y="9524"/>
                </a:moveTo>
                <a:lnTo>
                  <a:pt x="2003697" y="9524"/>
                </a:lnTo>
                <a:lnTo>
                  <a:pt x="2002574" y="9060"/>
                </a:lnTo>
                <a:lnTo>
                  <a:pt x="2000714" y="7200"/>
                </a:lnTo>
                <a:lnTo>
                  <a:pt x="2000249" y="6077"/>
                </a:lnTo>
                <a:lnTo>
                  <a:pt x="2000249" y="3447"/>
                </a:lnTo>
                <a:lnTo>
                  <a:pt x="2000714" y="2324"/>
                </a:lnTo>
                <a:lnTo>
                  <a:pt x="2002574" y="464"/>
                </a:lnTo>
                <a:lnTo>
                  <a:pt x="2003697" y="0"/>
                </a:lnTo>
                <a:lnTo>
                  <a:pt x="2006327" y="0"/>
                </a:lnTo>
                <a:lnTo>
                  <a:pt x="2007449" y="464"/>
                </a:lnTo>
                <a:lnTo>
                  <a:pt x="2009309" y="2324"/>
                </a:lnTo>
                <a:lnTo>
                  <a:pt x="2009774" y="3447"/>
                </a:lnTo>
                <a:lnTo>
                  <a:pt x="2009774" y="6077"/>
                </a:lnTo>
                <a:lnTo>
                  <a:pt x="2009309" y="7200"/>
                </a:lnTo>
                <a:lnTo>
                  <a:pt x="2007449" y="9060"/>
                </a:lnTo>
                <a:lnTo>
                  <a:pt x="2006327" y="9524"/>
                </a:lnTo>
                <a:close/>
              </a:path>
              <a:path w="11534775" h="9525">
                <a:moveTo>
                  <a:pt x="2053952" y="9524"/>
                </a:moveTo>
                <a:lnTo>
                  <a:pt x="2051322" y="9524"/>
                </a:lnTo>
                <a:lnTo>
                  <a:pt x="2050199" y="9060"/>
                </a:lnTo>
                <a:lnTo>
                  <a:pt x="2048339" y="7200"/>
                </a:lnTo>
                <a:lnTo>
                  <a:pt x="2047874" y="6077"/>
                </a:lnTo>
                <a:lnTo>
                  <a:pt x="2047874" y="3447"/>
                </a:lnTo>
                <a:lnTo>
                  <a:pt x="2048339" y="2324"/>
                </a:lnTo>
                <a:lnTo>
                  <a:pt x="2050199" y="464"/>
                </a:lnTo>
                <a:lnTo>
                  <a:pt x="2051322" y="0"/>
                </a:lnTo>
                <a:lnTo>
                  <a:pt x="2053952" y="0"/>
                </a:lnTo>
                <a:lnTo>
                  <a:pt x="2055075" y="464"/>
                </a:lnTo>
                <a:lnTo>
                  <a:pt x="2056935" y="2324"/>
                </a:lnTo>
                <a:lnTo>
                  <a:pt x="2057399" y="3447"/>
                </a:lnTo>
                <a:lnTo>
                  <a:pt x="2057399" y="6077"/>
                </a:lnTo>
                <a:lnTo>
                  <a:pt x="2056935" y="7200"/>
                </a:lnTo>
                <a:lnTo>
                  <a:pt x="2055075" y="9060"/>
                </a:lnTo>
                <a:lnTo>
                  <a:pt x="2053952" y="9524"/>
                </a:lnTo>
                <a:close/>
              </a:path>
              <a:path w="11534775" h="9525">
                <a:moveTo>
                  <a:pt x="2101577" y="9524"/>
                </a:moveTo>
                <a:lnTo>
                  <a:pt x="2098947" y="9524"/>
                </a:lnTo>
                <a:lnTo>
                  <a:pt x="2097824" y="9060"/>
                </a:lnTo>
                <a:lnTo>
                  <a:pt x="2095964" y="7200"/>
                </a:lnTo>
                <a:lnTo>
                  <a:pt x="2095499" y="6077"/>
                </a:lnTo>
                <a:lnTo>
                  <a:pt x="2095499" y="3447"/>
                </a:lnTo>
                <a:lnTo>
                  <a:pt x="2095964" y="2324"/>
                </a:lnTo>
                <a:lnTo>
                  <a:pt x="2097824" y="464"/>
                </a:lnTo>
                <a:lnTo>
                  <a:pt x="2098947" y="0"/>
                </a:lnTo>
                <a:lnTo>
                  <a:pt x="2101577" y="0"/>
                </a:lnTo>
                <a:lnTo>
                  <a:pt x="2102699" y="464"/>
                </a:lnTo>
                <a:lnTo>
                  <a:pt x="2104559" y="2324"/>
                </a:lnTo>
                <a:lnTo>
                  <a:pt x="2105024" y="3447"/>
                </a:lnTo>
                <a:lnTo>
                  <a:pt x="2105024" y="6077"/>
                </a:lnTo>
                <a:lnTo>
                  <a:pt x="2104559" y="7200"/>
                </a:lnTo>
                <a:lnTo>
                  <a:pt x="2102699" y="9060"/>
                </a:lnTo>
                <a:lnTo>
                  <a:pt x="2101577" y="9524"/>
                </a:lnTo>
                <a:close/>
              </a:path>
              <a:path w="11534775" h="9525">
                <a:moveTo>
                  <a:pt x="2149202" y="9524"/>
                </a:moveTo>
                <a:lnTo>
                  <a:pt x="2146572" y="9524"/>
                </a:lnTo>
                <a:lnTo>
                  <a:pt x="2145449" y="9060"/>
                </a:lnTo>
                <a:lnTo>
                  <a:pt x="2143589" y="7200"/>
                </a:lnTo>
                <a:lnTo>
                  <a:pt x="2143124" y="6077"/>
                </a:lnTo>
                <a:lnTo>
                  <a:pt x="2143124" y="3447"/>
                </a:lnTo>
                <a:lnTo>
                  <a:pt x="2143589" y="2324"/>
                </a:lnTo>
                <a:lnTo>
                  <a:pt x="2145449" y="464"/>
                </a:lnTo>
                <a:lnTo>
                  <a:pt x="2146572" y="0"/>
                </a:lnTo>
                <a:lnTo>
                  <a:pt x="2149202" y="0"/>
                </a:lnTo>
                <a:lnTo>
                  <a:pt x="2150324" y="464"/>
                </a:lnTo>
                <a:lnTo>
                  <a:pt x="2152184" y="2324"/>
                </a:lnTo>
                <a:lnTo>
                  <a:pt x="2152649" y="3447"/>
                </a:lnTo>
                <a:lnTo>
                  <a:pt x="2152649" y="6077"/>
                </a:lnTo>
                <a:lnTo>
                  <a:pt x="2152184" y="7200"/>
                </a:lnTo>
                <a:lnTo>
                  <a:pt x="2150324" y="9060"/>
                </a:lnTo>
                <a:lnTo>
                  <a:pt x="2149202" y="9524"/>
                </a:lnTo>
                <a:close/>
              </a:path>
              <a:path w="11534775" h="9525">
                <a:moveTo>
                  <a:pt x="2196827" y="9524"/>
                </a:moveTo>
                <a:lnTo>
                  <a:pt x="2194197" y="9524"/>
                </a:lnTo>
                <a:lnTo>
                  <a:pt x="2193074" y="9060"/>
                </a:lnTo>
                <a:lnTo>
                  <a:pt x="2191214" y="7200"/>
                </a:lnTo>
                <a:lnTo>
                  <a:pt x="2190749" y="6077"/>
                </a:lnTo>
                <a:lnTo>
                  <a:pt x="2190749" y="3447"/>
                </a:lnTo>
                <a:lnTo>
                  <a:pt x="2191214" y="2324"/>
                </a:lnTo>
                <a:lnTo>
                  <a:pt x="2193074" y="464"/>
                </a:lnTo>
                <a:lnTo>
                  <a:pt x="2194197" y="0"/>
                </a:lnTo>
                <a:lnTo>
                  <a:pt x="2196827" y="0"/>
                </a:lnTo>
                <a:lnTo>
                  <a:pt x="2197950" y="464"/>
                </a:lnTo>
                <a:lnTo>
                  <a:pt x="2199809" y="2324"/>
                </a:lnTo>
                <a:lnTo>
                  <a:pt x="2200275" y="3447"/>
                </a:lnTo>
                <a:lnTo>
                  <a:pt x="2200275" y="6077"/>
                </a:lnTo>
                <a:lnTo>
                  <a:pt x="2199809" y="7200"/>
                </a:lnTo>
                <a:lnTo>
                  <a:pt x="2197950" y="9060"/>
                </a:lnTo>
                <a:lnTo>
                  <a:pt x="2196827" y="9524"/>
                </a:lnTo>
                <a:close/>
              </a:path>
              <a:path w="11534775" h="9525">
                <a:moveTo>
                  <a:pt x="2244452" y="9524"/>
                </a:moveTo>
                <a:lnTo>
                  <a:pt x="2241822" y="9524"/>
                </a:lnTo>
                <a:lnTo>
                  <a:pt x="2240699" y="9060"/>
                </a:lnTo>
                <a:lnTo>
                  <a:pt x="2238839" y="7200"/>
                </a:lnTo>
                <a:lnTo>
                  <a:pt x="2238374" y="6077"/>
                </a:lnTo>
                <a:lnTo>
                  <a:pt x="2238374" y="3447"/>
                </a:lnTo>
                <a:lnTo>
                  <a:pt x="2238839" y="2324"/>
                </a:lnTo>
                <a:lnTo>
                  <a:pt x="2240699" y="464"/>
                </a:lnTo>
                <a:lnTo>
                  <a:pt x="2241822" y="0"/>
                </a:lnTo>
                <a:lnTo>
                  <a:pt x="2244452" y="0"/>
                </a:lnTo>
                <a:lnTo>
                  <a:pt x="2245574" y="464"/>
                </a:lnTo>
                <a:lnTo>
                  <a:pt x="2247434" y="2324"/>
                </a:lnTo>
                <a:lnTo>
                  <a:pt x="2247899" y="3447"/>
                </a:lnTo>
                <a:lnTo>
                  <a:pt x="2247899" y="6077"/>
                </a:lnTo>
                <a:lnTo>
                  <a:pt x="2247434" y="7200"/>
                </a:lnTo>
                <a:lnTo>
                  <a:pt x="2245574" y="9060"/>
                </a:lnTo>
                <a:lnTo>
                  <a:pt x="2244452" y="9524"/>
                </a:lnTo>
                <a:close/>
              </a:path>
              <a:path w="11534775" h="9525">
                <a:moveTo>
                  <a:pt x="2292077" y="9524"/>
                </a:moveTo>
                <a:lnTo>
                  <a:pt x="2289447" y="9524"/>
                </a:lnTo>
                <a:lnTo>
                  <a:pt x="2288324" y="9060"/>
                </a:lnTo>
                <a:lnTo>
                  <a:pt x="2286464" y="7200"/>
                </a:lnTo>
                <a:lnTo>
                  <a:pt x="2285999" y="6077"/>
                </a:lnTo>
                <a:lnTo>
                  <a:pt x="2285999" y="3447"/>
                </a:lnTo>
                <a:lnTo>
                  <a:pt x="2286464" y="2324"/>
                </a:lnTo>
                <a:lnTo>
                  <a:pt x="2288324" y="464"/>
                </a:lnTo>
                <a:lnTo>
                  <a:pt x="2289447" y="0"/>
                </a:lnTo>
                <a:lnTo>
                  <a:pt x="2292077" y="0"/>
                </a:lnTo>
                <a:lnTo>
                  <a:pt x="2293199" y="464"/>
                </a:lnTo>
                <a:lnTo>
                  <a:pt x="2295059" y="2324"/>
                </a:lnTo>
                <a:lnTo>
                  <a:pt x="2295524" y="3447"/>
                </a:lnTo>
                <a:lnTo>
                  <a:pt x="2295524" y="6077"/>
                </a:lnTo>
                <a:lnTo>
                  <a:pt x="2295059" y="7200"/>
                </a:lnTo>
                <a:lnTo>
                  <a:pt x="2293199" y="9060"/>
                </a:lnTo>
                <a:lnTo>
                  <a:pt x="2292077" y="9524"/>
                </a:lnTo>
                <a:close/>
              </a:path>
              <a:path w="11534775" h="9525">
                <a:moveTo>
                  <a:pt x="2339702" y="9524"/>
                </a:moveTo>
                <a:lnTo>
                  <a:pt x="2337072" y="9524"/>
                </a:lnTo>
                <a:lnTo>
                  <a:pt x="2335949" y="9060"/>
                </a:lnTo>
                <a:lnTo>
                  <a:pt x="2334089" y="7200"/>
                </a:lnTo>
                <a:lnTo>
                  <a:pt x="2333624" y="6077"/>
                </a:lnTo>
                <a:lnTo>
                  <a:pt x="2333624" y="3447"/>
                </a:lnTo>
                <a:lnTo>
                  <a:pt x="2334089" y="2324"/>
                </a:lnTo>
                <a:lnTo>
                  <a:pt x="2335949" y="464"/>
                </a:lnTo>
                <a:lnTo>
                  <a:pt x="2337072" y="0"/>
                </a:lnTo>
                <a:lnTo>
                  <a:pt x="2339702" y="0"/>
                </a:lnTo>
                <a:lnTo>
                  <a:pt x="2340824" y="464"/>
                </a:lnTo>
                <a:lnTo>
                  <a:pt x="2342684" y="2324"/>
                </a:lnTo>
                <a:lnTo>
                  <a:pt x="2343149" y="3447"/>
                </a:lnTo>
                <a:lnTo>
                  <a:pt x="2343149" y="6077"/>
                </a:lnTo>
                <a:lnTo>
                  <a:pt x="2342684" y="7200"/>
                </a:lnTo>
                <a:lnTo>
                  <a:pt x="2340824" y="9060"/>
                </a:lnTo>
                <a:lnTo>
                  <a:pt x="2339702" y="9524"/>
                </a:lnTo>
                <a:close/>
              </a:path>
              <a:path w="11534775" h="9525">
                <a:moveTo>
                  <a:pt x="2387327" y="9524"/>
                </a:moveTo>
                <a:lnTo>
                  <a:pt x="2384697" y="9524"/>
                </a:lnTo>
                <a:lnTo>
                  <a:pt x="2383574" y="9060"/>
                </a:lnTo>
                <a:lnTo>
                  <a:pt x="2381714" y="7200"/>
                </a:lnTo>
                <a:lnTo>
                  <a:pt x="2381249" y="6077"/>
                </a:lnTo>
                <a:lnTo>
                  <a:pt x="2381249" y="3447"/>
                </a:lnTo>
                <a:lnTo>
                  <a:pt x="2381714" y="2324"/>
                </a:lnTo>
                <a:lnTo>
                  <a:pt x="2383574" y="464"/>
                </a:lnTo>
                <a:lnTo>
                  <a:pt x="2384697" y="0"/>
                </a:lnTo>
                <a:lnTo>
                  <a:pt x="2387327" y="0"/>
                </a:lnTo>
                <a:lnTo>
                  <a:pt x="2388449" y="464"/>
                </a:lnTo>
                <a:lnTo>
                  <a:pt x="2390309" y="2324"/>
                </a:lnTo>
                <a:lnTo>
                  <a:pt x="2390774" y="3447"/>
                </a:lnTo>
                <a:lnTo>
                  <a:pt x="2390774" y="6077"/>
                </a:lnTo>
                <a:lnTo>
                  <a:pt x="2390309" y="7200"/>
                </a:lnTo>
                <a:lnTo>
                  <a:pt x="2388449" y="9060"/>
                </a:lnTo>
                <a:lnTo>
                  <a:pt x="2387327" y="9524"/>
                </a:lnTo>
                <a:close/>
              </a:path>
              <a:path w="11534775" h="9525">
                <a:moveTo>
                  <a:pt x="2434952" y="9524"/>
                </a:moveTo>
                <a:lnTo>
                  <a:pt x="2432322" y="9524"/>
                </a:lnTo>
                <a:lnTo>
                  <a:pt x="2431199" y="9060"/>
                </a:lnTo>
                <a:lnTo>
                  <a:pt x="2429339" y="7200"/>
                </a:lnTo>
                <a:lnTo>
                  <a:pt x="2428874" y="6077"/>
                </a:lnTo>
                <a:lnTo>
                  <a:pt x="2428874" y="3447"/>
                </a:lnTo>
                <a:lnTo>
                  <a:pt x="2429339" y="2324"/>
                </a:lnTo>
                <a:lnTo>
                  <a:pt x="2431199" y="464"/>
                </a:lnTo>
                <a:lnTo>
                  <a:pt x="2432322" y="0"/>
                </a:lnTo>
                <a:lnTo>
                  <a:pt x="2434952" y="0"/>
                </a:lnTo>
                <a:lnTo>
                  <a:pt x="2436074" y="464"/>
                </a:lnTo>
                <a:lnTo>
                  <a:pt x="2437934" y="2324"/>
                </a:lnTo>
                <a:lnTo>
                  <a:pt x="2438399" y="3447"/>
                </a:lnTo>
                <a:lnTo>
                  <a:pt x="2438399" y="6077"/>
                </a:lnTo>
                <a:lnTo>
                  <a:pt x="2437934" y="7200"/>
                </a:lnTo>
                <a:lnTo>
                  <a:pt x="2436074" y="9060"/>
                </a:lnTo>
                <a:lnTo>
                  <a:pt x="2434952" y="9524"/>
                </a:lnTo>
                <a:close/>
              </a:path>
              <a:path w="11534775" h="9525">
                <a:moveTo>
                  <a:pt x="2482577" y="9524"/>
                </a:moveTo>
                <a:lnTo>
                  <a:pt x="2479947" y="9524"/>
                </a:lnTo>
                <a:lnTo>
                  <a:pt x="2478824" y="9060"/>
                </a:lnTo>
                <a:lnTo>
                  <a:pt x="2476964" y="7200"/>
                </a:lnTo>
                <a:lnTo>
                  <a:pt x="2476499" y="6077"/>
                </a:lnTo>
                <a:lnTo>
                  <a:pt x="2476499" y="3447"/>
                </a:lnTo>
                <a:lnTo>
                  <a:pt x="2476964" y="2324"/>
                </a:lnTo>
                <a:lnTo>
                  <a:pt x="2478824" y="464"/>
                </a:lnTo>
                <a:lnTo>
                  <a:pt x="2479947" y="0"/>
                </a:lnTo>
                <a:lnTo>
                  <a:pt x="2482577" y="0"/>
                </a:lnTo>
                <a:lnTo>
                  <a:pt x="2483699" y="464"/>
                </a:lnTo>
                <a:lnTo>
                  <a:pt x="2485559" y="2324"/>
                </a:lnTo>
                <a:lnTo>
                  <a:pt x="2486024" y="3447"/>
                </a:lnTo>
                <a:lnTo>
                  <a:pt x="2486024" y="6077"/>
                </a:lnTo>
                <a:lnTo>
                  <a:pt x="2485559" y="7200"/>
                </a:lnTo>
                <a:lnTo>
                  <a:pt x="2483699" y="9060"/>
                </a:lnTo>
                <a:lnTo>
                  <a:pt x="2482577" y="9524"/>
                </a:lnTo>
                <a:close/>
              </a:path>
              <a:path w="11534775" h="9525">
                <a:moveTo>
                  <a:pt x="2530202" y="9524"/>
                </a:moveTo>
                <a:lnTo>
                  <a:pt x="2527572" y="9524"/>
                </a:lnTo>
                <a:lnTo>
                  <a:pt x="2526449" y="9060"/>
                </a:lnTo>
                <a:lnTo>
                  <a:pt x="2524589" y="7200"/>
                </a:lnTo>
                <a:lnTo>
                  <a:pt x="2524124" y="6077"/>
                </a:lnTo>
                <a:lnTo>
                  <a:pt x="2524124" y="3447"/>
                </a:lnTo>
                <a:lnTo>
                  <a:pt x="2524589" y="2324"/>
                </a:lnTo>
                <a:lnTo>
                  <a:pt x="2526449" y="464"/>
                </a:lnTo>
                <a:lnTo>
                  <a:pt x="2527572" y="0"/>
                </a:lnTo>
                <a:lnTo>
                  <a:pt x="2530202" y="0"/>
                </a:lnTo>
                <a:lnTo>
                  <a:pt x="2531325" y="464"/>
                </a:lnTo>
                <a:lnTo>
                  <a:pt x="2533184" y="2324"/>
                </a:lnTo>
                <a:lnTo>
                  <a:pt x="2533649" y="3447"/>
                </a:lnTo>
                <a:lnTo>
                  <a:pt x="2533649" y="6077"/>
                </a:lnTo>
                <a:lnTo>
                  <a:pt x="2533184" y="7200"/>
                </a:lnTo>
                <a:lnTo>
                  <a:pt x="2531325" y="9060"/>
                </a:lnTo>
                <a:lnTo>
                  <a:pt x="2530202" y="9524"/>
                </a:lnTo>
                <a:close/>
              </a:path>
              <a:path w="11534775" h="9525">
                <a:moveTo>
                  <a:pt x="2577827" y="9524"/>
                </a:moveTo>
                <a:lnTo>
                  <a:pt x="2575197" y="9524"/>
                </a:lnTo>
                <a:lnTo>
                  <a:pt x="2574074" y="9060"/>
                </a:lnTo>
                <a:lnTo>
                  <a:pt x="2572214" y="7200"/>
                </a:lnTo>
                <a:lnTo>
                  <a:pt x="2571749" y="6077"/>
                </a:lnTo>
                <a:lnTo>
                  <a:pt x="2571749" y="3447"/>
                </a:lnTo>
                <a:lnTo>
                  <a:pt x="2572214" y="2324"/>
                </a:lnTo>
                <a:lnTo>
                  <a:pt x="2574074" y="464"/>
                </a:lnTo>
                <a:lnTo>
                  <a:pt x="2575197" y="0"/>
                </a:lnTo>
                <a:lnTo>
                  <a:pt x="2577827" y="0"/>
                </a:lnTo>
                <a:lnTo>
                  <a:pt x="2578950" y="464"/>
                </a:lnTo>
                <a:lnTo>
                  <a:pt x="2580809" y="2324"/>
                </a:lnTo>
                <a:lnTo>
                  <a:pt x="2581274" y="3447"/>
                </a:lnTo>
                <a:lnTo>
                  <a:pt x="2581274" y="6077"/>
                </a:lnTo>
                <a:lnTo>
                  <a:pt x="2580809" y="7200"/>
                </a:lnTo>
                <a:lnTo>
                  <a:pt x="2578950" y="9060"/>
                </a:lnTo>
                <a:lnTo>
                  <a:pt x="2577827" y="9524"/>
                </a:lnTo>
                <a:close/>
              </a:path>
              <a:path w="11534775" h="9525">
                <a:moveTo>
                  <a:pt x="2625452" y="9524"/>
                </a:moveTo>
                <a:lnTo>
                  <a:pt x="2622822" y="9524"/>
                </a:lnTo>
                <a:lnTo>
                  <a:pt x="2621699" y="9060"/>
                </a:lnTo>
                <a:lnTo>
                  <a:pt x="2619840" y="7200"/>
                </a:lnTo>
                <a:lnTo>
                  <a:pt x="2619374" y="6077"/>
                </a:lnTo>
                <a:lnTo>
                  <a:pt x="2619374" y="3447"/>
                </a:lnTo>
                <a:lnTo>
                  <a:pt x="2619840" y="2324"/>
                </a:lnTo>
                <a:lnTo>
                  <a:pt x="2621699" y="464"/>
                </a:lnTo>
                <a:lnTo>
                  <a:pt x="2622822" y="0"/>
                </a:lnTo>
                <a:lnTo>
                  <a:pt x="2625452" y="0"/>
                </a:lnTo>
                <a:lnTo>
                  <a:pt x="2626575" y="464"/>
                </a:lnTo>
                <a:lnTo>
                  <a:pt x="2628434" y="2324"/>
                </a:lnTo>
                <a:lnTo>
                  <a:pt x="2628899" y="3447"/>
                </a:lnTo>
                <a:lnTo>
                  <a:pt x="2628899" y="6077"/>
                </a:lnTo>
                <a:lnTo>
                  <a:pt x="2628434" y="7200"/>
                </a:lnTo>
                <a:lnTo>
                  <a:pt x="2626575" y="9060"/>
                </a:lnTo>
                <a:lnTo>
                  <a:pt x="2625452" y="9524"/>
                </a:lnTo>
                <a:close/>
              </a:path>
              <a:path w="11534775" h="9525">
                <a:moveTo>
                  <a:pt x="2673077" y="9524"/>
                </a:moveTo>
                <a:lnTo>
                  <a:pt x="2670447" y="9524"/>
                </a:lnTo>
                <a:lnTo>
                  <a:pt x="2669324" y="9060"/>
                </a:lnTo>
                <a:lnTo>
                  <a:pt x="2667464" y="7200"/>
                </a:lnTo>
                <a:lnTo>
                  <a:pt x="2666999" y="6077"/>
                </a:lnTo>
                <a:lnTo>
                  <a:pt x="2666999" y="3447"/>
                </a:lnTo>
                <a:lnTo>
                  <a:pt x="2667464" y="2324"/>
                </a:lnTo>
                <a:lnTo>
                  <a:pt x="2669324" y="464"/>
                </a:lnTo>
                <a:lnTo>
                  <a:pt x="2670447" y="0"/>
                </a:lnTo>
                <a:lnTo>
                  <a:pt x="2673077" y="0"/>
                </a:lnTo>
                <a:lnTo>
                  <a:pt x="2674200" y="464"/>
                </a:lnTo>
                <a:lnTo>
                  <a:pt x="2676059" y="2324"/>
                </a:lnTo>
                <a:lnTo>
                  <a:pt x="2676524" y="3447"/>
                </a:lnTo>
                <a:lnTo>
                  <a:pt x="2676524" y="6077"/>
                </a:lnTo>
                <a:lnTo>
                  <a:pt x="2676059" y="7200"/>
                </a:lnTo>
                <a:lnTo>
                  <a:pt x="2674200" y="9060"/>
                </a:lnTo>
                <a:lnTo>
                  <a:pt x="2673077" y="9524"/>
                </a:lnTo>
                <a:close/>
              </a:path>
              <a:path w="11534775" h="9525">
                <a:moveTo>
                  <a:pt x="2720702" y="9524"/>
                </a:moveTo>
                <a:lnTo>
                  <a:pt x="2718072" y="9524"/>
                </a:lnTo>
                <a:lnTo>
                  <a:pt x="2716949" y="9060"/>
                </a:lnTo>
                <a:lnTo>
                  <a:pt x="2715089" y="7200"/>
                </a:lnTo>
                <a:lnTo>
                  <a:pt x="2714624" y="6077"/>
                </a:lnTo>
                <a:lnTo>
                  <a:pt x="2714624" y="3447"/>
                </a:lnTo>
                <a:lnTo>
                  <a:pt x="2715089" y="2324"/>
                </a:lnTo>
                <a:lnTo>
                  <a:pt x="2716949" y="464"/>
                </a:lnTo>
                <a:lnTo>
                  <a:pt x="2718072" y="0"/>
                </a:lnTo>
                <a:lnTo>
                  <a:pt x="2720702" y="0"/>
                </a:lnTo>
                <a:lnTo>
                  <a:pt x="2721824" y="464"/>
                </a:lnTo>
                <a:lnTo>
                  <a:pt x="2723684" y="2324"/>
                </a:lnTo>
                <a:lnTo>
                  <a:pt x="2724149" y="3447"/>
                </a:lnTo>
                <a:lnTo>
                  <a:pt x="2724149" y="6077"/>
                </a:lnTo>
                <a:lnTo>
                  <a:pt x="2723684" y="7200"/>
                </a:lnTo>
                <a:lnTo>
                  <a:pt x="2721824" y="9060"/>
                </a:lnTo>
                <a:lnTo>
                  <a:pt x="2720702" y="9524"/>
                </a:lnTo>
                <a:close/>
              </a:path>
              <a:path w="11534775" h="9525">
                <a:moveTo>
                  <a:pt x="2768327" y="9524"/>
                </a:moveTo>
                <a:lnTo>
                  <a:pt x="2765697" y="9524"/>
                </a:lnTo>
                <a:lnTo>
                  <a:pt x="2764574" y="9060"/>
                </a:lnTo>
                <a:lnTo>
                  <a:pt x="2762714" y="7200"/>
                </a:lnTo>
                <a:lnTo>
                  <a:pt x="2762249" y="6077"/>
                </a:lnTo>
                <a:lnTo>
                  <a:pt x="2762249" y="3447"/>
                </a:lnTo>
                <a:lnTo>
                  <a:pt x="2762714" y="2324"/>
                </a:lnTo>
                <a:lnTo>
                  <a:pt x="2764574" y="464"/>
                </a:lnTo>
                <a:lnTo>
                  <a:pt x="2765697" y="0"/>
                </a:lnTo>
                <a:lnTo>
                  <a:pt x="2768327" y="0"/>
                </a:lnTo>
                <a:lnTo>
                  <a:pt x="2769450" y="464"/>
                </a:lnTo>
                <a:lnTo>
                  <a:pt x="2771309" y="2324"/>
                </a:lnTo>
                <a:lnTo>
                  <a:pt x="2771774" y="3447"/>
                </a:lnTo>
                <a:lnTo>
                  <a:pt x="2771774" y="6077"/>
                </a:lnTo>
                <a:lnTo>
                  <a:pt x="2771309" y="7200"/>
                </a:lnTo>
                <a:lnTo>
                  <a:pt x="2769450" y="9060"/>
                </a:lnTo>
                <a:lnTo>
                  <a:pt x="2768327" y="9524"/>
                </a:lnTo>
                <a:close/>
              </a:path>
              <a:path w="11534775" h="9525">
                <a:moveTo>
                  <a:pt x="2815952" y="9524"/>
                </a:moveTo>
                <a:lnTo>
                  <a:pt x="2813322" y="9524"/>
                </a:lnTo>
                <a:lnTo>
                  <a:pt x="2812199" y="9060"/>
                </a:lnTo>
                <a:lnTo>
                  <a:pt x="2810339" y="7200"/>
                </a:lnTo>
                <a:lnTo>
                  <a:pt x="2809874" y="6077"/>
                </a:lnTo>
                <a:lnTo>
                  <a:pt x="2809874" y="3447"/>
                </a:lnTo>
                <a:lnTo>
                  <a:pt x="2810339" y="2324"/>
                </a:lnTo>
                <a:lnTo>
                  <a:pt x="2812199" y="464"/>
                </a:lnTo>
                <a:lnTo>
                  <a:pt x="2813322" y="0"/>
                </a:lnTo>
                <a:lnTo>
                  <a:pt x="2815952" y="0"/>
                </a:lnTo>
                <a:lnTo>
                  <a:pt x="2817074" y="464"/>
                </a:lnTo>
                <a:lnTo>
                  <a:pt x="2818934" y="2324"/>
                </a:lnTo>
                <a:lnTo>
                  <a:pt x="2819399" y="3447"/>
                </a:lnTo>
                <a:lnTo>
                  <a:pt x="2819399" y="6077"/>
                </a:lnTo>
                <a:lnTo>
                  <a:pt x="2818934" y="7200"/>
                </a:lnTo>
                <a:lnTo>
                  <a:pt x="2817074" y="9060"/>
                </a:lnTo>
                <a:lnTo>
                  <a:pt x="2815952" y="9524"/>
                </a:lnTo>
                <a:close/>
              </a:path>
              <a:path w="11534775" h="9525">
                <a:moveTo>
                  <a:pt x="2863577" y="9524"/>
                </a:moveTo>
                <a:lnTo>
                  <a:pt x="2860947" y="9524"/>
                </a:lnTo>
                <a:lnTo>
                  <a:pt x="2859824" y="9060"/>
                </a:lnTo>
                <a:lnTo>
                  <a:pt x="2857964" y="7200"/>
                </a:lnTo>
                <a:lnTo>
                  <a:pt x="2857499" y="6077"/>
                </a:lnTo>
                <a:lnTo>
                  <a:pt x="2857499" y="3447"/>
                </a:lnTo>
                <a:lnTo>
                  <a:pt x="2857964" y="2324"/>
                </a:lnTo>
                <a:lnTo>
                  <a:pt x="2859824" y="464"/>
                </a:lnTo>
                <a:lnTo>
                  <a:pt x="2860947" y="0"/>
                </a:lnTo>
                <a:lnTo>
                  <a:pt x="2863577" y="0"/>
                </a:lnTo>
                <a:lnTo>
                  <a:pt x="2864700" y="464"/>
                </a:lnTo>
                <a:lnTo>
                  <a:pt x="2866559" y="2324"/>
                </a:lnTo>
                <a:lnTo>
                  <a:pt x="2867024" y="3447"/>
                </a:lnTo>
                <a:lnTo>
                  <a:pt x="2867024" y="6077"/>
                </a:lnTo>
                <a:lnTo>
                  <a:pt x="2866559" y="7200"/>
                </a:lnTo>
                <a:lnTo>
                  <a:pt x="2864700" y="9060"/>
                </a:lnTo>
                <a:lnTo>
                  <a:pt x="2863577" y="9524"/>
                </a:lnTo>
                <a:close/>
              </a:path>
              <a:path w="11534775" h="9525">
                <a:moveTo>
                  <a:pt x="2911202" y="9524"/>
                </a:moveTo>
                <a:lnTo>
                  <a:pt x="2908572" y="9524"/>
                </a:lnTo>
                <a:lnTo>
                  <a:pt x="2907449" y="9060"/>
                </a:lnTo>
                <a:lnTo>
                  <a:pt x="2905589" y="7200"/>
                </a:lnTo>
                <a:lnTo>
                  <a:pt x="2905124" y="6077"/>
                </a:lnTo>
                <a:lnTo>
                  <a:pt x="2905124" y="3447"/>
                </a:lnTo>
                <a:lnTo>
                  <a:pt x="2905589" y="2324"/>
                </a:lnTo>
                <a:lnTo>
                  <a:pt x="2907449" y="464"/>
                </a:lnTo>
                <a:lnTo>
                  <a:pt x="2908572" y="0"/>
                </a:lnTo>
                <a:lnTo>
                  <a:pt x="2911202" y="0"/>
                </a:lnTo>
                <a:lnTo>
                  <a:pt x="2912325" y="464"/>
                </a:lnTo>
                <a:lnTo>
                  <a:pt x="2914184" y="2324"/>
                </a:lnTo>
                <a:lnTo>
                  <a:pt x="2914649" y="3447"/>
                </a:lnTo>
                <a:lnTo>
                  <a:pt x="2914649" y="6077"/>
                </a:lnTo>
                <a:lnTo>
                  <a:pt x="2914184" y="7200"/>
                </a:lnTo>
                <a:lnTo>
                  <a:pt x="2912325" y="9060"/>
                </a:lnTo>
                <a:lnTo>
                  <a:pt x="2911202" y="9524"/>
                </a:lnTo>
                <a:close/>
              </a:path>
              <a:path w="11534775" h="9525">
                <a:moveTo>
                  <a:pt x="2958827" y="9524"/>
                </a:moveTo>
                <a:lnTo>
                  <a:pt x="2956197" y="9524"/>
                </a:lnTo>
                <a:lnTo>
                  <a:pt x="2955074" y="9060"/>
                </a:lnTo>
                <a:lnTo>
                  <a:pt x="2953214" y="7200"/>
                </a:lnTo>
                <a:lnTo>
                  <a:pt x="2952749" y="6077"/>
                </a:lnTo>
                <a:lnTo>
                  <a:pt x="2952749" y="3447"/>
                </a:lnTo>
                <a:lnTo>
                  <a:pt x="2953214" y="2324"/>
                </a:lnTo>
                <a:lnTo>
                  <a:pt x="2955074" y="464"/>
                </a:lnTo>
                <a:lnTo>
                  <a:pt x="2956197" y="0"/>
                </a:lnTo>
                <a:lnTo>
                  <a:pt x="2958827" y="0"/>
                </a:lnTo>
                <a:lnTo>
                  <a:pt x="2959949" y="464"/>
                </a:lnTo>
                <a:lnTo>
                  <a:pt x="2961809" y="2324"/>
                </a:lnTo>
                <a:lnTo>
                  <a:pt x="2962274" y="3447"/>
                </a:lnTo>
                <a:lnTo>
                  <a:pt x="2962274" y="6077"/>
                </a:lnTo>
                <a:lnTo>
                  <a:pt x="2961809" y="7200"/>
                </a:lnTo>
                <a:lnTo>
                  <a:pt x="2959949" y="9060"/>
                </a:lnTo>
                <a:lnTo>
                  <a:pt x="2958827" y="9524"/>
                </a:lnTo>
                <a:close/>
              </a:path>
              <a:path w="11534775" h="9525">
                <a:moveTo>
                  <a:pt x="3006452" y="9524"/>
                </a:moveTo>
                <a:lnTo>
                  <a:pt x="3003822" y="9524"/>
                </a:lnTo>
                <a:lnTo>
                  <a:pt x="3002699" y="9060"/>
                </a:lnTo>
                <a:lnTo>
                  <a:pt x="3000839" y="7200"/>
                </a:lnTo>
                <a:lnTo>
                  <a:pt x="3000374" y="6077"/>
                </a:lnTo>
                <a:lnTo>
                  <a:pt x="3000374" y="3447"/>
                </a:lnTo>
                <a:lnTo>
                  <a:pt x="3000839" y="2324"/>
                </a:lnTo>
                <a:lnTo>
                  <a:pt x="3002699" y="464"/>
                </a:lnTo>
                <a:lnTo>
                  <a:pt x="3003822" y="0"/>
                </a:lnTo>
                <a:lnTo>
                  <a:pt x="3006452" y="0"/>
                </a:lnTo>
                <a:lnTo>
                  <a:pt x="3007574" y="464"/>
                </a:lnTo>
                <a:lnTo>
                  <a:pt x="3009434" y="2324"/>
                </a:lnTo>
                <a:lnTo>
                  <a:pt x="3009899" y="3447"/>
                </a:lnTo>
                <a:lnTo>
                  <a:pt x="3009899" y="6077"/>
                </a:lnTo>
                <a:lnTo>
                  <a:pt x="3009434" y="7200"/>
                </a:lnTo>
                <a:lnTo>
                  <a:pt x="3007574" y="9060"/>
                </a:lnTo>
                <a:lnTo>
                  <a:pt x="3006452" y="9524"/>
                </a:lnTo>
                <a:close/>
              </a:path>
              <a:path w="11534775" h="9525">
                <a:moveTo>
                  <a:pt x="3054077" y="9524"/>
                </a:moveTo>
                <a:lnTo>
                  <a:pt x="3051447" y="9524"/>
                </a:lnTo>
                <a:lnTo>
                  <a:pt x="3050324" y="9060"/>
                </a:lnTo>
                <a:lnTo>
                  <a:pt x="3048464" y="7200"/>
                </a:lnTo>
                <a:lnTo>
                  <a:pt x="3047999" y="6077"/>
                </a:lnTo>
                <a:lnTo>
                  <a:pt x="3047999" y="3447"/>
                </a:lnTo>
                <a:lnTo>
                  <a:pt x="3048464" y="2324"/>
                </a:lnTo>
                <a:lnTo>
                  <a:pt x="3050324" y="464"/>
                </a:lnTo>
                <a:lnTo>
                  <a:pt x="3051447" y="0"/>
                </a:lnTo>
                <a:lnTo>
                  <a:pt x="3054077" y="0"/>
                </a:lnTo>
                <a:lnTo>
                  <a:pt x="3055199" y="464"/>
                </a:lnTo>
                <a:lnTo>
                  <a:pt x="3057059" y="2324"/>
                </a:lnTo>
                <a:lnTo>
                  <a:pt x="3057524" y="3447"/>
                </a:lnTo>
                <a:lnTo>
                  <a:pt x="3057524" y="6077"/>
                </a:lnTo>
                <a:lnTo>
                  <a:pt x="3057059" y="7200"/>
                </a:lnTo>
                <a:lnTo>
                  <a:pt x="3055199" y="9060"/>
                </a:lnTo>
                <a:lnTo>
                  <a:pt x="3054077" y="9524"/>
                </a:lnTo>
                <a:close/>
              </a:path>
              <a:path w="11534775" h="9525">
                <a:moveTo>
                  <a:pt x="3101702" y="9524"/>
                </a:moveTo>
                <a:lnTo>
                  <a:pt x="3099072" y="9524"/>
                </a:lnTo>
                <a:lnTo>
                  <a:pt x="3097949" y="9060"/>
                </a:lnTo>
                <a:lnTo>
                  <a:pt x="3096089" y="7200"/>
                </a:lnTo>
                <a:lnTo>
                  <a:pt x="3095624" y="6077"/>
                </a:lnTo>
                <a:lnTo>
                  <a:pt x="3095624" y="3447"/>
                </a:lnTo>
                <a:lnTo>
                  <a:pt x="3096089" y="2324"/>
                </a:lnTo>
                <a:lnTo>
                  <a:pt x="3097949" y="464"/>
                </a:lnTo>
                <a:lnTo>
                  <a:pt x="3099072" y="0"/>
                </a:lnTo>
                <a:lnTo>
                  <a:pt x="3101702" y="0"/>
                </a:lnTo>
                <a:lnTo>
                  <a:pt x="3102825" y="464"/>
                </a:lnTo>
                <a:lnTo>
                  <a:pt x="3104684" y="2324"/>
                </a:lnTo>
                <a:lnTo>
                  <a:pt x="3105149" y="3447"/>
                </a:lnTo>
                <a:lnTo>
                  <a:pt x="3105149" y="6077"/>
                </a:lnTo>
                <a:lnTo>
                  <a:pt x="3104684" y="7200"/>
                </a:lnTo>
                <a:lnTo>
                  <a:pt x="3102825" y="9060"/>
                </a:lnTo>
                <a:lnTo>
                  <a:pt x="3101702" y="9524"/>
                </a:lnTo>
                <a:close/>
              </a:path>
              <a:path w="11534775" h="9525">
                <a:moveTo>
                  <a:pt x="3149327" y="9524"/>
                </a:moveTo>
                <a:lnTo>
                  <a:pt x="3146696" y="9524"/>
                </a:lnTo>
                <a:lnTo>
                  <a:pt x="3145574" y="9060"/>
                </a:lnTo>
                <a:lnTo>
                  <a:pt x="3143714" y="7200"/>
                </a:lnTo>
                <a:lnTo>
                  <a:pt x="3143249" y="6077"/>
                </a:lnTo>
                <a:lnTo>
                  <a:pt x="3143249" y="3447"/>
                </a:lnTo>
                <a:lnTo>
                  <a:pt x="3143714" y="2324"/>
                </a:lnTo>
                <a:lnTo>
                  <a:pt x="3145574" y="464"/>
                </a:lnTo>
                <a:lnTo>
                  <a:pt x="3146696" y="0"/>
                </a:lnTo>
                <a:lnTo>
                  <a:pt x="3149327" y="0"/>
                </a:lnTo>
                <a:lnTo>
                  <a:pt x="3150449" y="464"/>
                </a:lnTo>
                <a:lnTo>
                  <a:pt x="3152309" y="2324"/>
                </a:lnTo>
                <a:lnTo>
                  <a:pt x="3152774" y="3447"/>
                </a:lnTo>
                <a:lnTo>
                  <a:pt x="3152774" y="6077"/>
                </a:lnTo>
                <a:lnTo>
                  <a:pt x="3152309" y="7200"/>
                </a:lnTo>
                <a:lnTo>
                  <a:pt x="3150449" y="9060"/>
                </a:lnTo>
                <a:lnTo>
                  <a:pt x="3149327" y="9524"/>
                </a:lnTo>
                <a:close/>
              </a:path>
              <a:path w="11534775" h="9525">
                <a:moveTo>
                  <a:pt x="3196952" y="9524"/>
                </a:moveTo>
                <a:lnTo>
                  <a:pt x="3194322" y="9524"/>
                </a:lnTo>
                <a:lnTo>
                  <a:pt x="3193199" y="9060"/>
                </a:lnTo>
                <a:lnTo>
                  <a:pt x="3191339" y="7200"/>
                </a:lnTo>
                <a:lnTo>
                  <a:pt x="3190875" y="6077"/>
                </a:lnTo>
                <a:lnTo>
                  <a:pt x="3190875" y="3447"/>
                </a:lnTo>
                <a:lnTo>
                  <a:pt x="3191339" y="2324"/>
                </a:lnTo>
                <a:lnTo>
                  <a:pt x="3193199" y="464"/>
                </a:lnTo>
                <a:lnTo>
                  <a:pt x="3194322" y="0"/>
                </a:lnTo>
                <a:lnTo>
                  <a:pt x="3196952" y="0"/>
                </a:lnTo>
                <a:lnTo>
                  <a:pt x="3198075" y="464"/>
                </a:lnTo>
                <a:lnTo>
                  <a:pt x="3199935" y="2324"/>
                </a:lnTo>
                <a:lnTo>
                  <a:pt x="3200399" y="3447"/>
                </a:lnTo>
                <a:lnTo>
                  <a:pt x="3200399" y="6077"/>
                </a:lnTo>
                <a:lnTo>
                  <a:pt x="3199935" y="7200"/>
                </a:lnTo>
                <a:lnTo>
                  <a:pt x="3198075" y="9060"/>
                </a:lnTo>
                <a:lnTo>
                  <a:pt x="3196952" y="9524"/>
                </a:lnTo>
                <a:close/>
              </a:path>
              <a:path w="11534775" h="9525">
                <a:moveTo>
                  <a:pt x="3244577" y="9524"/>
                </a:moveTo>
                <a:lnTo>
                  <a:pt x="3241947" y="9524"/>
                </a:lnTo>
                <a:lnTo>
                  <a:pt x="3240824" y="9060"/>
                </a:lnTo>
                <a:lnTo>
                  <a:pt x="3238964" y="7200"/>
                </a:lnTo>
                <a:lnTo>
                  <a:pt x="3238499" y="6077"/>
                </a:lnTo>
                <a:lnTo>
                  <a:pt x="3238499" y="3447"/>
                </a:lnTo>
                <a:lnTo>
                  <a:pt x="3238964" y="2324"/>
                </a:lnTo>
                <a:lnTo>
                  <a:pt x="3240824" y="464"/>
                </a:lnTo>
                <a:lnTo>
                  <a:pt x="3241947" y="0"/>
                </a:lnTo>
                <a:lnTo>
                  <a:pt x="3244577" y="0"/>
                </a:lnTo>
                <a:lnTo>
                  <a:pt x="3245699" y="464"/>
                </a:lnTo>
                <a:lnTo>
                  <a:pt x="3247559" y="2324"/>
                </a:lnTo>
                <a:lnTo>
                  <a:pt x="3248024" y="3447"/>
                </a:lnTo>
                <a:lnTo>
                  <a:pt x="3248024" y="6077"/>
                </a:lnTo>
                <a:lnTo>
                  <a:pt x="3247559" y="7200"/>
                </a:lnTo>
                <a:lnTo>
                  <a:pt x="3245699" y="9060"/>
                </a:lnTo>
                <a:lnTo>
                  <a:pt x="3244577" y="9524"/>
                </a:lnTo>
                <a:close/>
              </a:path>
              <a:path w="11534775" h="9525">
                <a:moveTo>
                  <a:pt x="3292202" y="9524"/>
                </a:moveTo>
                <a:lnTo>
                  <a:pt x="3289572" y="9524"/>
                </a:lnTo>
                <a:lnTo>
                  <a:pt x="3288449" y="9060"/>
                </a:lnTo>
                <a:lnTo>
                  <a:pt x="3286589" y="7200"/>
                </a:lnTo>
                <a:lnTo>
                  <a:pt x="3286124" y="6077"/>
                </a:lnTo>
                <a:lnTo>
                  <a:pt x="3286124" y="3447"/>
                </a:lnTo>
                <a:lnTo>
                  <a:pt x="3286589" y="2324"/>
                </a:lnTo>
                <a:lnTo>
                  <a:pt x="3288449" y="464"/>
                </a:lnTo>
                <a:lnTo>
                  <a:pt x="3289572" y="0"/>
                </a:lnTo>
                <a:lnTo>
                  <a:pt x="3292202" y="0"/>
                </a:lnTo>
                <a:lnTo>
                  <a:pt x="3293325" y="464"/>
                </a:lnTo>
                <a:lnTo>
                  <a:pt x="3295184" y="2324"/>
                </a:lnTo>
                <a:lnTo>
                  <a:pt x="3295649" y="3447"/>
                </a:lnTo>
                <a:lnTo>
                  <a:pt x="3295649" y="6077"/>
                </a:lnTo>
                <a:lnTo>
                  <a:pt x="3295184" y="7200"/>
                </a:lnTo>
                <a:lnTo>
                  <a:pt x="3293325" y="9060"/>
                </a:lnTo>
                <a:lnTo>
                  <a:pt x="3292202" y="9524"/>
                </a:lnTo>
                <a:close/>
              </a:path>
              <a:path w="11534775" h="9525">
                <a:moveTo>
                  <a:pt x="3339827" y="9524"/>
                </a:moveTo>
                <a:lnTo>
                  <a:pt x="3337197" y="9524"/>
                </a:lnTo>
                <a:lnTo>
                  <a:pt x="3336074" y="9060"/>
                </a:lnTo>
                <a:lnTo>
                  <a:pt x="3334214" y="7200"/>
                </a:lnTo>
                <a:lnTo>
                  <a:pt x="3333749" y="6077"/>
                </a:lnTo>
                <a:lnTo>
                  <a:pt x="3333749" y="3447"/>
                </a:lnTo>
                <a:lnTo>
                  <a:pt x="3334214" y="2324"/>
                </a:lnTo>
                <a:lnTo>
                  <a:pt x="3336074" y="464"/>
                </a:lnTo>
                <a:lnTo>
                  <a:pt x="3337197" y="0"/>
                </a:lnTo>
                <a:lnTo>
                  <a:pt x="3339827" y="0"/>
                </a:lnTo>
                <a:lnTo>
                  <a:pt x="3340950" y="464"/>
                </a:lnTo>
                <a:lnTo>
                  <a:pt x="3342809" y="2324"/>
                </a:lnTo>
                <a:lnTo>
                  <a:pt x="3343274" y="3447"/>
                </a:lnTo>
                <a:lnTo>
                  <a:pt x="3343274" y="6077"/>
                </a:lnTo>
                <a:lnTo>
                  <a:pt x="3342809" y="7200"/>
                </a:lnTo>
                <a:lnTo>
                  <a:pt x="3340950" y="9060"/>
                </a:lnTo>
                <a:lnTo>
                  <a:pt x="3339827" y="9524"/>
                </a:lnTo>
                <a:close/>
              </a:path>
              <a:path w="11534775" h="9525">
                <a:moveTo>
                  <a:pt x="3387452" y="9524"/>
                </a:moveTo>
                <a:lnTo>
                  <a:pt x="3384822" y="9524"/>
                </a:lnTo>
                <a:lnTo>
                  <a:pt x="3383699" y="9060"/>
                </a:lnTo>
                <a:lnTo>
                  <a:pt x="3381839" y="7200"/>
                </a:lnTo>
                <a:lnTo>
                  <a:pt x="3381374" y="6077"/>
                </a:lnTo>
                <a:lnTo>
                  <a:pt x="3381374" y="3447"/>
                </a:lnTo>
                <a:lnTo>
                  <a:pt x="3381839" y="2324"/>
                </a:lnTo>
                <a:lnTo>
                  <a:pt x="3383699" y="464"/>
                </a:lnTo>
                <a:lnTo>
                  <a:pt x="3384822" y="0"/>
                </a:lnTo>
                <a:lnTo>
                  <a:pt x="3387452" y="0"/>
                </a:lnTo>
                <a:lnTo>
                  <a:pt x="3388575" y="464"/>
                </a:lnTo>
                <a:lnTo>
                  <a:pt x="3390434" y="2324"/>
                </a:lnTo>
                <a:lnTo>
                  <a:pt x="3390899" y="3447"/>
                </a:lnTo>
                <a:lnTo>
                  <a:pt x="3390899" y="6077"/>
                </a:lnTo>
                <a:lnTo>
                  <a:pt x="3390434" y="7200"/>
                </a:lnTo>
                <a:lnTo>
                  <a:pt x="3388575" y="9060"/>
                </a:lnTo>
                <a:lnTo>
                  <a:pt x="3387452" y="9524"/>
                </a:lnTo>
                <a:close/>
              </a:path>
              <a:path w="11534775" h="9525">
                <a:moveTo>
                  <a:pt x="3435077" y="9524"/>
                </a:moveTo>
                <a:lnTo>
                  <a:pt x="3432447" y="9524"/>
                </a:lnTo>
                <a:lnTo>
                  <a:pt x="3431324" y="9060"/>
                </a:lnTo>
                <a:lnTo>
                  <a:pt x="3429464" y="7200"/>
                </a:lnTo>
                <a:lnTo>
                  <a:pt x="3428999" y="6077"/>
                </a:lnTo>
                <a:lnTo>
                  <a:pt x="3428999" y="3447"/>
                </a:lnTo>
                <a:lnTo>
                  <a:pt x="3429464" y="2324"/>
                </a:lnTo>
                <a:lnTo>
                  <a:pt x="3431324" y="464"/>
                </a:lnTo>
                <a:lnTo>
                  <a:pt x="3432447" y="0"/>
                </a:lnTo>
                <a:lnTo>
                  <a:pt x="3435077" y="0"/>
                </a:lnTo>
                <a:lnTo>
                  <a:pt x="3436199" y="464"/>
                </a:lnTo>
                <a:lnTo>
                  <a:pt x="3438059" y="2324"/>
                </a:lnTo>
                <a:lnTo>
                  <a:pt x="3438524" y="3447"/>
                </a:lnTo>
                <a:lnTo>
                  <a:pt x="3438524" y="6077"/>
                </a:lnTo>
                <a:lnTo>
                  <a:pt x="3438059" y="7200"/>
                </a:lnTo>
                <a:lnTo>
                  <a:pt x="3436199" y="9060"/>
                </a:lnTo>
                <a:lnTo>
                  <a:pt x="3435077" y="9524"/>
                </a:lnTo>
                <a:close/>
              </a:path>
              <a:path w="11534775" h="9525">
                <a:moveTo>
                  <a:pt x="3482702" y="9524"/>
                </a:moveTo>
                <a:lnTo>
                  <a:pt x="3480072" y="9524"/>
                </a:lnTo>
                <a:lnTo>
                  <a:pt x="3478949" y="9060"/>
                </a:lnTo>
                <a:lnTo>
                  <a:pt x="3477089" y="7200"/>
                </a:lnTo>
                <a:lnTo>
                  <a:pt x="3476624" y="6077"/>
                </a:lnTo>
                <a:lnTo>
                  <a:pt x="3476624" y="3447"/>
                </a:lnTo>
                <a:lnTo>
                  <a:pt x="3477089" y="2324"/>
                </a:lnTo>
                <a:lnTo>
                  <a:pt x="3478949" y="464"/>
                </a:lnTo>
                <a:lnTo>
                  <a:pt x="3480072" y="0"/>
                </a:lnTo>
                <a:lnTo>
                  <a:pt x="3482702" y="0"/>
                </a:lnTo>
                <a:lnTo>
                  <a:pt x="3483824" y="464"/>
                </a:lnTo>
                <a:lnTo>
                  <a:pt x="3485684" y="2324"/>
                </a:lnTo>
                <a:lnTo>
                  <a:pt x="3486149" y="3447"/>
                </a:lnTo>
                <a:lnTo>
                  <a:pt x="3486149" y="6077"/>
                </a:lnTo>
                <a:lnTo>
                  <a:pt x="3485684" y="7200"/>
                </a:lnTo>
                <a:lnTo>
                  <a:pt x="3483824" y="9060"/>
                </a:lnTo>
                <a:lnTo>
                  <a:pt x="3482702" y="9524"/>
                </a:lnTo>
                <a:close/>
              </a:path>
              <a:path w="11534775" h="9525">
                <a:moveTo>
                  <a:pt x="3530327" y="9524"/>
                </a:moveTo>
                <a:lnTo>
                  <a:pt x="3527697" y="9524"/>
                </a:lnTo>
                <a:lnTo>
                  <a:pt x="3526574" y="9060"/>
                </a:lnTo>
                <a:lnTo>
                  <a:pt x="3524714" y="7200"/>
                </a:lnTo>
                <a:lnTo>
                  <a:pt x="3524249" y="6077"/>
                </a:lnTo>
                <a:lnTo>
                  <a:pt x="3524249" y="3447"/>
                </a:lnTo>
                <a:lnTo>
                  <a:pt x="3524714" y="2324"/>
                </a:lnTo>
                <a:lnTo>
                  <a:pt x="3526574" y="464"/>
                </a:lnTo>
                <a:lnTo>
                  <a:pt x="3527697" y="0"/>
                </a:lnTo>
                <a:lnTo>
                  <a:pt x="3530327" y="0"/>
                </a:lnTo>
                <a:lnTo>
                  <a:pt x="3531449" y="464"/>
                </a:lnTo>
                <a:lnTo>
                  <a:pt x="3533309" y="2324"/>
                </a:lnTo>
                <a:lnTo>
                  <a:pt x="3533774" y="3447"/>
                </a:lnTo>
                <a:lnTo>
                  <a:pt x="3533774" y="6077"/>
                </a:lnTo>
                <a:lnTo>
                  <a:pt x="3533309" y="7200"/>
                </a:lnTo>
                <a:lnTo>
                  <a:pt x="3531449" y="9060"/>
                </a:lnTo>
                <a:lnTo>
                  <a:pt x="3530327" y="9524"/>
                </a:lnTo>
                <a:close/>
              </a:path>
              <a:path w="11534775" h="9525">
                <a:moveTo>
                  <a:pt x="3577952" y="9524"/>
                </a:moveTo>
                <a:lnTo>
                  <a:pt x="3575322" y="9524"/>
                </a:lnTo>
                <a:lnTo>
                  <a:pt x="3574199" y="9060"/>
                </a:lnTo>
                <a:lnTo>
                  <a:pt x="3572339" y="7200"/>
                </a:lnTo>
                <a:lnTo>
                  <a:pt x="3571874" y="6077"/>
                </a:lnTo>
                <a:lnTo>
                  <a:pt x="3571874" y="3447"/>
                </a:lnTo>
                <a:lnTo>
                  <a:pt x="3572339" y="2324"/>
                </a:lnTo>
                <a:lnTo>
                  <a:pt x="3574199" y="464"/>
                </a:lnTo>
                <a:lnTo>
                  <a:pt x="3575322" y="0"/>
                </a:lnTo>
                <a:lnTo>
                  <a:pt x="3577952" y="0"/>
                </a:lnTo>
                <a:lnTo>
                  <a:pt x="3579074" y="464"/>
                </a:lnTo>
                <a:lnTo>
                  <a:pt x="3580934" y="2324"/>
                </a:lnTo>
                <a:lnTo>
                  <a:pt x="3581399" y="3447"/>
                </a:lnTo>
                <a:lnTo>
                  <a:pt x="3581399" y="6077"/>
                </a:lnTo>
                <a:lnTo>
                  <a:pt x="3580934" y="7200"/>
                </a:lnTo>
                <a:lnTo>
                  <a:pt x="3579074" y="9060"/>
                </a:lnTo>
                <a:lnTo>
                  <a:pt x="3577952" y="9524"/>
                </a:lnTo>
                <a:close/>
              </a:path>
              <a:path w="11534775" h="9525">
                <a:moveTo>
                  <a:pt x="3625577" y="9524"/>
                </a:moveTo>
                <a:lnTo>
                  <a:pt x="3622947" y="9524"/>
                </a:lnTo>
                <a:lnTo>
                  <a:pt x="3621824" y="9060"/>
                </a:lnTo>
                <a:lnTo>
                  <a:pt x="3619964" y="7200"/>
                </a:lnTo>
                <a:lnTo>
                  <a:pt x="3619499" y="6077"/>
                </a:lnTo>
                <a:lnTo>
                  <a:pt x="3619499" y="3447"/>
                </a:lnTo>
                <a:lnTo>
                  <a:pt x="3619964" y="2324"/>
                </a:lnTo>
                <a:lnTo>
                  <a:pt x="3621824" y="464"/>
                </a:lnTo>
                <a:lnTo>
                  <a:pt x="3622947" y="0"/>
                </a:lnTo>
                <a:lnTo>
                  <a:pt x="3625577" y="0"/>
                </a:lnTo>
                <a:lnTo>
                  <a:pt x="3626699" y="464"/>
                </a:lnTo>
                <a:lnTo>
                  <a:pt x="3628559" y="2324"/>
                </a:lnTo>
                <a:lnTo>
                  <a:pt x="3629024" y="3447"/>
                </a:lnTo>
                <a:lnTo>
                  <a:pt x="3629024" y="6077"/>
                </a:lnTo>
                <a:lnTo>
                  <a:pt x="3628559" y="7200"/>
                </a:lnTo>
                <a:lnTo>
                  <a:pt x="3626699" y="9060"/>
                </a:lnTo>
                <a:lnTo>
                  <a:pt x="3625577" y="9524"/>
                </a:lnTo>
                <a:close/>
              </a:path>
              <a:path w="11534775" h="9525">
                <a:moveTo>
                  <a:pt x="3673202" y="9524"/>
                </a:moveTo>
                <a:lnTo>
                  <a:pt x="3670572" y="9524"/>
                </a:lnTo>
                <a:lnTo>
                  <a:pt x="3669449" y="9060"/>
                </a:lnTo>
                <a:lnTo>
                  <a:pt x="3667589" y="7200"/>
                </a:lnTo>
                <a:lnTo>
                  <a:pt x="3667124" y="6077"/>
                </a:lnTo>
                <a:lnTo>
                  <a:pt x="3667124" y="3447"/>
                </a:lnTo>
                <a:lnTo>
                  <a:pt x="3667589" y="2324"/>
                </a:lnTo>
                <a:lnTo>
                  <a:pt x="3669449" y="464"/>
                </a:lnTo>
                <a:lnTo>
                  <a:pt x="3670572" y="0"/>
                </a:lnTo>
                <a:lnTo>
                  <a:pt x="3673202" y="0"/>
                </a:lnTo>
                <a:lnTo>
                  <a:pt x="3674324" y="464"/>
                </a:lnTo>
                <a:lnTo>
                  <a:pt x="3676184" y="2324"/>
                </a:lnTo>
                <a:lnTo>
                  <a:pt x="3676649" y="3447"/>
                </a:lnTo>
                <a:lnTo>
                  <a:pt x="3676649" y="6077"/>
                </a:lnTo>
                <a:lnTo>
                  <a:pt x="3676184" y="7200"/>
                </a:lnTo>
                <a:lnTo>
                  <a:pt x="3674324" y="9060"/>
                </a:lnTo>
                <a:lnTo>
                  <a:pt x="3673202" y="9524"/>
                </a:lnTo>
                <a:close/>
              </a:path>
              <a:path w="11534775" h="9525">
                <a:moveTo>
                  <a:pt x="3720827" y="9524"/>
                </a:moveTo>
                <a:lnTo>
                  <a:pt x="3718197" y="9524"/>
                </a:lnTo>
                <a:lnTo>
                  <a:pt x="3717074" y="9060"/>
                </a:lnTo>
                <a:lnTo>
                  <a:pt x="3715214" y="7200"/>
                </a:lnTo>
                <a:lnTo>
                  <a:pt x="3714749" y="6077"/>
                </a:lnTo>
                <a:lnTo>
                  <a:pt x="3714749" y="3447"/>
                </a:lnTo>
                <a:lnTo>
                  <a:pt x="3715214" y="2324"/>
                </a:lnTo>
                <a:lnTo>
                  <a:pt x="3717074" y="464"/>
                </a:lnTo>
                <a:lnTo>
                  <a:pt x="3718197" y="0"/>
                </a:lnTo>
                <a:lnTo>
                  <a:pt x="3720827" y="0"/>
                </a:lnTo>
                <a:lnTo>
                  <a:pt x="3721949" y="464"/>
                </a:lnTo>
                <a:lnTo>
                  <a:pt x="3723809" y="2324"/>
                </a:lnTo>
                <a:lnTo>
                  <a:pt x="3724274" y="3447"/>
                </a:lnTo>
                <a:lnTo>
                  <a:pt x="3724274" y="6077"/>
                </a:lnTo>
                <a:lnTo>
                  <a:pt x="3723809" y="7200"/>
                </a:lnTo>
                <a:lnTo>
                  <a:pt x="3721949" y="9060"/>
                </a:lnTo>
                <a:lnTo>
                  <a:pt x="3720827" y="9524"/>
                </a:lnTo>
                <a:close/>
              </a:path>
              <a:path w="11534775" h="9525">
                <a:moveTo>
                  <a:pt x="3768452" y="9524"/>
                </a:moveTo>
                <a:lnTo>
                  <a:pt x="3765822" y="9524"/>
                </a:lnTo>
                <a:lnTo>
                  <a:pt x="3764699" y="9060"/>
                </a:lnTo>
                <a:lnTo>
                  <a:pt x="3762839" y="7200"/>
                </a:lnTo>
                <a:lnTo>
                  <a:pt x="3762374" y="6077"/>
                </a:lnTo>
                <a:lnTo>
                  <a:pt x="3762374" y="3447"/>
                </a:lnTo>
                <a:lnTo>
                  <a:pt x="3762839" y="2324"/>
                </a:lnTo>
                <a:lnTo>
                  <a:pt x="3764699" y="464"/>
                </a:lnTo>
                <a:lnTo>
                  <a:pt x="3765822" y="0"/>
                </a:lnTo>
                <a:lnTo>
                  <a:pt x="3768452" y="0"/>
                </a:lnTo>
                <a:lnTo>
                  <a:pt x="3769574" y="464"/>
                </a:lnTo>
                <a:lnTo>
                  <a:pt x="3771434" y="2324"/>
                </a:lnTo>
                <a:lnTo>
                  <a:pt x="3771899" y="3447"/>
                </a:lnTo>
                <a:lnTo>
                  <a:pt x="3771899" y="6077"/>
                </a:lnTo>
                <a:lnTo>
                  <a:pt x="3771434" y="7200"/>
                </a:lnTo>
                <a:lnTo>
                  <a:pt x="3769574" y="9060"/>
                </a:lnTo>
                <a:lnTo>
                  <a:pt x="3768452" y="9524"/>
                </a:lnTo>
                <a:close/>
              </a:path>
              <a:path w="11534775" h="9525">
                <a:moveTo>
                  <a:pt x="3816077" y="9524"/>
                </a:moveTo>
                <a:lnTo>
                  <a:pt x="3813447" y="9524"/>
                </a:lnTo>
                <a:lnTo>
                  <a:pt x="3812324" y="9060"/>
                </a:lnTo>
                <a:lnTo>
                  <a:pt x="3810464" y="7200"/>
                </a:lnTo>
                <a:lnTo>
                  <a:pt x="3809999" y="6077"/>
                </a:lnTo>
                <a:lnTo>
                  <a:pt x="3809999" y="3447"/>
                </a:lnTo>
                <a:lnTo>
                  <a:pt x="3810464" y="2324"/>
                </a:lnTo>
                <a:lnTo>
                  <a:pt x="3812324" y="464"/>
                </a:lnTo>
                <a:lnTo>
                  <a:pt x="3813447" y="0"/>
                </a:lnTo>
                <a:lnTo>
                  <a:pt x="3816077" y="0"/>
                </a:lnTo>
                <a:lnTo>
                  <a:pt x="3817199" y="464"/>
                </a:lnTo>
                <a:lnTo>
                  <a:pt x="3819059" y="2324"/>
                </a:lnTo>
                <a:lnTo>
                  <a:pt x="3819524" y="3447"/>
                </a:lnTo>
                <a:lnTo>
                  <a:pt x="3819524" y="6077"/>
                </a:lnTo>
                <a:lnTo>
                  <a:pt x="3819059" y="7200"/>
                </a:lnTo>
                <a:lnTo>
                  <a:pt x="3817199" y="9060"/>
                </a:lnTo>
                <a:lnTo>
                  <a:pt x="3816077" y="9524"/>
                </a:lnTo>
                <a:close/>
              </a:path>
              <a:path w="11534775" h="9525">
                <a:moveTo>
                  <a:pt x="3863702" y="9524"/>
                </a:moveTo>
                <a:lnTo>
                  <a:pt x="3861072" y="9524"/>
                </a:lnTo>
                <a:lnTo>
                  <a:pt x="3859949" y="9060"/>
                </a:lnTo>
                <a:lnTo>
                  <a:pt x="3858089" y="7200"/>
                </a:lnTo>
                <a:lnTo>
                  <a:pt x="3857624" y="6077"/>
                </a:lnTo>
                <a:lnTo>
                  <a:pt x="3857624" y="3447"/>
                </a:lnTo>
                <a:lnTo>
                  <a:pt x="3858089" y="2324"/>
                </a:lnTo>
                <a:lnTo>
                  <a:pt x="3859949" y="464"/>
                </a:lnTo>
                <a:lnTo>
                  <a:pt x="3861072" y="0"/>
                </a:lnTo>
                <a:lnTo>
                  <a:pt x="3863702" y="0"/>
                </a:lnTo>
                <a:lnTo>
                  <a:pt x="3864824" y="464"/>
                </a:lnTo>
                <a:lnTo>
                  <a:pt x="3866684" y="2324"/>
                </a:lnTo>
                <a:lnTo>
                  <a:pt x="3867149" y="3447"/>
                </a:lnTo>
                <a:lnTo>
                  <a:pt x="3867149" y="6077"/>
                </a:lnTo>
                <a:lnTo>
                  <a:pt x="3866684" y="7200"/>
                </a:lnTo>
                <a:lnTo>
                  <a:pt x="3864824" y="9060"/>
                </a:lnTo>
                <a:lnTo>
                  <a:pt x="3863702" y="9524"/>
                </a:lnTo>
                <a:close/>
              </a:path>
              <a:path w="11534775" h="9525">
                <a:moveTo>
                  <a:pt x="3911327" y="9524"/>
                </a:moveTo>
                <a:lnTo>
                  <a:pt x="3908697" y="9524"/>
                </a:lnTo>
                <a:lnTo>
                  <a:pt x="3907574" y="9060"/>
                </a:lnTo>
                <a:lnTo>
                  <a:pt x="3905714" y="7200"/>
                </a:lnTo>
                <a:lnTo>
                  <a:pt x="3905249" y="6077"/>
                </a:lnTo>
                <a:lnTo>
                  <a:pt x="3905249" y="3447"/>
                </a:lnTo>
                <a:lnTo>
                  <a:pt x="3905714" y="2324"/>
                </a:lnTo>
                <a:lnTo>
                  <a:pt x="3907574" y="464"/>
                </a:lnTo>
                <a:lnTo>
                  <a:pt x="3908697" y="0"/>
                </a:lnTo>
                <a:lnTo>
                  <a:pt x="3911327" y="0"/>
                </a:lnTo>
                <a:lnTo>
                  <a:pt x="3912449" y="464"/>
                </a:lnTo>
                <a:lnTo>
                  <a:pt x="3914309" y="2324"/>
                </a:lnTo>
                <a:lnTo>
                  <a:pt x="3914774" y="3447"/>
                </a:lnTo>
                <a:lnTo>
                  <a:pt x="3914774" y="6077"/>
                </a:lnTo>
                <a:lnTo>
                  <a:pt x="3914309" y="7200"/>
                </a:lnTo>
                <a:lnTo>
                  <a:pt x="3912449" y="9060"/>
                </a:lnTo>
                <a:lnTo>
                  <a:pt x="3911327" y="9524"/>
                </a:lnTo>
                <a:close/>
              </a:path>
              <a:path w="11534775" h="9525">
                <a:moveTo>
                  <a:pt x="3958952" y="9524"/>
                </a:moveTo>
                <a:lnTo>
                  <a:pt x="3956322" y="9524"/>
                </a:lnTo>
                <a:lnTo>
                  <a:pt x="3955199" y="9060"/>
                </a:lnTo>
                <a:lnTo>
                  <a:pt x="3953339" y="7200"/>
                </a:lnTo>
                <a:lnTo>
                  <a:pt x="3952874" y="6077"/>
                </a:lnTo>
                <a:lnTo>
                  <a:pt x="3952874" y="3447"/>
                </a:lnTo>
                <a:lnTo>
                  <a:pt x="3953339" y="2324"/>
                </a:lnTo>
                <a:lnTo>
                  <a:pt x="3955199" y="464"/>
                </a:lnTo>
                <a:lnTo>
                  <a:pt x="3956322" y="0"/>
                </a:lnTo>
                <a:lnTo>
                  <a:pt x="3958952" y="0"/>
                </a:lnTo>
                <a:lnTo>
                  <a:pt x="3960074" y="464"/>
                </a:lnTo>
                <a:lnTo>
                  <a:pt x="3961934" y="2324"/>
                </a:lnTo>
                <a:lnTo>
                  <a:pt x="3962399" y="3447"/>
                </a:lnTo>
                <a:lnTo>
                  <a:pt x="3962399" y="6077"/>
                </a:lnTo>
                <a:lnTo>
                  <a:pt x="3961934" y="7200"/>
                </a:lnTo>
                <a:lnTo>
                  <a:pt x="3960074" y="9060"/>
                </a:lnTo>
                <a:lnTo>
                  <a:pt x="3958952" y="9524"/>
                </a:lnTo>
                <a:close/>
              </a:path>
              <a:path w="11534775" h="9525">
                <a:moveTo>
                  <a:pt x="4006577" y="9524"/>
                </a:moveTo>
                <a:lnTo>
                  <a:pt x="4003947" y="9524"/>
                </a:lnTo>
                <a:lnTo>
                  <a:pt x="4002824" y="9060"/>
                </a:lnTo>
                <a:lnTo>
                  <a:pt x="4000964" y="7200"/>
                </a:lnTo>
                <a:lnTo>
                  <a:pt x="4000499" y="6077"/>
                </a:lnTo>
                <a:lnTo>
                  <a:pt x="4000499" y="3447"/>
                </a:lnTo>
                <a:lnTo>
                  <a:pt x="4000964" y="2324"/>
                </a:lnTo>
                <a:lnTo>
                  <a:pt x="4002824" y="464"/>
                </a:lnTo>
                <a:lnTo>
                  <a:pt x="4003947" y="0"/>
                </a:lnTo>
                <a:lnTo>
                  <a:pt x="4006577" y="0"/>
                </a:lnTo>
                <a:lnTo>
                  <a:pt x="4007699" y="464"/>
                </a:lnTo>
                <a:lnTo>
                  <a:pt x="4009559" y="2324"/>
                </a:lnTo>
                <a:lnTo>
                  <a:pt x="4010024" y="3447"/>
                </a:lnTo>
                <a:lnTo>
                  <a:pt x="4010024" y="6077"/>
                </a:lnTo>
                <a:lnTo>
                  <a:pt x="4009559" y="7200"/>
                </a:lnTo>
                <a:lnTo>
                  <a:pt x="4007699" y="9060"/>
                </a:lnTo>
                <a:lnTo>
                  <a:pt x="4006577" y="9524"/>
                </a:lnTo>
                <a:close/>
              </a:path>
              <a:path w="11534775" h="9525">
                <a:moveTo>
                  <a:pt x="4054202" y="9524"/>
                </a:moveTo>
                <a:lnTo>
                  <a:pt x="4051572" y="9524"/>
                </a:lnTo>
                <a:lnTo>
                  <a:pt x="4050449" y="9060"/>
                </a:lnTo>
                <a:lnTo>
                  <a:pt x="4048589" y="7200"/>
                </a:lnTo>
                <a:lnTo>
                  <a:pt x="4048124" y="6077"/>
                </a:lnTo>
                <a:lnTo>
                  <a:pt x="4048124" y="3447"/>
                </a:lnTo>
                <a:lnTo>
                  <a:pt x="4048589" y="2324"/>
                </a:lnTo>
                <a:lnTo>
                  <a:pt x="4050449" y="464"/>
                </a:lnTo>
                <a:lnTo>
                  <a:pt x="4051572" y="0"/>
                </a:lnTo>
                <a:lnTo>
                  <a:pt x="4054202" y="0"/>
                </a:lnTo>
                <a:lnTo>
                  <a:pt x="4055324" y="464"/>
                </a:lnTo>
                <a:lnTo>
                  <a:pt x="4057184" y="2324"/>
                </a:lnTo>
                <a:lnTo>
                  <a:pt x="4057649" y="3447"/>
                </a:lnTo>
                <a:lnTo>
                  <a:pt x="4057649" y="6077"/>
                </a:lnTo>
                <a:lnTo>
                  <a:pt x="4057184" y="7200"/>
                </a:lnTo>
                <a:lnTo>
                  <a:pt x="4055324" y="9060"/>
                </a:lnTo>
                <a:lnTo>
                  <a:pt x="4054202" y="9524"/>
                </a:lnTo>
                <a:close/>
              </a:path>
              <a:path w="11534775" h="9525">
                <a:moveTo>
                  <a:pt x="4101827" y="9524"/>
                </a:moveTo>
                <a:lnTo>
                  <a:pt x="4099197" y="9524"/>
                </a:lnTo>
                <a:lnTo>
                  <a:pt x="4098074" y="9060"/>
                </a:lnTo>
                <a:lnTo>
                  <a:pt x="4096214" y="7200"/>
                </a:lnTo>
                <a:lnTo>
                  <a:pt x="4095749" y="6077"/>
                </a:lnTo>
                <a:lnTo>
                  <a:pt x="4095749" y="3447"/>
                </a:lnTo>
                <a:lnTo>
                  <a:pt x="4096214" y="2324"/>
                </a:lnTo>
                <a:lnTo>
                  <a:pt x="4098074" y="464"/>
                </a:lnTo>
                <a:lnTo>
                  <a:pt x="4099197" y="0"/>
                </a:lnTo>
                <a:lnTo>
                  <a:pt x="4101827" y="0"/>
                </a:lnTo>
                <a:lnTo>
                  <a:pt x="4102949" y="464"/>
                </a:lnTo>
                <a:lnTo>
                  <a:pt x="4104809" y="2324"/>
                </a:lnTo>
                <a:lnTo>
                  <a:pt x="4105274" y="3447"/>
                </a:lnTo>
                <a:lnTo>
                  <a:pt x="4105274" y="6077"/>
                </a:lnTo>
                <a:lnTo>
                  <a:pt x="4104809" y="7200"/>
                </a:lnTo>
                <a:lnTo>
                  <a:pt x="4102949" y="9060"/>
                </a:lnTo>
                <a:lnTo>
                  <a:pt x="4101827" y="9524"/>
                </a:lnTo>
                <a:close/>
              </a:path>
              <a:path w="11534775" h="9525">
                <a:moveTo>
                  <a:pt x="4149452" y="9524"/>
                </a:moveTo>
                <a:lnTo>
                  <a:pt x="4146822" y="9524"/>
                </a:lnTo>
                <a:lnTo>
                  <a:pt x="4145699" y="9060"/>
                </a:lnTo>
                <a:lnTo>
                  <a:pt x="4143839" y="7200"/>
                </a:lnTo>
                <a:lnTo>
                  <a:pt x="4143374" y="6077"/>
                </a:lnTo>
                <a:lnTo>
                  <a:pt x="4143374" y="3447"/>
                </a:lnTo>
                <a:lnTo>
                  <a:pt x="4143839" y="2324"/>
                </a:lnTo>
                <a:lnTo>
                  <a:pt x="4145699" y="464"/>
                </a:lnTo>
                <a:lnTo>
                  <a:pt x="4146822" y="0"/>
                </a:lnTo>
                <a:lnTo>
                  <a:pt x="4149452" y="0"/>
                </a:lnTo>
                <a:lnTo>
                  <a:pt x="4150574" y="464"/>
                </a:lnTo>
                <a:lnTo>
                  <a:pt x="4152434" y="2324"/>
                </a:lnTo>
                <a:lnTo>
                  <a:pt x="4152899" y="3447"/>
                </a:lnTo>
                <a:lnTo>
                  <a:pt x="4152899" y="6077"/>
                </a:lnTo>
                <a:lnTo>
                  <a:pt x="4152434" y="7200"/>
                </a:lnTo>
                <a:lnTo>
                  <a:pt x="4150574" y="9060"/>
                </a:lnTo>
                <a:lnTo>
                  <a:pt x="4149452" y="9524"/>
                </a:lnTo>
                <a:close/>
              </a:path>
              <a:path w="11534775" h="9525">
                <a:moveTo>
                  <a:pt x="4197077" y="9524"/>
                </a:moveTo>
                <a:lnTo>
                  <a:pt x="4194447" y="9524"/>
                </a:lnTo>
                <a:lnTo>
                  <a:pt x="4193324" y="9060"/>
                </a:lnTo>
                <a:lnTo>
                  <a:pt x="4191464" y="7200"/>
                </a:lnTo>
                <a:lnTo>
                  <a:pt x="4190999" y="6077"/>
                </a:lnTo>
                <a:lnTo>
                  <a:pt x="4190999" y="3447"/>
                </a:lnTo>
                <a:lnTo>
                  <a:pt x="4191464" y="2324"/>
                </a:lnTo>
                <a:lnTo>
                  <a:pt x="4193324" y="464"/>
                </a:lnTo>
                <a:lnTo>
                  <a:pt x="4194447" y="0"/>
                </a:lnTo>
                <a:lnTo>
                  <a:pt x="4197077" y="0"/>
                </a:lnTo>
                <a:lnTo>
                  <a:pt x="4198199" y="464"/>
                </a:lnTo>
                <a:lnTo>
                  <a:pt x="4200059" y="2324"/>
                </a:lnTo>
                <a:lnTo>
                  <a:pt x="4200524" y="3447"/>
                </a:lnTo>
                <a:lnTo>
                  <a:pt x="4200524" y="6077"/>
                </a:lnTo>
                <a:lnTo>
                  <a:pt x="4200059" y="7200"/>
                </a:lnTo>
                <a:lnTo>
                  <a:pt x="4198199" y="9060"/>
                </a:lnTo>
                <a:lnTo>
                  <a:pt x="4197077" y="9524"/>
                </a:lnTo>
                <a:close/>
              </a:path>
              <a:path w="11534775" h="9525">
                <a:moveTo>
                  <a:pt x="4244702" y="9524"/>
                </a:moveTo>
                <a:lnTo>
                  <a:pt x="4242072" y="9524"/>
                </a:lnTo>
                <a:lnTo>
                  <a:pt x="4240949" y="9060"/>
                </a:lnTo>
                <a:lnTo>
                  <a:pt x="4239089" y="7200"/>
                </a:lnTo>
                <a:lnTo>
                  <a:pt x="4238624" y="6077"/>
                </a:lnTo>
                <a:lnTo>
                  <a:pt x="4238624" y="3447"/>
                </a:lnTo>
                <a:lnTo>
                  <a:pt x="4239089" y="2324"/>
                </a:lnTo>
                <a:lnTo>
                  <a:pt x="4240949" y="464"/>
                </a:lnTo>
                <a:lnTo>
                  <a:pt x="4242072" y="0"/>
                </a:lnTo>
                <a:lnTo>
                  <a:pt x="4244702" y="0"/>
                </a:lnTo>
                <a:lnTo>
                  <a:pt x="4245824" y="464"/>
                </a:lnTo>
                <a:lnTo>
                  <a:pt x="4247684" y="2324"/>
                </a:lnTo>
                <a:lnTo>
                  <a:pt x="4248149" y="3447"/>
                </a:lnTo>
                <a:lnTo>
                  <a:pt x="4248149" y="6077"/>
                </a:lnTo>
                <a:lnTo>
                  <a:pt x="4247684" y="7200"/>
                </a:lnTo>
                <a:lnTo>
                  <a:pt x="4245824" y="9060"/>
                </a:lnTo>
                <a:lnTo>
                  <a:pt x="4244702" y="9524"/>
                </a:lnTo>
                <a:close/>
              </a:path>
              <a:path w="11534775" h="9525">
                <a:moveTo>
                  <a:pt x="4292327" y="9524"/>
                </a:moveTo>
                <a:lnTo>
                  <a:pt x="4289697" y="9524"/>
                </a:lnTo>
                <a:lnTo>
                  <a:pt x="4288574" y="9060"/>
                </a:lnTo>
                <a:lnTo>
                  <a:pt x="4286714" y="7200"/>
                </a:lnTo>
                <a:lnTo>
                  <a:pt x="4286249" y="6077"/>
                </a:lnTo>
                <a:lnTo>
                  <a:pt x="4286249" y="3447"/>
                </a:lnTo>
                <a:lnTo>
                  <a:pt x="4286714" y="2324"/>
                </a:lnTo>
                <a:lnTo>
                  <a:pt x="4288574" y="464"/>
                </a:lnTo>
                <a:lnTo>
                  <a:pt x="4289697" y="0"/>
                </a:lnTo>
                <a:lnTo>
                  <a:pt x="4292327" y="0"/>
                </a:lnTo>
                <a:lnTo>
                  <a:pt x="4293449" y="464"/>
                </a:lnTo>
                <a:lnTo>
                  <a:pt x="4295309" y="2324"/>
                </a:lnTo>
                <a:lnTo>
                  <a:pt x="4295774" y="3447"/>
                </a:lnTo>
                <a:lnTo>
                  <a:pt x="4295774" y="6077"/>
                </a:lnTo>
                <a:lnTo>
                  <a:pt x="4295309" y="7200"/>
                </a:lnTo>
                <a:lnTo>
                  <a:pt x="4293449" y="9060"/>
                </a:lnTo>
                <a:lnTo>
                  <a:pt x="4292327" y="9524"/>
                </a:lnTo>
                <a:close/>
              </a:path>
              <a:path w="11534775" h="9525">
                <a:moveTo>
                  <a:pt x="4339951" y="9524"/>
                </a:moveTo>
                <a:lnTo>
                  <a:pt x="4337321" y="9524"/>
                </a:lnTo>
                <a:lnTo>
                  <a:pt x="4336199" y="9060"/>
                </a:lnTo>
                <a:lnTo>
                  <a:pt x="4334339" y="7200"/>
                </a:lnTo>
                <a:lnTo>
                  <a:pt x="4333874" y="6077"/>
                </a:lnTo>
                <a:lnTo>
                  <a:pt x="4333874" y="3447"/>
                </a:lnTo>
                <a:lnTo>
                  <a:pt x="4334339" y="2324"/>
                </a:lnTo>
                <a:lnTo>
                  <a:pt x="4336199" y="464"/>
                </a:lnTo>
                <a:lnTo>
                  <a:pt x="4337321" y="0"/>
                </a:lnTo>
                <a:lnTo>
                  <a:pt x="4339951" y="0"/>
                </a:lnTo>
                <a:lnTo>
                  <a:pt x="4341074" y="464"/>
                </a:lnTo>
                <a:lnTo>
                  <a:pt x="4342934" y="2324"/>
                </a:lnTo>
                <a:lnTo>
                  <a:pt x="4343399" y="3447"/>
                </a:lnTo>
                <a:lnTo>
                  <a:pt x="4343399" y="6077"/>
                </a:lnTo>
                <a:lnTo>
                  <a:pt x="4342934" y="7200"/>
                </a:lnTo>
                <a:lnTo>
                  <a:pt x="4341074" y="9060"/>
                </a:lnTo>
                <a:lnTo>
                  <a:pt x="4339951" y="9524"/>
                </a:lnTo>
                <a:close/>
              </a:path>
              <a:path w="11534775" h="9525">
                <a:moveTo>
                  <a:pt x="4387577" y="9524"/>
                </a:moveTo>
                <a:lnTo>
                  <a:pt x="4384947" y="9524"/>
                </a:lnTo>
                <a:lnTo>
                  <a:pt x="4383824" y="9060"/>
                </a:lnTo>
                <a:lnTo>
                  <a:pt x="4381964" y="7200"/>
                </a:lnTo>
                <a:lnTo>
                  <a:pt x="4381500" y="6077"/>
                </a:lnTo>
                <a:lnTo>
                  <a:pt x="4381500" y="3447"/>
                </a:lnTo>
                <a:lnTo>
                  <a:pt x="4381964" y="2324"/>
                </a:lnTo>
                <a:lnTo>
                  <a:pt x="4383824" y="464"/>
                </a:lnTo>
                <a:lnTo>
                  <a:pt x="4384947" y="0"/>
                </a:lnTo>
                <a:lnTo>
                  <a:pt x="4387577" y="0"/>
                </a:lnTo>
                <a:lnTo>
                  <a:pt x="4388699" y="464"/>
                </a:lnTo>
                <a:lnTo>
                  <a:pt x="4390559" y="2324"/>
                </a:lnTo>
                <a:lnTo>
                  <a:pt x="4391024" y="3447"/>
                </a:lnTo>
                <a:lnTo>
                  <a:pt x="4391024" y="6077"/>
                </a:lnTo>
                <a:lnTo>
                  <a:pt x="4390559" y="7200"/>
                </a:lnTo>
                <a:lnTo>
                  <a:pt x="4388699" y="9060"/>
                </a:lnTo>
                <a:lnTo>
                  <a:pt x="4387577" y="9524"/>
                </a:lnTo>
                <a:close/>
              </a:path>
              <a:path w="11534775" h="9525">
                <a:moveTo>
                  <a:pt x="4435202" y="9524"/>
                </a:moveTo>
                <a:lnTo>
                  <a:pt x="4432572" y="9524"/>
                </a:lnTo>
                <a:lnTo>
                  <a:pt x="4431449" y="9060"/>
                </a:lnTo>
                <a:lnTo>
                  <a:pt x="4429589" y="7200"/>
                </a:lnTo>
                <a:lnTo>
                  <a:pt x="4429124" y="6077"/>
                </a:lnTo>
                <a:lnTo>
                  <a:pt x="4429124" y="3447"/>
                </a:lnTo>
                <a:lnTo>
                  <a:pt x="4429589" y="2324"/>
                </a:lnTo>
                <a:lnTo>
                  <a:pt x="4431449" y="464"/>
                </a:lnTo>
                <a:lnTo>
                  <a:pt x="4432572" y="0"/>
                </a:lnTo>
                <a:lnTo>
                  <a:pt x="4435202" y="0"/>
                </a:lnTo>
                <a:lnTo>
                  <a:pt x="4436324" y="464"/>
                </a:lnTo>
                <a:lnTo>
                  <a:pt x="4438184" y="2324"/>
                </a:lnTo>
                <a:lnTo>
                  <a:pt x="4438649" y="3447"/>
                </a:lnTo>
                <a:lnTo>
                  <a:pt x="4438649" y="6077"/>
                </a:lnTo>
                <a:lnTo>
                  <a:pt x="4438184" y="7200"/>
                </a:lnTo>
                <a:lnTo>
                  <a:pt x="4436324" y="9060"/>
                </a:lnTo>
                <a:lnTo>
                  <a:pt x="4435202" y="9524"/>
                </a:lnTo>
                <a:close/>
              </a:path>
              <a:path w="11534775" h="9525">
                <a:moveTo>
                  <a:pt x="4482827" y="9524"/>
                </a:moveTo>
                <a:lnTo>
                  <a:pt x="4480197" y="9524"/>
                </a:lnTo>
                <a:lnTo>
                  <a:pt x="4479074" y="9060"/>
                </a:lnTo>
                <a:lnTo>
                  <a:pt x="4477214" y="7200"/>
                </a:lnTo>
                <a:lnTo>
                  <a:pt x="4476749" y="6077"/>
                </a:lnTo>
                <a:lnTo>
                  <a:pt x="4476749" y="3447"/>
                </a:lnTo>
                <a:lnTo>
                  <a:pt x="4477214" y="2324"/>
                </a:lnTo>
                <a:lnTo>
                  <a:pt x="4479074" y="464"/>
                </a:lnTo>
                <a:lnTo>
                  <a:pt x="4480197" y="0"/>
                </a:lnTo>
                <a:lnTo>
                  <a:pt x="4482827" y="0"/>
                </a:lnTo>
                <a:lnTo>
                  <a:pt x="4483949" y="464"/>
                </a:lnTo>
                <a:lnTo>
                  <a:pt x="4485809" y="2324"/>
                </a:lnTo>
                <a:lnTo>
                  <a:pt x="4486274" y="3447"/>
                </a:lnTo>
                <a:lnTo>
                  <a:pt x="4486274" y="6077"/>
                </a:lnTo>
                <a:lnTo>
                  <a:pt x="4485809" y="7200"/>
                </a:lnTo>
                <a:lnTo>
                  <a:pt x="4483949" y="9060"/>
                </a:lnTo>
                <a:lnTo>
                  <a:pt x="4482827" y="9524"/>
                </a:lnTo>
                <a:close/>
              </a:path>
              <a:path w="11534775" h="9525">
                <a:moveTo>
                  <a:pt x="4530452" y="9524"/>
                </a:moveTo>
                <a:lnTo>
                  <a:pt x="4527822" y="9524"/>
                </a:lnTo>
                <a:lnTo>
                  <a:pt x="4526699" y="9060"/>
                </a:lnTo>
                <a:lnTo>
                  <a:pt x="4524839" y="7200"/>
                </a:lnTo>
                <a:lnTo>
                  <a:pt x="4524374" y="6077"/>
                </a:lnTo>
                <a:lnTo>
                  <a:pt x="4524374" y="3447"/>
                </a:lnTo>
                <a:lnTo>
                  <a:pt x="4524839" y="2324"/>
                </a:lnTo>
                <a:lnTo>
                  <a:pt x="4526699" y="464"/>
                </a:lnTo>
                <a:lnTo>
                  <a:pt x="4527822" y="0"/>
                </a:lnTo>
                <a:lnTo>
                  <a:pt x="4530452" y="0"/>
                </a:lnTo>
                <a:lnTo>
                  <a:pt x="4531574" y="464"/>
                </a:lnTo>
                <a:lnTo>
                  <a:pt x="4533434" y="2324"/>
                </a:lnTo>
                <a:lnTo>
                  <a:pt x="4533899" y="3447"/>
                </a:lnTo>
                <a:lnTo>
                  <a:pt x="4533899" y="6077"/>
                </a:lnTo>
                <a:lnTo>
                  <a:pt x="4533434" y="7200"/>
                </a:lnTo>
                <a:lnTo>
                  <a:pt x="4531574" y="9060"/>
                </a:lnTo>
                <a:lnTo>
                  <a:pt x="4530452" y="9524"/>
                </a:lnTo>
                <a:close/>
              </a:path>
              <a:path w="11534775" h="9525">
                <a:moveTo>
                  <a:pt x="4578077" y="9524"/>
                </a:moveTo>
                <a:lnTo>
                  <a:pt x="4575447" y="9524"/>
                </a:lnTo>
                <a:lnTo>
                  <a:pt x="4574324" y="9060"/>
                </a:lnTo>
                <a:lnTo>
                  <a:pt x="4572464" y="7200"/>
                </a:lnTo>
                <a:lnTo>
                  <a:pt x="4571999" y="6077"/>
                </a:lnTo>
                <a:lnTo>
                  <a:pt x="4571999" y="3447"/>
                </a:lnTo>
                <a:lnTo>
                  <a:pt x="4572464" y="2324"/>
                </a:lnTo>
                <a:lnTo>
                  <a:pt x="4574324" y="464"/>
                </a:lnTo>
                <a:lnTo>
                  <a:pt x="4575447" y="0"/>
                </a:lnTo>
                <a:lnTo>
                  <a:pt x="4578077" y="0"/>
                </a:lnTo>
                <a:lnTo>
                  <a:pt x="4579199" y="464"/>
                </a:lnTo>
                <a:lnTo>
                  <a:pt x="4581059" y="2324"/>
                </a:lnTo>
                <a:lnTo>
                  <a:pt x="4581524" y="3447"/>
                </a:lnTo>
                <a:lnTo>
                  <a:pt x="4581524" y="6077"/>
                </a:lnTo>
                <a:lnTo>
                  <a:pt x="4581059" y="7200"/>
                </a:lnTo>
                <a:lnTo>
                  <a:pt x="4579199" y="9060"/>
                </a:lnTo>
                <a:lnTo>
                  <a:pt x="4578077" y="9524"/>
                </a:lnTo>
                <a:close/>
              </a:path>
              <a:path w="11534775" h="9525">
                <a:moveTo>
                  <a:pt x="4625702" y="9524"/>
                </a:moveTo>
                <a:lnTo>
                  <a:pt x="4623072" y="9524"/>
                </a:lnTo>
                <a:lnTo>
                  <a:pt x="4621949" y="9060"/>
                </a:lnTo>
                <a:lnTo>
                  <a:pt x="4620089" y="7200"/>
                </a:lnTo>
                <a:lnTo>
                  <a:pt x="4619624" y="6077"/>
                </a:lnTo>
                <a:lnTo>
                  <a:pt x="4619624" y="3447"/>
                </a:lnTo>
                <a:lnTo>
                  <a:pt x="4620089" y="2324"/>
                </a:lnTo>
                <a:lnTo>
                  <a:pt x="4621949" y="464"/>
                </a:lnTo>
                <a:lnTo>
                  <a:pt x="4623072" y="0"/>
                </a:lnTo>
                <a:lnTo>
                  <a:pt x="4625702" y="0"/>
                </a:lnTo>
                <a:lnTo>
                  <a:pt x="4626824" y="464"/>
                </a:lnTo>
                <a:lnTo>
                  <a:pt x="4628684" y="2324"/>
                </a:lnTo>
                <a:lnTo>
                  <a:pt x="4629149" y="3447"/>
                </a:lnTo>
                <a:lnTo>
                  <a:pt x="4629149" y="6077"/>
                </a:lnTo>
                <a:lnTo>
                  <a:pt x="4628684" y="7200"/>
                </a:lnTo>
                <a:lnTo>
                  <a:pt x="4626824" y="9060"/>
                </a:lnTo>
                <a:lnTo>
                  <a:pt x="4625702" y="9524"/>
                </a:lnTo>
                <a:close/>
              </a:path>
              <a:path w="11534775" h="9525">
                <a:moveTo>
                  <a:pt x="4673327" y="9524"/>
                </a:moveTo>
                <a:lnTo>
                  <a:pt x="4670697" y="9524"/>
                </a:lnTo>
                <a:lnTo>
                  <a:pt x="4669574" y="9060"/>
                </a:lnTo>
                <a:lnTo>
                  <a:pt x="4667714" y="7200"/>
                </a:lnTo>
                <a:lnTo>
                  <a:pt x="4667249" y="6077"/>
                </a:lnTo>
                <a:lnTo>
                  <a:pt x="4667249" y="3447"/>
                </a:lnTo>
                <a:lnTo>
                  <a:pt x="4667714" y="2324"/>
                </a:lnTo>
                <a:lnTo>
                  <a:pt x="4669574" y="464"/>
                </a:lnTo>
                <a:lnTo>
                  <a:pt x="4670697" y="0"/>
                </a:lnTo>
                <a:lnTo>
                  <a:pt x="4673327" y="0"/>
                </a:lnTo>
                <a:lnTo>
                  <a:pt x="4674449" y="464"/>
                </a:lnTo>
                <a:lnTo>
                  <a:pt x="4676309" y="2324"/>
                </a:lnTo>
                <a:lnTo>
                  <a:pt x="4676774" y="3447"/>
                </a:lnTo>
                <a:lnTo>
                  <a:pt x="4676774" y="6077"/>
                </a:lnTo>
                <a:lnTo>
                  <a:pt x="4676309" y="7200"/>
                </a:lnTo>
                <a:lnTo>
                  <a:pt x="4674449" y="9060"/>
                </a:lnTo>
                <a:lnTo>
                  <a:pt x="4673327" y="9524"/>
                </a:lnTo>
                <a:close/>
              </a:path>
              <a:path w="11534775" h="9525">
                <a:moveTo>
                  <a:pt x="4720952" y="9524"/>
                </a:moveTo>
                <a:lnTo>
                  <a:pt x="4718322" y="9524"/>
                </a:lnTo>
                <a:lnTo>
                  <a:pt x="4717199" y="9060"/>
                </a:lnTo>
                <a:lnTo>
                  <a:pt x="4715339" y="7200"/>
                </a:lnTo>
                <a:lnTo>
                  <a:pt x="4714874" y="6077"/>
                </a:lnTo>
                <a:lnTo>
                  <a:pt x="4714874" y="3447"/>
                </a:lnTo>
                <a:lnTo>
                  <a:pt x="4715339" y="2324"/>
                </a:lnTo>
                <a:lnTo>
                  <a:pt x="4717199" y="464"/>
                </a:lnTo>
                <a:lnTo>
                  <a:pt x="4718322" y="0"/>
                </a:lnTo>
                <a:lnTo>
                  <a:pt x="4720952" y="0"/>
                </a:lnTo>
                <a:lnTo>
                  <a:pt x="4722074" y="464"/>
                </a:lnTo>
                <a:lnTo>
                  <a:pt x="4723934" y="2324"/>
                </a:lnTo>
                <a:lnTo>
                  <a:pt x="4724399" y="3447"/>
                </a:lnTo>
                <a:lnTo>
                  <a:pt x="4724399" y="6077"/>
                </a:lnTo>
                <a:lnTo>
                  <a:pt x="4723934" y="7200"/>
                </a:lnTo>
                <a:lnTo>
                  <a:pt x="4722074" y="9060"/>
                </a:lnTo>
                <a:lnTo>
                  <a:pt x="4720952" y="9524"/>
                </a:lnTo>
                <a:close/>
              </a:path>
              <a:path w="11534775" h="9525">
                <a:moveTo>
                  <a:pt x="4768577" y="9524"/>
                </a:moveTo>
                <a:lnTo>
                  <a:pt x="4765947" y="9524"/>
                </a:lnTo>
                <a:lnTo>
                  <a:pt x="4764824" y="9060"/>
                </a:lnTo>
                <a:lnTo>
                  <a:pt x="4762964" y="7200"/>
                </a:lnTo>
                <a:lnTo>
                  <a:pt x="4762499" y="6077"/>
                </a:lnTo>
                <a:lnTo>
                  <a:pt x="4762499" y="3447"/>
                </a:lnTo>
                <a:lnTo>
                  <a:pt x="4762964" y="2324"/>
                </a:lnTo>
                <a:lnTo>
                  <a:pt x="4764824" y="464"/>
                </a:lnTo>
                <a:lnTo>
                  <a:pt x="4765947" y="0"/>
                </a:lnTo>
                <a:lnTo>
                  <a:pt x="4768577" y="0"/>
                </a:lnTo>
                <a:lnTo>
                  <a:pt x="4769699" y="464"/>
                </a:lnTo>
                <a:lnTo>
                  <a:pt x="4771559" y="2324"/>
                </a:lnTo>
                <a:lnTo>
                  <a:pt x="4772024" y="3447"/>
                </a:lnTo>
                <a:lnTo>
                  <a:pt x="4772024" y="6077"/>
                </a:lnTo>
                <a:lnTo>
                  <a:pt x="4771559" y="7200"/>
                </a:lnTo>
                <a:lnTo>
                  <a:pt x="4769699" y="9060"/>
                </a:lnTo>
                <a:lnTo>
                  <a:pt x="4768577" y="9524"/>
                </a:lnTo>
                <a:close/>
              </a:path>
              <a:path w="11534775" h="9525">
                <a:moveTo>
                  <a:pt x="4816202" y="9524"/>
                </a:moveTo>
                <a:lnTo>
                  <a:pt x="4813572" y="9524"/>
                </a:lnTo>
                <a:lnTo>
                  <a:pt x="4812449" y="9060"/>
                </a:lnTo>
                <a:lnTo>
                  <a:pt x="4810589" y="7200"/>
                </a:lnTo>
                <a:lnTo>
                  <a:pt x="4810124" y="6077"/>
                </a:lnTo>
                <a:lnTo>
                  <a:pt x="4810124" y="3447"/>
                </a:lnTo>
                <a:lnTo>
                  <a:pt x="4810589" y="2324"/>
                </a:lnTo>
                <a:lnTo>
                  <a:pt x="4812449" y="464"/>
                </a:lnTo>
                <a:lnTo>
                  <a:pt x="4813572" y="0"/>
                </a:lnTo>
                <a:lnTo>
                  <a:pt x="4816202" y="0"/>
                </a:lnTo>
                <a:lnTo>
                  <a:pt x="4817324" y="464"/>
                </a:lnTo>
                <a:lnTo>
                  <a:pt x="4819184" y="2324"/>
                </a:lnTo>
                <a:lnTo>
                  <a:pt x="4819649" y="3447"/>
                </a:lnTo>
                <a:lnTo>
                  <a:pt x="4819649" y="6077"/>
                </a:lnTo>
                <a:lnTo>
                  <a:pt x="4819184" y="7200"/>
                </a:lnTo>
                <a:lnTo>
                  <a:pt x="4817324" y="9060"/>
                </a:lnTo>
                <a:lnTo>
                  <a:pt x="4816202" y="9524"/>
                </a:lnTo>
                <a:close/>
              </a:path>
              <a:path w="11534775" h="9525">
                <a:moveTo>
                  <a:pt x="4863827" y="9524"/>
                </a:moveTo>
                <a:lnTo>
                  <a:pt x="4861196" y="9524"/>
                </a:lnTo>
                <a:lnTo>
                  <a:pt x="4860074" y="9060"/>
                </a:lnTo>
                <a:lnTo>
                  <a:pt x="4858214" y="7200"/>
                </a:lnTo>
                <a:lnTo>
                  <a:pt x="4857749" y="6077"/>
                </a:lnTo>
                <a:lnTo>
                  <a:pt x="4857749" y="3447"/>
                </a:lnTo>
                <a:lnTo>
                  <a:pt x="4858214" y="2324"/>
                </a:lnTo>
                <a:lnTo>
                  <a:pt x="4860074" y="464"/>
                </a:lnTo>
                <a:lnTo>
                  <a:pt x="4861196" y="0"/>
                </a:lnTo>
                <a:lnTo>
                  <a:pt x="4863827" y="0"/>
                </a:lnTo>
                <a:lnTo>
                  <a:pt x="4864949" y="464"/>
                </a:lnTo>
                <a:lnTo>
                  <a:pt x="4866809" y="2324"/>
                </a:lnTo>
                <a:lnTo>
                  <a:pt x="4867274" y="3447"/>
                </a:lnTo>
                <a:lnTo>
                  <a:pt x="4867274" y="6077"/>
                </a:lnTo>
                <a:lnTo>
                  <a:pt x="4866809" y="7200"/>
                </a:lnTo>
                <a:lnTo>
                  <a:pt x="4864949" y="9060"/>
                </a:lnTo>
                <a:lnTo>
                  <a:pt x="4863827" y="9524"/>
                </a:lnTo>
                <a:close/>
              </a:path>
              <a:path w="11534775" h="9525">
                <a:moveTo>
                  <a:pt x="4911452" y="9524"/>
                </a:moveTo>
                <a:lnTo>
                  <a:pt x="4908821" y="9524"/>
                </a:lnTo>
                <a:lnTo>
                  <a:pt x="4907699" y="9060"/>
                </a:lnTo>
                <a:lnTo>
                  <a:pt x="4905839" y="7200"/>
                </a:lnTo>
                <a:lnTo>
                  <a:pt x="4905374" y="6077"/>
                </a:lnTo>
                <a:lnTo>
                  <a:pt x="4905374" y="3447"/>
                </a:lnTo>
                <a:lnTo>
                  <a:pt x="4905839" y="2324"/>
                </a:lnTo>
                <a:lnTo>
                  <a:pt x="4907699" y="464"/>
                </a:lnTo>
                <a:lnTo>
                  <a:pt x="4908821" y="0"/>
                </a:lnTo>
                <a:lnTo>
                  <a:pt x="4911452" y="0"/>
                </a:lnTo>
                <a:lnTo>
                  <a:pt x="4912574" y="464"/>
                </a:lnTo>
                <a:lnTo>
                  <a:pt x="4914434" y="2324"/>
                </a:lnTo>
                <a:lnTo>
                  <a:pt x="4914899" y="3447"/>
                </a:lnTo>
                <a:lnTo>
                  <a:pt x="4914899" y="6077"/>
                </a:lnTo>
                <a:lnTo>
                  <a:pt x="4914434" y="7200"/>
                </a:lnTo>
                <a:lnTo>
                  <a:pt x="4912574" y="9060"/>
                </a:lnTo>
                <a:lnTo>
                  <a:pt x="4911452" y="9524"/>
                </a:lnTo>
                <a:close/>
              </a:path>
              <a:path w="11534775" h="9525">
                <a:moveTo>
                  <a:pt x="4959077" y="9524"/>
                </a:moveTo>
                <a:lnTo>
                  <a:pt x="4956446" y="9524"/>
                </a:lnTo>
                <a:lnTo>
                  <a:pt x="4955324" y="9060"/>
                </a:lnTo>
                <a:lnTo>
                  <a:pt x="4953464" y="7200"/>
                </a:lnTo>
                <a:lnTo>
                  <a:pt x="4952999" y="6077"/>
                </a:lnTo>
                <a:lnTo>
                  <a:pt x="4952999" y="3447"/>
                </a:lnTo>
                <a:lnTo>
                  <a:pt x="4953464" y="2324"/>
                </a:lnTo>
                <a:lnTo>
                  <a:pt x="4955324" y="464"/>
                </a:lnTo>
                <a:lnTo>
                  <a:pt x="4956446" y="0"/>
                </a:lnTo>
                <a:lnTo>
                  <a:pt x="4959077" y="0"/>
                </a:lnTo>
                <a:lnTo>
                  <a:pt x="4960199" y="464"/>
                </a:lnTo>
                <a:lnTo>
                  <a:pt x="4962059" y="2324"/>
                </a:lnTo>
                <a:lnTo>
                  <a:pt x="4962524" y="3447"/>
                </a:lnTo>
                <a:lnTo>
                  <a:pt x="4962524" y="6077"/>
                </a:lnTo>
                <a:lnTo>
                  <a:pt x="4962059" y="7200"/>
                </a:lnTo>
                <a:lnTo>
                  <a:pt x="4960199" y="9060"/>
                </a:lnTo>
                <a:lnTo>
                  <a:pt x="4959077" y="9524"/>
                </a:lnTo>
                <a:close/>
              </a:path>
              <a:path w="11534775" h="9525">
                <a:moveTo>
                  <a:pt x="5006702" y="9524"/>
                </a:moveTo>
                <a:lnTo>
                  <a:pt x="5004071" y="9524"/>
                </a:lnTo>
                <a:lnTo>
                  <a:pt x="5002949" y="9060"/>
                </a:lnTo>
                <a:lnTo>
                  <a:pt x="5001089" y="7200"/>
                </a:lnTo>
                <a:lnTo>
                  <a:pt x="5000624" y="6077"/>
                </a:lnTo>
                <a:lnTo>
                  <a:pt x="5000624" y="3447"/>
                </a:lnTo>
                <a:lnTo>
                  <a:pt x="5001089" y="2324"/>
                </a:lnTo>
                <a:lnTo>
                  <a:pt x="5002949" y="464"/>
                </a:lnTo>
                <a:lnTo>
                  <a:pt x="5004071" y="0"/>
                </a:lnTo>
                <a:lnTo>
                  <a:pt x="5006702" y="0"/>
                </a:lnTo>
                <a:lnTo>
                  <a:pt x="5007824" y="464"/>
                </a:lnTo>
                <a:lnTo>
                  <a:pt x="5009684" y="2324"/>
                </a:lnTo>
                <a:lnTo>
                  <a:pt x="5010149" y="3447"/>
                </a:lnTo>
                <a:lnTo>
                  <a:pt x="5010149" y="6077"/>
                </a:lnTo>
                <a:lnTo>
                  <a:pt x="5009684" y="7200"/>
                </a:lnTo>
                <a:lnTo>
                  <a:pt x="5007824" y="9060"/>
                </a:lnTo>
                <a:lnTo>
                  <a:pt x="5006702" y="9524"/>
                </a:lnTo>
                <a:close/>
              </a:path>
              <a:path w="11534775" h="9525">
                <a:moveTo>
                  <a:pt x="5054326" y="9524"/>
                </a:moveTo>
                <a:lnTo>
                  <a:pt x="5051696" y="9524"/>
                </a:lnTo>
                <a:lnTo>
                  <a:pt x="5050574" y="9060"/>
                </a:lnTo>
                <a:lnTo>
                  <a:pt x="5048714" y="7200"/>
                </a:lnTo>
                <a:lnTo>
                  <a:pt x="5048249" y="6077"/>
                </a:lnTo>
                <a:lnTo>
                  <a:pt x="5048249" y="3447"/>
                </a:lnTo>
                <a:lnTo>
                  <a:pt x="5048714" y="2324"/>
                </a:lnTo>
                <a:lnTo>
                  <a:pt x="5050574" y="464"/>
                </a:lnTo>
                <a:lnTo>
                  <a:pt x="5051696" y="0"/>
                </a:lnTo>
                <a:lnTo>
                  <a:pt x="5054326" y="0"/>
                </a:lnTo>
                <a:lnTo>
                  <a:pt x="5055449" y="464"/>
                </a:lnTo>
                <a:lnTo>
                  <a:pt x="5057309" y="2324"/>
                </a:lnTo>
                <a:lnTo>
                  <a:pt x="5057774" y="3447"/>
                </a:lnTo>
                <a:lnTo>
                  <a:pt x="5057774" y="6077"/>
                </a:lnTo>
                <a:lnTo>
                  <a:pt x="5057309" y="7200"/>
                </a:lnTo>
                <a:lnTo>
                  <a:pt x="5055449" y="9060"/>
                </a:lnTo>
                <a:lnTo>
                  <a:pt x="5054326" y="9524"/>
                </a:lnTo>
                <a:close/>
              </a:path>
              <a:path w="11534775" h="9525">
                <a:moveTo>
                  <a:pt x="5101951" y="9524"/>
                </a:moveTo>
                <a:lnTo>
                  <a:pt x="5099322" y="9524"/>
                </a:lnTo>
                <a:lnTo>
                  <a:pt x="5098199" y="9060"/>
                </a:lnTo>
                <a:lnTo>
                  <a:pt x="5096339" y="7200"/>
                </a:lnTo>
                <a:lnTo>
                  <a:pt x="5095874" y="6077"/>
                </a:lnTo>
                <a:lnTo>
                  <a:pt x="5095874" y="3447"/>
                </a:lnTo>
                <a:lnTo>
                  <a:pt x="5096339" y="2324"/>
                </a:lnTo>
                <a:lnTo>
                  <a:pt x="5098199" y="464"/>
                </a:lnTo>
                <a:lnTo>
                  <a:pt x="5099322" y="0"/>
                </a:lnTo>
                <a:lnTo>
                  <a:pt x="5101951" y="0"/>
                </a:lnTo>
                <a:lnTo>
                  <a:pt x="5103074" y="464"/>
                </a:lnTo>
                <a:lnTo>
                  <a:pt x="5104934" y="2324"/>
                </a:lnTo>
                <a:lnTo>
                  <a:pt x="5105399" y="3447"/>
                </a:lnTo>
                <a:lnTo>
                  <a:pt x="5105399" y="6077"/>
                </a:lnTo>
                <a:lnTo>
                  <a:pt x="5104934" y="7200"/>
                </a:lnTo>
                <a:lnTo>
                  <a:pt x="5103074" y="9060"/>
                </a:lnTo>
                <a:lnTo>
                  <a:pt x="5101951" y="9524"/>
                </a:lnTo>
                <a:close/>
              </a:path>
              <a:path w="11534775" h="9525">
                <a:moveTo>
                  <a:pt x="5149577" y="9524"/>
                </a:moveTo>
                <a:lnTo>
                  <a:pt x="5146946" y="9524"/>
                </a:lnTo>
                <a:lnTo>
                  <a:pt x="5145824" y="9060"/>
                </a:lnTo>
                <a:lnTo>
                  <a:pt x="5143964" y="7200"/>
                </a:lnTo>
                <a:lnTo>
                  <a:pt x="5143499" y="6077"/>
                </a:lnTo>
                <a:lnTo>
                  <a:pt x="5143499" y="3447"/>
                </a:lnTo>
                <a:lnTo>
                  <a:pt x="5143964" y="2324"/>
                </a:lnTo>
                <a:lnTo>
                  <a:pt x="5145824" y="464"/>
                </a:lnTo>
                <a:lnTo>
                  <a:pt x="5146946" y="0"/>
                </a:lnTo>
                <a:lnTo>
                  <a:pt x="5149577" y="0"/>
                </a:lnTo>
                <a:lnTo>
                  <a:pt x="5150699" y="464"/>
                </a:lnTo>
                <a:lnTo>
                  <a:pt x="5152559" y="2324"/>
                </a:lnTo>
                <a:lnTo>
                  <a:pt x="5153024" y="3447"/>
                </a:lnTo>
                <a:lnTo>
                  <a:pt x="5153024" y="6077"/>
                </a:lnTo>
                <a:lnTo>
                  <a:pt x="5152559" y="7200"/>
                </a:lnTo>
                <a:lnTo>
                  <a:pt x="5150699" y="9060"/>
                </a:lnTo>
                <a:lnTo>
                  <a:pt x="5149577" y="9524"/>
                </a:lnTo>
                <a:close/>
              </a:path>
              <a:path w="11534775" h="9525">
                <a:moveTo>
                  <a:pt x="5197202" y="9524"/>
                </a:moveTo>
                <a:lnTo>
                  <a:pt x="5194571" y="9524"/>
                </a:lnTo>
                <a:lnTo>
                  <a:pt x="5193449" y="9060"/>
                </a:lnTo>
                <a:lnTo>
                  <a:pt x="5191589" y="7200"/>
                </a:lnTo>
                <a:lnTo>
                  <a:pt x="5191124" y="6077"/>
                </a:lnTo>
                <a:lnTo>
                  <a:pt x="5191124" y="3447"/>
                </a:lnTo>
                <a:lnTo>
                  <a:pt x="5191589" y="2324"/>
                </a:lnTo>
                <a:lnTo>
                  <a:pt x="5193449" y="464"/>
                </a:lnTo>
                <a:lnTo>
                  <a:pt x="5194571" y="0"/>
                </a:lnTo>
                <a:lnTo>
                  <a:pt x="5197202" y="0"/>
                </a:lnTo>
                <a:lnTo>
                  <a:pt x="5198324" y="464"/>
                </a:lnTo>
                <a:lnTo>
                  <a:pt x="5200184" y="2324"/>
                </a:lnTo>
                <a:lnTo>
                  <a:pt x="5200649" y="3447"/>
                </a:lnTo>
                <a:lnTo>
                  <a:pt x="5200649" y="6077"/>
                </a:lnTo>
                <a:lnTo>
                  <a:pt x="5200184" y="7200"/>
                </a:lnTo>
                <a:lnTo>
                  <a:pt x="5198324" y="9060"/>
                </a:lnTo>
                <a:lnTo>
                  <a:pt x="5197202" y="9524"/>
                </a:lnTo>
                <a:close/>
              </a:path>
              <a:path w="11534775" h="9525">
                <a:moveTo>
                  <a:pt x="5244827" y="9524"/>
                </a:moveTo>
                <a:lnTo>
                  <a:pt x="5242196" y="9524"/>
                </a:lnTo>
                <a:lnTo>
                  <a:pt x="5241074" y="9060"/>
                </a:lnTo>
                <a:lnTo>
                  <a:pt x="5239214" y="7200"/>
                </a:lnTo>
                <a:lnTo>
                  <a:pt x="5238749" y="6077"/>
                </a:lnTo>
                <a:lnTo>
                  <a:pt x="5238749" y="3447"/>
                </a:lnTo>
                <a:lnTo>
                  <a:pt x="5239214" y="2324"/>
                </a:lnTo>
                <a:lnTo>
                  <a:pt x="5241074" y="464"/>
                </a:lnTo>
                <a:lnTo>
                  <a:pt x="5242196" y="0"/>
                </a:lnTo>
                <a:lnTo>
                  <a:pt x="5244827" y="0"/>
                </a:lnTo>
                <a:lnTo>
                  <a:pt x="5245949" y="464"/>
                </a:lnTo>
                <a:lnTo>
                  <a:pt x="5247809" y="2324"/>
                </a:lnTo>
                <a:lnTo>
                  <a:pt x="5248274" y="3447"/>
                </a:lnTo>
                <a:lnTo>
                  <a:pt x="5248274" y="6077"/>
                </a:lnTo>
                <a:lnTo>
                  <a:pt x="5247809" y="7200"/>
                </a:lnTo>
                <a:lnTo>
                  <a:pt x="5245949" y="9060"/>
                </a:lnTo>
                <a:lnTo>
                  <a:pt x="5244827" y="9524"/>
                </a:lnTo>
                <a:close/>
              </a:path>
              <a:path w="11534775" h="9525">
                <a:moveTo>
                  <a:pt x="5292452" y="9524"/>
                </a:moveTo>
                <a:lnTo>
                  <a:pt x="5289821" y="9524"/>
                </a:lnTo>
                <a:lnTo>
                  <a:pt x="5288699" y="9060"/>
                </a:lnTo>
                <a:lnTo>
                  <a:pt x="5286839" y="7200"/>
                </a:lnTo>
                <a:lnTo>
                  <a:pt x="5286374" y="6077"/>
                </a:lnTo>
                <a:lnTo>
                  <a:pt x="5286374" y="3447"/>
                </a:lnTo>
                <a:lnTo>
                  <a:pt x="5286839" y="2324"/>
                </a:lnTo>
                <a:lnTo>
                  <a:pt x="5288699" y="464"/>
                </a:lnTo>
                <a:lnTo>
                  <a:pt x="5289821" y="0"/>
                </a:lnTo>
                <a:lnTo>
                  <a:pt x="5292452" y="0"/>
                </a:lnTo>
                <a:lnTo>
                  <a:pt x="5293574" y="464"/>
                </a:lnTo>
                <a:lnTo>
                  <a:pt x="5295434" y="2324"/>
                </a:lnTo>
                <a:lnTo>
                  <a:pt x="5295899" y="3447"/>
                </a:lnTo>
                <a:lnTo>
                  <a:pt x="5295899" y="6077"/>
                </a:lnTo>
                <a:lnTo>
                  <a:pt x="5295434" y="7200"/>
                </a:lnTo>
                <a:lnTo>
                  <a:pt x="5293574" y="9060"/>
                </a:lnTo>
                <a:lnTo>
                  <a:pt x="5292452" y="9524"/>
                </a:lnTo>
                <a:close/>
              </a:path>
              <a:path w="11534775" h="9525">
                <a:moveTo>
                  <a:pt x="5340077" y="9524"/>
                </a:moveTo>
                <a:lnTo>
                  <a:pt x="5337446" y="9524"/>
                </a:lnTo>
                <a:lnTo>
                  <a:pt x="5336324" y="9060"/>
                </a:lnTo>
                <a:lnTo>
                  <a:pt x="5334464" y="7200"/>
                </a:lnTo>
                <a:lnTo>
                  <a:pt x="5333999" y="6077"/>
                </a:lnTo>
                <a:lnTo>
                  <a:pt x="5333999" y="3447"/>
                </a:lnTo>
                <a:lnTo>
                  <a:pt x="5334464" y="2324"/>
                </a:lnTo>
                <a:lnTo>
                  <a:pt x="5336324" y="464"/>
                </a:lnTo>
                <a:lnTo>
                  <a:pt x="5337446" y="0"/>
                </a:lnTo>
                <a:lnTo>
                  <a:pt x="5340077" y="0"/>
                </a:lnTo>
                <a:lnTo>
                  <a:pt x="5341199" y="464"/>
                </a:lnTo>
                <a:lnTo>
                  <a:pt x="5343059" y="2324"/>
                </a:lnTo>
                <a:lnTo>
                  <a:pt x="5343524" y="3447"/>
                </a:lnTo>
                <a:lnTo>
                  <a:pt x="5343524" y="6077"/>
                </a:lnTo>
                <a:lnTo>
                  <a:pt x="5343059" y="7200"/>
                </a:lnTo>
                <a:lnTo>
                  <a:pt x="5341199" y="9060"/>
                </a:lnTo>
                <a:lnTo>
                  <a:pt x="5340077" y="9524"/>
                </a:lnTo>
                <a:close/>
              </a:path>
              <a:path w="11534775" h="9525">
                <a:moveTo>
                  <a:pt x="5387702" y="9524"/>
                </a:moveTo>
                <a:lnTo>
                  <a:pt x="5385071" y="9524"/>
                </a:lnTo>
                <a:lnTo>
                  <a:pt x="5383949" y="9060"/>
                </a:lnTo>
                <a:lnTo>
                  <a:pt x="5382089" y="7200"/>
                </a:lnTo>
                <a:lnTo>
                  <a:pt x="5381624" y="6077"/>
                </a:lnTo>
                <a:lnTo>
                  <a:pt x="5381624" y="3447"/>
                </a:lnTo>
                <a:lnTo>
                  <a:pt x="5382089" y="2324"/>
                </a:lnTo>
                <a:lnTo>
                  <a:pt x="5383949" y="464"/>
                </a:lnTo>
                <a:lnTo>
                  <a:pt x="5385071" y="0"/>
                </a:lnTo>
                <a:lnTo>
                  <a:pt x="5387702" y="0"/>
                </a:lnTo>
                <a:lnTo>
                  <a:pt x="5388824" y="464"/>
                </a:lnTo>
                <a:lnTo>
                  <a:pt x="5390684" y="2324"/>
                </a:lnTo>
                <a:lnTo>
                  <a:pt x="5391149" y="3447"/>
                </a:lnTo>
                <a:lnTo>
                  <a:pt x="5391149" y="6077"/>
                </a:lnTo>
                <a:lnTo>
                  <a:pt x="5390684" y="7200"/>
                </a:lnTo>
                <a:lnTo>
                  <a:pt x="5388824" y="9060"/>
                </a:lnTo>
                <a:lnTo>
                  <a:pt x="5387702" y="9524"/>
                </a:lnTo>
                <a:close/>
              </a:path>
              <a:path w="11534775" h="9525">
                <a:moveTo>
                  <a:pt x="5435327" y="9524"/>
                </a:moveTo>
                <a:lnTo>
                  <a:pt x="5432696" y="9524"/>
                </a:lnTo>
                <a:lnTo>
                  <a:pt x="5431574" y="9060"/>
                </a:lnTo>
                <a:lnTo>
                  <a:pt x="5429714" y="7200"/>
                </a:lnTo>
                <a:lnTo>
                  <a:pt x="5429249" y="6077"/>
                </a:lnTo>
                <a:lnTo>
                  <a:pt x="5429249" y="3447"/>
                </a:lnTo>
                <a:lnTo>
                  <a:pt x="5429714" y="2324"/>
                </a:lnTo>
                <a:lnTo>
                  <a:pt x="5431574" y="464"/>
                </a:lnTo>
                <a:lnTo>
                  <a:pt x="5432696" y="0"/>
                </a:lnTo>
                <a:lnTo>
                  <a:pt x="5435327" y="0"/>
                </a:lnTo>
                <a:lnTo>
                  <a:pt x="5436449" y="464"/>
                </a:lnTo>
                <a:lnTo>
                  <a:pt x="5438309" y="2324"/>
                </a:lnTo>
                <a:lnTo>
                  <a:pt x="5438774" y="3447"/>
                </a:lnTo>
                <a:lnTo>
                  <a:pt x="5438774" y="6077"/>
                </a:lnTo>
                <a:lnTo>
                  <a:pt x="5438309" y="7200"/>
                </a:lnTo>
                <a:lnTo>
                  <a:pt x="5436449" y="9060"/>
                </a:lnTo>
                <a:lnTo>
                  <a:pt x="5435327" y="9524"/>
                </a:lnTo>
                <a:close/>
              </a:path>
              <a:path w="11534775" h="9525">
                <a:moveTo>
                  <a:pt x="5482952" y="9524"/>
                </a:moveTo>
                <a:lnTo>
                  <a:pt x="5480321" y="9524"/>
                </a:lnTo>
                <a:lnTo>
                  <a:pt x="5479199" y="9060"/>
                </a:lnTo>
                <a:lnTo>
                  <a:pt x="5477339" y="7200"/>
                </a:lnTo>
                <a:lnTo>
                  <a:pt x="5476874" y="6077"/>
                </a:lnTo>
                <a:lnTo>
                  <a:pt x="5476874" y="3447"/>
                </a:lnTo>
                <a:lnTo>
                  <a:pt x="5477339" y="2324"/>
                </a:lnTo>
                <a:lnTo>
                  <a:pt x="5479199" y="464"/>
                </a:lnTo>
                <a:lnTo>
                  <a:pt x="5480321" y="0"/>
                </a:lnTo>
                <a:lnTo>
                  <a:pt x="5482952" y="0"/>
                </a:lnTo>
                <a:lnTo>
                  <a:pt x="5484074" y="464"/>
                </a:lnTo>
                <a:lnTo>
                  <a:pt x="5485934" y="2324"/>
                </a:lnTo>
                <a:lnTo>
                  <a:pt x="5486399" y="3447"/>
                </a:lnTo>
                <a:lnTo>
                  <a:pt x="5486399" y="6077"/>
                </a:lnTo>
                <a:lnTo>
                  <a:pt x="5485934" y="7200"/>
                </a:lnTo>
                <a:lnTo>
                  <a:pt x="5484074" y="9060"/>
                </a:lnTo>
                <a:lnTo>
                  <a:pt x="5482952" y="9524"/>
                </a:lnTo>
                <a:close/>
              </a:path>
              <a:path w="11534775" h="9525">
                <a:moveTo>
                  <a:pt x="5530576" y="9524"/>
                </a:moveTo>
                <a:lnTo>
                  <a:pt x="5527946" y="9524"/>
                </a:lnTo>
                <a:lnTo>
                  <a:pt x="5526824" y="9060"/>
                </a:lnTo>
                <a:lnTo>
                  <a:pt x="5524964" y="7200"/>
                </a:lnTo>
                <a:lnTo>
                  <a:pt x="5524499" y="6077"/>
                </a:lnTo>
                <a:lnTo>
                  <a:pt x="5524499" y="3447"/>
                </a:lnTo>
                <a:lnTo>
                  <a:pt x="5524964" y="2324"/>
                </a:lnTo>
                <a:lnTo>
                  <a:pt x="5526824" y="464"/>
                </a:lnTo>
                <a:lnTo>
                  <a:pt x="5527946" y="0"/>
                </a:lnTo>
                <a:lnTo>
                  <a:pt x="5530576" y="0"/>
                </a:lnTo>
                <a:lnTo>
                  <a:pt x="5531699" y="464"/>
                </a:lnTo>
                <a:lnTo>
                  <a:pt x="5533559" y="2324"/>
                </a:lnTo>
                <a:lnTo>
                  <a:pt x="5534024" y="3447"/>
                </a:lnTo>
                <a:lnTo>
                  <a:pt x="5534024" y="6077"/>
                </a:lnTo>
                <a:lnTo>
                  <a:pt x="5533559" y="7200"/>
                </a:lnTo>
                <a:lnTo>
                  <a:pt x="5531699" y="9060"/>
                </a:lnTo>
                <a:lnTo>
                  <a:pt x="5530576" y="9524"/>
                </a:lnTo>
                <a:close/>
              </a:path>
              <a:path w="11534775" h="9525">
                <a:moveTo>
                  <a:pt x="5578201" y="9524"/>
                </a:moveTo>
                <a:lnTo>
                  <a:pt x="5575571" y="9524"/>
                </a:lnTo>
                <a:lnTo>
                  <a:pt x="5574449" y="9060"/>
                </a:lnTo>
                <a:lnTo>
                  <a:pt x="5572589" y="7200"/>
                </a:lnTo>
                <a:lnTo>
                  <a:pt x="5572124" y="6077"/>
                </a:lnTo>
                <a:lnTo>
                  <a:pt x="5572124" y="3447"/>
                </a:lnTo>
                <a:lnTo>
                  <a:pt x="5572589" y="2324"/>
                </a:lnTo>
                <a:lnTo>
                  <a:pt x="5574449" y="464"/>
                </a:lnTo>
                <a:lnTo>
                  <a:pt x="5575571" y="0"/>
                </a:lnTo>
                <a:lnTo>
                  <a:pt x="5578201" y="0"/>
                </a:lnTo>
                <a:lnTo>
                  <a:pt x="5579324" y="464"/>
                </a:lnTo>
                <a:lnTo>
                  <a:pt x="5581184" y="2324"/>
                </a:lnTo>
                <a:lnTo>
                  <a:pt x="5581649" y="3447"/>
                </a:lnTo>
                <a:lnTo>
                  <a:pt x="5581649" y="6077"/>
                </a:lnTo>
                <a:lnTo>
                  <a:pt x="5581184" y="7200"/>
                </a:lnTo>
                <a:lnTo>
                  <a:pt x="5579324" y="9060"/>
                </a:lnTo>
                <a:lnTo>
                  <a:pt x="5578201" y="9524"/>
                </a:lnTo>
                <a:close/>
              </a:path>
              <a:path w="11534775" h="9525">
                <a:moveTo>
                  <a:pt x="5625826" y="9524"/>
                </a:moveTo>
                <a:lnTo>
                  <a:pt x="5623196" y="9524"/>
                </a:lnTo>
                <a:lnTo>
                  <a:pt x="5622074" y="9060"/>
                </a:lnTo>
                <a:lnTo>
                  <a:pt x="5620214" y="7200"/>
                </a:lnTo>
                <a:lnTo>
                  <a:pt x="5619749" y="6077"/>
                </a:lnTo>
                <a:lnTo>
                  <a:pt x="5619749" y="3447"/>
                </a:lnTo>
                <a:lnTo>
                  <a:pt x="5620214" y="2324"/>
                </a:lnTo>
                <a:lnTo>
                  <a:pt x="5622074" y="464"/>
                </a:lnTo>
                <a:lnTo>
                  <a:pt x="5623196" y="0"/>
                </a:lnTo>
                <a:lnTo>
                  <a:pt x="5625826" y="0"/>
                </a:lnTo>
                <a:lnTo>
                  <a:pt x="5626949" y="464"/>
                </a:lnTo>
                <a:lnTo>
                  <a:pt x="5628809" y="2324"/>
                </a:lnTo>
                <a:lnTo>
                  <a:pt x="5629274" y="3447"/>
                </a:lnTo>
                <a:lnTo>
                  <a:pt x="5629274" y="6077"/>
                </a:lnTo>
                <a:lnTo>
                  <a:pt x="5628809" y="7200"/>
                </a:lnTo>
                <a:lnTo>
                  <a:pt x="5626949" y="9060"/>
                </a:lnTo>
                <a:lnTo>
                  <a:pt x="5625826" y="9524"/>
                </a:lnTo>
                <a:close/>
              </a:path>
              <a:path w="11534775" h="9525">
                <a:moveTo>
                  <a:pt x="5673452" y="9524"/>
                </a:moveTo>
                <a:lnTo>
                  <a:pt x="5670821" y="9524"/>
                </a:lnTo>
                <a:lnTo>
                  <a:pt x="5669699" y="9060"/>
                </a:lnTo>
                <a:lnTo>
                  <a:pt x="5667839" y="7200"/>
                </a:lnTo>
                <a:lnTo>
                  <a:pt x="5667374" y="6077"/>
                </a:lnTo>
                <a:lnTo>
                  <a:pt x="5667374" y="3447"/>
                </a:lnTo>
                <a:lnTo>
                  <a:pt x="5667839" y="2324"/>
                </a:lnTo>
                <a:lnTo>
                  <a:pt x="5669699" y="464"/>
                </a:lnTo>
                <a:lnTo>
                  <a:pt x="5670821" y="0"/>
                </a:lnTo>
                <a:lnTo>
                  <a:pt x="5673452" y="0"/>
                </a:lnTo>
                <a:lnTo>
                  <a:pt x="5674574" y="464"/>
                </a:lnTo>
                <a:lnTo>
                  <a:pt x="5676434" y="2324"/>
                </a:lnTo>
                <a:lnTo>
                  <a:pt x="5676899" y="3447"/>
                </a:lnTo>
                <a:lnTo>
                  <a:pt x="5676899" y="6077"/>
                </a:lnTo>
                <a:lnTo>
                  <a:pt x="5676434" y="7200"/>
                </a:lnTo>
                <a:lnTo>
                  <a:pt x="5674574" y="9060"/>
                </a:lnTo>
                <a:lnTo>
                  <a:pt x="5673452" y="9524"/>
                </a:lnTo>
                <a:close/>
              </a:path>
              <a:path w="11534775" h="9525">
                <a:moveTo>
                  <a:pt x="5721077" y="9524"/>
                </a:moveTo>
                <a:lnTo>
                  <a:pt x="5718446" y="9524"/>
                </a:lnTo>
                <a:lnTo>
                  <a:pt x="5717324" y="9060"/>
                </a:lnTo>
                <a:lnTo>
                  <a:pt x="5715464" y="7200"/>
                </a:lnTo>
                <a:lnTo>
                  <a:pt x="5714999" y="6077"/>
                </a:lnTo>
                <a:lnTo>
                  <a:pt x="5714999" y="3447"/>
                </a:lnTo>
                <a:lnTo>
                  <a:pt x="5715464" y="2324"/>
                </a:lnTo>
                <a:lnTo>
                  <a:pt x="5717324" y="464"/>
                </a:lnTo>
                <a:lnTo>
                  <a:pt x="5718446" y="0"/>
                </a:lnTo>
                <a:lnTo>
                  <a:pt x="5721077" y="0"/>
                </a:lnTo>
                <a:lnTo>
                  <a:pt x="5722199" y="464"/>
                </a:lnTo>
                <a:lnTo>
                  <a:pt x="5724059" y="2324"/>
                </a:lnTo>
                <a:lnTo>
                  <a:pt x="5724524" y="3447"/>
                </a:lnTo>
                <a:lnTo>
                  <a:pt x="5724524" y="6077"/>
                </a:lnTo>
                <a:lnTo>
                  <a:pt x="5724059" y="7200"/>
                </a:lnTo>
                <a:lnTo>
                  <a:pt x="5722199" y="9060"/>
                </a:lnTo>
                <a:lnTo>
                  <a:pt x="5721077" y="9524"/>
                </a:lnTo>
                <a:close/>
              </a:path>
              <a:path w="11534775" h="9525">
                <a:moveTo>
                  <a:pt x="5768701" y="9524"/>
                </a:moveTo>
                <a:lnTo>
                  <a:pt x="5766071" y="9524"/>
                </a:lnTo>
                <a:lnTo>
                  <a:pt x="5764949" y="9060"/>
                </a:lnTo>
                <a:lnTo>
                  <a:pt x="5763089" y="7200"/>
                </a:lnTo>
                <a:lnTo>
                  <a:pt x="5762624" y="6077"/>
                </a:lnTo>
                <a:lnTo>
                  <a:pt x="5762624" y="3447"/>
                </a:lnTo>
                <a:lnTo>
                  <a:pt x="5763089" y="2324"/>
                </a:lnTo>
                <a:lnTo>
                  <a:pt x="5764949" y="464"/>
                </a:lnTo>
                <a:lnTo>
                  <a:pt x="5766071" y="0"/>
                </a:lnTo>
                <a:lnTo>
                  <a:pt x="5768701" y="0"/>
                </a:lnTo>
                <a:lnTo>
                  <a:pt x="5769824" y="464"/>
                </a:lnTo>
                <a:lnTo>
                  <a:pt x="5771684" y="2324"/>
                </a:lnTo>
                <a:lnTo>
                  <a:pt x="5772149" y="3447"/>
                </a:lnTo>
                <a:lnTo>
                  <a:pt x="5772149" y="6077"/>
                </a:lnTo>
                <a:lnTo>
                  <a:pt x="5771684" y="7200"/>
                </a:lnTo>
                <a:lnTo>
                  <a:pt x="5769824" y="9060"/>
                </a:lnTo>
                <a:lnTo>
                  <a:pt x="5768701" y="9524"/>
                </a:lnTo>
                <a:close/>
              </a:path>
              <a:path w="11534775" h="9525">
                <a:moveTo>
                  <a:pt x="5816327" y="9524"/>
                </a:moveTo>
                <a:lnTo>
                  <a:pt x="5813696" y="9524"/>
                </a:lnTo>
                <a:lnTo>
                  <a:pt x="5812574" y="9060"/>
                </a:lnTo>
                <a:lnTo>
                  <a:pt x="5810714" y="7200"/>
                </a:lnTo>
                <a:lnTo>
                  <a:pt x="5810249" y="6077"/>
                </a:lnTo>
                <a:lnTo>
                  <a:pt x="5810249" y="3447"/>
                </a:lnTo>
                <a:lnTo>
                  <a:pt x="5810714" y="2324"/>
                </a:lnTo>
                <a:lnTo>
                  <a:pt x="5812574" y="464"/>
                </a:lnTo>
                <a:lnTo>
                  <a:pt x="5813696" y="0"/>
                </a:lnTo>
                <a:lnTo>
                  <a:pt x="5816327" y="0"/>
                </a:lnTo>
                <a:lnTo>
                  <a:pt x="5817449" y="464"/>
                </a:lnTo>
                <a:lnTo>
                  <a:pt x="5819309" y="2324"/>
                </a:lnTo>
                <a:lnTo>
                  <a:pt x="5819774" y="3447"/>
                </a:lnTo>
                <a:lnTo>
                  <a:pt x="5819774" y="6077"/>
                </a:lnTo>
                <a:lnTo>
                  <a:pt x="5819309" y="7200"/>
                </a:lnTo>
                <a:lnTo>
                  <a:pt x="5817449" y="9060"/>
                </a:lnTo>
                <a:lnTo>
                  <a:pt x="5816327" y="9524"/>
                </a:lnTo>
                <a:close/>
              </a:path>
              <a:path w="11534775" h="9525">
                <a:moveTo>
                  <a:pt x="5863952" y="9524"/>
                </a:moveTo>
                <a:lnTo>
                  <a:pt x="5861321" y="9524"/>
                </a:lnTo>
                <a:lnTo>
                  <a:pt x="5860199" y="9060"/>
                </a:lnTo>
                <a:lnTo>
                  <a:pt x="5858339" y="7200"/>
                </a:lnTo>
                <a:lnTo>
                  <a:pt x="5857874" y="6077"/>
                </a:lnTo>
                <a:lnTo>
                  <a:pt x="5857874" y="3447"/>
                </a:lnTo>
                <a:lnTo>
                  <a:pt x="5858339" y="2324"/>
                </a:lnTo>
                <a:lnTo>
                  <a:pt x="5860199" y="464"/>
                </a:lnTo>
                <a:lnTo>
                  <a:pt x="5861321" y="0"/>
                </a:lnTo>
                <a:lnTo>
                  <a:pt x="5863952" y="0"/>
                </a:lnTo>
                <a:lnTo>
                  <a:pt x="5865074" y="464"/>
                </a:lnTo>
                <a:lnTo>
                  <a:pt x="5866934" y="2324"/>
                </a:lnTo>
                <a:lnTo>
                  <a:pt x="5867399" y="3447"/>
                </a:lnTo>
                <a:lnTo>
                  <a:pt x="5867399" y="6077"/>
                </a:lnTo>
                <a:lnTo>
                  <a:pt x="5866934" y="7200"/>
                </a:lnTo>
                <a:lnTo>
                  <a:pt x="5865074" y="9060"/>
                </a:lnTo>
                <a:lnTo>
                  <a:pt x="5863952" y="9524"/>
                </a:lnTo>
                <a:close/>
              </a:path>
              <a:path w="11534775" h="9525">
                <a:moveTo>
                  <a:pt x="5911577" y="9524"/>
                </a:moveTo>
                <a:lnTo>
                  <a:pt x="5908946" y="9524"/>
                </a:lnTo>
                <a:lnTo>
                  <a:pt x="5907824" y="9060"/>
                </a:lnTo>
                <a:lnTo>
                  <a:pt x="5905964" y="7200"/>
                </a:lnTo>
                <a:lnTo>
                  <a:pt x="5905499" y="6077"/>
                </a:lnTo>
                <a:lnTo>
                  <a:pt x="5905499" y="3447"/>
                </a:lnTo>
                <a:lnTo>
                  <a:pt x="5905964" y="2324"/>
                </a:lnTo>
                <a:lnTo>
                  <a:pt x="5907824" y="464"/>
                </a:lnTo>
                <a:lnTo>
                  <a:pt x="5908946" y="0"/>
                </a:lnTo>
                <a:lnTo>
                  <a:pt x="5911577" y="0"/>
                </a:lnTo>
                <a:lnTo>
                  <a:pt x="5912699" y="464"/>
                </a:lnTo>
                <a:lnTo>
                  <a:pt x="5914559" y="2324"/>
                </a:lnTo>
                <a:lnTo>
                  <a:pt x="5915024" y="3447"/>
                </a:lnTo>
                <a:lnTo>
                  <a:pt x="5915024" y="6077"/>
                </a:lnTo>
                <a:lnTo>
                  <a:pt x="5914559" y="7200"/>
                </a:lnTo>
                <a:lnTo>
                  <a:pt x="5912699" y="9060"/>
                </a:lnTo>
                <a:lnTo>
                  <a:pt x="5911577" y="9524"/>
                </a:lnTo>
                <a:close/>
              </a:path>
              <a:path w="11534775" h="9525">
                <a:moveTo>
                  <a:pt x="5959202" y="9524"/>
                </a:moveTo>
                <a:lnTo>
                  <a:pt x="5956571" y="9524"/>
                </a:lnTo>
                <a:lnTo>
                  <a:pt x="5955449" y="9060"/>
                </a:lnTo>
                <a:lnTo>
                  <a:pt x="5953589" y="7200"/>
                </a:lnTo>
                <a:lnTo>
                  <a:pt x="5953124" y="6077"/>
                </a:lnTo>
                <a:lnTo>
                  <a:pt x="5953124" y="3447"/>
                </a:lnTo>
                <a:lnTo>
                  <a:pt x="5953589" y="2324"/>
                </a:lnTo>
                <a:lnTo>
                  <a:pt x="5955449" y="464"/>
                </a:lnTo>
                <a:lnTo>
                  <a:pt x="5956571" y="0"/>
                </a:lnTo>
                <a:lnTo>
                  <a:pt x="5959202" y="0"/>
                </a:lnTo>
                <a:lnTo>
                  <a:pt x="5960324" y="464"/>
                </a:lnTo>
                <a:lnTo>
                  <a:pt x="5962184" y="2324"/>
                </a:lnTo>
                <a:lnTo>
                  <a:pt x="5962649" y="3447"/>
                </a:lnTo>
                <a:lnTo>
                  <a:pt x="5962649" y="6077"/>
                </a:lnTo>
                <a:lnTo>
                  <a:pt x="5962184" y="7200"/>
                </a:lnTo>
                <a:lnTo>
                  <a:pt x="5960324" y="9060"/>
                </a:lnTo>
                <a:lnTo>
                  <a:pt x="5959202" y="9524"/>
                </a:lnTo>
                <a:close/>
              </a:path>
              <a:path w="11534775" h="9525">
                <a:moveTo>
                  <a:pt x="6006826" y="9524"/>
                </a:moveTo>
                <a:lnTo>
                  <a:pt x="6004197" y="9524"/>
                </a:lnTo>
                <a:lnTo>
                  <a:pt x="6003074" y="9060"/>
                </a:lnTo>
                <a:lnTo>
                  <a:pt x="6001214" y="7200"/>
                </a:lnTo>
                <a:lnTo>
                  <a:pt x="6000749" y="6077"/>
                </a:lnTo>
                <a:lnTo>
                  <a:pt x="6000749" y="3447"/>
                </a:lnTo>
                <a:lnTo>
                  <a:pt x="6001214" y="2324"/>
                </a:lnTo>
                <a:lnTo>
                  <a:pt x="6003074" y="464"/>
                </a:lnTo>
                <a:lnTo>
                  <a:pt x="6004197" y="0"/>
                </a:lnTo>
                <a:lnTo>
                  <a:pt x="6006826" y="0"/>
                </a:lnTo>
                <a:lnTo>
                  <a:pt x="6007949" y="464"/>
                </a:lnTo>
                <a:lnTo>
                  <a:pt x="6009809" y="2324"/>
                </a:lnTo>
                <a:lnTo>
                  <a:pt x="6010274" y="3447"/>
                </a:lnTo>
                <a:lnTo>
                  <a:pt x="6010274" y="6077"/>
                </a:lnTo>
                <a:lnTo>
                  <a:pt x="6009809" y="7200"/>
                </a:lnTo>
                <a:lnTo>
                  <a:pt x="6007949" y="9060"/>
                </a:lnTo>
                <a:lnTo>
                  <a:pt x="6006826" y="9524"/>
                </a:lnTo>
                <a:close/>
              </a:path>
              <a:path w="11534775" h="9525">
                <a:moveTo>
                  <a:pt x="6054451" y="9524"/>
                </a:moveTo>
                <a:lnTo>
                  <a:pt x="6051821" y="9524"/>
                </a:lnTo>
                <a:lnTo>
                  <a:pt x="6050698" y="9060"/>
                </a:lnTo>
                <a:lnTo>
                  <a:pt x="6048839" y="7200"/>
                </a:lnTo>
                <a:lnTo>
                  <a:pt x="6048374" y="6077"/>
                </a:lnTo>
                <a:lnTo>
                  <a:pt x="6048374" y="3447"/>
                </a:lnTo>
                <a:lnTo>
                  <a:pt x="6048839" y="2324"/>
                </a:lnTo>
                <a:lnTo>
                  <a:pt x="6050698" y="464"/>
                </a:lnTo>
                <a:lnTo>
                  <a:pt x="6051821" y="0"/>
                </a:lnTo>
                <a:lnTo>
                  <a:pt x="6054451" y="0"/>
                </a:lnTo>
                <a:lnTo>
                  <a:pt x="6055574" y="464"/>
                </a:lnTo>
                <a:lnTo>
                  <a:pt x="6057434" y="2324"/>
                </a:lnTo>
                <a:lnTo>
                  <a:pt x="6057899" y="3447"/>
                </a:lnTo>
                <a:lnTo>
                  <a:pt x="6057899" y="6077"/>
                </a:lnTo>
                <a:lnTo>
                  <a:pt x="6057434" y="7200"/>
                </a:lnTo>
                <a:lnTo>
                  <a:pt x="6055574" y="9060"/>
                </a:lnTo>
                <a:lnTo>
                  <a:pt x="6054451" y="9524"/>
                </a:lnTo>
                <a:close/>
              </a:path>
              <a:path w="11534775" h="9525">
                <a:moveTo>
                  <a:pt x="6102076" y="9524"/>
                </a:moveTo>
                <a:lnTo>
                  <a:pt x="6099446" y="9524"/>
                </a:lnTo>
                <a:lnTo>
                  <a:pt x="6098324" y="9060"/>
                </a:lnTo>
                <a:lnTo>
                  <a:pt x="6096464" y="7200"/>
                </a:lnTo>
                <a:lnTo>
                  <a:pt x="6095999" y="6077"/>
                </a:lnTo>
                <a:lnTo>
                  <a:pt x="6095999" y="3447"/>
                </a:lnTo>
                <a:lnTo>
                  <a:pt x="6096464" y="2324"/>
                </a:lnTo>
                <a:lnTo>
                  <a:pt x="6098324" y="464"/>
                </a:lnTo>
                <a:lnTo>
                  <a:pt x="6099446" y="0"/>
                </a:lnTo>
                <a:lnTo>
                  <a:pt x="6102076" y="0"/>
                </a:lnTo>
                <a:lnTo>
                  <a:pt x="6103199" y="464"/>
                </a:lnTo>
                <a:lnTo>
                  <a:pt x="6105059" y="2324"/>
                </a:lnTo>
                <a:lnTo>
                  <a:pt x="6105524" y="3447"/>
                </a:lnTo>
                <a:lnTo>
                  <a:pt x="6105524" y="6077"/>
                </a:lnTo>
                <a:lnTo>
                  <a:pt x="6105059" y="7200"/>
                </a:lnTo>
                <a:lnTo>
                  <a:pt x="6103199" y="9060"/>
                </a:lnTo>
                <a:lnTo>
                  <a:pt x="6102076" y="9524"/>
                </a:lnTo>
                <a:close/>
              </a:path>
              <a:path w="11534775" h="9525">
                <a:moveTo>
                  <a:pt x="6149701" y="9524"/>
                </a:moveTo>
                <a:lnTo>
                  <a:pt x="6147071" y="9524"/>
                </a:lnTo>
                <a:lnTo>
                  <a:pt x="6145949" y="9060"/>
                </a:lnTo>
                <a:lnTo>
                  <a:pt x="6144089" y="7200"/>
                </a:lnTo>
                <a:lnTo>
                  <a:pt x="6143624" y="6077"/>
                </a:lnTo>
                <a:lnTo>
                  <a:pt x="6143624" y="3447"/>
                </a:lnTo>
                <a:lnTo>
                  <a:pt x="6144089" y="2324"/>
                </a:lnTo>
                <a:lnTo>
                  <a:pt x="6145949" y="464"/>
                </a:lnTo>
                <a:lnTo>
                  <a:pt x="6147071" y="0"/>
                </a:lnTo>
                <a:lnTo>
                  <a:pt x="6149701" y="0"/>
                </a:lnTo>
                <a:lnTo>
                  <a:pt x="6150824" y="464"/>
                </a:lnTo>
                <a:lnTo>
                  <a:pt x="6152684" y="2324"/>
                </a:lnTo>
                <a:lnTo>
                  <a:pt x="6153149" y="3447"/>
                </a:lnTo>
                <a:lnTo>
                  <a:pt x="6153149" y="6077"/>
                </a:lnTo>
                <a:lnTo>
                  <a:pt x="6152684" y="7200"/>
                </a:lnTo>
                <a:lnTo>
                  <a:pt x="6150824" y="9060"/>
                </a:lnTo>
                <a:lnTo>
                  <a:pt x="6149701" y="9524"/>
                </a:lnTo>
                <a:close/>
              </a:path>
              <a:path w="11534775" h="9525">
                <a:moveTo>
                  <a:pt x="6197326" y="9524"/>
                </a:moveTo>
                <a:lnTo>
                  <a:pt x="6194696" y="9524"/>
                </a:lnTo>
                <a:lnTo>
                  <a:pt x="6193574" y="9060"/>
                </a:lnTo>
                <a:lnTo>
                  <a:pt x="6191714" y="7200"/>
                </a:lnTo>
                <a:lnTo>
                  <a:pt x="6191249" y="6077"/>
                </a:lnTo>
                <a:lnTo>
                  <a:pt x="6191249" y="3447"/>
                </a:lnTo>
                <a:lnTo>
                  <a:pt x="6191714" y="2324"/>
                </a:lnTo>
                <a:lnTo>
                  <a:pt x="6193574" y="464"/>
                </a:lnTo>
                <a:lnTo>
                  <a:pt x="6194696" y="0"/>
                </a:lnTo>
                <a:lnTo>
                  <a:pt x="6197326" y="0"/>
                </a:lnTo>
                <a:lnTo>
                  <a:pt x="6198449" y="464"/>
                </a:lnTo>
                <a:lnTo>
                  <a:pt x="6200309" y="2324"/>
                </a:lnTo>
                <a:lnTo>
                  <a:pt x="6200774" y="3447"/>
                </a:lnTo>
                <a:lnTo>
                  <a:pt x="6200774" y="6077"/>
                </a:lnTo>
                <a:lnTo>
                  <a:pt x="6200309" y="7200"/>
                </a:lnTo>
                <a:lnTo>
                  <a:pt x="6198449" y="9060"/>
                </a:lnTo>
                <a:lnTo>
                  <a:pt x="6197326" y="9524"/>
                </a:lnTo>
                <a:close/>
              </a:path>
              <a:path w="11534775" h="9525">
                <a:moveTo>
                  <a:pt x="6244952" y="9524"/>
                </a:moveTo>
                <a:lnTo>
                  <a:pt x="6242321" y="9524"/>
                </a:lnTo>
                <a:lnTo>
                  <a:pt x="6241199" y="9060"/>
                </a:lnTo>
                <a:lnTo>
                  <a:pt x="6239339" y="7200"/>
                </a:lnTo>
                <a:lnTo>
                  <a:pt x="6238874" y="6077"/>
                </a:lnTo>
                <a:lnTo>
                  <a:pt x="6238874" y="3447"/>
                </a:lnTo>
                <a:lnTo>
                  <a:pt x="6239339" y="2324"/>
                </a:lnTo>
                <a:lnTo>
                  <a:pt x="6241199" y="464"/>
                </a:lnTo>
                <a:lnTo>
                  <a:pt x="6242321" y="0"/>
                </a:lnTo>
                <a:lnTo>
                  <a:pt x="6244952" y="0"/>
                </a:lnTo>
                <a:lnTo>
                  <a:pt x="6246074" y="464"/>
                </a:lnTo>
                <a:lnTo>
                  <a:pt x="6247934" y="2324"/>
                </a:lnTo>
                <a:lnTo>
                  <a:pt x="6248399" y="3447"/>
                </a:lnTo>
                <a:lnTo>
                  <a:pt x="6248399" y="6077"/>
                </a:lnTo>
                <a:lnTo>
                  <a:pt x="6247934" y="7200"/>
                </a:lnTo>
                <a:lnTo>
                  <a:pt x="6246074" y="9060"/>
                </a:lnTo>
                <a:lnTo>
                  <a:pt x="6244952" y="9524"/>
                </a:lnTo>
                <a:close/>
              </a:path>
              <a:path w="11534775" h="9525">
                <a:moveTo>
                  <a:pt x="6292576" y="9524"/>
                </a:moveTo>
                <a:lnTo>
                  <a:pt x="6289946" y="9524"/>
                </a:lnTo>
                <a:lnTo>
                  <a:pt x="6288823" y="9060"/>
                </a:lnTo>
                <a:lnTo>
                  <a:pt x="6286963" y="7200"/>
                </a:lnTo>
                <a:lnTo>
                  <a:pt x="6286498" y="6077"/>
                </a:lnTo>
                <a:lnTo>
                  <a:pt x="6286498" y="3447"/>
                </a:lnTo>
                <a:lnTo>
                  <a:pt x="6286963" y="2324"/>
                </a:lnTo>
                <a:lnTo>
                  <a:pt x="6288823" y="464"/>
                </a:lnTo>
                <a:lnTo>
                  <a:pt x="6289946" y="0"/>
                </a:lnTo>
                <a:lnTo>
                  <a:pt x="6292576" y="0"/>
                </a:lnTo>
                <a:lnTo>
                  <a:pt x="6293699" y="464"/>
                </a:lnTo>
                <a:lnTo>
                  <a:pt x="6295559" y="2324"/>
                </a:lnTo>
                <a:lnTo>
                  <a:pt x="6296024" y="3447"/>
                </a:lnTo>
                <a:lnTo>
                  <a:pt x="6296024" y="6077"/>
                </a:lnTo>
                <a:lnTo>
                  <a:pt x="6295559" y="7200"/>
                </a:lnTo>
                <a:lnTo>
                  <a:pt x="6293699" y="9060"/>
                </a:lnTo>
                <a:lnTo>
                  <a:pt x="6292576" y="9524"/>
                </a:lnTo>
                <a:close/>
              </a:path>
              <a:path w="11534775" h="9525">
                <a:moveTo>
                  <a:pt x="6340201" y="9524"/>
                </a:moveTo>
                <a:lnTo>
                  <a:pt x="6337571" y="9524"/>
                </a:lnTo>
                <a:lnTo>
                  <a:pt x="6336448" y="9060"/>
                </a:lnTo>
                <a:lnTo>
                  <a:pt x="6334588" y="7200"/>
                </a:lnTo>
                <a:lnTo>
                  <a:pt x="6334123" y="6077"/>
                </a:lnTo>
                <a:lnTo>
                  <a:pt x="6334123" y="3447"/>
                </a:lnTo>
                <a:lnTo>
                  <a:pt x="6334588" y="2324"/>
                </a:lnTo>
                <a:lnTo>
                  <a:pt x="6336448" y="464"/>
                </a:lnTo>
                <a:lnTo>
                  <a:pt x="6337571" y="0"/>
                </a:lnTo>
                <a:lnTo>
                  <a:pt x="6340201" y="0"/>
                </a:lnTo>
                <a:lnTo>
                  <a:pt x="6341324" y="464"/>
                </a:lnTo>
                <a:lnTo>
                  <a:pt x="6343183" y="2324"/>
                </a:lnTo>
                <a:lnTo>
                  <a:pt x="6343648" y="3447"/>
                </a:lnTo>
                <a:lnTo>
                  <a:pt x="6343648" y="6077"/>
                </a:lnTo>
                <a:lnTo>
                  <a:pt x="6343183" y="7200"/>
                </a:lnTo>
                <a:lnTo>
                  <a:pt x="6341324" y="9060"/>
                </a:lnTo>
                <a:lnTo>
                  <a:pt x="6340201" y="9524"/>
                </a:lnTo>
                <a:close/>
              </a:path>
              <a:path w="11534775" h="9525">
                <a:moveTo>
                  <a:pt x="6387827" y="9524"/>
                </a:moveTo>
                <a:lnTo>
                  <a:pt x="6385197" y="9524"/>
                </a:lnTo>
                <a:lnTo>
                  <a:pt x="6384074" y="9060"/>
                </a:lnTo>
                <a:lnTo>
                  <a:pt x="6382214" y="7200"/>
                </a:lnTo>
                <a:lnTo>
                  <a:pt x="6381749" y="6077"/>
                </a:lnTo>
                <a:lnTo>
                  <a:pt x="6381749" y="3447"/>
                </a:lnTo>
                <a:lnTo>
                  <a:pt x="6382214" y="2324"/>
                </a:lnTo>
                <a:lnTo>
                  <a:pt x="6384074" y="464"/>
                </a:lnTo>
                <a:lnTo>
                  <a:pt x="6385197" y="0"/>
                </a:lnTo>
                <a:lnTo>
                  <a:pt x="6387827" y="0"/>
                </a:lnTo>
                <a:lnTo>
                  <a:pt x="6388950" y="464"/>
                </a:lnTo>
                <a:lnTo>
                  <a:pt x="6390810" y="2324"/>
                </a:lnTo>
                <a:lnTo>
                  <a:pt x="6391275" y="3447"/>
                </a:lnTo>
                <a:lnTo>
                  <a:pt x="6391275" y="6077"/>
                </a:lnTo>
                <a:lnTo>
                  <a:pt x="6390810" y="7200"/>
                </a:lnTo>
                <a:lnTo>
                  <a:pt x="6388950" y="9060"/>
                </a:lnTo>
                <a:lnTo>
                  <a:pt x="6387827" y="9524"/>
                </a:lnTo>
                <a:close/>
              </a:path>
              <a:path w="11534775" h="9525">
                <a:moveTo>
                  <a:pt x="6435452" y="9524"/>
                </a:moveTo>
                <a:lnTo>
                  <a:pt x="6432822" y="9524"/>
                </a:lnTo>
                <a:lnTo>
                  <a:pt x="6431699" y="9060"/>
                </a:lnTo>
                <a:lnTo>
                  <a:pt x="6429839" y="7200"/>
                </a:lnTo>
                <a:lnTo>
                  <a:pt x="6429374" y="6077"/>
                </a:lnTo>
                <a:lnTo>
                  <a:pt x="6429374" y="3447"/>
                </a:lnTo>
                <a:lnTo>
                  <a:pt x="6429839" y="2324"/>
                </a:lnTo>
                <a:lnTo>
                  <a:pt x="6431699" y="464"/>
                </a:lnTo>
                <a:lnTo>
                  <a:pt x="6432822" y="0"/>
                </a:lnTo>
                <a:lnTo>
                  <a:pt x="6435452" y="0"/>
                </a:lnTo>
                <a:lnTo>
                  <a:pt x="6436575" y="464"/>
                </a:lnTo>
                <a:lnTo>
                  <a:pt x="6438435" y="2324"/>
                </a:lnTo>
                <a:lnTo>
                  <a:pt x="6438900" y="3447"/>
                </a:lnTo>
                <a:lnTo>
                  <a:pt x="6438900" y="6077"/>
                </a:lnTo>
                <a:lnTo>
                  <a:pt x="6438435" y="7200"/>
                </a:lnTo>
                <a:lnTo>
                  <a:pt x="6436575" y="9060"/>
                </a:lnTo>
                <a:lnTo>
                  <a:pt x="6435452" y="9524"/>
                </a:lnTo>
                <a:close/>
              </a:path>
              <a:path w="11534775" h="9525">
                <a:moveTo>
                  <a:pt x="6483076" y="9524"/>
                </a:moveTo>
                <a:lnTo>
                  <a:pt x="6480446" y="9524"/>
                </a:lnTo>
                <a:lnTo>
                  <a:pt x="6479324" y="9060"/>
                </a:lnTo>
                <a:lnTo>
                  <a:pt x="6477464" y="7200"/>
                </a:lnTo>
                <a:lnTo>
                  <a:pt x="6476999" y="6077"/>
                </a:lnTo>
                <a:lnTo>
                  <a:pt x="6476999" y="3447"/>
                </a:lnTo>
                <a:lnTo>
                  <a:pt x="6477464" y="2324"/>
                </a:lnTo>
                <a:lnTo>
                  <a:pt x="6479324" y="464"/>
                </a:lnTo>
                <a:lnTo>
                  <a:pt x="6480446" y="0"/>
                </a:lnTo>
                <a:lnTo>
                  <a:pt x="6483076" y="0"/>
                </a:lnTo>
                <a:lnTo>
                  <a:pt x="6484199" y="464"/>
                </a:lnTo>
                <a:lnTo>
                  <a:pt x="6486059" y="2324"/>
                </a:lnTo>
                <a:lnTo>
                  <a:pt x="6486524" y="3447"/>
                </a:lnTo>
                <a:lnTo>
                  <a:pt x="6486524" y="6077"/>
                </a:lnTo>
                <a:lnTo>
                  <a:pt x="6486059" y="7200"/>
                </a:lnTo>
                <a:lnTo>
                  <a:pt x="6484199" y="9060"/>
                </a:lnTo>
                <a:lnTo>
                  <a:pt x="6483076" y="9524"/>
                </a:lnTo>
                <a:close/>
              </a:path>
              <a:path w="11534775" h="9525">
                <a:moveTo>
                  <a:pt x="6530701" y="9524"/>
                </a:moveTo>
                <a:lnTo>
                  <a:pt x="6528072" y="9524"/>
                </a:lnTo>
                <a:lnTo>
                  <a:pt x="6526949" y="9060"/>
                </a:lnTo>
                <a:lnTo>
                  <a:pt x="6525089" y="7200"/>
                </a:lnTo>
                <a:lnTo>
                  <a:pt x="6524624" y="6077"/>
                </a:lnTo>
                <a:lnTo>
                  <a:pt x="6524624" y="3447"/>
                </a:lnTo>
                <a:lnTo>
                  <a:pt x="6525089" y="2324"/>
                </a:lnTo>
                <a:lnTo>
                  <a:pt x="6526949" y="464"/>
                </a:lnTo>
                <a:lnTo>
                  <a:pt x="6528072" y="0"/>
                </a:lnTo>
                <a:lnTo>
                  <a:pt x="6530701" y="0"/>
                </a:lnTo>
                <a:lnTo>
                  <a:pt x="6531824" y="464"/>
                </a:lnTo>
                <a:lnTo>
                  <a:pt x="6533684" y="2324"/>
                </a:lnTo>
                <a:lnTo>
                  <a:pt x="6534149" y="3447"/>
                </a:lnTo>
                <a:lnTo>
                  <a:pt x="6534149" y="6077"/>
                </a:lnTo>
                <a:lnTo>
                  <a:pt x="6533684" y="7200"/>
                </a:lnTo>
                <a:lnTo>
                  <a:pt x="6531824" y="9060"/>
                </a:lnTo>
                <a:lnTo>
                  <a:pt x="6530701" y="9524"/>
                </a:lnTo>
                <a:close/>
              </a:path>
              <a:path w="11534775" h="9525">
                <a:moveTo>
                  <a:pt x="6578326" y="9524"/>
                </a:moveTo>
                <a:lnTo>
                  <a:pt x="6575696" y="9524"/>
                </a:lnTo>
                <a:lnTo>
                  <a:pt x="6574573" y="9060"/>
                </a:lnTo>
                <a:lnTo>
                  <a:pt x="6572714" y="7200"/>
                </a:lnTo>
                <a:lnTo>
                  <a:pt x="6572249" y="6077"/>
                </a:lnTo>
                <a:lnTo>
                  <a:pt x="6572249" y="3447"/>
                </a:lnTo>
                <a:lnTo>
                  <a:pt x="6572714" y="2324"/>
                </a:lnTo>
                <a:lnTo>
                  <a:pt x="6574573" y="464"/>
                </a:lnTo>
                <a:lnTo>
                  <a:pt x="6575696" y="0"/>
                </a:lnTo>
                <a:lnTo>
                  <a:pt x="6578326" y="0"/>
                </a:lnTo>
                <a:lnTo>
                  <a:pt x="6579449" y="464"/>
                </a:lnTo>
                <a:lnTo>
                  <a:pt x="6581309" y="2324"/>
                </a:lnTo>
                <a:lnTo>
                  <a:pt x="6581774" y="3447"/>
                </a:lnTo>
                <a:lnTo>
                  <a:pt x="6581774" y="6077"/>
                </a:lnTo>
                <a:lnTo>
                  <a:pt x="6581309" y="7200"/>
                </a:lnTo>
                <a:lnTo>
                  <a:pt x="6579449" y="9060"/>
                </a:lnTo>
                <a:lnTo>
                  <a:pt x="6578326" y="9524"/>
                </a:lnTo>
                <a:close/>
              </a:path>
              <a:path w="11534775" h="9525">
                <a:moveTo>
                  <a:pt x="6625951" y="9524"/>
                </a:moveTo>
                <a:lnTo>
                  <a:pt x="6623321" y="9524"/>
                </a:lnTo>
                <a:lnTo>
                  <a:pt x="6622199" y="9060"/>
                </a:lnTo>
                <a:lnTo>
                  <a:pt x="6620339" y="7200"/>
                </a:lnTo>
                <a:lnTo>
                  <a:pt x="6619874" y="6077"/>
                </a:lnTo>
                <a:lnTo>
                  <a:pt x="6619874" y="3447"/>
                </a:lnTo>
                <a:lnTo>
                  <a:pt x="6620339" y="2324"/>
                </a:lnTo>
                <a:lnTo>
                  <a:pt x="6622199" y="464"/>
                </a:lnTo>
                <a:lnTo>
                  <a:pt x="6623321" y="0"/>
                </a:lnTo>
                <a:lnTo>
                  <a:pt x="6625951" y="0"/>
                </a:lnTo>
                <a:lnTo>
                  <a:pt x="6627074" y="464"/>
                </a:lnTo>
                <a:lnTo>
                  <a:pt x="6628934" y="2324"/>
                </a:lnTo>
                <a:lnTo>
                  <a:pt x="6629399" y="3447"/>
                </a:lnTo>
                <a:lnTo>
                  <a:pt x="6629399" y="6077"/>
                </a:lnTo>
                <a:lnTo>
                  <a:pt x="6628934" y="7200"/>
                </a:lnTo>
                <a:lnTo>
                  <a:pt x="6627074" y="9060"/>
                </a:lnTo>
                <a:lnTo>
                  <a:pt x="6625951" y="9524"/>
                </a:lnTo>
                <a:close/>
              </a:path>
              <a:path w="11534775" h="9525">
                <a:moveTo>
                  <a:pt x="6673576" y="9524"/>
                </a:moveTo>
                <a:lnTo>
                  <a:pt x="6670946" y="9524"/>
                </a:lnTo>
                <a:lnTo>
                  <a:pt x="6669824" y="9060"/>
                </a:lnTo>
                <a:lnTo>
                  <a:pt x="6667964" y="7200"/>
                </a:lnTo>
                <a:lnTo>
                  <a:pt x="6667499" y="6077"/>
                </a:lnTo>
                <a:lnTo>
                  <a:pt x="6667499" y="3447"/>
                </a:lnTo>
                <a:lnTo>
                  <a:pt x="6667964" y="2324"/>
                </a:lnTo>
                <a:lnTo>
                  <a:pt x="6669824" y="464"/>
                </a:lnTo>
                <a:lnTo>
                  <a:pt x="6670946" y="0"/>
                </a:lnTo>
                <a:lnTo>
                  <a:pt x="6673576" y="0"/>
                </a:lnTo>
                <a:lnTo>
                  <a:pt x="6674699" y="464"/>
                </a:lnTo>
                <a:lnTo>
                  <a:pt x="6676559" y="2324"/>
                </a:lnTo>
                <a:lnTo>
                  <a:pt x="6677024" y="3447"/>
                </a:lnTo>
                <a:lnTo>
                  <a:pt x="6677024" y="6077"/>
                </a:lnTo>
                <a:lnTo>
                  <a:pt x="6676559" y="7200"/>
                </a:lnTo>
                <a:lnTo>
                  <a:pt x="6674699" y="9060"/>
                </a:lnTo>
                <a:lnTo>
                  <a:pt x="6673576" y="9524"/>
                </a:lnTo>
                <a:close/>
              </a:path>
              <a:path w="11534775" h="9525">
                <a:moveTo>
                  <a:pt x="6721201" y="9524"/>
                </a:moveTo>
                <a:lnTo>
                  <a:pt x="6718571" y="9524"/>
                </a:lnTo>
                <a:lnTo>
                  <a:pt x="6717449" y="9060"/>
                </a:lnTo>
                <a:lnTo>
                  <a:pt x="6715589" y="7200"/>
                </a:lnTo>
                <a:lnTo>
                  <a:pt x="6715124" y="6077"/>
                </a:lnTo>
                <a:lnTo>
                  <a:pt x="6715124" y="3447"/>
                </a:lnTo>
                <a:lnTo>
                  <a:pt x="6715589" y="2324"/>
                </a:lnTo>
                <a:lnTo>
                  <a:pt x="6717449" y="464"/>
                </a:lnTo>
                <a:lnTo>
                  <a:pt x="6718571" y="0"/>
                </a:lnTo>
                <a:lnTo>
                  <a:pt x="6721201" y="0"/>
                </a:lnTo>
                <a:lnTo>
                  <a:pt x="6722324" y="464"/>
                </a:lnTo>
                <a:lnTo>
                  <a:pt x="6724184" y="2324"/>
                </a:lnTo>
                <a:lnTo>
                  <a:pt x="6724649" y="3447"/>
                </a:lnTo>
                <a:lnTo>
                  <a:pt x="6724649" y="6077"/>
                </a:lnTo>
                <a:lnTo>
                  <a:pt x="6724184" y="7200"/>
                </a:lnTo>
                <a:lnTo>
                  <a:pt x="6722324" y="9060"/>
                </a:lnTo>
                <a:lnTo>
                  <a:pt x="6721201" y="9524"/>
                </a:lnTo>
                <a:close/>
              </a:path>
              <a:path w="11534775" h="9525">
                <a:moveTo>
                  <a:pt x="6768827" y="9524"/>
                </a:moveTo>
                <a:lnTo>
                  <a:pt x="6766196" y="9524"/>
                </a:lnTo>
                <a:lnTo>
                  <a:pt x="6765074" y="9060"/>
                </a:lnTo>
                <a:lnTo>
                  <a:pt x="6763214" y="7200"/>
                </a:lnTo>
                <a:lnTo>
                  <a:pt x="6762749" y="6077"/>
                </a:lnTo>
                <a:lnTo>
                  <a:pt x="6762749" y="3447"/>
                </a:lnTo>
                <a:lnTo>
                  <a:pt x="6763214" y="2324"/>
                </a:lnTo>
                <a:lnTo>
                  <a:pt x="6765074" y="464"/>
                </a:lnTo>
                <a:lnTo>
                  <a:pt x="6766196" y="0"/>
                </a:lnTo>
                <a:lnTo>
                  <a:pt x="6768827" y="0"/>
                </a:lnTo>
                <a:lnTo>
                  <a:pt x="6769949" y="464"/>
                </a:lnTo>
                <a:lnTo>
                  <a:pt x="6771809" y="2324"/>
                </a:lnTo>
                <a:lnTo>
                  <a:pt x="6772274" y="3447"/>
                </a:lnTo>
                <a:lnTo>
                  <a:pt x="6772274" y="6077"/>
                </a:lnTo>
                <a:lnTo>
                  <a:pt x="6771809" y="7200"/>
                </a:lnTo>
                <a:lnTo>
                  <a:pt x="6769949" y="9060"/>
                </a:lnTo>
                <a:lnTo>
                  <a:pt x="6768827" y="9524"/>
                </a:lnTo>
                <a:close/>
              </a:path>
              <a:path w="11534775" h="9525">
                <a:moveTo>
                  <a:pt x="6816452" y="9524"/>
                </a:moveTo>
                <a:lnTo>
                  <a:pt x="6813821" y="9524"/>
                </a:lnTo>
                <a:lnTo>
                  <a:pt x="6812699" y="9060"/>
                </a:lnTo>
                <a:lnTo>
                  <a:pt x="6810839" y="7200"/>
                </a:lnTo>
                <a:lnTo>
                  <a:pt x="6810374" y="6077"/>
                </a:lnTo>
                <a:lnTo>
                  <a:pt x="6810374" y="3447"/>
                </a:lnTo>
                <a:lnTo>
                  <a:pt x="6810839" y="2324"/>
                </a:lnTo>
                <a:lnTo>
                  <a:pt x="6812699" y="464"/>
                </a:lnTo>
                <a:lnTo>
                  <a:pt x="6813821" y="0"/>
                </a:lnTo>
                <a:lnTo>
                  <a:pt x="6816452" y="0"/>
                </a:lnTo>
                <a:lnTo>
                  <a:pt x="6817574" y="464"/>
                </a:lnTo>
                <a:lnTo>
                  <a:pt x="6819434" y="2324"/>
                </a:lnTo>
                <a:lnTo>
                  <a:pt x="6819899" y="3447"/>
                </a:lnTo>
                <a:lnTo>
                  <a:pt x="6819899" y="6077"/>
                </a:lnTo>
                <a:lnTo>
                  <a:pt x="6819434" y="7200"/>
                </a:lnTo>
                <a:lnTo>
                  <a:pt x="6817574" y="9060"/>
                </a:lnTo>
                <a:lnTo>
                  <a:pt x="6816452" y="9524"/>
                </a:lnTo>
                <a:close/>
              </a:path>
              <a:path w="11534775" h="9525">
                <a:moveTo>
                  <a:pt x="6864077" y="9524"/>
                </a:moveTo>
                <a:lnTo>
                  <a:pt x="6861446" y="9524"/>
                </a:lnTo>
                <a:lnTo>
                  <a:pt x="6860324" y="9060"/>
                </a:lnTo>
                <a:lnTo>
                  <a:pt x="6858464" y="7200"/>
                </a:lnTo>
                <a:lnTo>
                  <a:pt x="6857999" y="6077"/>
                </a:lnTo>
                <a:lnTo>
                  <a:pt x="6857999" y="3447"/>
                </a:lnTo>
                <a:lnTo>
                  <a:pt x="6858464" y="2324"/>
                </a:lnTo>
                <a:lnTo>
                  <a:pt x="6860324" y="464"/>
                </a:lnTo>
                <a:lnTo>
                  <a:pt x="6861446" y="0"/>
                </a:lnTo>
                <a:lnTo>
                  <a:pt x="6864077" y="0"/>
                </a:lnTo>
                <a:lnTo>
                  <a:pt x="6865199" y="464"/>
                </a:lnTo>
                <a:lnTo>
                  <a:pt x="6867059" y="2324"/>
                </a:lnTo>
                <a:lnTo>
                  <a:pt x="6867524" y="3447"/>
                </a:lnTo>
                <a:lnTo>
                  <a:pt x="6867524" y="6077"/>
                </a:lnTo>
                <a:lnTo>
                  <a:pt x="6867059" y="7200"/>
                </a:lnTo>
                <a:lnTo>
                  <a:pt x="6865199" y="9060"/>
                </a:lnTo>
                <a:lnTo>
                  <a:pt x="6864077" y="9524"/>
                </a:lnTo>
                <a:close/>
              </a:path>
              <a:path w="11534775" h="9525">
                <a:moveTo>
                  <a:pt x="6911702" y="9524"/>
                </a:moveTo>
                <a:lnTo>
                  <a:pt x="6909071" y="9524"/>
                </a:lnTo>
                <a:lnTo>
                  <a:pt x="6907949" y="9060"/>
                </a:lnTo>
                <a:lnTo>
                  <a:pt x="6906089" y="7200"/>
                </a:lnTo>
                <a:lnTo>
                  <a:pt x="6905624" y="6077"/>
                </a:lnTo>
                <a:lnTo>
                  <a:pt x="6905624" y="3447"/>
                </a:lnTo>
                <a:lnTo>
                  <a:pt x="6906089" y="2324"/>
                </a:lnTo>
                <a:lnTo>
                  <a:pt x="6907949" y="464"/>
                </a:lnTo>
                <a:lnTo>
                  <a:pt x="6909071" y="0"/>
                </a:lnTo>
                <a:lnTo>
                  <a:pt x="6911702" y="0"/>
                </a:lnTo>
                <a:lnTo>
                  <a:pt x="6912824" y="464"/>
                </a:lnTo>
                <a:lnTo>
                  <a:pt x="6914684" y="2324"/>
                </a:lnTo>
                <a:lnTo>
                  <a:pt x="6915149" y="3447"/>
                </a:lnTo>
                <a:lnTo>
                  <a:pt x="6915149" y="6077"/>
                </a:lnTo>
                <a:lnTo>
                  <a:pt x="6914684" y="7200"/>
                </a:lnTo>
                <a:lnTo>
                  <a:pt x="6912824" y="9060"/>
                </a:lnTo>
                <a:lnTo>
                  <a:pt x="6911702" y="9524"/>
                </a:lnTo>
                <a:close/>
              </a:path>
              <a:path w="11534775" h="9525">
                <a:moveTo>
                  <a:pt x="6959327" y="9524"/>
                </a:moveTo>
                <a:lnTo>
                  <a:pt x="6956697" y="9524"/>
                </a:lnTo>
                <a:lnTo>
                  <a:pt x="6955574" y="9060"/>
                </a:lnTo>
                <a:lnTo>
                  <a:pt x="6953714" y="7200"/>
                </a:lnTo>
                <a:lnTo>
                  <a:pt x="6953249" y="6077"/>
                </a:lnTo>
                <a:lnTo>
                  <a:pt x="6953249" y="3447"/>
                </a:lnTo>
                <a:lnTo>
                  <a:pt x="6953714" y="2324"/>
                </a:lnTo>
                <a:lnTo>
                  <a:pt x="6955574" y="464"/>
                </a:lnTo>
                <a:lnTo>
                  <a:pt x="6956697" y="0"/>
                </a:lnTo>
                <a:lnTo>
                  <a:pt x="6959327" y="0"/>
                </a:lnTo>
                <a:lnTo>
                  <a:pt x="6960449" y="464"/>
                </a:lnTo>
                <a:lnTo>
                  <a:pt x="6962309" y="2324"/>
                </a:lnTo>
                <a:lnTo>
                  <a:pt x="6962774" y="3447"/>
                </a:lnTo>
                <a:lnTo>
                  <a:pt x="6962774" y="6077"/>
                </a:lnTo>
                <a:lnTo>
                  <a:pt x="6962309" y="7200"/>
                </a:lnTo>
                <a:lnTo>
                  <a:pt x="6960449" y="9060"/>
                </a:lnTo>
                <a:lnTo>
                  <a:pt x="6959327" y="9524"/>
                </a:lnTo>
                <a:close/>
              </a:path>
              <a:path w="11534775" h="9525">
                <a:moveTo>
                  <a:pt x="7006951" y="9524"/>
                </a:moveTo>
                <a:lnTo>
                  <a:pt x="7004321" y="9524"/>
                </a:lnTo>
                <a:lnTo>
                  <a:pt x="7003198" y="9060"/>
                </a:lnTo>
                <a:lnTo>
                  <a:pt x="7001339" y="7200"/>
                </a:lnTo>
                <a:lnTo>
                  <a:pt x="7000874" y="6077"/>
                </a:lnTo>
                <a:lnTo>
                  <a:pt x="7000874" y="3447"/>
                </a:lnTo>
                <a:lnTo>
                  <a:pt x="7001339" y="2324"/>
                </a:lnTo>
                <a:lnTo>
                  <a:pt x="7003198" y="464"/>
                </a:lnTo>
                <a:lnTo>
                  <a:pt x="7004321" y="0"/>
                </a:lnTo>
                <a:lnTo>
                  <a:pt x="7006951" y="0"/>
                </a:lnTo>
                <a:lnTo>
                  <a:pt x="7008074" y="464"/>
                </a:lnTo>
                <a:lnTo>
                  <a:pt x="7009934" y="2324"/>
                </a:lnTo>
                <a:lnTo>
                  <a:pt x="7010399" y="3447"/>
                </a:lnTo>
                <a:lnTo>
                  <a:pt x="7010399" y="6077"/>
                </a:lnTo>
                <a:lnTo>
                  <a:pt x="7009934" y="7200"/>
                </a:lnTo>
                <a:lnTo>
                  <a:pt x="7008074" y="9060"/>
                </a:lnTo>
                <a:lnTo>
                  <a:pt x="7006951" y="9524"/>
                </a:lnTo>
                <a:close/>
              </a:path>
              <a:path w="11534775" h="9525">
                <a:moveTo>
                  <a:pt x="7054576" y="9524"/>
                </a:moveTo>
                <a:lnTo>
                  <a:pt x="7051947" y="9524"/>
                </a:lnTo>
                <a:lnTo>
                  <a:pt x="7050824" y="9060"/>
                </a:lnTo>
                <a:lnTo>
                  <a:pt x="7048964" y="7200"/>
                </a:lnTo>
                <a:lnTo>
                  <a:pt x="7048499" y="6077"/>
                </a:lnTo>
                <a:lnTo>
                  <a:pt x="7048499" y="3447"/>
                </a:lnTo>
                <a:lnTo>
                  <a:pt x="7048964" y="2324"/>
                </a:lnTo>
                <a:lnTo>
                  <a:pt x="7050824" y="464"/>
                </a:lnTo>
                <a:lnTo>
                  <a:pt x="7051947" y="0"/>
                </a:lnTo>
                <a:lnTo>
                  <a:pt x="7054576" y="0"/>
                </a:lnTo>
                <a:lnTo>
                  <a:pt x="7055699" y="464"/>
                </a:lnTo>
                <a:lnTo>
                  <a:pt x="7057559" y="2324"/>
                </a:lnTo>
                <a:lnTo>
                  <a:pt x="7058024" y="3447"/>
                </a:lnTo>
                <a:lnTo>
                  <a:pt x="7058024" y="6077"/>
                </a:lnTo>
                <a:lnTo>
                  <a:pt x="7057559" y="7200"/>
                </a:lnTo>
                <a:lnTo>
                  <a:pt x="7055699" y="9060"/>
                </a:lnTo>
                <a:lnTo>
                  <a:pt x="7054576" y="9524"/>
                </a:lnTo>
                <a:close/>
              </a:path>
              <a:path w="11534775" h="9525">
                <a:moveTo>
                  <a:pt x="7102201" y="9524"/>
                </a:moveTo>
                <a:lnTo>
                  <a:pt x="7099571" y="9524"/>
                </a:lnTo>
                <a:lnTo>
                  <a:pt x="7098448" y="9060"/>
                </a:lnTo>
                <a:lnTo>
                  <a:pt x="7096588" y="7200"/>
                </a:lnTo>
                <a:lnTo>
                  <a:pt x="7096124" y="6077"/>
                </a:lnTo>
                <a:lnTo>
                  <a:pt x="7096124" y="3447"/>
                </a:lnTo>
                <a:lnTo>
                  <a:pt x="7096588" y="2324"/>
                </a:lnTo>
                <a:lnTo>
                  <a:pt x="7098448" y="464"/>
                </a:lnTo>
                <a:lnTo>
                  <a:pt x="7099571" y="0"/>
                </a:lnTo>
                <a:lnTo>
                  <a:pt x="7102201" y="0"/>
                </a:lnTo>
                <a:lnTo>
                  <a:pt x="7103324" y="464"/>
                </a:lnTo>
                <a:lnTo>
                  <a:pt x="7105184" y="2324"/>
                </a:lnTo>
                <a:lnTo>
                  <a:pt x="7105649" y="3447"/>
                </a:lnTo>
                <a:lnTo>
                  <a:pt x="7105649" y="6077"/>
                </a:lnTo>
                <a:lnTo>
                  <a:pt x="7105184" y="7200"/>
                </a:lnTo>
                <a:lnTo>
                  <a:pt x="7103324" y="9060"/>
                </a:lnTo>
                <a:lnTo>
                  <a:pt x="7102201" y="9524"/>
                </a:lnTo>
                <a:close/>
              </a:path>
              <a:path w="11534775" h="9525">
                <a:moveTo>
                  <a:pt x="7149826" y="9524"/>
                </a:moveTo>
                <a:lnTo>
                  <a:pt x="7147196" y="9524"/>
                </a:lnTo>
                <a:lnTo>
                  <a:pt x="7146074" y="9060"/>
                </a:lnTo>
                <a:lnTo>
                  <a:pt x="7144214" y="7200"/>
                </a:lnTo>
                <a:lnTo>
                  <a:pt x="7143749" y="6077"/>
                </a:lnTo>
                <a:lnTo>
                  <a:pt x="7143749" y="3447"/>
                </a:lnTo>
                <a:lnTo>
                  <a:pt x="7144214" y="2324"/>
                </a:lnTo>
                <a:lnTo>
                  <a:pt x="7146074" y="464"/>
                </a:lnTo>
                <a:lnTo>
                  <a:pt x="7147196" y="0"/>
                </a:lnTo>
                <a:lnTo>
                  <a:pt x="7149826" y="0"/>
                </a:lnTo>
                <a:lnTo>
                  <a:pt x="7150949" y="464"/>
                </a:lnTo>
                <a:lnTo>
                  <a:pt x="7152809" y="2324"/>
                </a:lnTo>
                <a:lnTo>
                  <a:pt x="7153274" y="3447"/>
                </a:lnTo>
                <a:lnTo>
                  <a:pt x="7153274" y="6077"/>
                </a:lnTo>
                <a:lnTo>
                  <a:pt x="7152809" y="7200"/>
                </a:lnTo>
                <a:lnTo>
                  <a:pt x="7150949" y="9060"/>
                </a:lnTo>
                <a:lnTo>
                  <a:pt x="7149826" y="9524"/>
                </a:lnTo>
                <a:close/>
              </a:path>
              <a:path w="11534775" h="9525">
                <a:moveTo>
                  <a:pt x="7197452" y="9524"/>
                </a:moveTo>
                <a:lnTo>
                  <a:pt x="7194821" y="9524"/>
                </a:lnTo>
                <a:lnTo>
                  <a:pt x="7193699" y="9060"/>
                </a:lnTo>
                <a:lnTo>
                  <a:pt x="7191839" y="7200"/>
                </a:lnTo>
                <a:lnTo>
                  <a:pt x="7191374" y="6077"/>
                </a:lnTo>
                <a:lnTo>
                  <a:pt x="7191374" y="3447"/>
                </a:lnTo>
                <a:lnTo>
                  <a:pt x="7191839" y="2324"/>
                </a:lnTo>
                <a:lnTo>
                  <a:pt x="7193699" y="464"/>
                </a:lnTo>
                <a:lnTo>
                  <a:pt x="7194821" y="0"/>
                </a:lnTo>
                <a:lnTo>
                  <a:pt x="7197452" y="0"/>
                </a:lnTo>
                <a:lnTo>
                  <a:pt x="7198574" y="464"/>
                </a:lnTo>
                <a:lnTo>
                  <a:pt x="7200434" y="2324"/>
                </a:lnTo>
                <a:lnTo>
                  <a:pt x="7200899" y="3447"/>
                </a:lnTo>
                <a:lnTo>
                  <a:pt x="7200899" y="6077"/>
                </a:lnTo>
                <a:lnTo>
                  <a:pt x="7200434" y="7200"/>
                </a:lnTo>
                <a:lnTo>
                  <a:pt x="7198574" y="9060"/>
                </a:lnTo>
                <a:lnTo>
                  <a:pt x="7197452" y="9524"/>
                </a:lnTo>
                <a:close/>
              </a:path>
              <a:path w="11534775" h="9525">
                <a:moveTo>
                  <a:pt x="7245076" y="9524"/>
                </a:moveTo>
                <a:lnTo>
                  <a:pt x="7242446" y="9524"/>
                </a:lnTo>
                <a:lnTo>
                  <a:pt x="7241324" y="9060"/>
                </a:lnTo>
                <a:lnTo>
                  <a:pt x="7239464" y="7200"/>
                </a:lnTo>
                <a:lnTo>
                  <a:pt x="7238999" y="6077"/>
                </a:lnTo>
                <a:lnTo>
                  <a:pt x="7238999" y="3447"/>
                </a:lnTo>
                <a:lnTo>
                  <a:pt x="7239464" y="2324"/>
                </a:lnTo>
                <a:lnTo>
                  <a:pt x="7241324" y="464"/>
                </a:lnTo>
                <a:lnTo>
                  <a:pt x="7242446" y="0"/>
                </a:lnTo>
                <a:lnTo>
                  <a:pt x="7245076" y="0"/>
                </a:lnTo>
                <a:lnTo>
                  <a:pt x="7246199" y="464"/>
                </a:lnTo>
                <a:lnTo>
                  <a:pt x="7248059" y="2324"/>
                </a:lnTo>
                <a:lnTo>
                  <a:pt x="7248524" y="3447"/>
                </a:lnTo>
                <a:lnTo>
                  <a:pt x="7248524" y="6077"/>
                </a:lnTo>
                <a:lnTo>
                  <a:pt x="7248059" y="7200"/>
                </a:lnTo>
                <a:lnTo>
                  <a:pt x="7246199" y="9060"/>
                </a:lnTo>
                <a:lnTo>
                  <a:pt x="7245076" y="9524"/>
                </a:lnTo>
                <a:close/>
              </a:path>
              <a:path w="11534775" h="9525">
                <a:moveTo>
                  <a:pt x="7292702" y="9524"/>
                </a:moveTo>
                <a:lnTo>
                  <a:pt x="7290071" y="9524"/>
                </a:lnTo>
                <a:lnTo>
                  <a:pt x="7288949" y="9060"/>
                </a:lnTo>
                <a:lnTo>
                  <a:pt x="7287089" y="7200"/>
                </a:lnTo>
                <a:lnTo>
                  <a:pt x="7286624" y="6077"/>
                </a:lnTo>
                <a:lnTo>
                  <a:pt x="7286624" y="3447"/>
                </a:lnTo>
                <a:lnTo>
                  <a:pt x="7287089" y="2324"/>
                </a:lnTo>
                <a:lnTo>
                  <a:pt x="7288949" y="464"/>
                </a:lnTo>
                <a:lnTo>
                  <a:pt x="7290071" y="0"/>
                </a:lnTo>
                <a:lnTo>
                  <a:pt x="7292702" y="0"/>
                </a:lnTo>
                <a:lnTo>
                  <a:pt x="7293824" y="464"/>
                </a:lnTo>
                <a:lnTo>
                  <a:pt x="7295684" y="2324"/>
                </a:lnTo>
                <a:lnTo>
                  <a:pt x="7296149" y="3447"/>
                </a:lnTo>
                <a:lnTo>
                  <a:pt x="7296149" y="6077"/>
                </a:lnTo>
                <a:lnTo>
                  <a:pt x="7295684" y="7200"/>
                </a:lnTo>
                <a:lnTo>
                  <a:pt x="7293824" y="9060"/>
                </a:lnTo>
                <a:lnTo>
                  <a:pt x="7292702" y="9524"/>
                </a:lnTo>
                <a:close/>
              </a:path>
              <a:path w="11534775" h="9525">
                <a:moveTo>
                  <a:pt x="7340326" y="9524"/>
                </a:moveTo>
                <a:lnTo>
                  <a:pt x="7337696" y="9524"/>
                </a:lnTo>
                <a:lnTo>
                  <a:pt x="7336573" y="9060"/>
                </a:lnTo>
                <a:lnTo>
                  <a:pt x="7334714" y="7200"/>
                </a:lnTo>
                <a:lnTo>
                  <a:pt x="7334249" y="6077"/>
                </a:lnTo>
                <a:lnTo>
                  <a:pt x="7334249" y="3447"/>
                </a:lnTo>
                <a:lnTo>
                  <a:pt x="7334714" y="2324"/>
                </a:lnTo>
                <a:lnTo>
                  <a:pt x="7336573" y="464"/>
                </a:lnTo>
                <a:lnTo>
                  <a:pt x="7337696" y="0"/>
                </a:lnTo>
                <a:lnTo>
                  <a:pt x="7340326" y="0"/>
                </a:lnTo>
                <a:lnTo>
                  <a:pt x="7341449" y="464"/>
                </a:lnTo>
                <a:lnTo>
                  <a:pt x="7343308" y="2324"/>
                </a:lnTo>
                <a:lnTo>
                  <a:pt x="7343774" y="3447"/>
                </a:lnTo>
                <a:lnTo>
                  <a:pt x="7343774" y="6077"/>
                </a:lnTo>
                <a:lnTo>
                  <a:pt x="7343308" y="7200"/>
                </a:lnTo>
                <a:lnTo>
                  <a:pt x="7341449" y="9060"/>
                </a:lnTo>
                <a:lnTo>
                  <a:pt x="7340326" y="9524"/>
                </a:lnTo>
                <a:close/>
              </a:path>
              <a:path w="11534775" h="9525">
                <a:moveTo>
                  <a:pt x="7387952" y="9524"/>
                </a:moveTo>
                <a:lnTo>
                  <a:pt x="7385321" y="9524"/>
                </a:lnTo>
                <a:lnTo>
                  <a:pt x="7384198" y="9060"/>
                </a:lnTo>
                <a:lnTo>
                  <a:pt x="7382339" y="7200"/>
                </a:lnTo>
                <a:lnTo>
                  <a:pt x="7381874" y="6077"/>
                </a:lnTo>
                <a:lnTo>
                  <a:pt x="7381874" y="3447"/>
                </a:lnTo>
                <a:lnTo>
                  <a:pt x="7382339" y="2324"/>
                </a:lnTo>
                <a:lnTo>
                  <a:pt x="7384198" y="464"/>
                </a:lnTo>
                <a:lnTo>
                  <a:pt x="7385321" y="0"/>
                </a:lnTo>
                <a:lnTo>
                  <a:pt x="7387952" y="0"/>
                </a:lnTo>
                <a:lnTo>
                  <a:pt x="7389074" y="464"/>
                </a:lnTo>
                <a:lnTo>
                  <a:pt x="7390934" y="2324"/>
                </a:lnTo>
                <a:lnTo>
                  <a:pt x="7391399" y="3447"/>
                </a:lnTo>
                <a:lnTo>
                  <a:pt x="7391399" y="6077"/>
                </a:lnTo>
                <a:lnTo>
                  <a:pt x="7390934" y="7200"/>
                </a:lnTo>
                <a:lnTo>
                  <a:pt x="7389074" y="9060"/>
                </a:lnTo>
                <a:lnTo>
                  <a:pt x="7387952" y="9524"/>
                </a:lnTo>
                <a:close/>
              </a:path>
              <a:path w="11534775" h="9525">
                <a:moveTo>
                  <a:pt x="7435577" y="9524"/>
                </a:moveTo>
                <a:lnTo>
                  <a:pt x="7432946" y="9524"/>
                </a:lnTo>
                <a:lnTo>
                  <a:pt x="7431823" y="9060"/>
                </a:lnTo>
                <a:lnTo>
                  <a:pt x="7429964" y="7200"/>
                </a:lnTo>
                <a:lnTo>
                  <a:pt x="7429499" y="6077"/>
                </a:lnTo>
                <a:lnTo>
                  <a:pt x="7429499" y="3447"/>
                </a:lnTo>
                <a:lnTo>
                  <a:pt x="7429964" y="2324"/>
                </a:lnTo>
                <a:lnTo>
                  <a:pt x="7431823" y="464"/>
                </a:lnTo>
                <a:lnTo>
                  <a:pt x="7432946" y="0"/>
                </a:lnTo>
                <a:lnTo>
                  <a:pt x="7435577" y="0"/>
                </a:lnTo>
                <a:lnTo>
                  <a:pt x="7436699" y="464"/>
                </a:lnTo>
                <a:lnTo>
                  <a:pt x="7438559" y="2324"/>
                </a:lnTo>
                <a:lnTo>
                  <a:pt x="7439024" y="3447"/>
                </a:lnTo>
                <a:lnTo>
                  <a:pt x="7439024" y="6077"/>
                </a:lnTo>
                <a:lnTo>
                  <a:pt x="7438559" y="7200"/>
                </a:lnTo>
                <a:lnTo>
                  <a:pt x="7436699" y="9060"/>
                </a:lnTo>
                <a:lnTo>
                  <a:pt x="7435577" y="9524"/>
                </a:lnTo>
                <a:close/>
              </a:path>
              <a:path w="11534775" h="9525">
                <a:moveTo>
                  <a:pt x="7483201" y="9524"/>
                </a:moveTo>
                <a:lnTo>
                  <a:pt x="7480571" y="9524"/>
                </a:lnTo>
                <a:lnTo>
                  <a:pt x="7479448" y="9060"/>
                </a:lnTo>
                <a:lnTo>
                  <a:pt x="7477588" y="7200"/>
                </a:lnTo>
                <a:lnTo>
                  <a:pt x="7477123" y="6077"/>
                </a:lnTo>
                <a:lnTo>
                  <a:pt x="7477123" y="3447"/>
                </a:lnTo>
                <a:lnTo>
                  <a:pt x="7477588" y="2324"/>
                </a:lnTo>
                <a:lnTo>
                  <a:pt x="7479448" y="464"/>
                </a:lnTo>
                <a:lnTo>
                  <a:pt x="7480571" y="0"/>
                </a:lnTo>
                <a:lnTo>
                  <a:pt x="7483201" y="0"/>
                </a:lnTo>
                <a:lnTo>
                  <a:pt x="7484323" y="464"/>
                </a:lnTo>
                <a:lnTo>
                  <a:pt x="7486183" y="2324"/>
                </a:lnTo>
                <a:lnTo>
                  <a:pt x="7486648" y="3447"/>
                </a:lnTo>
                <a:lnTo>
                  <a:pt x="7486648" y="6077"/>
                </a:lnTo>
                <a:lnTo>
                  <a:pt x="7486183" y="7200"/>
                </a:lnTo>
                <a:lnTo>
                  <a:pt x="7484323" y="9060"/>
                </a:lnTo>
                <a:lnTo>
                  <a:pt x="7483201" y="9524"/>
                </a:lnTo>
                <a:close/>
              </a:path>
              <a:path w="11534775" h="9525">
                <a:moveTo>
                  <a:pt x="7530827" y="9524"/>
                </a:moveTo>
                <a:lnTo>
                  <a:pt x="7528197" y="9524"/>
                </a:lnTo>
                <a:lnTo>
                  <a:pt x="7527075" y="9060"/>
                </a:lnTo>
                <a:lnTo>
                  <a:pt x="7525214" y="7200"/>
                </a:lnTo>
                <a:lnTo>
                  <a:pt x="7524750" y="6077"/>
                </a:lnTo>
                <a:lnTo>
                  <a:pt x="7524750" y="3447"/>
                </a:lnTo>
                <a:lnTo>
                  <a:pt x="7525214" y="2324"/>
                </a:lnTo>
                <a:lnTo>
                  <a:pt x="7527075" y="464"/>
                </a:lnTo>
                <a:lnTo>
                  <a:pt x="7528197" y="0"/>
                </a:lnTo>
                <a:lnTo>
                  <a:pt x="7530827" y="0"/>
                </a:lnTo>
                <a:lnTo>
                  <a:pt x="7531949" y="464"/>
                </a:lnTo>
                <a:lnTo>
                  <a:pt x="7533809" y="2324"/>
                </a:lnTo>
                <a:lnTo>
                  <a:pt x="7534274" y="3447"/>
                </a:lnTo>
                <a:lnTo>
                  <a:pt x="7534274" y="6077"/>
                </a:lnTo>
                <a:lnTo>
                  <a:pt x="7533809" y="7200"/>
                </a:lnTo>
                <a:lnTo>
                  <a:pt x="7531949" y="9060"/>
                </a:lnTo>
                <a:lnTo>
                  <a:pt x="7530827" y="9524"/>
                </a:lnTo>
                <a:close/>
              </a:path>
              <a:path w="11534775" h="9525">
                <a:moveTo>
                  <a:pt x="7578452" y="9524"/>
                </a:moveTo>
                <a:lnTo>
                  <a:pt x="7575822" y="9524"/>
                </a:lnTo>
                <a:lnTo>
                  <a:pt x="7574698" y="9060"/>
                </a:lnTo>
                <a:lnTo>
                  <a:pt x="7572839" y="7200"/>
                </a:lnTo>
                <a:lnTo>
                  <a:pt x="7572374" y="6077"/>
                </a:lnTo>
                <a:lnTo>
                  <a:pt x="7572374" y="3447"/>
                </a:lnTo>
                <a:lnTo>
                  <a:pt x="7572839" y="2324"/>
                </a:lnTo>
                <a:lnTo>
                  <a:pt x="7574698" y="464"/>
                </a:lnTo>
                <a:lnTo>
                  <a:pt x="7575822" y="0"/>
                </a:lnTo>
                <a:lnTo>
                  <a:pt x="7578452" y="0"/>
                </a:lnTo>
                <a:lnTo>
                  <a:pt x="7579574" y="464"/>
                </a:lnTo>
                <a:lnTo>
                  <a:pt x="7581434" y="2324"/>
                </a:lnTo>
                <a:lnTo>
                  <a:pt x="7581899" y="3447"/>
                </a:lnTo>
                <a:lnTo>
                  <a:pt x="7581899" y="6077"/>
                </a:lnTo>
                <a:lnTo>
                  <a:pt x="7581434" y="7200"/>
                </a:lnTo>
                <a:lnTo>
                  <a:pt x="7579574" y="9060"/>
                </a:lnTo>
                <a:lnTo>
                  <a:pt x="7578452" y="9524"/>
                </a:lnTo>
                <a:close/>
              </a:path>
              <a:path w="11534775" h="9525">
                <a:moveTo>
                  <a:pt x="7626076" y="9524"/>
                </a:moveTo>
                <a:lnTo>
                  <a:pt x="7623446" y="9524"/>
                </a:lnTo>
                <a:lnTo>
                  <a:pt x="7622323" y="9060"/>
                </a:lnTo>
                <a:lnTo>
                  <a:pt x="7620463" y="7200"/>
                </a:lnTo>
                <a:lnTo>
                  <a:pt x="7619999" y="6077"/>
                </a:lnTo>
                <a:lnTo>
                  <a:pt x="7619999" y="3447"/>
                </a:lnTo>
                <a:lnTo>
                  <a:pt x="7620463" y="2324"/>
                </a:lnTo>
                <a:lnTo>
                  <a:pt x="7622323" y="464"/>
                </a:lnTo>
                <a:lnTo>
                  <a:pt x="7623446" y="0"/>
                </a:lnTo>
                <a:lnTo>
                  <a:pt x="7626076" y="0"/>
                </a:lnTo>
                <a:lnTo>
                  <a:pt x="7627199" y="464"/>
                </a:lnTo>
                <a:lnTo>
                  <a:pt x="7629059" y="2324"/>
                </a:lnTo>
                <a:lnTo>
                  <a:pt x="7629524" y="3447"/>
                </a:lnTo>
                <a:lnTo>
                  <a:pt x="7629524" y="6077"/>
                </a:lnTo>
                <a:lnTo>
                  <a:pt x="7629059" y="7200"/>
                </a:lnTo>
                <a:lnTo>
                  <a:pt x="7627199" y="9060"/>
                </a:lnTo>
                <a:lnTo>
                  <a:pt x="7626076" y="9524"/>
                </a:lnTo>
                <a:close/>
              </a:path>
              <a:path w="11534775" h="9525">
                <a:moveTo>
                  <a:pt x="7673701" y="9524"/>
                </a:moveTo>
                <a:lnTo>
                  <a:pt x="7671071" y="9524"/>
                </a:lnTo>
                <a:lnTo>
                  <a:pt x="7669948" y="9060"/>
                </a:lnTo>
                <a:lnTo>
                  <a:pt x="7668089" y="7200"/>
                </a:lnTo>
                <a:lnTo>
                  <a:pt x="7667624" y="6077"/>
                </a:lnTo>
                <a:lnTo>
                  <a:pt x="7667624" y="3447"/>
                </a:lnTo>
                <a:lnTo>
                  <a:pt x="7668089" y="2324"/>
                </a:lnTo>
                <a:lnTo>
                  <a:pt x="7669948" y="464"/>
                </a:lnTo>
                <a:lnTo>
                  <a:pt x="7671071" y="0"/>
                </a:lnTo>
                <a:lnTo>
                  <a:pt x="7673701" y="0"/>
                </a:lnTo>
                <a:lnTo>
                  <a:pt x="7674824" y="464"/>
                </a:lnTo>
                <a:lnTo>
                  <a:pt x="7676684" y="2324"/>
                </a:lnTo>
                <a:lnTo>
                  <a:pt x="7677149" y="3447"/>
                </a:lnTo>
                <a:lnTo>
                  <a:pt x="7677149" y="6077"/>
                </a:lnTo>
                <a:lnTo>
                  <a:pt x="7676684" y="7200"/>
                </a:lnTo>
                <a:lnTo>
                  <a:pt x="7674824" y="9060"/>
                </a:lnTo>
                <a:lnTo>
                  <a:pt x="7673701" y="9524"/>
                </a:lnTo>
                <a:close/>
              </a:path>
              <a:path w="11534775" h="9525">
                <a:moveTo>
                  <a:pt x="7721327" y="9524"/>
                </a:moveTo>
                <a:lnTo>
                  <a:pt x="7718696" y="9524"/>
                </a:lnTo>
                <a:lnTo>
                  <a:pt x="7717573" y="9060"/>
                </a:lnTo>
                <a:lnTo>
                  <a:pt x="7715714" y="7200"/>
                </a:lnTo>
                <a:lnTo>
                  <a:pt x="7715249" y="6077"/>
                </a:lnTo>
                <a:lnTo>
                  <a:pt x="7715249" y="3447"/>
                </a:lnTo>
                <a:lnTo>
                  <a:pt x="7715714" y="2324"/>
                </a:lnTo>
                <a:lnTo>
                  <a:pt x="7717573" y="464"/>
                </a:lnTo>
                <a:lnTo>
                  <a:pt x="7718696" y="0"/>
                </a:lnTo>
                <a:lnTo>
                  <a:pt x="7721327" y="0"/>
                </a:lnTo>
                <a:lnTo>
                  <a:pt x="7722449" y="464"/>
                </a:lnTo>
                <a:lnTo>
                  <a:pt x="7724309" y="2324"/>
                </a:lnTo>
                <a:lnTo>
                  <a:pt x="7724774" y="3447"/>
                </a:lnTo>
                <a:lnTo>
                  <a:pt x="7724774" y="6077"/>
                </a:lnTo>
                <a:lnTo>
                  <a:pt x="7724309" y="7200"/>
                </a:lnTo>
                <a:lnTo>
                  <a:pt x="7722449" y="9060"/>
                </a:lnTo>
                <a:lnTo>
                  <a:pt x="7721327" y="9524"/>
                </a:lnTo>
                <a:close/>
              </a:path>
              <a:path w="11534775" h="9525">
                <a:moveTo>
                  <a:pt x="7768951" y="9524"/>
                </a:moveTo>
                <a:lnTo>
                  <a:pt x="7766321" y="9524"/>
                </a:lnTo>
                <a:lnTo>
                  <a:pt x="7765198" y="9060"/>
                </a:lnTo>
                <a:lnTo>
                  <a:pt x="7763339" y="7200"/>
                </a:lnTo>
                <a:lnTo>
                  <a:pt x="7762874" y="6077"/>
                </a:lnTo>
                <a:lnTo>
                  <a:pt x="7762874" y="3447"/>
                </a:lnTo>
                <a:lnTo>
                  <a:pt x="7763339" y="2324"/>
                </a:lnTo>
                <a:lnTo>
                  <a:pt x="7765198" y="464"/>
                </a:lnTo>
                <a:lnTo>
                  <a:pt x="7766321" y="0"/>
                </a:lnTo>
                <a:lnTo>
                  <a:pt x="7768951" y="0"/>
                </a:lnTo>
                <a:lnTo>
                  <a:pt x="7770074" y="464"/>
                </a:lnTo>
                <a:lnTo>
                  <a:pt x="7771933" y="2324"/>
                </a:lnTo>
                <a:lnTo>
                  <a:pt x="7772399" y="3447"/>
                </a:lnTo>
                <a:lnTo>
                  <a:pt x="7772399" y="6077"/>
                </a:lnTo>
                <a:lnTo>
                  <a:pt x="7771933" y="7200"/>
                </a:lnTo>
                <a:lnTo>
                  <a:pt x="7770074" y="9060"/>
                </a:lnTo>
                <a:lnTo>
                  <a:pt x="7768951" y="9524"/>
                </a:lnTo>
                <a:close/>
              </a:path>
              <a:path w="11534775" h="9525">
                <a:moveTo>
                  <a:pt x="7816577" y="9524"/>
                </a:moveTo>
                <a:lnTo>
                  <a:pt x="7813946" y="9524"/>
                </a:lnTo>
                <a:lnTo>
                  <a:pt x="7812823" y="9060"/>
                </a:lnTo>
                <a:lnTo>
                  <a:pt x="7810964" y="7200"/>
                </a:lnTo>
                <a:lnTo>
                  <a:pt x="7810499" y="6077"/>
                </a:lnTo>
                <a:lnTo>
                  <a:pt x="7810499" y="3447"/>
                </a:lnTo>
                <a:lnTo>
                  <a:pt x="7810964" y="2324"/>
                </a:lnTo>
                <a:lnTo>
                  <a:pt x="7812823" y="464"/>
                </a:lnTo>
                <a:lnTo>
                  <a:pt x="7813946" y="0"/>
                </a:lnTo>
                <a:lnTo>
                  <a:pt x="7816577" y="0"/>
                </a:lnTo>
                <a:lnTo>
                  <a:pt x="7817699" y="464"/>
                </a:lnTo>
                <a:lnTo>
                  <a:pt x="7819559" y="2324"/>
                </a:lnTo>
                <a:lnTo>
                  <a:pt x="7820024" y="3447"/>
                </a:lnTo>
                <a:lnTo>
                  <a:pt x="7820024" y="6077"/>
                </a:lnTo>
                <a:lnTo>
                  <a:pt x="7819559" y="7200"/>
                </a:lnTo>
                <a:lnTo>
                  <a:pt x="7817699" y="9060"/>
                </a:lnTo>
                <a:lnTo>
                  <a:pt x="7816577" y="9524"/>
                </a:lnTo>
                <a:close/>
              </a:path>
              <a:path w="11534775" h="9525">
                <a:moveTo>
                  <a:pt x="7864201" y="9524"/>
                </a:moveTo>
                <a:lnTo>
                  <a:pt x="7861571" y="9524"/>
                </a:lnTo>
                <a:lnTo>
                  <a:pt x="7860448" y="9060"/>
                </a:lnTo>
                <a:lnTo>
                  <a:pt x="7858589" y="7200"/>
                </a:lnTo>
                <a:lnTo>
                  <a:pt x="7858124" y="6077"/>
                </a:lnTo>
                <a:lnTo>
                  <a:pt x="7858124" y="3447"/>
                </a:lnTo>
                <a:lnTo>
                  <a:pt x="7858589" y="2324"/>
                </a:lnTo>
                <a:lnTo>
                  <a:pt x="7860448" y="464"/>
                </a:lnTo>
                <a:lnTo>
                  <a:pt x="7861571" y="0"/>
                </a:lnTo>
                <a:lnTo>
                  <a:pt x="7864201" y="0"/>
                </a:lnTo>
                <a:lnTo>
                  <a:pt x="7865324" y="464"/>
                </a:lnTo>
                <a:lnTo>
                  <a:pt x="7867183" y="2324"/>
                </a:lnTo>
                <a:lnTo>
                  <a:pt x="7867649" y="3447"/>
                </a:lnTo>
                <a:lnTo>
                  <a:pt x="7867649" y="6077"/>
                </a:lnTo>
                <a:lnTo>
                  <a:pt x="7867183" y="7200"/>
                </a:lnTo>
                <a:lnTo>
                  <a:pt x="7865324" y="9060"/>
                </a:lnTo>
                <a:lnTo>
                  <a:pt x="7864201" y="9524"/>
                </a:lnTo>
                <a:close/>
              </a:path>
              <a:path w="11534775" h="9525">
                <a:moveTo>
                  <a:pt x="7911827" y="9524"/>
                </a:moveTo>
                <a:lnTo>
                  <a:pt x="7909196" y="9524"/>
                </a:lnTo>
                <a:lnTo>
                  <a:pt x="7908073" y="9060"/>
                </a:lnTo>
                <a:lnTo>
                  <a:pt x="7906214" y="7200"/>
                </a:lnTo>
                <a:lnTo>
                  <a:pt x="7905749" y="6077"/>
                </a:lnTo>
                <a:lnTo>
                  <a:pt x="7905749" y="3447"/>
                </a:lnTo>
                <a:lnTo>
                  <a:pt x="7906214" y="2324"/>
                </a:lnTo>
                <a:lnTo>
                  <a:pt x="7908073" y="464"/>
                </a:lnTo>
                <a:lnTo>
                  <a:pt x="7909196" y="0"/>
                </a:lnTo>
                <a:lnTo>
                  <a:pt x="7911827" y="0"/>
                </a:lnTo>
                <a:lnTo>
                  <a:pt x="7912949" y="464"/>
                </a:lnTo>
                <a:lnTo>
                  <a:pt x="7914809" y="2324"/>
                </a:lnTo>
                <a:lnTo>
                  <a:pt x="7915274" y="3447"/>
                </a:lnTo>
                <a:lnTo>
                  <a:pt x="7915274" y="6077"/>
                </a:lnTo>
                <a:lnTo>
                  <a:pt x="7914809" y="7200"/>
                </a:lnTo>
                <a:lnTo>
                  <a:pt x="7912949" y="9060"/>
                </a:lnTo>
                <a:lnTo>
                  <a:pt x="7911827" y="9524"/>
                </a:lnTo>
                <a:close/>
              </a:path>
              <a:path w="11534775" h="9525">
                <a:moveTo>
                  <a:pt x="7959451" y="9524"/>
                </a:moveTo>
                <a:lnTo>
                  <a:pt x="7956821" y="9524"/>
                </a:lnTo>
                <a:lnTo>
                  <a:pt x="7955698" y="9060"/>
                </a:lnTo>
                <a:lnTo>
                  <a:pt x="7953839" y="7200"/>
                </a:lnTo>
                <a:lnTo>
                  <a:pt x="7953374" y="6077"/>
                </a:lnTo>
                <a:lnTo>
                  <a:pt x="7953374" y="3447"/>
                </a:lnTo>
                <a:lnTo>
                  <a:pt x="7953839" y="2324"/>
                </a:lnTo>
                <a:lnTo>
                  <a:pt x="7955698" y="464"/>
                </a:lnTo>
                <a:lnTo>
                  <a:pt x="7956821" y="0"/>
                </a:lnTo>
                <a:lnTo>
                  <a:pt x="7959451" y="0"/>
                </a:lnTo>
                <a:lnTo>
                  <a:pt x="7960574" y="464"/>
                </a:lnTo>
                <a:lnTo>
                  <a:pt x="7962434" y="2324"/>
                </a:lnTo>
                <a:lnTo>
                  <a:pt x="7962899" y="3447"/>
                </a:lnTo>
                <a:lnTo>
                  <a:pt x="7962899" y="6077"/>
                </a:lnTo>
                <a:lnTo>
                  <a:pt x="7962434" y="7200"/>
                </a:lnTo>
                <a:lnTo>
                  <a:pt x="7960574" y="9060"/>
                </a:lnTo>
                <a:lnTo>
                  <a:pt x="7959451" y="9524"/>
                </a:lnTo>
                <a:close/>
              </a:path>
              <a:path w="11534775" h="9525">
                <a:moveTo>
                  <a:pt x="8007076" y="9524"/>
                </a:moveTo>
                <a:lnTo>
                  <a:pt x="8004447" y="9524"/>
                </a:lnTo>
                <a:lnTo>
                  <a:pt x="8003324" y="9060"/>
                </a:lnTo>
                <a:lnTo>
                  <a:pt x="8001464" y="7200"/>
                </a:lnTo>
                <a:lnTo>
                  <a:pt x="8000999" y="6077"/>
                </a:lnTo>
                <a:lnTo>
                  <a:pt x="8000999" y="3447"/>
                </a:lnTo>
                <a:lnTo>
                  <a:pt x="8001464" y="2324"/>
                </a:lnTo>
                <a:lnTo>
                  <a:pt x="8003324" y="464"/>
                </a:lnTo>
                <a:lnTo>
                  <a:pt x="8004447" y="0"/>
                </a:lnTo>
                <a:lnTo>
                  <a:pt x="8007076" y="0"/>
                </a:lnTo>
                <a:lnTo>
                  <a:pt x="8008199" y="464"/>
                </a:lnTo>
                <a:lnTo>
                  <a:pt x="8010059" y="2324"/>
                </a:lnTo>
                <a:lnTo>
                  <a:pt x="8010524" y="3447"/>
                </a:lnTo>
                <a:lnTo>
                  <a:pt x="8010524" y="6077"/>
                </a:lnTo>
                <a:lnTo>
                  <a:pt x="8010059" y="7200"/>
                </a:lnTo>
                <a:lnTo>
                  <a:pt x="8008199" y="9060"/>
                </a:lnTo>
                <a:lnTo>
                  <a:pt x="8007076" y="9524"/>
                </a:lnTo>
                <a:close/>
              </a:path>
              <a:path w="11534775" h="9525">
                <a:moveTo>
                  <a:pt x="8054701" y="9524"/>
                </a:moveTo>
                <a:lnTo>
                  <a:pt x="8052071" y="9524"/>
                </a:lnTo>
                <a:lnTo>
                  <a:pt x="8050948" y="9060"/>
                </a:lnTo>
                <a:lnTo>
                  <a:pt x="8049089" y="7200"/>
                </a:lnTo>
                <a:lnTo>
                  <a:pt x="8048624" y="6077"/>
                </a:lnTo>
                <a:lnTo>
                  <a:pt x="8048624" y="3447"/>
                </a:lnTo>
                <a:lnTo>
                  <a:pt x="8049089" y="2324"/>
                </a:lnTo>
                <a:lnTo>
                  <a:pt x="8050948" y="464"/>
                </a:lnTo>
                <a:lnTo>
                  <a:pt x="8052071" y="0"/>
                </a:lnTo>
                <a:lnTo>
                  <a:pt x="8054701" y="0"/>
                </a:lnTo>
                <a:lnTo>
                  <a:pt x="8055824" y="464"/>
                </a:lnTo>
                <a:lnTo>
                  <a:pt x="8057684" y="2324"/>
                </a:lnTo>
                <a:lnTo>
                  <a:pt x="8058149" y="3447"/>
                </a:lnTo>
                <a:lnTo>
                  <a:pt x="8058149" y="6077"/>
                </a:lnTo>
                <a:lnTo>
                  <a:pt x="8057684" y="7200"/>
                </a:lnTo>
                <a:lnTo>
                  <a:pt x="8055824" y="9060"/>
                </a:lnTo>
                <a:lnTo>
                  <a:pt x="8054701" y="9524"/>
                </a:lnTo>
                <a:close/>
              </a:path>
              <a:path w="11534775" h="9525">
                <a:moveTo>
                  <a:pt x="8102326" y="9524"/>
                </a:moveTo>
                <a:lnTo>
                  <a:pt x="8099696" y="9524"/>
                </a:lnTo>
                <a:lnTo>
                  <a:pt x="8098573" y="9060"/>
                </a:lnTo>
                <a:lnTo>
                  <a:pt x="8096714" y="7200"/>
                </a:lnTo>
                <a:lnTo>
                  <a:pt x="8096249" y="6077"/>
                </a:lnTo>
                <a:lnTo>
                  <a:pt x="8096249" y="3447"/>
                </a:lnTo>
                <a:lnTo>
                  <a:pt x="8096714" y="2324"/>
                </a:lnTo>
                <a:lnTo>
                  <a:pt x="8098573" y="464"/>
                </a:lnTo>
                <a:lnTo>
                  <a:pt x="8099696" y="0"/>
                </a:lnTo>
                <a:lnTo>
                  <a:pt x="8102326" y="0"/>
                </a:lnTo>
                <a:lnTo>
                  <a:pt x="8103449" y="464"/>
                </a:lnTo>
                <a:lnTo>
                  <a:pt x="8105309" y="2324"/>
                </a:lnTo>
                <a:lnTo>
                  <a:pt x="8105774" y="3447"/>
                </a:lnTo>
                <a:lnTo>
                  <a:pt x="8105774" y="6077"/>
                </a:lnTo>
                <a:lnTo>
                  <a:pt x="8105309" y="7200"/>
                </a:lnTo>
                <a:lnTo>
                  <a:pt x="8103449" y="9060"/>
                </a:lnTo>
                <a:lnTo>
                  <a:pt x="8102326" y="9524"/>
                </a:lnTo>
                <a:close/>
              </a:path>
              <a:path w="11534775" h="9525">
                <a:moveTo>
                  <a:pt x="8149952" y="9524"/>
                </a:moveTo>
                <a:lnTo>
                  <a:pt x="8147321" y="9524"/>
                </a:lnTo>
                <a:lnTo>
                  <a:pt x="8146198" y="9060"/>
                </a:lnTo>
                <a:lnTo>
                  <a:pt x="8144338" y="7200"/>
                </a:lnTo>
                <a:lnTo>
                  <a:pt x="8143874" y="6077"/>
                </a:lnTo>
                <a:lnTo>
                  <a:pt x="8143874" y="3447"/>
                </a:lnTo>
                <a:lnTo>
                  <a:pt x="8144338" y="2324"/>
                </a:lnTo>
                <a:lnTo>
                  <a:pt x="8146198" y="464"/>
                </a:lnTo>
                <a:lnTo>
                  <a:pt x="8147321" y="0"/>
                </a:lnTo>
                <a:lnTo>
                  <a:pt x="8149952" y="0"/>
                </a:lnTo>
                <a:lnTo>
                  <a:pt x="8151074" y="464"/>
                </a:lnTo>
                <a:lnTo>
                  <a:pt x="8152934" y="2324"/>
                </a:lnTo>
                <a:lnTo>
                  <a:pt x="8153399" y="3447"/>
                </a:lnTo>
                <a:lnTo>
                  <a:pt x="8153399" y="6077"/>
                </a:lnTo>
                <a:lnTo>
                  <a:pt x="8152934" y="7200"/>
                </a:lnTo>
                <a:lnTo>
                  <a:pt x="8151074" y="9060"/>
                </a:lnTo>
                <a:lnTo>
                  <a:pt x="8149952" y="9524"/>
                </a:lnTo>
                <a:close/>
              </a:path>
              <a:path w="11534775" h="9525">
                <a:moveTo>
                  <a:pt x="8197576" y="9524"/>
                </a:moveTo>
                <a:lnTo>
                  <a:pt x="8194946" y="9524"/>
                </a:lnTo>
                <a:lnTo>
                  <a:pt x="8193823" y="9060"/>
                </a:lnTo>
                <a:lnTo>
                  <a:pt x="8191964" y="7200"/>
                </a:lnTo>
                <a:lnTo>
                  <a:pt x="8191499" y="6077"/>
                </a:lnTo>
                <a:lnTo>
                  <a:pt x="8191499" y="3447"/>
                </a:lnTo>
                <a:lnTo>
                  <a:pt x="8191964" y="2324"/>
                </a:lnTo>
                <a:lnTo>
                  <a:pt x="8193823" y="464"/>
                </a:lnTo>
                <a:lnTo>
                  <a:pt x="8194946" y="0"/>
                </a:lnTo>
                <a:lnTo>
                  <a:pt x="8197576" y="0"/>
                </a:lnTo>
                <a:lnTo>
                  <a:pt x="8198699" y="464"/>
                </a:lnTo>
                <a:lnTo>
                  <a:pt x="8200558" y="2324"/>
                </a:lnTo>
                <a:lnTo>
                  <a:pt x="8201024" y="3447"/>
                </a:lnTo>
                <a:lnTo>
                  <a:pt x="8201024" y="6077"/>
                </a:lnTo>
                <a:lnTo>
                  <a:pt x="8200558" y="7200"/>
                </a:lnTo>
                <a:lnTo>
                  <a:pt x="8198699" y="9060"/>
                </a:lnTo>
                <a:lnTo>
                  <a:pt x="8197576" y="9524"/>
                </a:lnTo>
                <a:close/>
              </a:path>
              <a:path w="11534775" h="9525">
                <a:moveTo>
                  <a:pt x="8245202" y="9524"/>
                </a:moveTo>
                <a:lnTo>
                  <a:pt x="8242571" y="9524"/>
                </a:lnTo>
                <a:lnTo>
                  <a:pt x="8241448" y="9060"/>
                </a:lnTo>
                <a:lnTo>
                  <a:pt x="8239589" y="7200"/>
                </a:lnTo>
                <a:lnTo>
                  <a:pt x="8239124" y="6077"/>
                </a:lnTo>
                <a:lnTo>
                  <a:pt x="8239124" y="3447"/>
                </a:lnTo>
                <a:lnTo>
                  <a:pt x="8239589" y="2324"/>
                </a:lnTo>
                <a:lnTo>
                  <a:pt x="8241448" y="464"/>
                </a:lnTo>
                <a:lnTo>
                  <a:pt x="8242571" y="0"/>
                </a:lnTo>
                <a:lnTo>
                  <a:pt x="8245202" y="0"/>
                </a:lnTo>
                <a:lnTo>
                  <a:pt x="8246324" y="464"/>
                </a:lnTo>
                <a:lnTo>
                  <a:pt x="8248184" y="2324"/>
                </a:lnTo>
                <a:lnTo>
                  <a:pt x="8248649" y="3447"/>
                </a:lnTo>
                <a:lnTo>
                  <a:pt x="8248649" y="6077"/>
                </a:lnTo>
                <a:lnTo>
                  <a:pt x="8248184" y="7200"/>
                </a:lnTo>
                <a:lnTo>
                  <a:pt x="8246324" y="9060"/>
                </a:lnTo>
                <a:lnTo>
                  <a:pt x="8245202" y="9524"/>
                </a:lnTo>
                <a:close/>
              </a:path>
              <a:path w="11534775" h="9525">
                <a:moveTo>
                  <a:pt x="8292826" y="9524"/>
                </a:moveTo>
                <a:lnTo>
                  <a:pt x="8290196" y="9524"/>
                </a:lnTo>
                <a:lnTo>
                  <a:pt x="8289073" y="9060"/>
                </a:lnTo>
                <a:lnTo>
                  <a:pt x="8287214" y="7200"/>
                </a:lnTo>
                <a:lnTo>
                  <a:pt x="8286749" y="6077"/>
                </a:lnTo>
                <a:lnTo>
                  <a:pt x="8286749" y="3447"/>
                </a:lnTo>
                <a:lnTo>
                  <a:pt x="8287214" y="2324"/>
                </a:lnTo>
                <a:lnTo>
                  <a:pt x="8289073" y="464"/>
                </a:lnTo>
                <a:lnTo>
                  <a:pt x="8290196" y="0"/>
                </a:lnTo>
                <a:lnTo>
                  <a:pt x="8292826" y="0"/>
                </a:lnTo>
                <a:lnTo>
                  <a:pt x="8293949" y="464"/>
                </a:lnTo>
                <a:lnTo>
                  <a:pt x="8295808" y="2324"/>
                </a:lnTo>
                <a:lnTo>
                  <a:pt x="8296274" y="3447"/>
                </a:lnTo>
                <a:lnTo>
                  <a:pt x="8296274" y="6077"/>
                </a:lnTo>
                <a:lnTo>
                  <a:pt x="8295808" y="7200"/>
                </a:lnTo>
                <a:lnTo>
                  <a:pt x="8293949" y="9060"/>
                </a:lnTo>
                <a:lnTo>
                  <a:pt x="8292826" y="9524"/>
                </a:lnTo>
                <a:close/>
              </a:path>
              <a:path w="11534775" h="9525">
                <a:moveTo>
                  <a:pt x="8340452" y="9524"/>
                </a:moveTo>
                <a:lnTo>
                  <a:pt x="8337821" y="9524"/>
                </a:lnTo>
                <a:lnTo>
                  <a:pt x="8336698" y="9060"/>
                </a:lnTo>
                <a:lnTo>
                  <a:pt x="8334839" y="7200"/>
                </a:lnTo>
                <a:lnTo>
                  <a:pt x="8334374" y="6077"/>
                </a:lnTo>
                <a:lnTo>
                  <a:pt x="8334374" y="3447"/>
                </a:lnTo>
                <a:lnTo>
                  <a:pt x="8334839" y="2324"/>
                </a:lnTo>
                <a:lnTo>
                  <a:pt x="8336698" y="464"/>
                </a:lnTo>
                <a:lnTo>
                  <a:pt x="8337821" y="0"/>
                </a:lnTo>
                <a:lnTo>
                  <a:pt x="8340452" y="0"/>
                </a:lnTo>
                <a:lnTo>
                  <a:pt x="8341574" y="464"/>
                </a:lnTo>
                <a:lnTo>
                  <a:pt x="8343433" y="2324"/>
                </a:lnTo>
                <a:lnTo>
                  <a:pt x="8343899" y="3447"/>
                </a:lnTo>
                <a:lnTo>
                  <a:pt x="8343899" y="6077"/>
                </a:lnTo>
                <a:lnTo>
                  <a:pt x="8343433" y="7200"/>
                </a:lnTo>
                <a:lnTo>
                  <a:pt x="8341574" y="9060"/>
                </a:lnTo>
                <a:lnTo>
                  <a:pt x="8340452" y="9524"/>
                </a:lnTo>
                <a:close/>
              </a:path>
              <a:path w="11534775" h="9525">
                <a:moveTo>
                  <a:pt x="8388076" y="9524"/>
                </a:moveTo>
                <a:lnTo>
                  <a:pt x="8385446" y="9524"/>
                </a:lnTo>
                <a:lnTo>
                  <a:pt x="8384323" y="9060"/>
                </a:lnTo>
                <a:lnTo>
                  <a:pt x="8382464" y="7200"/>
                </a:lnTo>
                <a:lnTo>
                  <a:pt x="8381999" y="6077"/>
                </a:lnTo>
                <a:lnTo>
                  <a:pt x="8381999" y="3447"/>
                </a:lnTo>
                <a:lnTo>
                  <a:pt x="8382464" y="2324"/>
                </a:lnTo>
                <a:lnTo>
                  <a:pt x="8384323" y="464"/>
                </a:lnTo>
                <a:lnTo>
                  <a:pt x="8385446" y="0"/>
                </a:lnTo>
                <a:lnTo>
                  <a:pt x="8388076" y="0"/>
                </a:lnTo>
                <a:lnTo>
                  <a:pt x="8389198" y="464"/>
                </a:lnTo>
                <a:lnTo>
                  <a:pt x="8391058" y="2324"/>
                </a:lnTo>
                <a:lnTo>
                  <a:pt x="8391524" y="3447"/>
                </a:lnTo>
                <a:lnTo>
                  <a:pt x="8391524" y="6077"/>
                </a:lnTo>
                <a:lnTo>
                  <a:pt x="8391058" y="7200"/>
                </a:lnTo>
                <a:lnTo>
                  <a:pt x="8389198" y="9060"/>
                </a:lnTo>
                <a:lnTo>
                  <a:pt x="8388076" y="9524"/>
                </a:lnTo>
                <a:close/>
              </a:path>
              <a:path w="11534775" h="9525">
                <a:moveTo>
                  <a:pt x="8435701" y="9524"/>
                </a:moveTo>
                <a:lnTo>
                  <a:pt x="8433071" y="9524"/>
                </a:lnTo>
                <a:lnTo>
                  <a:pt x="8431948" y="9060"/>
                </a:lnTo>
                <a:lnTo>
                  <a:pt x="8430089" y="7200"/>
                </a:lnTo>
                <a:lnTo>
                  <a:pt x="8429624" y="6077"/>
                </a:lnTo>
                <a:lnTo>
                  <a:pt x="8429624" y="3447"/>
                </a:lnTo>
                <a:lnTo>
                  <a:pt x="8430089" y="2324"/>
                </a:lnTo>
                <a:lnTo>
                  <a:pt x="8431948" y="464"/>
                </a:lnTo>
                <a:lnTo>
                  <a:pt x="8433071" y="0"/>
                </a:lnTo>
                <a:lnTo>
                  <a:pt x="8435701" y="0"/>
                </a:lnTo>
                <a:lnTo>
                  <a:pt x="8436824" y="464"/>
                </a:lnTo>
                <a:lnTo>
                  <a:pt x="8438683" y="2324"/>
                </a:lnTo>
                <a:lnTo>
                  <a:pt x="8439149" y="3447"/>
                </a:lnTo>
                <a:lnTo>
                  <a:pt x="8439149" y="6077"/>
                </a:lnTo>
                <a:lnTo>
                  <a:pt x="8438683" y="7200"/>
                </a:lnTo>
                <a:lnTo>
                  <a:pt x="8436824" y="9060"/>
                </a:lnTo>
                <a:lnTo>
                  <a:pt x="8435701" y="9524"/>
                </a:lnTo>
                <a:close/>
              </a:path>
              <a:path w="11534775" h="9525">
                <a:moveTo>
                  <a:pt x="8483326" y="9524"/>
                </a:moveTo>
                <a:lnTo>
                  <a:pt x="8480696" y="9524"/>
                </a:lnTo>
                <a:lnTo>
                  <a:pt x="8479573" y="9060"/>
                </a:lnTo>
                <a:lnTo>
                  <a:pt x="8477714" y="7200"/>
                </a:lnTo>
                <a:lnTo>
                  <a:pt x="8477249" y="6077"/>
                </a:lnTo>
                <a:lnTo>
                  <a:pt x="8477249" y="3447"/>
                </a:lnTo>
                <a:lnTo>
                  <a:pt x="8477714" y="2324"/>
                </a:lnTo>
                <a:lnTo>
                  <a:pt x="8479573" y="464"/>
                </a:lnTo>
                <a:lnTo>
                  <a:pt x="8480696" y="0"/>
                </a:lnTo>
                <a:lnTo>
                  <a:pt x="8483326" y="0"/>
                </a:lnTo>
                <a:lnTo>
                  <a:pt x="8484449" y="464"/>
                </a:lnTo>
                <a:lnTo>
                  <a:pt x="8486308" y="2324"/>
                </a:lnTo>
                <a:lnTo>
                  <a:pt x="8486774" y="3447"/>
                </a:lnTo>
                <a:lnTo>
                  <a:pt x="8486774" y="6077"/>
                </a:lnTo>
                <a:lnTo>
                  <a:pt x="8486308" y="7200"/>
                </a:lnTo>
                <a:lnTo>
                  <a:pt x="8484449" y="9060"/>
                </a:lnTo>
                <a:lnTo>
                  <a:pt x="8483326" y="9524"/>
                </a:lnTo>
                <a:close/>
              </a:path>
              <a:path w="11534775" h="9525">
                <a:moveTo>
                  <a:pt x="8530951" y="9524"/>
                </a:moveTo>
                <a:lnTo>
                  <a:pt x="8528321" y="9524"/>
                </a:lnTo>
                <a:lnTo>
                  <a:pt x="8527198" y="9060"/>
                </a:lnTo>
                <a:lnTo>
                  <a:pt x="8525339" y="7200"/>
                </a:lnTo>
                <a:lnTo>
                  <a:pt x="8524874" y="6077"/>
                </a:lnTo>
                <a:lnTo>
                  <a:pt x="8524874" y="3447"/>
                </a:lnTo>
                <a:lnTo>
                  <a:pt x="8525339" y="2324"/>
                </a:lnTo>
                <a:lnTo>
                  <a:pt x="8527198" y="464"/>
                </a:lnTo>
                <a:lnTo>
                  <a:pt x="8528321" y="0"/>
                </a:lnTo>
                <a:lnTo>
                  <a:pt x="8530951" y="0"/>
                </a:lnTo>
                <a:lnTo>
                  <a:pt x="8532074" y="464"/>
                </a:lnTo>
                <a:lnTo>
                  <a:pt x="8533933" y="2324"/>
                </a:lnTo>
                <a:lnTo>
                  <a:pt x="8534399" y="3447"/>
                </a:lnTo>
                <a:lnTo>
                  <a:pt x="8534399" y="6077"/>
                </a:lnTo>
                <a:lnTo>
                  <a:pt x="8533933" y="7200"/>
                </a:lnTo>
                <a:lnTo>
                  <a:pt x="8532074" y="9060"/>
                </a:lnTo>
                <a:lnTo>
                  <a:pt x="8530951" y="9524"/>
                </a:lnTo>
                <a:close/>
              </a:path>
              <a:path w="11534775" h="9525">
                <a:moveTo>
                  <a:pt x="8578576" y="9524"/>
                </a:moveTo>
                <a:lnTo>
                  <a:pt x="8575946" y="9524"/>
                </a:lnTo>
                <a:lnTo>
                  <a:pt x="8574823" y="9060"/>
                </a:lnTo>
                <a:lnTo>
                  <a:pt x="8572963" y="7200"/>
                </a:lnTo>
                <a:lnTo>
                  <a:pt x="8572499" y="6077"/>
                </a:lnTo>
                <a:lnTo>
                  <a:pt x="8572499" y="3447"/>
                </a:lnTo>
                <a:lnTo>
                  <a:pt x="8572963" y="2324"/>
                </a:lnTo>
                <a:lnTo>
                  <a:pt x="8574823" y="464"/>
                </a:lnTo>
                <a:lnTo>
                  <a:pt x="8575946" y="0"/>
                </a:lnTo>
                <a:lnTo>
                  <a:pt x="8578576" y="0"/>
                </a:lnTo>
                <a:lnTo>
                  <a:pt x="8579699" y="464"/>
                </a:lnTo>
                <a:lnTo>
                  <a:pt x="8581558" y="2324"/>
                </a:lnTo>
                <a:lnTo>
                  <a:pt x="8582024" y="3447"/>
                </a:lnTo>
                <a:lnTo>
                  <a:pt x="8582024" y="6077"/>
                </a:lnTo>
                <a:lnTo>
                  <a:pt x="8581558" y="7200"/>
                </a:lnTo>
                <a:lnTo>
                  <a:pt x="8579699" y="9060"/>
                </a:lnTo>
                <a:lnTo>
                  <a:pt x="8578576" y="9524"/>
                </a:lnTo>
                <a:close/>
              </a:path>
              <a:path w="11534775" h="9525">
                <a:moveTo>
                  <a:pt x="8626201" y="9524"/>
                </a:moveTo>
                <a:lnTo>
                  <a:pt x="8623570" y="9524"/>
                </a:lnTo>
                <a:lnTo>
                  <a:pt x="8622448" y="9060"/>
                </a:lnTo>
                <a:lnTo>
                  <a:pt x="8620588" y="7200"/>
                </a:lnTo>
                <a:lnTo>
                  <a:pt x="8620123" y="6077"/>
                </a:lnTo>
                <a:lnTo>
                  <a:pt x="8620123" y="3447"/>
                </a:lnTo>
                <a:lnTo>
                  <a:pt x="8620588" y="2324"/>
                </a:lnTo>
                <a:lnTo>
                  <a:pt x="8622448" y="464"/>
                </a:lnTo>
                <a:lnTo>
                  <a:pt x="8623570" y="0"/>
                </a:lnTo>
                <a:lnTo>
                  <a:pt x="8626201" y="0"/>
                </a:lnTo>
                <a:lnTo>
                  <a:pt x="8627324" y="464"/>
                </a:lnTo>
                <a:lnTo>
                  <a:pt x="8629183" y="2324"/>
                </a:lnTo>
                <a:lnTo>
                  <a:pt x="8629649" y="3447"/>
                </a:lnTo>
                <a:lnTo>
                  <a:pt x="8629649" y="6077"/>
                </a:lnTo>
                <a:lnTo>
                  <a:pt x="8629183" y="7200"/>
                </a:lnTo>
                <a:lnTo>
                  <a:pt x="8627324" y="9060"/>
                </a:lnTo>
                <a:lnTo>
                  <a:pt x="8626201" y="9524"/>
                </a:lnTo>
                <a:close/>
              </a:path>
              <a:path w="11534775" h="9525">
                <a:moveTo>
                  <a:pt x="8673826" y="9524"/>
                </a:moveTo>
                <a:lnTo>
                  <a:pt x="8671195" y="9524"/>
                </a:lnTo>
                <a:lnTo>
                  <a:pt x="8670073" y="9060"/>
                </a:lnTo>
                <a:lnTo>
                  <a:pt x="8668213" y="7200"/>
                </a:lnTo>
                <a:lnTo>
                  <a:pt x="8667748" y="6077"/>
                </a:lnTo>
                <a:lnTo>
                  <a:pt x="8667748" y="3447"/>
                </a:lnTo>
                <a:lnTo>
                  <a:pt x="8668213" y="2324"/>
                </a:lnTo>
                <a:lnTo>
                  <a:pt x="8670073" y="464"/>
                </a:lnTo>
                <a:lnTo>
                  <a:pt x="8671195" y="0"/>
                </a:lnTo>
                <a:lnTo>
                  <a:pt x="8673826" y="0"/>
                </a:lnTo>
                <a:lnTo>
                  <a:pt x="8674948" y="464"/>
                </a:lnTo>
                <a:lnTo>
                  <a:pt x="8676808" y="2324"/>
                </a:lnTo>
                <a:lnTo>
                  <a:pt x="8677273" y="3447"/>
                </a:lnTo>
                <a:lnTo>
                  <a:pt x="8677273" y="6077"/>
                </a:lnTo>
                <a:lnTo>
                  <a:pt x="8676808" y="7200"/>
                </a:lnTo>
                <a:lnTo>
                  <a:pt x="8674948" y="9060"/>
                </a:lnTo>
                <a:lnTo>
                  <a:pt x="8673826" y="9524"/>
                </a:lnTo>
                <a:close/>
              </a:path>
              <a:path w="11534775" h="9525">
                <a:moveTo>
                  <a:pt x="8721452" y="9524"/>
                </a:moveTo>
                <a:lnTo>
                  <a:pt x="8718822" y="9524"/>
                </a:lnTo>
                <a:lnTo>
                  <a:pt x="8717698" y="9060"/>
                </a:lnTo>
                <a:lnTo>
                  <a:pt x="8715839" y="7200"/>
                </a:lnTo>
                <a:lnTo>
                  <a:pt x="8715374" y="6077"/>
                </a:lnTo>
                <a:lnTo>
                  <a:pt x="8715374" y="3447"/>
                </a:lnTo>
                <a:lnTo>
                  <a:pt x="8715839" y="2324"/>
                </a:lnTo>
                <a:lnTo>
                  <a:pt x="8717698" y="464"/>
                </a:lnTo>
                <a:lnTo>
                  <a:pt x="8718822" y="0"/>
                </a:lnTo>
                <a:lnTo>
                  <a:pt x="8721452" y="0"/>
                </a:lnTo>
                <a:lnTo>
                  <a:pt x="8722574" y="464"/>
                </a:lnTo>
                <a:lnTo>
                  <a:pt x="8724434" y="2324"/>
                </a:lnTo>
                <a:lnTo>
                  <a:pt x="8724899" y="3447"/>
                </a:lnTo>
                <a:lnTo>
                  <a:pt x="8724899" y="6077"/>
                </a:lnTo>
                <a:lnTo>
                  <a:pt x="8724434" y="7200"/>
                </a:lnTo>
                <a:lnTo>
                  <a:pt x="8722574" y="9060"/>
                </a:lnTo>
                <a:lnTo>
                  <a:pt x="8721452" y="9524"/>
                </a:lnTo>
                <a:close/>
              </a:path>
              <a:path w="11534775" h="9525">
                <a:moveTo>
                  <a:pt x="8769077" y="9524"/>
                </a:moveTo>
                <a:lnTo>
                  <a:pt x="8766447" y="9524"/>
                </a:lnTo>
                <a:lnTo>
                  <a:pt x="8765324" y="9060"/>
                </a:lnTo>
                <a:lnTo>
                  <a:pt x="8763464" y="7200"/>
                </a:lnTo>
                <a:lnTo>
                  <a:pt x="8762999" y="6077"/>
                </a:lnTo>
                <a:lnTo>
                  <a:pt x="8762999" y="3447"/>
                </a:lnTo>
                <a:lnTo>
                  <a:pt x="8763464" y="2324"/>
                </a:lnTo>
                <a:lnTo>
                  <a:pt x="8765324" y="464"/>
                </a:lnTo>
                <a:lnTo>
                  <a:pt x="8766447" y="0"/>
                </a:lnTo>
                <a:lnTo>
                  <a:pt x="8769077" y="0"/>
                </a:lnTo>
                <a:lnTo>
                  <a:pt x="8770199" y="464"/>
                </a:lnTo>
                <a:lnTo>
                  <a:pt x="8772059" y="2324"/>
                </a:lnTo>
                <a:lnTo>
                  <a:pt x="8772524" y="3447"/>
                </a:lnTo>
                <a:lnTo>
                  <a:pt x="8772524" y="6077"/>
                </a:lnTo>
                <a:lnTo>
                  <a:pt x="8772059" y="7200"/>
                </a:lnTo>
                <a:lnTo>
                  <a:pt x="8770199" y="9060"/>
                </a:lnTo>
                <a:lnTo>
                  <a:pt x="8769077" y="9524"/>
                </a:lnTo>
                <a:close/>
              </a:path>
              <a:path w="11534775" h="9525">
                <a:moveTo>
                  <a:pt x="8816701" y="9524"/>
                </a:moveTo>
                <a:lnTo>
                  <a:pt x="8814071" y="9524"/>
                </a:lnTo>
                <a:lnTo>
                  <a:pt x="8812948" y="9060"/>
                </a:lnTo>
                <a:lnTo>
                  <a:pt x="8811089" y="7200"/>
                </a:lnTo>
                <a:lnTo>
                  <a:pt x="8810624" y="6077"/>
                </a:lnTo>
                <a:lnTo>
                  <a:pt x="8810624" y="3447"/>
                </a:lnTo>
                <a:lnTo>
                  <a:pt x="8811089" y="2324"/>
                </a:lnTo>
                <a:lnTo>
                  <a:pt x="8812948" y="464"/>
                </a:lnTo>
                <a:lnTo>
                  <a:pt x="8814071" y="0"/>
                </a:lnTo>
                <a:lnTo>
                  <a:pt x="8816701" y="0"/>
                </a:lnTo>
                <a:lnTo>
                  <a:pt x="8817824" y="464"/>
                </a:lnTo>
                <a:lnTo>
                  <a:pt x="8819683" y="2324"/>
                </a:lnTo>
                <a:lnTo>
                  <a:pt x="8820149" y="3447"/>
                </a:lnTo>
                <a:lnTo>
                  <a:pt x="8820149" y="6077"/>
                </a:lnTo>
                <a:lnTo>
                  <a:pt x="8819683" y="7200"/>
                </a:lnTo>
                <a:lnTo>
                  <a:pt x="8817824" y="9060"/>
                </a:lnTo>
                <a:lnTo>
                  <a:pt x="8816701" y="9524"/>
                </a:lnTo>
                <a:close/>
              </a:path>
              <a:path w="11534775" h="9525">
                <a:moveTo>
                  <a:pt x="8864327" y="9524"/>
                </a:moveTo>
                <a:lnTo>
                  <a:pt x="8861696" y="9524"/>
                </a:lnTo>
                <a:lnTo>
                  <a:pt x="8860573" y="9060"/>
                </a:lnTo>
                <a:lnTo>
                  <a:pt x="8858714" y="7200"/>
                </a:lnTo>
                <a:lnTo>
                  <a:pt x="8858249" y="6077"/>
                </a:lnTo>
                <a:lnTo>
                  <a:pt x="8858249" y="3447"/>
                </a:lnTo>
                <a:lnTo>
                  <a:pt x="8858714" y="2324"/>
                </a:lnTo>
                <a:lnTo>
                  <a:pt x="8860573" y="464"/>
                </a:lnTo>
                <a:lnTo>
                  <a:pt x="8861696" y="0"/>
                </a:lnTo>
                <a:lnTo>
                  <a:pt x="8864327" y="0"/>
                </a:lnTo>
                <a:lnTo>
                  <a:pt x="8865449" y="464"/>
                </a:lnTo>
                <a:lnTo>
                  <a:pt x="8867308" y="2324"/>
                </a:lnTo>
                <a:lnTo>
                  <a:pt x="8867774" y="3447"/>
                </a:lnTo>
                <a:lnTo>
                  <a:pt x="8867774" y="6077"/>
                </a:lnTo>
                <a:lnTo>
                  <a:pt x="8867308" y="7200"/>
                </a:lnTo>
                <a:lnTo>
                  <a:pt x="8865449" y="9060"/>
                </a:lnTo>
                <a:lnTo>
                  <a:pt x="8864327" y="9524"/>
                </a:lnTo>
                <a:close/>
              </a:path>
              <a:path w="11534775" h="9525">
                <a:moveTo>
                  <a:pt x="8911951" y="9524"/>
                </a:moveTo>
                <a:lnTo>
                  <a:pt x="8909321" y="9524"/>
                </a:lnTo>
                <a:lnTo>
                  <a:pt x="8908198" y="9060"/>
                </a:lnTo>
                <a:lnTo>
                  <a:pt x="8906339" y="7200"/>
                </a:lnTo>
                <a:lnTo>
                  <a:pt x="8905874" y="6077"/>
                </a:lnTo>
                <a:lnTo>
                  <a:pt x="8905874" y="3447"/>
                </a:lnTo>
                <a:lnTo>
                  <a:pt x="8906339" y="2324"/>
                </a:lnTo>
                <a:lnTo>
                  <a:pt x="8908198" y="464"/>
                </a:lnTo>
                <a:lnTo>
                  <a:pt x="8909321" y="0"/>
                </a:lnTo>
                <a:lnTo>
                  <a:pt x="8911951" y="0"/>
                </a:lnTo>
                <a:lnTo>
                  <a:pt x="8913073" y="464"/>
                </a:lnTo>
                <a:lnTo>
                  <a:pt x="8914933" y="2324"/>
                </a:lnTo>
                <a:lnTo>
                  <a:pt x="8915399" y="3447"/>
                </a:lnTo>
                <a:lnTo>
                  <a:pt x="8915399" y="6077"/>
                </a:lnTo>
                <a:lnTo>
                  <a:pt x="8914933" y="7200"/>
                </a:lnTo>
                <a:lnTo>
                  <a:pt x="8913073" y="9060"/>
                </a:lnTo>
                <a:lnTo>
                  <a:pt x="8911951" y="9524"/>
                </a:lnTo>
                <a:close/>
              </a:path>
              <a:path w="11534775" h="9525">
                <a:moveTo>
                  <a:pt x="8959576" y="9524"/>
                </a:moveTo>
                <a:lnTo>
                  <a:pt x="8956946" y="9524"/>
                </a:lnTo>
                <a:lnTo>
                  <a:pt x="8955823" y="9060"/>
                </a:lnTo>
                <a:lnTo>
                  <a:pt x="8953964" y="7200"/>
                </a:lnTo>
                <a:lnTo>
                  <a:pt x="8953499" y="6077"/>
                </a:lnTo>
                <a:lnTo>
                  <a:pt x="8953499" y="3447"/>
                </a:lnTo>
                <a:lnTo>
                  <a:pt x="8953964" y="2324"/>
                </a:lnTo>
                <a:lnTo>
                  <a:pt x="8955823" y="464"/>
                </a:lnTo>
                <a:lnTo>
                  <a:pt x="8956946" y="0"/>
                </a:lnTo>
                <a:lnTo>
                  <a:pt x="8959576" y="0"/>
                </a:lnTo>
                <a:lnTo>
                  <a:pt x="8960699" y="464"/>
                </a:lnTo>
                <a:lnTo>
                  <a:pt x="8962558" y="2324"/>
                </a:lnTo>
                <a:lnTo>
                  <a:pt x="8963024" y="3447"/>
                </a:lnTo>
                <a:lnTo>
                  <a:pt x="8963024" y="6077"/>
                </a:lnTo>
                <a:lnTo>
                  <a:pt x="8962558" y="7200"/>
                </a:lnTo>
                <a:lnTo>
                  <a:pt x="8960699" y="9060"/>
                </a:lnTo>
                <a:lnTo>
                  <a:pt x="8959576" y="9524"/>
                </a:lnTo>
                <a:close/>
              </a:path>
              <a:path w="11534775" h="9525">
                <a:moveTo>
                  <a:pt x="9007201" y="9524"/>
                </a:moveTo>
                <a:lnTo>
                  <a:pt x="9004571" y="9524"/>
                </a:lnTo>
                <a:lnTo>
                  <a:pt x="9003448" y="9060"/>
                </a:lnTo>
                <a:lnTo>
                  <a:pt x="9001589" y="7200"/>
                </a:lnTo>
                <a:lnTo>
                  <a:pt x="9001124" y="6077"/>
                </a:lnTo>
                <a:lnTo>
                  <a:pt x="9001124" y="3447"/>
                </a:lnTo>
                <a:lnTo>
                  <a:pt x="9001589" y="2324"/>
                </a:lnTo>
                <a:lnTo>
                  <a:pt x="9003448" y="464"/>
                </a:lnTo>
                <a:lnTo>
                  <a:pt x="9004571" y="0"/>
                </a:lnTo>
                <a:lnTo>
                  <a:pt x="9007201" y="0"/>
                </a:lnTo>
                <a:lnTo>
                  <a:pt x="9008324" y="464"/>
                </a:lnTo>
                <a:lnTo>
                  <a:pt x="9010183" y="2324"/>
                </a:lnTo>
                <a:lnTo>
                  <a:pt x="9010649" y="3447"/>
                </a:lnTo>
                <a:lnTo>
                  <a:pt x="9010649" y="6077"/>
                </a:lnTo>
                <a:lnTo>
                  <a:pt x="9010183" y="7200"/>
                </a:lnTo>
                <a:lnTo>
                  <a:pt x="9008324" y="9060"/>
                </a:lnTo>
                <a:lnTo>
                  <a:pt x="9007201" y="9524"/>
                </a:lnTo>
                <a:close/>
              </a:path>
              <a:path w="11534775" h="9525">
                <a:moveTo>
                  <a:pt x="9054826" y="9524"/>
                </a:moveTo>
                <a:lnTo>
                  <a:pt x="9052196" y="9524"/>
                </a:lnTo>
                <a:lnTo>
                  <a:pt x="9051073" y="9060"/>
                </a:lnTo>
                <a:lnTo>
                  <a:pt x="9049214" y="7200"/>
                </a:lnTo>
                <a:lnTo>
                  <a:pt x="9048749" y="6077"/>
                </a:lnTo>
                <a:lnTo>
                  <a:pt x="9048749" y="3447"/>
                </a:lnTo>
                <a:lnTo>
                  <a:pt x="9049214" y="2324"/>
                </a:lnTo>
                <a:lnTo>
                  <a:pt x="9051073" y="464"/>
                </a:lnTo>
                <a:lnTo>
                  <a:pt x="9052196" y="0"/>
                </a:lnTo>
                <a:lnTo>
                  <a:pt x="9054826" y="0"/>
                </a:lnTo>
                <a:lnTo>
                  <a:pt x="9055949" y="464"/>
                </a:lnTo>
                <a:lnTo>
                  <a:pt x="9057808" y="2324"/>
                </a:lnTo>
                <a:lnTo>
                  <a:pt x="9058274" y="3447"/>
                </a:lnTo>
                <a:lnTo>
                  <a:pt x="9058274" y="6077"/>
                </a:lnTo>
                <a:lnTo>
                  <a:pt x="9057808" y="7200"/>
                </a:lnTo>
                <a:lnTo>
                  <a:pt x="9055949" y="9060"/>
                </a:lnTo>
                <a:lnTo>
                  <a:pt x="9054826" y="9524"/>
                </a:lnTo>
                <a:close/>
              </a:path>
              <a:path w="11534775" h="9525">
                <a:moveTo>
                  <a:pt x="9102451" y="9524"/>
                </a:moveTo>
                <a:lnTo>
                  <a:pt x="9099821" y="9524"/>
                </a:lnTo>
                <a:lnTo>
                  <a:pt x="9098698" y="9060"/>
                </a:lnTo>
                <a:lnTo>
                  <a:pt x="9096838" y="7200"/>
                </a:lnTo>
                <a:lnTo>
                  <a:pt x="9096374" y="6077"/>
                </a:lnTo>
                <a:lnTo>
                  <a:pt x="9096374" y="3447"/>
                </a:lnTo>
                <a:lnTo>
                  <a:pt x="9096838" y="2324"/>
                </a:lnTo>
                <a:lnTo>
                  <a:pt x="9098698" y="464"/>
                </a:lnTo>
                <a:lnTo>
                  <a:pt x="9099821" y="0"/>
                </a:lnTo>
                <a:lnTo>
                  <a:pt x="9102451" y="0"/>
                </a:lnTo>
                <a:lnTo>
                  <a:pt x="9103574" y="464"/>
                </a:lnTo>
                <a:lnTo>
                  <a:pt x="9105433" y="2324"/>
                </a:lnTo>
                <a:lnTo>
                  <a:pt x="9105899" y="3447"/>
                </a:lnTo>
                <a:lnTo>
                  <a:pt x="9105899" y="6077"/>
                </a:lnTo>
                <a:lnTo>
                  <a:pt x="9105433" y="7200"/>
                </a:lnTo>
                <a:lnTo>
                  <a:pt x="9103574" y="9060"/>
                </a:lnTo>
                <a:lnTo>
                  <a:pt x="9102451" y="9524"/>
                </a:lnTo>
                <a:close/>
              </a:path>
              <a:path w="11534775" h="9525">
                <a:moveTo>
                  <a:pt x="9150076" y="9524"/>
                </a:moveTo>
                <a:lnTo>
                  <a:pt x="9147446" y="9524"/>
                </a:lnTo>
                <a:lnTo>
                  <a:pt x="9146323" y="9060"/>
                </a:lnTo>
                <a:lnTo>
                  <a:pt x="9144464" y="7200"/>
                </a:lnTo>
                <a:lnTo>
                  <a:pt x="9143999" y="6077"/>
                </a:lnTo>
                <a:lnTo>
                  <a:pt x="9143999" y="3447"/>
                </a:lnTo>
                <a:lnTo>
                  <a:pt x="9144464" y="2324"/>
                </a:lnTo>
                <a:lnTo>
                  <a:pt x="9146323" y="464"/>
                </a:lnTo>
                <a:lnTo>
                  <a:pt x="9147446" y="0"/>
                </a:lnTo>
                <a:lnTo>
                  <a:pt x="9150076" y="0"/>
                </a:lnTo>
                <a:lnTo>
                  <a:pt x="9151199" y="464"/>
                </a:lnTo>
                <a:lnTo>
                  <a:pt x="9153058" y="2324"/>
                </a:lnTo>
                <a:lnTo>
                  <a:pt x="9153524" y="3447"/>
                </a:lnTo>
                <a:lnTo>
                  <a:pt x="9153524" y="6077"/>
                </a:lnTo>
                <a:lnTo>
                  <a:pt x="9153058" y="7200"/>
                </a:lnTo>
                <a:lnTo>
                  <a:pt x="9151199" y="9060"/>
                </a:lnTo>
                <a:lnTo>
                  <a:pt x="9150076" y="9524"/>
                </a:lnTo>
                <a:close/>
              </a:path>
              <a:path w="11534775" h="9525">
                <a:moveTo>
                  <a:pt x="9197702" y="9524"/>
                </a:moveTo>
                <a:lnTo>
                  <a:pt x="9195071" y="9524"/>
                </a:lnTo>
                <a:lnTo>
                  <a:pt x="9193948" y="9060"/>
                </a:lnTo>
                <a:lnTo>
                  <a:pt x="9192088" y="7200"/>
                </a:lnTo>
                <a:lnTo>
                  <a:pt x="9191624" y="6077"/>
                </a:lnTo>
                <a:lnTo>
                  <a:pt x="9191624" y="3447"/>
                </a:lnTo>
                <a:lnTo>
                  <a:pt x="9192088" y="2324"/>
                </a:lnTo>
                <a:lnTo>
                  <a:pt x="9193948" y="464"/>
                </a:lnTo>
                <a:lnTo>
                  <a:pt x="9195071" y="0"/>
                </a:lnTo>
                <a:lnTo>
                  <a:pt x="9197702" y="0"/>
                </a:lnTo>
                <a:lnTo>
                  <a:pt x="9198824" y="464"/>
                </a:lnTo>
                <a:lnTo>
                  <a:pt x="9200684" y="2324"/>
                </a:lnTo>
                <a:lnTo>
                  <a:pt x="9201149" y="3447"/>
                </a:lnTo>
                <a:lnTo>
                  <a:pt x="9201149" y="6077"/>
                </a:lnTo>
                <a:lnTo>
                  <a:pt x="9200684" y="7200"/>
                </a:lnTo>
                <a:lnTo>
                  <a:pt x="9198824" y="9060"/>
                </a:lnTo>
                <a:lnTo>
                  <a:pt x="9197702" y="9524"/>
                </a:lnTo>
                <a:close/>
              </a:path>
              <a:path w="11534775" h="9525">
                <a:moveTo>
                  <a:pt x="9245326" y="9524"/>
                </a:moveTo>
                <a:lnTo>
                  <a:pt x="9242696" y="9524"/>
                </a:lnTo>
                <a:lnTo>
                  <a:pt x="9241573" y="9060"/>
                </a:lnTo>
                <a:lnTo>
                  <a:pt x="9239714" y="7200"/>
                </a:lnTo>
                <a:lnTo>
                  <a:pt x="9239249" y="6077"/>
                </a:lnTo>
                <a:lnTo>
                  <a:pt x="9239249" y="3447"/>
                </a:lnTo>
                <a:lnTo>
                  <a:pt x="9239714" y="2324"/>
                </a:lnTo>
                <a:lnTo>
                  <a:pt x="9241573" y="464"/>
                </a:lnTo>
                <a:lnTo>
                  <a:pt x="9242696" y="0"/>
                </a:lnTo>
                <a:lnTo>
                  <a:pt x="9245326" y="0"/>
                </a:lnTo>
                <a:lnTo>
                  <a:pt x="9246449" y="464"/>
                </a:lnTo>
                <a:lnTo>
                  <a:pt x="9248308" y="2324"/>
                </a:lnTo>
                <a:lnTo>
                  <a:pt x="9248774" y="3447"/>
                </a:lnTo>
                <a:lnTo>
                  <a:pt x="9248774" y="6077"/>
                </a:lnTo>
                <a:lnTo>
                  <a:pt x="9248308" y="7200"/>
                </a:lnTo>
                <a:lnTo>
                  <a:pt x="9246449" y="9060"/>
                </a:lnTo>
                <a:lnTo>
                  <a:pt x="9245326" y="9524"/>
                </a:lnTo>
                <a:close/>
              </a:path>
              <a:path w="11534775" h="9525">
                <a:moveTo>
                  <a:pt x="9292952" y="9524"/>
                </a:moveTo>
                <a:lnTo>
                  <a:pt x="9290321" y="9524"/>
                </a:lnTo>
                <a:lnTo>
                  <a:pt x="9289198" y="9060"/>
                </a:lnTo>
                <a:lnTo>
                  <a:pt x="9287339" y="7200"/>
                </a:lnTo>
                <a:lnTo>
                  <a:pt x="9286874" y="6077"/>
                </a:lnTo>
                <a:lnTo>
                  <a:pt x="9286874" y="3447"/>
                </a:lnTo>
                <a:lnTo>
                  <a:pt x="9287339" y="2324"/>
                </a:lnTo>
                <a:lnTo>
                  <a:pt x="9289198" y="464"/>
                </a:lnTo>
                <a:lnTo>
                  <a:pt x="9290321" y="0"/>
                </a:lnTo>
                <a:lnTo>
                  <a:pt x="9292952" y="0"/>
                </a:lnTo>
                <a:lnTo>
                  <a:pt x="9294074" y="464"/>
                </a:lnTo>
                <a:lnTo>
                  <a:pt x="9295934" y="2324"/>
                </a:lnTo>
                <a:lnTo>
                  <a:pt x="9296399" y="3447"/>
                </a:lnTo>
                <a:lnTo>
                  <a:pt x="9296399" y="6077"/>
                </a:lnTo>
                <a:lnTo>
                  <a:pt x="9295934" y="7200"/>
                </a:lnTo>
                <a:lnTo>
                  <a:pt x="9294074" y="9060"/>
                </a:lnTo>
                <a:lnTo>
                  <a:pt x="9292952" y="9524"/>
                </a:lnTo>
                <a:close/>
              </a:path>
              <a:path w="11534775" h="9525">
                <a:moveTo>
                  <a:pt x="9340576" y="9524"/>
                </a:moveTo>
                <a:lnTo>
                  <a:pt x="9337946" y="9524"/>
                </a:lnTo>
                <a:lnTo>
                  <a:pt x="9336823" y="9060"/>
                </a:lnTo>
                <a:lnTo>
                  <a:pt x="9334964" y="7200"/>
                </a:lnTo>
                <a:lnTo>
                  <a:pt x="9334499" y="6077"/>
                </a:lnTo>
                <a:lnTo>
                  <a:pt x="9334499" y="3447"/>
                </a:lnTo>
                <a:lnTo>
                  <a:pt x="9334964" y="2324"/>
                </a:lnTo>
                <a:lnTo>
                  <a:pt x="9336823" y="464"/>
                </a:lnTo>
                <a:lnTo>
                  <a:pt x="9337946" y="0"/>
                </a:lnTo>
                <a:lnTo>
                  <a:pt x="9340576" y="0"/>
                </a:lnTo>
                <a:lnTo>
                  <a:pt x="9341698" y="464"/>
                </a:lnTo>
                <a:lnTo>
                  <a:pt x="9343558" y="2324"/>
                </a:lnTo>
                <a:lnTo>
                  <a:pt x="9344024" y="3447"/>
                </a:lnTo>
                <a:lnTo>
                  <a:pt x="9344024" y="6077"/>
                </a:lnTo>
                <a:lnTo>
                  <a:pt x="9343558" y="7200"/>
                </a:lnTo>
                <a:lnTo>
                  <a:pt x="9341698" y="9060"/>
                </a:lnTo>
                <a:lnTo>
                  <a:pt x="9340576" y="9524"/>
                </a:lnTo>
                <a:close/>
              </a:path>
              <a:path w="11534775" h="9525">
                <a:moveTo>
                  <a:pt x="9388202" y="9524"/>
                </a:moveTo>
                <a:lnTo>
                  <a:pt x="9385571" y="9524"/>
                </a:lnTo>
                <a:lnTo>
                  <a:pt x="9384448" y="9060"/>
                </a:lnTo>
                <a:lnTo>
                  <a:pt x="9382589" y="7200"/>
                </a:lnTo>
                <a:lnTo>
                  <a:pt x="9382124" y="6077"/>
                </a:lnTo>
                <a:lnTo>
                  <a:pt x="9382124" y="3447"/>
                </a:lnTo>
                <a:lnTo>
                  <a:pt x="9382589" y="2324"/>
                </a:lnTo>
                <a:lnTo>
                  <a:pt x="9384448" y="464"/>
                </a:lnTo>
                <a:lnTo>
                  <a:pt x="9385571" y="0"/>
                </a:lnTo>
                <a:lnTo>
                  <a:pt x="9388202" y="0"/>
                </a:lnTo>
                <a:lnTo>
                  <a:pt x="9389324" y="464"/>
                </a:lnTo>
                <a:lnTo>
                  <a:pt x="9391183" y="2324"/>
                </a:lnTo>
                <a:lnTo>
                  <a:pt x="9391649" y="3447"/>
                </a:lnTo>
                <a:lnTo>
                  <a:pt x="9391649" y="6077"/>
                </a:lnTo>
                <a:lnTo>
                  <a:pt x="9391183" y="7200"/>
                </a:lnTo>
                <a:lnTo>
                  <a:pt x="9389324" y="9060"/>
                </a:lnTo>
                <a:lnTo>
                  <a:pt x="9388202" y="9524"/>
                </a:lnTo>
                <a:close/>
              </a:path>
              <a:path w="11534775" h="9525">
                <a:moveTo>
                  <a:pt x="9435826" y="9524"/>
                </a:moveTo>
                <a:lnTo>
                  <a:pt x="9433196" y="9524"/>
                </a:lnTo>
                <a:lnTo>
                  <a:pt x="9432073" y="9060"/>
                </a:lnTo>
                <a:lnTo>
                  <a:pt x="9430214" y="7200"/>
                </a:lnTo>
                <a:lnTo>
                  <a:pt x="9429749" y="6077"/>
                </a:lnTo>
                <a:lnTo>
                  <a:pt x="9429749" y="3447"/>
                </a:lnTo>
                <a:lnTo>
                  <a:pt x="9430214" y="2324"/>
                </a:lnTo>
                <a:lnTo>
                  <a:pt x="9432073" y="464"/>
                </a:lnTo>
                <a:lnTo>
                  <a:pt x="9433196" y="0"/>
                </a:lnTo>
                <a:lnTo>
                  <a:pt x="9435826" y="0"/>
                </a:lnTo>
                <a:lnTo>
                  <a:pt x="9436949" y="464"/>
                </a:lnTo>
                <a:lnTo>
                  <a:pt x="9438808" y="2324"/>
                </a:lnTo>
                <a:lnTo>
                  <a:pt x="9439274" y="3447"/>
                </a:lnTo>
                <a:lnTo>
                  <a:pt x="9439274" y="6077"/>
                </a:lnTo>
                <a:lnTo>
                  <a:pt x="9438808" y="7200"/>
                </a:lnTo>
                <a:lnTo>
                  <a:pt x="9436949" y="9060"/>
                </a:lnTo>
                <a:lnTo>
                  <a:pt x="9435826" y="9524"/>
                </a:lnTo>
                <a:close/>
              </a:path>
              <a:path w="11534775" h="9525">
                <a:moveTo>
                  <a:pt x="9483451" y="9524"/>
                </a:moveTo>
                <a:lnTo>
                  <a:pt x="9480821" y="9524"/>
                </a:lnTo>
                <a:lnTo>
                  <a:pt x="9479698" y="9060"/>
                </a:lnTo>
                <a:lnTo>
                  <a:pt x="9477839" y="7200"/>
                </a:lnTo>
                <a:lnTo>
                  <a:pt x="9477374" y="6077"/>
                </a:lnTo>
                <a:lnTo>
                  <a:pt x="9477374" y="3447"/>
                </a:lnTo>
                <a:lnTo>
                  <a:pt x="9477839" y="2324"/>
                </a:lnTo>
                <a:lnTo>
                  <a:pt x="9479698" y="464"/>
                </a:lnTo>
                <a:lnTo>
                  <a:pt x="9480821" y="0"/>
                </a:lnTo>
                <a:lnTo>
                  <a:pt x="9483451" y="0"/>
                </a:lnTo>
                <a:lnTo>
                  <a:pt x="9484574" y="464"/>
                </a:lnTo>
                <a:lnTo>
                  <a:pt x="9486433" y="2324"/>
                </a:lnTo>
                <a:lnTo>
                  <a:pt x="9486899" y="3447"/>
                </a:lnTo>
                <a:lnTo>
                  <a:pt x="9486899" y="6077"/>
                </a:lnTo>
                <a:lnTo>
                  <a:pt x="9486433" y="7200"/>
                </a:lnTo>
                <a:lnTo>
                  <a:pt x="9484574" y="9060"/>
                </a:lnTo>
                <a:lnTo>
                  <a:pt x="9483451" y="9524"/>
                </a:lnTo>
                <a:close/>
              </a:path>
              <a:path w="11534775" h="9525">
                <a:moveTo>
                  <a:pt x="9531076" y="9524"/>
                </a:moveTo>
                <a:lnTo>
                  <a:pt x="9528446" y="9524"/>
                </a:lnTo>
                <a:lnTo>
                  <a:pt x="9527323" y="9060"/>
                </a:lnTo>
                <a:lnTo>
                  <a:pt x="9525463" y="7200"/>
                </a:lnTo>
                <a:lnTo>
                  <a:pt x="9524999" y="6077"/>
                </a:lnTo>
                <a:lnTo>
                  <a:pt x="9524999" y="3447"/>
                </a:lnTo>
                <a:lnTo>
                  <a:pt x="9525463" y="2324"/>
                </a:lnTo>
                <a:lnTo>
                  <a:pt x="9527323" y="464"/>
                </a:lnTo>
                <a:lnTo>
                  <a:pt x="9528446" y="0"/>
                </a:lnTo>
                <a:lnTo>
                  <a:pt x="9531076" y="0"/>
                </a:lnTo>
                <a:lnTo>
                  <a:pt x="9532199" y="464"/>
                </a:lnTo>
                <a:lnTo>
                  <a:pt x="9534058" y="2324"/>
                </a:lnTo>
                <a:lnTo>
                  <a:pt x="9534524" y="3447"/>
                </a:lnTo>
                <a:lnTo>
                  <a:pt x="9534524" y="6077"/>
                </a:lnTo>
                <a:lnTo>
                  <a:pt x="9534058" y="7200"/>
                </a:lnTo>
                <a:lnTo>
                  <a:pt x="9532199" y="9060"/>
                </a:lnTo>
                <a:lnTo>
                  <a:pt x="9531076" y="9524"/>
                </a:lnTo>
                <a:close/>
              </a:path>
              <a:path w="11534775" h="9525">
                <a:moveTo>
                  <a:pt x="9578701" y="9524"/>
                </a:moveTo>
                <a:lnTo>
                  <a:pt x="9576071" y="9524"/>
                </a:lnTo>
                <a:lnTo>
                  <a:pt x="9574948" y="9060"/>
                </a:lnTo>
                <a:lnTo>
                  <a:pt x="9573089" y="7200"/>
                </a:lnTo>
                <a:lnTo>
                  <a:pt x="9572624" y="6077"/>
                </a:lnTo>
                <a:lnTo>
                  <a:pt x="9572624" y="3447"/>
                </a:lnTo>
                <a:lnTo>
                  <a:pt x="9573089" y="2324"/>
                </a:lnTo>
                <a:lnTo>
                  <a:pt x="9574948" y="464"/>
                </a:lnTo>
                <a:lnTo>
                  <a:pt x="9576071" y="0"/>
                </a:lnTo>
                <a:lnTo>
                  <a:pt x="9578701" y="0"/>
                </a:lnTo>
                <a:lnTo>
                  <a:pt x="9579824" y="464"/>
                </a:lnTo>
                <a:lnTo>
                  <a:pt x="9581683" y="2324"/>
                </a:lnTo>
                <a:lnTo>
                  <a:pt x="9582149" y="3447"/>
                </a:lnTo>
                <a:lnTo>
                  <a:pt x="9582149" y="6077"/>
                </a:lnTo>
                <a:lnTo>
                  <a:pt x="9581683" y="7200"/>
                </a:lnTo>
                <a:lnTo>
                  <a:pt x="9579824" y="9060"/>
                </a:lnTo>
                <a:lnTo>
                  <a:pt x="9578701" y="9524"/>
                </a:lnTo>
                <a:close/>
              </a:path>
              <a:path w="11534775" h="9525">
                <a:moveTo>
                  <a:pt x="9626326" y="9524"/>
                </a:moveTo>
                <a:lnTo>
                  <a:pt x="9623696" y="9524"/>
                </a:lnTo>
                <a:lnTo>
                  <a:pt x="9622573" y="9060"/>
                </a:lnTo>
                <a:lnTo>
                  <a:pt x="9620713" y="7200"/>
                </a:lnTo>
                <a:lnTo>
                  <a:pt x="9620249" y="6077"/>
                </a:lnTo>
                <a:lnTo>
                  <a:pt x="9620249" y="3447"/>
                </a:lnTo>
                <a:lnTo>
                  <a:pt x="9620713" y="2324"/>
                </a:lnTo>
                <a:lnTo>
                  <a:pt x="9622573" y="464"/>
                </a:lnTo>
                <a:lnTo>
                  <a:pt x="9623696" y="0"/>
                </a:lnTo>
                <a:lnTo>
                  <a:pt x="9626326" y="0"/>
                </a:lnTo>
                <a:lnTo>
                  <a:pt x="9627449" y="464"/>
                </a:lnTo>
                <a:lnTo>
                  <a:pt x="9629308" y="2324"/>
                </a:lnTo>
                <a:lnTo>
                  <a:pt x="9629774" y="3447"/>
                </a:lnTo>
                <a:lnTo>
                  <a:pt x="9629774" y="6077"/>
                </a:lnTo>
                <a:lnTo>
                  <a:pt x="9629308" y="7200"/>
                </a:lnTo>
                <a:lnTo>
                  <a:pt x="9627449" y="9060"/>
                </a:lnTo>
                <a:lnTo>
                  <a:pt x="9626326" y="9524"/>
                </a:lnTo>
                <a:close/>
              </a:path>
              <a:path w="11534775" h="9525">
                <a:moveTo>
                  <a:pt x="9673951" y="9524"/>
                </a:moveTo>
                <a:lnTo>
                  <a:pt x="9671321" y="9524"/>
                </a:lnTo>
                <a:lnTo>
                  <a:pt x="9670198" y="9060"/>
                </a:lnTo>
                <a:lnTo>
                  <a:pt x="9668339" y="7200"/>
                </a:lnTo>
                <a:lnTo>
                  <a:pt x="9667874" y="6077"/>
                </a:lnTo>
                <a:lnTo>
                  <a:pt x="9667874" y="3447"/>
                </a:lnTo>
                <a:lnTo>
                  <a:pt x="9668339" y="2324"/>
                </a:lnTo>
                <a:lnTo>
                  <a:pt x="9670198" y="464"/>
                </a:lnTo>
                <a:lnTo>
                  <a:pt x="9671321" y="0"/>
                </a:lnTo>
                <a:lnTo>
                  <a:pt x="9673951" y="0"/>
                </a:lnTo>
                <a:lnTo>
                  <a:pt x="9675074" y="464"/>
                </a:lnTo>
                <a:lnTo>
                  <a:pt x="9676933" y="2324"/>
                </a:lnTo>
                <a:lnTo>
                  <a:pt x="9677399" y="3447"/>
                </a:lnTo>
                <a:lnTo>
                  <a:pt x="9677399" y="6077"/>
                </a:lnTo>
                <a:lnTo>
                  <a:pt x="9676933" y="7200"/>
                </a:lnTo>
                <a:lnTo>
                  <a:pt x="9675074" y="9060"/>
                </a:lnTo>
                <a:lnTo>
                  <a:pt x="9673951" y="9524"/>
                </a:lnTo>
                <a:close/>
              </a:path>
              <a:path w="11534775" h="9525">
                <a:moveTo>
                  <a:pt x="9721577" y="9524"/>
                </a:moveTo>
                <a:lnTo>
                  <a:pt x="9718946" y="9524"/>
                </a:lnTo>
                <a:lnTo>
                  <a:pt x="9717823" y="9060"/>
                </a:lnTo>
                <a:lnTo>
                  <a:pt x="9715963" y="7200"/>
                </a:lnTo>
                <a:lnTo>
                  <a:pt x="9715499" y="6077"/>
                </a:lnTo>
                <a:lnTo>
                  <a:pt x="9715499" y="3447"/>
                </a:lnTo>
                <a:lnTo>
                  <a:pt x="9715963" y="2324"/>
                </a:lnTo>
                <a:lnTo>
                  <a:pt x="9717823" y="464"/>
                </a:lnTo>
                <a:lnTo>
                  <a:pt x="9718946" y="0"/>
                </a:lnTo>
                <a:lnTo>
                  <a:pt x="9721577" y="0"/>
                </a:lnTo>
                <a:lnTo>
                  <a:pt x="9722699" y="464"/>
                </a:lnTo>
                <a:lnTo>
                  <a:pt x="9724559" y="2324"/>
                </a:lnTo>
                <a:lnTo>
                  <a:pt x="9725024" y="3447"/>
                </a:lnTo>
                <a:lnTo>
                  <a:pt x="9725024" y="6077"/>
                </a:lnTo>
                <a:lnTo>
                  <a:pt x="9724559" y="7200"/>
                </a:lnTo>
                <a:lnTo>
                  <a:pt x="9722699" y="9060"/>
                </a:lnTo>
                <a:lnTo>
                  <a:pt x="9721577" y="9524"/>
                </a:lnTo>
                <a:close/>
              </a:path>
              <a:path w="11534775" h="9525">
                <a:moveTo>
                  <a:pt x="9769202" y="9524"/>
                </a:moveTo>
                <a:lnTo>
                  <a:pt x="9766572" y="9524"/>
                </a:lnTo>
                <a:lnTo>
                  <a:pt x="9765448" y="9060"/>
                </a:lnTo>
                <a:lnTo>
                  <a:pt x="9763589" y="7200"/>
                </a:lnTo>
                <a:lnTo>
                  <a:pt x="9763124" y="6077"/>
                </a:lnTo>
                <a:lnTo>
                  <a:pt x="9763124" y="3447"/>
                </a:lnTo>
                <a:lnTo>
                  <a:pt x="9763589" y="2324"/>
                </a:lnTo>
                <a:lnTo>
                  <a:pt x="9765448" y="464"/>
                </a:lnTo>
                <a:lnTo>
                  <a:pt x="9766572" y="0"/>
                </a:lnTo>
                <a:lnTo>
                  <a:pt x="9769202" y="0"/>
                </a:lnTo>
                <a:lnTo>
                  <a:pt x="9770324" y="464"/>
                </a:lnTo>
                <a:lnTo>
                  <a:pt x="9772183" y="2324"/>
                </a:lnTo>
                <a:lnTo>
                  <a:pt x="9772648" y="3447"/>
                </a:lnTo>
                <a:lnTo>
                  <a:pt x="9772648" y="6077"/>
                </a:lnTo>
                <a:lnTo>
                  <a:pt x="9772183" y="7200"/>
                </a:lnTo>
                <a:lnTo>
                  <a:pt x="9770324" y="9060"/>
                </a:lnTo>
                <a:lnTo>
                  <a:pt x="9769202" y="9524"/>
                </a:lnTo>
                <a:close/>
              </a:path>
              <a:path w="11534775" h="9525">
                <a:moveTo>
                  <a:pt x="9816827" y="9524"/>
                </a:moveTo>
                <a:lnTo>
                  <a:pt x="9814197" y="9524"/>
                </a:lnTo>
                <a:lnTo>
                  <a:pt x="9813073" y="9060"/>
                </a:lnTo>
                <a:lnTo>
                  <a:pt x="9811213" y="7200"/>
                </a:lnTo>
                <a:lnTo>
                  <a:pt x="9810748" y="6077"/>
                </a:lnTo>
                <a:lnTo>
                  <a:pt x="9810748" y="3447"/>
                </a:lnTo>
                <a:lnTo>
                  <a:pt x="9811213" y="2324"/>
                </a:lnTo>
                <a:lnTo>
                  <a:pt x="9813073" y="464"/>
                </a:lnTo>
                <a:lnTo>
                  <a:pt x="9814197" y="0"/>
                </a:lnTo>
                <a:lnTo>
                  <a:pt x="9816827" y="0"/>
                </a:lnTo>
                <a:lnTo>
                  <a:pt x="9817949" y="464"/>
                </a:lnTo>
                <a:lnTo>
                  <a:pt x="9819809" y="2324"/>
                </a:lnTo>
                <a:lnTo>
                  <a:pt x="9820274" y="3447"/>
                </a:lnTo>
                <a:lnTo>
                  <a:pt x="9820274" y="6077"/>
                </a:lnTo>
                <a:lnTo>
                  <a:pt x="9819809" y="7200"/>
                </a:lnTo>
                <a:lnTo>
                  <a:pt x="9817949" y="9060"/>
                </a:lnTo>
                <a:lnTo>
                  <a:pt x="9816827" y="9524"/>
                </a:lnTo>
                <a:close/>
              </a:path>
              <a:path w="11534775" h="9525">
                <a:moveTo>
                  <a:pt x="9864452" y="9524"/>
                </a:moveTo>
                <a:lnTo>
                  <a:pt x="9861822" y="9524"/>
                </a:lnTo>
                <a:lnTo>
                  <a:pt x="9860698" y="9060"/>
                </a:lnTo>
                <a:lnTo>
                  <a:pt x="9858838" y="7200"/>
                </a:lnTo>
                <a:lnTo>
                  <a:pt x="9858373" y="6077"/>
                </a:lnTo>
                <a:lnTo>
                  <a:pt x="9858373" y="3447"/>
                </a:lnTo>
                <a:lnTo>
                  <a:pt x="9858838" y="2324"/>
                </a:lnTo>
                <a:lnTo>
                  <a:pt x="9860698" y="464"/>
                </a:lnTo>
                <a:lnTo>
                  <a:pt x="9861822" y="0"/>
                </a:lnTo>
                <a:lnTo>
                  <a:pt x="9864452" y="0"/>
                </a:lnTo>
                <a:lnTo>
                  <a:pt x="9865574" y="464"/>
                </a:lnTo>
                <a:lnTo>
                  <a:pt x="9867433" y="2324"/>
                </a:lnTo>
                <a:lnTo>
                  <a:pt x="9867898" y="3447"/>
                </a:lnTo>
                <a:lnTo>
                  <a:pt x="9867898" y="6077"/>
                </a:lnTo>
                <a:lnTo>
                  <a:pt x="9867433" y="7200"/>
                </a:lnTo>
                <a:lnTo>
                  <a:pt x="9865574" y="9060"/>
                </a:lnTo>
                <a:lnTo>
                  <a:pt x="9864452" y="9524"/>
                </a:lnTo>
                <a:close/>
              </a:path>
              <a:path w="11534775" h="9525">
                <a:moveTo>
                  <a:pt x="9912077" y="9524"/>
                </a:moveTo>
                <a:lnTo>
                  <a:pt x="9909447" y="9524"/>
                </a:lnTo>
                <a:lnTo>
                  <a:pt x="9908323" y="9060"/>
                </a:lnTo>
                <a:lnTo>
                  <a:pt x="9906463" y="7200"/>
                </a:lnTo>
                <a:lnTo>
                  <a:pt x="9905998" y="6077"/>
                </a:lnTo>
                <a:lnTo>
                  <a:pt x="9905998" y="3447"/>
                </a:lnTo>
                <a:lnTo>
                  <a:pt x="9906463" y="2324"/>
                </a:lnTo>
                <a:lnTo>
                  <a:pt x="9908323" y="464"/>
                </a:lnTo>
                <a:lnTo>
                  <a:pt x="9909447" y="0"/>
                </a:lnTo>
                <a:lnTo>
                  <a:pt x="9912077" y="0"/>
                </a:lnTo>
                <a:lnTo>
                  <a:pt x="9913199" y="464"/>
                </a:lnTo>
                <a:lnTo>
                  <a:pt x="9915059" y="2324"/>
                </a:lnTo>
                <a:lnTo>
                  <a:pt x="9915524" y="3447"/>
                </a:lnTo>
                <a:lnTo>
                  <a:pt x="9915524" y="6077"/>
                </a:lnTo>
                <a:lnTo>
                  <a:pt x="9915059" y="7200"/>
                </a:lnTo>
                <a:lnTo>
                  <a:pt x="9913199" y="9060"/>
                </a:lnTo>
                <a:lnTo>
                  <a:pt x="9912077" y="9524"/>
                </a:lnTo>
                <a:close/>
              </a:path>
              <a:path w="11534775" h="9525">
                <a:moveTo>
                  <a:pt x="9959702" y="9524"/>
                </a:moveTo>
                <a:lnTo>
                  <a:pt x="9957072" y="9524"/>
                </a:lnTo>
                <a:lnTo>
                  <a:pt x="9955948" y="9060"/>
                </a:lnTo>
                <a:lnTo>
                  <a:pt x="9954088" y="7200"/>
                </a:lnTo>
                <a:lnTo>
                  <a:pt x="9953623" y="6077"/>
                </a:lnTo>
                <a:lnTo>
                  <a:pt x="9953623" y="3447"/>
                </a:lnTo>
                <a:lnTo>
                  <a:pt x="9954088" y="2324"/>
                </a:lnTo>
                <a:lnTo>
                  <a:pt x="9955948" y="464"/>
                </a:lnTo>
                <a:lnTo>
                  <a:pt x="9957072" y="0"/>
                </a:lnTo>
                <a:lnTo>
                  <a:pt x="9959702" y="0"/>
                </a:lnTo>
                <a:lnTo>
                  <a:pt x="9960824" y="464"/>
                </a:lnTo>
                <a:lnTo>
                  <a:pt x="9962684" y="2324"/>
                </a:lnTo>
                <a:lnTo>
                  <a:pt x="9963149" y="3447"/>
                </a:lnTo>
                <a:lnTo>
                  <a:pt x="9963149" y="6077"/>
                </a:lnTo>
                <a:lnTo>
                  <a:pt x="9962684" y="7200"/>
                </a:lnTo>
                <a:lnTo>
                  <a:pt x="9960824" y="9060"/>
                </a:lnTo>
                <a:lnTo>
                  <a:pt x="9959702" y="9524"/>
                </a:lnTo>
                <a:close/>
              </a:path>
              <a:path w="11534775" h="9525">
                <a:moveTo>
                  <a:pt x="10007327" y="9524"/>
                </a:moveTo>
                <a:lnTo>
                  <a:pt x="10004697" y="9524"/>
                </a:lnTo>
                <a:lnTo>
                  <a:pt x="10003573" y="9060"/>
                </a:lnTo>
                <a:lnTo>
                  <a:pt x="10001714" y="7200"/>
                </a:lnTo>
                <a:lnTo>
                  <a:pt x="10001249" y="6077"/>
                </a:lnTo>
                <a:lnTo>
                  <a:pt x="10001249" y="3447"/>
                </a:lnTo>
                <a:lnTo>
                  <a:pt x="10001714" y="2324"/>
                </a:lnTo>
                <a:lnTo>
                  <a:pt x="10003573" y="464"/>
                </a:lnTo>
                <a:lnTo>
                  <a:pt x="10004697" y="0"/>
                </a:lnTo>
                <a:lnTo>
                  <a:pt x="10007327" y="0"/>
                </a:lnTo>
                <a:lnTo>
                  <a:pt x="10008449" y="464"/>
                </a:lnTo>
                <a:lnTo>
                  <a:pt x="10010308" y="2324"/>
                </a:lnTo>
                <a:lnTo>
                  <a:pt x="10010773" y="3447"/>
                </a:lnTo>
                <a:lnTo>
                  <a:pt x="10010773" y="6077"/>
                </a:lnTo>
                <a:lnTo>
                  <a:pt x="10010308" y="7200"/>
                </a:lnTo>
                <a:lnTo>
                  <a:pt x="10008449" y="9060"/>
                </a:lnTo>
                <a:lnTo>
                  <a:pt x="10007327" y="9524"/>
                </a:lnTo>
                <a:close/>
              </a:path>
              <a:path w="11534775" h="9525">
                <a:moveTo>
                  <a:pt x="10054952" y="9524"/>
                </a:moveTo>
                <a:lnTo>
                  <a:pt x="10052322" y="9524"/>
                </a:lnTo>
                <a:lnTo>
                  <a:pt x="10051198" y="9060"/>
                </a:lnTo>
                <a:lnTo>
                  <a:pt x="10049338" y="7200"/>
                </a:lnTo>
                <a:lnTo>
                  <a:pt x="10048873" y="6077"/>
                </a:lnTo>
                <a:lnTo>
                  <a:pt x="10048873" y="3447"/>
                </a:lnTo>
                <a:lnTo>
                  <a:pt x="10049338" y="2324"/>
                </a:lnTo>
                <a:lnTo>
                  <a:pt x="10051198" y="464"/>
                </a:lnTo>
                <a:lnTo>
                  <a:pt x="10052322" y="0"/>
                </a:lnTo>
                <a:lnTo>
                  <a:pt x="10054952" y="0"/>
                </a:lnTo>
                <a:lnTo>
                  <a:pt x="10056074" y="464"/>
                </a:lnTo>
                <a:lnTo>
                  <a:pt x="10057933" y="2324"/>
                </a:lnTo>
                <a:lnTo>
                  <a:pt x="10058398" y="3447"/>
                </a:lnTo>
                <a:lnTo>
                  <a:pt x="10058398" y="6077"/>
                </a:lnTo>
                <a:lnTo>
                  <a:pt x="10057933" y="7200"/>
                </a:lnTo>
                <a:lnTo>
                  <a:pt x="10056074" y="9060"/>
                </a:lnTo>
                <a:lnTo>
                  <a:pt x="10054952" y="9524"/>
                </a:lnTo>
                <a:close/>
              </a:path>
              <a:path w="11534775" h="9525">
                <a:moveTo>
                  <a:pt x="10102577" y="9524"/>
                </a:moveTo>
                <a:lnTo>
                  <a:pt x="10099947" y="9524"/>
                </a:lnTo>
                <a:lnTo>
                  <a:pt x="10098823" y="9060"/>
                </a:lnTo>
                <a:lnTo>
                  <a:pt x="10096964" y="7200"/>
                </a:lnTo>
                <a:lnTo>
                  <a:pt x="10096499" y="6077"/>
                </a:lnTo>
                <a:lnTo>
                  <a:pt x="10096499" y="3447"/>
                </a:lnTo>
                <a:lnTo>
                  <a:pt x="10096964" y="2324"/>
                </a:lnTo>
                <a:lnTo>
                  <a:pt x="10098823" y="464"/>
                </a:lnTo>
                <a:lnTo>
                  <a:pt x="10099947" y="0"/>
                </a:lnTo>
                <a:lnTo>
                  <a:pt x="10102577" y="0"/>
                </a:lnTo>
                <a:lnTo>
                  <a:pt x="10103699" y="464"/>
                </a:lnTo>
                <a:lnTo>
                  <a:pt x="10105558" y="2324"/>
                </a:lnTo>
                <a:lnTo>
                  <a:pt x="10106023" y="3447"/>
                </a:lnTo>
                <a:lnTo>
                  <a:pt x="10106023" y="6077"/>
                </a:lnTo>
                <a:lnTo>
                  <a:pt x="10105558" y="7200"/>
                </a:lnTo>
                <a:lnTo>
                  <a:pt x="10103699" y="9060"/>
                </a:lnTo>
                <a:lnTo>
                  <a:pt x="10102577" y="9524"/>
                </a:lnTo>
                <a:close/>
              </a:path>
              <a:path w="11534775" h="9525">
                <a:moveTo>
                  <a:pt x="10150202" y="9524"/>
                </a:moveTo>
                <a:lnTo>
                  <a:pt x="10147570" y="9524"/>
                </a:lnTo>
                <a:lnTo>
                  <a:pt x="10146447" y="9060"/>
                </a:lnTo>
                <a:lnTo>
                  <a:pt x="10144588" y="7200"/>
                </a:lnTo>
                <a:lnTo>
                  <a:pt x="10144123" y="6077"/>
                </a:lnTo>
                <a:lnTo>
                  <a:pt x="10144123" y="3447"/>
                </a:lnTo>
                <a:lnTo>
                  <a:pt x="10144588" y="2324"/>
                </a:lnTo>
                <a:lnTo>
                  <a:pt x="10146447" y="464"/>
                </a:lnTo>
                <a:lnTo>
                  <a:pt x="10147570" y="0"/>
                </a:lnTo>
                <a:lnTo>
                  <a:pt x="10150202" y="0"/>
                </a:lnTo>
                <a:lnTo>
                  <a:pt x="10151324" y="464"/>
                </a:lnTo>
                <a:lnTo>
                  <a:pt x="10153183" y="2324"/>
                </a:lnTo>
                <a:lnTo>
                  <a:pt x="10153648" y="3447"/>
                </a:lnTo>
                <a:lnTo>
                  <a:pt x="10153648" y="6077"/>
                </a:lnTo>
                <a:lnTo>
                  <a:pt x="10153183" y="7200"/>
                </a:lnTo>
                <a:lnTo>
                  <a:pt x="10151324" y="9060"/>
                </a:lnTo>
                <a:lnTo>
                  <a:pt x="10150202" y="9524"/>
                </a:lnTo>
                <a:close/>
              </a:path>
              <a:path w="11534775" h="9525">
                <a:moveTo>
                  <a:pt x="10197827" y="9524"/>
                </a:moveTo>
                <a:lnTo>
                  <a:pt x="10195197" y="9524"/>
                </a:lnTo>
                <a:lnTo>
                  <a:pt x="10194073" y="9060"/>
                </a:lnTo>
                <a:lnTo>
                  <a:pt x="10192214" y="7200"/>
                </a:lnTo>
                <a:lnTo>
                  <a:pt x="10191749" y="6077"/>
                </a:lnTo>
                <a:lnTo>
                  <a:pt x="10191749" y="3447"/>
                </a:lnTo>
                <a:lnTo>
                  <a:pt x="10192214" y="2324"/>
                </a:lnTo>
                <a:lnTo>
                  <a:pt x="10194073" y="464"/>
                </a:lnTo>
                <a:lnTo>
                  <a:pt x="10195197" y="0"/>
                </a:lnTo>
                <a:lnTo>
                  <a:pt x="10197827" y="0"/>
                </a:lnTo>
                <a:lnTo>
                  <a:pt x="10198949" y="464"/>
                </a:lnTo>
                <a:lnTo>
                  <a:pt x="10200808" y="2324"/>
                </a:lnTo>
                <a:lnTo>
                  <a:pt x="10201273" y="3447"/>
                </a:lnTo>
                <a:lnTo>
                  <a:pt x="10201273" y="6077"/>
                </a:lnTo>
                <a:lnTo>
                  <a:pt x="10200808" y="7200"/>
                </a:lnTo>
                <a:lnTo>
                  <a:pt x="10198949" y="9060"/>
                </a:lnTo>
                <a:lnTo>
                  <a:pt x="10197827" y="9524"/>
                </a:lnTo>
                <a:close/>
              </a:path>
              <a:path w="11534775" h="9525">
                <a:moveTo>
                  <a:pt x="10245452" y="9524"/>
                </a:moveTo>
                <a:lnTo>
                  <a:pt x="10242820" y="9524"/>
                </a:lnTo>
                <a:lnTo>
                  <a:pt x="10241697" y="9060"/>
                </a:lnTo>
                <a:lnTo>
                  <a:pt x="10239838" y="7200"/>
                </a:lnTo>
                <a:lnTo>
                  <a:pt x="10239373" y="6077"/>
                </a:lnTo>
                <a:lnTo>
                  <a:pt x="10239373" y="3447"/>
                </a:lnTo>
                <a:lnTo>
                  <a:pt x="10239838" y="2324"/>
                </a:lnTo>
                <a:lnTo>
                  <a:pt x="10241697" y="464"/>
                </a:lnTo>
                <a:lnTo>
                  <a:pt x="10242820" y="0"/>
                </a:lnTo>
                <a:lnTo>
                  <a:pt x="10245452" y="0"/>
                </a:lnTo>
                <a:lnTo>
                  <a:pt x="10246574" y="464"/>
                </a:lnTo>
                <a:lnTo>
                  <a:pt x="10248434" y="2324"/>
                </a:lnTo>
                <a:lnTo>
                  <a:pt x="10248899" y="3447"/>
                </a:lnTo>
                <a:lnTo>
                  <a:pt x="10248899" y="6077"/>
                </a:lnTo>
                <a:lnTo>
                  <a:pt x="10248434" y="7200"/>
                </a:lnTo>
                <a:lnTo>
                  <a:pt x="10246574" y="9060"/>
                </a:lnTo>
                <a:lnTo>
                  <a:pt x="10245452" y="9524"/>
                </a:lnTo>
                <a:close/>
              </a:path>
              <a:path w="11534775" h="9525">
                <a:moveTo>
                  <a:pt x="10293077" y="9524"/>
                </a:moveTo>
                <a:lnTo>
                  <a:pt x="10290447" y="9524"/>
                </a:lnTo>
                <a:lnTo>
                  <a:pt x="10289323" y="9060"/>
                </a:lnTo>
                <a:lnTo>
                  <a:pt x="10287463" y="7200"/>
                </a:lnTo>
                <a:lnTo>
                  <a:pt x="10286998" y="6077"/>
                </a:lnTo>
                <a:lnTo>
                  <a:pt x="10286998" y="3447"/>
                </a:lnTo>
                <a:lnTo>
                  <a:pt x="10287463" y="2324"/>
                </a:lnTo>
                <a:lnTo>
                  <a:pt x="10289323" y="464"/>
                </a:lnTo>
                <a:lnTo>
                  <a:pt x="10290447" y="0"/>
                </a:lnTo>
                <a:lnTo>
                  <a:pt x="10293077" y="0"/>
                </a:lnTo>
                <a:lnTo>
                  <a:pt x="10294199" y="464"/>
                </a:lnTo>
                <a:lnTo>
                  <a:pt x="10296058" y="2324"/>
                </a:lnTo>
                <a:lnTo>
                  <a:pt x="10296523" y="3447"/>
                </a:lnTo>
                <a:lnTo>
                  <a:pt x="10296523" y="6077"/>
                </a:lnTo>
                <a:lnTo>
                  <a:pt x="10296058" y="7200"/>
                </a:lnTo>
                <a:lnTo>
                  <a:pt x="10294199" y="9060"/>
                </a:lnTo>
                <a:lnTo>
                  <a:pt x="10293077" y="9524"/>
                </a:lnTo>
                <a:close/>
              </a:path>
              <a:path w="11534775" h="9525">
                <a:moveTo>
                  <a:pt x="10340702" y="9524"/>
                </a:moveTo>
                <a:lnTo>
                  <a:pt x="10338072" y="9524"/>
                </a:lnTo>
                <a:lnTo>
                  <a:pt x="10336948" y="9060"/>
                </a:lnTo>
                <a:lnTo>
                  <a:pt x="10335088" y="7200"/>
                </a:lnTo>
                <a:lnTo>
                  <a:pt x="10334623" y="6077"/>
                </a:lnTo>
                <a:lnTo>
                  <a:pt x="10334623" y="3447"/>
                </a:lnTo>
                <a:lnTo>
                  <a:pt x="10335088" y="2324"/>
                </a:lnTo>
                <a:lnTo>
                  <a:pt x="10336948" y="464"/>
                </a:lnTo>
                <a:lnTo>
                  <a:pt x="10338072" y="0"/>
                </a:lnTo>
                <a:lnTo>
                  <a:pt x="10340702" y="0"/>
                </a:lnTo>
                <a:lnTo>
                  <a:pt x="10341824" y="464"/>
                </a:lnTo>
                <a:lnTo>
                  <a:pt x="10343684" y="2324"/>
                </a:lnTo>
                <a:lnTo>
                  <a:pt x="10344149" y="3447"/>
                </a:lnTo>
                <a:lnTo>
                  <a:pt x="10344149" y="6077"/>
                </a:lnTo>
                <a:lnTo>
                  <a:pt x="10343684" y="7200"/>
                </a:lnTo>
                <a:lnTo>
                  <a:pt x="10341824" y="9060"/>
                </a:lnTo>
                <a:lnTo>
                  <a:pt x="10340702" y="9524"/>
                </a:lnTo>
                <a:close/>
              </a:path>
              <a:path w="11534775" h="9525">
                <a:moveTo>
                  <a:pt x="10388327" y="9524"/>
                </a:moveTo>
                <a:lnTo>
                  <a:pt x="10385697" y="9524"/>
                </a:lnTo>
                <a:lnTo>
                  <a:pt x="10384573" y="9060"/>
                </a:lnTo>
                <a:lnTo>
                  <a:pt x="10382713" y="7200"/>
                </a:lnTo>
                <a:lnTo>
                  <a:pt x="10382248" y="6077"/>
                </a:lnTo>
                <a:lnTo>
                  <a:pt x="10382248" y="3447"/>
                </a:lnTo>
                <a:lnTo>
                  <a:pt x="10382713" y="2324"/>
                </a:lnTo>
                <a:lnTo>
                  <a:pt x="10384573" y="464"/>
                </a:lnTo>
                <a:lnTo>
                  <a:pt x="10385697" y="0"/>
                </a:lnTo>
                <a:lnTo>
                  <a:pt x="10388327" y="0"/>
                </a:lnTo>
                <a:lnTo>
                  <a:pt x="10389449" y="464"/>
                </a:lnTo>
                <a:lnTo>
                  <a:pt x="10391308" y="2324"/>
                </a:lnTo>
                <a:lnTo>
                  <a:pt x="10391773" y="3447"/>
                </a:lnTo>
                <a:lnTo>
                  <a:pt x="10391773" y="6077"/>
                </a:lnTo>
                <a:lnTo>
                  <a:pt x="10391308" y="7200"/>
                </a:lnTo>
                <a:lnTo>
                  <a:pt x="10389449" y="9060"/>
                </a:lnTo>
                <a:lnTo>
                  <a:pt x="10388327" y="9524"/>
                </a:lnTo>
                <a:close/>
              </a:path>
              <a:path w="11534775" h="9525">
                <a:moveTo>
                  <a:pt x="10435952" y="9524"/>
                </a:moveTo>
                <a:lnTo>
                  <a:pt x="10433322" y="9524"/>
                </a:lnTo>
                <a:lnTo>
                  <a:pt x="10432198" y="9060"/>
                </a:lnTo>
                <a:lnTo>
                  <a:pt x="10430338" y="7200"/>
                </a:lnTo>
                <a:lnTo>
                  <a:pt x="10429873" y="6077"/>
                </a:lnTo>
                <a:lnTo>
                  <a:pt x="10429873" y="3447"/>
                </a:lnTo>
                <a:lnTo>
                  <a:pt x="10430338" y="2324"/>
                </a:lnTo>
                <a:lnTo>
                  <a:pt x="10432198" y="464"/>
                </a:lnTo>
                <a:lnTo>
                  <a:pt x="10433322" y="0"/>
                </a:lnTo>
                <a:lnTo>
                  <a:pt x="10435952" y="0"/>
                </a:lnTo>
                <a:lnTo>
                  <a:pt x="10437074" y="464"/>
                </a:lnTo>
                <a:lnTo>
                  <a:pt x="10438934" y="2324"/>
                </a:lnTo>
                <a:lnTo>
                  <a:pt x="10439399" y="3447"/>
                </a:lnTo>
                <a:lnTo>
                  <a:pt x="10439399" y="6077"/>
                </a:lnTo>
                <a:lnTo>
                  <a:pt x="10438934" y="7200"/>
                </a:lnTo>
                <a:lnTo>
                  <a:pt x="10437074" y="9060"/>
                </a:lnTo>
                <a:lnTo>
                  <a:pt x="10435952" y="9524"/>
                </a:lnTo>
                <a:close/>
              </a:path>
              <a:path w="11534775" h="9525">
                <a:moveTo>
                  <a:pt x="10483577" y="9524"/>
                </a:moveTo>
                <a:lnTo>
                  <a:pt x="10480947" y="9524"/>
                </a:lnTo>
                <a:lnTo>
                  <a:pt x="10479823" y="9060"/>
                </a:lnTo>
                <a:lnTo>
                  <a:pt x="10477963" y="7200"/>
                </a:lnTo>
                <a:lnTo>
                  <a:pt x="10477498" y="6077"/>
                </a:lnTo>
                <a:lnTo>
                  <a:pt x="10477498" y="3447"/>
                </a:lnTo>
                <a:lnTo>
                  <a:pt x="10477963" y="2324"/>
                </a:lnTo>
                <a:lnTo>
                  <a:pt x="10479823" y="464"/>
                </a:lnTo>
                <a:lnTo>
                  <a:pt x="10480947" y="0"/>
                </a:lnTo>
                <a:lnTo>
                  <a:pt x="10483577" y="0"/>
                </a:lnTo>
                <a:lnTo>
                  <a:pt x="10484699" y="464"/>
                </a:lnTo>
                <a:lnTo>
                  <a:pt x="10486558" y="2324"/>
                </a:lnTo>
                <a:lnTo>
                  <a:pt x="10487023" y="3447"/>
                </a:lnTo>
                <a:lnTo>
                  <a:pt x="10487023" y="6077"/>
                </a:lnTo>
                <a:lnTo>
                  <a:pt x="10486558" y="7200"/>
                </a:lnTo>
                <a:lnTo>
                  <a:pt x="10484699" y="9060"/>
                </a:lnTo>
                <a:lnTo>
                  <a:pt x="10483577" y="9524"/>
                </a:lnTo>
                <a:close/>
              </a:path>
              <a:path w="11534775" h="9525">
                <a:moveTo>
                  <a:pt x="10531202" y="9524"/>
                </a:moveTo>
                <a:lnTo>
                  <a:pt x="10528572" y="9524"/>
                </a:lnTo>
                <a:lnTo>
                  <a:pt x="10527448" y="9060"/>
                </a:lnTo>
                <a:lnTo>
                  <a:pt x="10525589" y="7200"/>
                </a:lnTo>
                <a:lnTo>
                  <a:pt x="10525124" y="6077"/>
                </a:lnTo>
                <a:lnTo>
                  <a:pt x="10525124" y="3447"/>
                </a:lnTo>
                <a:lnTo>
                  <a:pt x="10525589" y="2324"/>
                </a:lnTo>
                <a:lnTo>
                  <a:pt x="10527448" y="464"/>
                </a:lnTo>
                <a:lnTo>
                  <a:pt x="10528572" y="0"/>
                </a:lnTo>
                <a:lnTo>
                  <a:pt x="10531202" y="0"/>
                </a:lnTo>
                <a:lnTo>
                  <a:pt x="10532324" y="464"/>
                </a:lnTo>
                <a:lnTo>
                  <a:pt x="10534183" y="2324"/>
                </a:lnTo>
                <a:lnTo>
                  <a:pt x="10534648" y="3447"/>
                </a:lnTo>
                <a:lnTo>
                  <a:pt x="10534648" y="6077"/>
                </a:lnTo>
                <a:lnTo>
                  <a:pt x="10534183" y="7200"/>
                </a:lnTo>
                <a:lnTo>
                  <a:pt x="10532324" y="9060"/>
                </a:lnTo>
                <a:lnTo>
                  <a:pt x="10531202" y="9524"/>
                </a:lnTo>
                <a:close/>
              </a:path>
              <a:path w="11534775" h="9525">
                <a:moveTo>
                  <a:pt x="10578827" y="9524"/>
                </a:moveTo>
                <a:lnTo>
                  <a:pt x="10576197" y="9524"/>
                </a:lnTo>
                <a:lnTo>
                  <a:pt x="10575073" y="9060"/>
                </a:lnTo>
                <a:lnTo>
                  <a:pt x="10573213" y="7200"/>
                </a:lnTo>
                <a:lnTo>
                  <a:pt x="10572748" y="6077"/>
                </a:lnTo>
                <a:lnTo>
                  <a:pt x="10572748" y="3447"/>
                </a:lnTo>
                <a:lnTo>
                  <a:pt x="10573213" y="2324"/>
                </a:lnTo>
                <a:lnTo>
                  <a:pt x="10575073" y="464"/>
                </a:lnTo>
                <a:lnTo>
                  <a:pt x="10576197" y="0"/>
                </a:lnTo>
                <a:lnTo>
                  <a:pt x="10578827" y="0"/>
                </a:lnTo>
                <a:lnTo>
                  <a:pt x="10579949" y="464"/>
                </a:lnTo>
                <a:lnTo>
                  <a:pt x="10581808" y="2324"/>
                </a:lnTo>
                <a:lnTo>
                  <a:pt x="10582273" y="3447"/>
                </a:lnTo>
                <a:lnTo>
                  <a:pt x="10582273" y="6077"/>
                </a:lnTo>
                <a:lnTo>
                  <a:pt x="10581808" y="7200"/>
                </a:lnTo>
                <a:lnTo>
                  <a:pt x="10579949" y="9060"/>
                </a:lnTo>
                <a:lnTo>
                  <a:pt x="10578827" y="9524"/>
                </a:lnTo>
                <a:close/>
              </a:path>
              <a:path w="11534775" h="9525">
                <a:moveTo>
                  <a:pt x="10626452" y="9524"/>
                </a:moveTo>
                <a:lnTo>
                  <a:pt x="10623822" y="9524"/>
                </a:lnTo>
                <a:lnTo>
                  <a:pt x="10622698" y="9060"/>
                </a:lnTo>
                <a:lnTo>
                  <a:pt x="10620839" y="7200"/>
                </a:lnTo>
                <a:lnTo>
                  <a:pt x="10620374" y="6077"/>
                </a:lnTo>
                <a:lnTo>
                  <a:pt x="10620374" y="3447"/>
                </a:lnTo>
                <a:lnTo>
                  <a:pt x="10620839" y="2324"/>
                </a:lnTo>
                <a:lnTo>
                  <a:pt x="10622698" y="464"/>
                </a:lnTo>
                <a:lnTo>
                  <a:pt x="10623822" y="0"/>
                </a:lnTo>
                <a:lnTo>
                  <a:pt x="10626452" y="0"/>
                </a:lnTo>
                <a:lnTo>
                  <a:pt x="10627574" y="464"/>
                </a:lnTo>
                <a:lnTo>
                  <a:pt x="10629433" y="2324"/>
                </a:lnTo>
                <a:lnTo>
                  <a:pt x="10629898" y="3447"/>
                </a:lnTo>
                <a:lnTo>
                  <a:pt x="10629898" y="6077"/>
                </a:lnTo>
                <a:lnTo>
                  <a:pt x="10629433" y="7200"/>
                </a:lnTo>
                <a:lnTo>
                  <a:pt x="10627574" y="9060"/>
                </a:lnTo>
                <a:lnTo>
                  <a:pt x="10626452" y="9524"/>
                </a:lnTo>
                <a:close/>
              </a:path>
              <a:path w="11534775" h="9525">
                <a:moveTo>
                  <a:pt x="10674077" y="9524"/>
                </a:moveTo>
                <a:lnTo>
                  <a:pt x="10671445" y="9524"/>
                </a:lnTo>
                <a:lnTo>
                  <a:pt x="10670322" y="9060"/>
                </a:lnTo>
                <a:lnTo>
                  <a:pt x="10668463" y="7200"/>
                </a:lnTo>
                <a:lnTo>
                  <a:pt x="10667998" y="6077"/>
                </a:lnTo>
                <a:lnTo>
                  <a:pt x="10667998" y="3447"/>
                </a:lnTo>
                <a:lnTo>
                  <a:pt x="10668463" y="2324"/>
                </a:lnTo>
                <a:lnTo>
                  <a:pt x="10670322" y="464"/>
                </a:lnTo>
                <a:lnTo>
                  <a:pt x="10671445" y="0"/>
                </a:lnTo>
                <a:lnTo>
                  <a:pt x="10674077" y="0"/>
                </a:lnTo>
                <a:lnTo>
                  <a:pt x="10675199" y="464"/>
                </a:lnTo>
                <a:lnTo>
                  <a:pt x="10677058" y="2324"/>
                </a:lnTo>
                <a:lnTo>
                  <a:pt x="10677523" y="3447"/>
                </a:lnTo>
                <a:lnTo>
                  <a:pt x="10677523" y="6077"/>
                </a:lnTo>
                <a:lnTo>
                  <a:pt x="10677058" y="7200"/>
                </a:lnTo>
                <a:lnTo>
                  <a:pt x="10675199" y="9060"/>
                </a:lnTo>
                <a:lnTo>
                  <a:pt x="10674077" y="9524"/>
                </a:lnTo>
                <a:close/>
              </a:path>
              <a:path w="11534775" h="9525">
                <a:moveTo>
                  <a:pt x="10721702" y="9524"/>
                </a:moveTo>
                <a:lnTo>
                  <a:pt x="10719072" y="9524"/>
                </a:lnTo>
                <a:lnTo>
                  <a:pt x="10717948" y="9060"/>
                </a:lnTo>
                <a:lnTo>
                  <a:pt x="10716089" y="7200"/>
                </a:lnTo>
                <a:lnTo>
                  <a:pt x="10715624" y="6077"/>
                </a:lnTo>
                <a:lnTo>
                  <a:pt x="10715624" y="3447"/>
                </a:lnTo>
                <a:lnTo>
                  <a:pt x="10716089" y="2324"/>
                </a:lnTo>
                <a:lnTo>
                  <a:pt x="10717948" y="464"/>
                </a:lnTo>
                <a:lnTo>
                  <a:pt x="10719072" y="0"/>
                </a:lnTo>
                <a:lnTo>
                  <a:pt x="10721702" y="0"/>
                </a:lnTo>
                <a:lnTo>
                  <a:pt x="10722824" y="464"/>
                </a:lnTo>
                <a:lnTo>
                  <a:pt x="10724683" y="2324"/>
                </a:lnTo>
                <a:lnTo>
                  <a:pt x="10725148" y="3447"/>
                </a:lnTo>
                <a:lnTo>
                  <a:pt x="10725148" y="6077"/>
                </a:lnTo>
                <a:lnTo>
                  <a:pt x="10724683" y="7200"/>
                </a:lnTo>
                <a:lnTo>
                  <a:pt x="10722824" y="9060"/>
                </a:lnTo>
                <a:lnTo>
                  <a:pt x="10721702" y="9524"/>
                </a:lnTo>
                <a:close/>
              </a:path>
              <a:path w="11534775" h="9525">
                <a:moveTo>
                  <a:pt x="10769327" y="9524"/>
                </a:moveTo>
                <a:lnTo>
                  <a:pt x="10766697" y="9524"/>
                </a:lnTo>
                <a:lnTo>
                  <a:pt x="10765573" y="9060"/>
                </a:lnTo>
                <a:lnTo>
                  <a:pt x="10763714" y="7200"/>
                </a:lnTo>
                <a:lnTo>
                  <a:pt x="10763249" y="6077"/>
                </a:lnTo>
                <a:lnTo>
                  <a:pt x="10763249" y="3447"/>
                </a:lnTo>
                <a:lnTo>
                  <a:pt x="10763714" y="2324"/>
                </a:lnTo>
                <a:lnTo>
                  <a:pt x="10765573" y="464"/>
                </a:lnTo>
                <a:lnTo>
                  <a:pt x="10766697" y="0"/>
                </a:lnTo>
                <a:lnTo>
                  <a:pt x="10769327" y="0"/>
                </a:lnTo>
                <a:lnTo>
                  <a:pt x="10770449" y="464"/>
                </a:lnTo>
                <a:lnTo>
                  <a:pt x="10772309" y="2324"/>
                </a:lnTo>
                <a:lnTo>
                  <a:pt x="10772774" y="3447"/>
                </a:lnTo>
                <a:lnTo>
                  <a:pt x="10772774" y="6077"/>
                </a:lnTo>
                <a:lnTo>
                  <a:pt x="10772309" y="7200"/>
                </a:lnTo>
                <a:lnTo>
                  <a:pt x="10770449" y="9060"/>
                </a:lnTo>
                <a:lnTo>
                  <a:pt x="10769327" y="9524"/>
                </a:lnTo>
                <a:close/>
              </a:path>
              <a:path w="11534775" h="9525">
                <a:moveTo>
                  <a:pt x="10816952" y="9524"/>
                </a:moveTo>
                <a:lnTo>
                  <a:pt x="10814322" y="9524"/>
                </a:lnTo>
                <a:lnTo>
                  <a:pt x="10813198" y="9060"/>
                </a:lnTo>
                <a:lnTo>
                  <a:pt x="10811338" y="7200"/>
                </a:lnTo>
                <a:lnTo>
                  <a:pt x="10810873" y="6077"/>
                </a:lnTo>
                <a:lnTo>
                  <a:pt x="10810873" y="3447"/>
                </a:lnTo>
                <a:lnTo>
                  <a:pt x="10811338" y="2324"/>
                </a:lnTo>
                <a:lnTo>
                  <a:pt x="10813198" y="464"/>
                </a:lnTo>
                <a:lnTo>
                  <a:pt x="10814322" y="0"/>
                </a:lnTo>
                <a:lnTo>
                  <a:pt x="10816952" y="0"/>
                </a:lnTo>
                <a:lnTo>
                  <a:pt x="10818074" y="464"/>
                </a:lnTo>
                <a:lnTo>
                  <a:pt x="10819933" y="2324"/>
                </a:lnTo>
                <a:lnTo>
                  <a:pt x="10820398" y="3447"/>
                </a:lnTo>
                <a:lnTo>
                  <a:pt x="10820398" y="6077"/>
                </a:lnTo>
                <a:lnTo>
                  <a:pt x="10819933" y="7200"/>
                </a:lnTo>
                <a:lnTo>
                  <a:pt x="10818074" y="9060"/>
                </a:lnTo>
                <a:lnTo>
                  <a:pt x="10816952" y="9524"/>
                </a:lnTo>
                <a:close/>
              </a:path>
              <a:path w="11534775" h="9525">
                <a:moveTo>
                  <a:pt x="10864577" y="9524"/>
                </a:moveTo>
                <a:lnTo>
                  <a:pt x="10861947" y="9524"/>
                </a:lnTo>
                <a:lnTo>
                  <a:pt x="10860823" y="9060"/>
                </a:lnTo>
                <a:lnTo>
                  <a:pt x="10858963" y="7200"/>
                </a:lnTo>
                <a:lnTo>
                  <a:pt x="10858498" y="6077"/>
                </a:lnTo>
                <a:lnTo>
                  <a:pt x="10858498" y="3447"/>
                </a:lnTo>
                <a:lnTo>
                  <a:pt x="10858963" y="2324"/>
                </a:lnTo>
                <a:lnTo>
                  <a:pt x="10860823" y="464"/>
                </a:lnTo>
                <a:lnTo>
                  <a:pt x="10861947" y="0"/>
                </a:lnTo>
                <a:lnTo>
                  <a:pt x="10864577" y="0"/>
                </a:lnTo>
                <a:lnTo>
                  <a:pt x="10865699" y="464"/>
                </a:lnTo>
                <a:lnTo>
                  <a:pt x="10867559" y="2324"/>
                </a:lnTo>
                <a:lnTo>
                  <a:pt x="10868024" y="3447"/>
                </a:lnTo>
                <a:lnTo>
                  <a:pt x="10868024" y="6077"/>
                </a:lnTo>
                <a:lnTo>
                  <a:pt x="10867559" y="7200"/>
                </a:lnTo>
                <a:lnTo>
                  <a:pt x="10865699" y="9060"/>
                </a:lnTo>
                <a:lnTo>
                  <a:pt x="10864577" y="9524"/>
                </a:lnTo>
                <a:close/>
              </a:path>
              <a:path w="11534775" h="9525">
                <a:moveTo>
                  <a:pt x="10912202" y="9524"/>
                </a:moveTo>
                <a:lnTo>
                  <a:pt x="10909572" y="9524"/>
                </a:lnTo>
                <a:lnTo>
                  <a:pt x="10908448" y="9060"/>
                </a:lnTo>
                <a:lnTo>
                  <a:pt x="10906588" y="7200"/>
                </a:lnTo>
                <a:lnTo>
                  <a:pt x="10906123" y="6077"/>
                </a:lnTo>
                <a:lnTo>
                  <a:pt x="10906123" y="3447"/>
                </a:lnTo>
                <a:lnTo>
                  <a:pt x="10906588" y="2324"/>
                </a:lnTo>
                <a:lnTo>
                  <a:pt x="10908448" y="464"/>
                </a:lnTo>
                <a:lnTo>
                  <a:pt x="10909572" y="0"/>
                </a:lnTo>
                <a:lnTo>
                  <a:pt x="10912202" y="0"/>
                </a:lnTo>
                <a:lnTo>
                  <a:pt x="10913324" y="464"/>
                </a:lnTo>
                <a:lnTo>
                  <a:pt x="10915183" y="2324"/>
                </a:lnTo>
                <a:lnTo>
                  <a:pt x="10915648" y="3447"/>
                </a:lnTo>
                <a:lnTo>
                  <a:pt x="10915648" y="6077"/>
                </a:lnTo>
                <a:lnTo>
                  <a:pt x="10915183" y="7200"/>
                </a:lnTo>
                <a:lnTo>
                  <a:pt x="10913324" y="9060"/>
                </a:lnTo>
                <a:lnTo>
                  <a:pt x="10912202" y="9524"/>
                </a:lnTo>
                <a:close/>
              </a:path>
              <a:path w="11534775" h="9525">
                <a:moveTo>
                  <a:pt x="10959827" y="9524"/>
                </a:moveTo>
                <a:lnTo>
                  <a:pt x="10957197" y="9524"/>
                </a:lnTo>
                <a:lnTo>
                  <a:pt x="10956073" y="9060"/>
                </a:lnTo>
                <a:lnTo>
                  <a:pt x="10954213" y="7200"/>
                </a:lnTo>
                <a:lnTo>
                  <a:pt x="10953748" y="6077"/>
                </a:lnTo>
                <a:lnTo>
                  <a:pt x="10953748" y="3447"/>
                </a:lnTo>
                <a:lnTo>
                  <a:pt x="10954213" y="2324"/>
                </a:lnTo>
                <a:lnTo>
                  <a:pt x="10956073" y="464"/>
                </a:lnTo>
                <a:lnTo>
                  <a:pt x="10957197" y="0"/>
                </a:lnTo>
                <a:lnTo>
                  <a:pt x="10959827" y="0"/>
                </a:lnTo>
                <a:lnTo>
                  <a:pt x="10960949" y="464"/>
                </a:lnTo>
                <a:lnTo>
                  <a:pt x="10962809" y="2324"/>
                </a:lnTo>
                <a:lnTo>
                  <a:pt x="10963274" y="3447"/>
                </a:lnTo>
                <a:lnTo>
                  <a:pt x="10963274" y="6077"/>
                </a:lnTo>
                <a:lnTo>
                  <a:pt x="10962809" y="7200"/>
                </a:lnTo>
                <a:lnTo>
                  <a:pt x="10960949" y="9060"/>
                </a:lnTo>
                <a:lnTo>
                  <a:pt x="10959827" y="9524"/>
                </a:lnTo>
                <a:close/>
              </a:path>
              <a:path w="11534775" h="9525">
                <a:moveTo>
                  <a:pt x="11007452" y="9524"/>
                </a:moveTo>
                <a:lnTo>
                  <a:pt x="11004822" y="9524"/>
                </a:lnTo>
                <a:lnTo>
                  <a:pt x="11003698" y="9060"/>
                </a:lnTo>
                <a:lnTo>
                  <a:pt x="11001838" y="7200"/>
                </a:lnTo>
                <a:lnTo>
                  <a:pt x="11001373" y="6077"/>
                </a:lnTo>
                <a:lnTo>
                  <a:pt x="11001373" y="3447"/>
                </a:lnTo>
                <a:lnTo>
                  <a:pt x="11001838" y="2324"/>
                </a:lnTo>
                <a:lnTo>
                  <a:pt x="11003698" y="464"/>
                </a:lnTo>
                <a:lnTo>
                  <a:pt x="11004822" y="0"/>
                </a:lnTo>
                <a:lnTo>
                  <a:pt x="11007452" y="0"/>
                </a:lnTo>
                <a:lnTo>
                  <a:pt x="11008574" y="464"/>
                </a:lnTo>
                <a:lnTo>
                  <a:pt x="11010433" y="2324"/>
                </a:lnTo>
                <a:lnTo>
                  <a:pt x="11010898" y="3447"/>
                </a:lnTo>
                <a:lnTo>
                  <a:pt x="11010898" y="6077"/>
                </a:lnTo>
                <a:lnTo>
                  <a:pt x="11010433" y="7200"/>
                </a:lnTo>
                <a:lnTo>
                  <a:pt x="11008574" y="9060"/>
                </a:lnTo>
                <a:lnTo>
                  <a:pt x="11007452" y="9524"/>
                </a:lnTo>
                <a:close/>
              </a:path>
              <a:path w="11534775" h="9525">
                <a:moveTo>
                  <a:pt x="11055077" y="9524"/>
                </a:moveTo>
                <a:lnTo>
                  <a:pt x="11052447" y="9524"/>
                </a:lnTo>
                <a:lnTo>
                  <a:pt x="11051323" y="9060"/>
                </a:lnTo>
                <a:lnTo>
                  <a:pt x="11049464" y="7200"/>
                </a:lnTo>
                <a:lnTo>
                  <a:pt x="11048999" y="6077"/>
                </a:lnTo>
                <a:lnTo>
                  <a:pt x="11048999" y="3447"/>
                </a:lnTo>
                <a:lnTo>
                  <a:pt x="11049464" y="2324"/>
                </a:lnTo>
                <a:lnTo>
                  <a:pt x="11051323" y="464"/>
                </a:lnTo>
                <a:lnTo>
                  <a:pt x="11052447" y="0"/>
                </a:lnTo>
                <a:lnTo>
                  <a:pt x="11055077" y="0"/>
                </a:lnTo>
                <a:lnTo>
                  <a:pt x="11056199" y="464"/>
                </a:lnTo>
                <a:lnTo>
                  <a:pt x="11058058" y="2324"/>
                </a:lnTo>
                <a:lnTo>
                  <a:pt x="11058523" y="3447"/>
                </a:lnTo>
                <a:lnTo>
                  <a:pt x="11058523" y="6077"/>
                </a:lnTo>
                <a:lnTo>
                  <a:pt x="11058058" y="7200"/>
                </a:lnTo>
                <a:lnTo>
                  <a:pt x="11056199" y="9060"/>
                </a:lnTo>
                <a:lnTo>
                  <a:pt x="11055077" y="9524"/>
                </a:lnTo>
                <a:close/>
              </a:path>
              <a:path w="11534775" h="9525">
                <a:moveTo>
                  <a:pt x="11102702" y="9524"/>
                </a:moveTo>
                <a:lnTo>
                  <a:pt x="11100070" y="9524"/>
                </a:lnTo>
                <a:lnTo>
                  <a:pt x="11098947" y="9060"/>
                </a:lnTo>
                <a:lnTo>
                  <a:pt x="11097088" y="7200"/>
                </a:lnTo>
                <a:lnTo>
                  <a:pt x="11096623" y="6077"/>
                </a:lnTo>
                <a:lnTo>
                  <a:pt x="11096623" y="3447"/>
                </a:lnTo>
                <a:lnTo>
                  <a:pt x="11097088" y="2324"/>
                </a:lnTo>
                <a:lnTo>
                  <a:pt x="11098947" y="464"/>
                </a:lnTo>
                <a:lnTo>
                  <a:pt x="11100070" y="0"/>
                </a:lnTo>
                <a:lnTo>
                  <a:pt x="11102702" y="0"/>
                </a:lnTo>
                <a:lnTo>
                  <a:pt x="11103824" y="464"/>
                </a:lnTo>
                <a:lnTo>
                  <a:pt x="11105683" y="2324"/>
                </a:lnTo>
                <a:lnTo>
                  <a:pt x="11106148" y="3447"/>
                </a:lnTo>
                <a:lnTo>
                  <a:pt x="11106148" y="6077"/>
                </a:lnTo>
                <a:lnTo>
                  <a:pt x="11105683" y="7200"/>
                </a:lnTo>
                <a:lnTo>
                  <a:pt x="11103824" y="9060"/>
                </a:lnTo>
                <a:lnTo>
                  <a:pt x="11102702" y="9524"/>
                </a:lnTo>
                <a:close/>
              </a:path>
              <a:path w="11534775" h="9525">
                <a:moveTo>
                  <a:pt x="11150327" y="9524"/>
                </a:moveTo>
                <a:lnTo>
                  <a:pt x="11147697" y="9524"/>
                </a:lnTo>
                <a:lnTo>
                  <a:pt x="11146573" y="9060"/>
                </a:lnTo>
                <a:lnTo>
                  <a:pt x="11144714" y="7200"/>
                </a:lnTo>
                <a:lnTo>
                  <a:pt x="11144249" y="6077"/>
                </a:lnTo>
                <a:lnTo>
                  <a:pt x="11144249" y="3447"/>
                </a:lnTo>
                <a:lnTo>
                  <a:pt x="11144714" y="2324"/>
                </a:lnTo>
                <a:lnTo>
                  <a:pt x="11146573" y="464"/>
                </a:lnTo>
                <a:lnTo>
                  <a:pt x="11147697" y="0"/>
                </a:lnTo>
                <a:lnTo>
                  <a:pt x="11150327" y="0"/>
                </a:lnTo>
                <a:lnTo>
                  <a:pt x="11151449" y="464"/>
                </a:lnTo>
                <a:lnTo>
                  <a:pt x="11153308" y="2324"/>
                </a:lnTo>
                <a:lnTo>
                  <a:pt x="11153773" y="3447"/>
                </a:lnTo>
                <a:lnTo>
                  <a:pt x="11153773" y="6077"/>
                </a:lnTo>
                <a:lnTo>
                  <a:pt x="11153308" y="7200"/>
                </a:lnTo>
                <a:lnTo>
                  <a:pt x="11151449" y="9060"/>
                </a:lnTo>
                <a:lnTo>
                  <a:pt x="11150327" y="9524"/>
                </a:lnTo>
                <a:close/>
              </a:path>
              <a:path w="11534775" h="9525">
                <a:moveTo>
                  <a:pt x="11197952" y="9524"/>
                </a:moveTo>
                <a:lnTo>
                  <a:pt x="11195320" y="9524"/>
                </a:lnTo>
                <a:lnTo>
                  <a:pt x="11194197" y="9060"/>
                </a:lnTo>
                <a:lnTo>
                  <a:pt x="11192338" y="7200"/>
                </a:lnTo>
                <a:lnTo>
                  <a:pt x="11191873" y="6077"/>
                </a:lnTo>
                <a:lnTo>
                  <a:pt x="11191873" y="3447"/>
                </a:lnTo>
                <a:lnTo>
                  <a:pt x="11192338" y="2324"/>
                </a:lnTo>
                <a:lnTo>
                  <a:pt x="11194197" y="464"/>
                </a:lnTo>
                <a:lnTo>
                  <a:pt x="11195320" y="0"/>
                </a:lnTo>
                <a:lnTo>
                  <a:pt x="11197952" y="0"/>
                </a:lnTo>
                <a:lnTo>
                  <a:pt x="11199074" y="464"/>
                </a:lnTo>
                <a:lnTo>
                  <a:pt x="11200933" y="2324"/>
                </a:lnTo>
                <a:lnTo>
                  <a:pt x="11201398" y="3447"/>
                </a:lnTo>
                <a:lnTo>
                  <a:pt x="11201398" y="6077"/>
                </a:lnTo>
                <a:lnTo>
                  <a:pt x="11200933" y="7200"/>
                </a:lnTo>
                <a:lnTo>
                  <a:pt x="11199074" y="9060"/>
                </a:lnTo>
                <a:lnTo>
                  <a:pt x="11197952" y="9524"/>
                </a:lnTo>
                <a:close/>
              </a:path>
              <a:path w="11534775" h="9525">
                <a:moveTo>
                  <a:pt x="11245577" y="9524"/>
                </a:moveTo>
                <a:lnTo>
                  <a:pt x="11242947" y="9524"/>
                </a:lnTo>
                <a:lnTo>
                  <a:pt x="11241823" y="9060"/>
                </a:lnTo>
                <a:lnTo>
                  <a:pt x="11239964" y="7200"/>
                </a:lnTo>
                <a:lnTo>
                  <a:pt x="11239499" y="6077"/>
                </a:lnTo>
                <a:lnTo>
                  <a:pt x="11239499" y="3447"/>
                </a:lnTo>
                <a:lnTo>
                  <a:pt x="11239964" y="2324"/>
                </a:lnTo>
                <a:lnTo>
                  <a:pt x="11241823" y="464"/>
                </a:lnTo>
                <a:lnTo>
                  <a:pt x="11242947" y="0"/>
                </a:lnTo>
                <a:lnTo>
                  <a:pt x="11245577" y="0"/>
                </a:lnTo>
                <a:lnTo>
                  <a:pt x="11246699" y="464"/>
                </a:lnTo>
                <a:lnTo>
                  <a:pt x="11248558" y="2324"/>
                </a:lnTo>
                <a:lnTo>
                  <a:pt x="11249023" y="3447"/>
                </a:lnTo>
                <a:lnTo>
                  <a:pt x="11249023" y="6077"/>
                </a:lnTo>
                <a:lnTo>
                  <a:pt x="11248558" y="7200"/>
                </a:lnTo>
                <a:lnTo>
                  <a:pt x="11246699" y="9060"/>
                </a:lnTo>
                <a:lnTo>
                  <a:pt x="11245577" y="9524"/>
                </a:lnTo>
                <a:close/>
              </a:path>
              <a:path w="11534775" h="9525">
                <a:moveTo>
                  <a:pt x="11293202" y="9524"/>
                </a:moveTo>
                <a:lnTo>
                  <a:pt x="11290572" y="9524"/>
                </a:lnTo>
                <a:lnTo>
                  <a:pt x="11289448" y="9060"/>
                </a:lnTo>
                <a:lnTo>
                  <a:pt x="11287588" y="7200"/>
                </a:lnTo>
                <a:lnTo>
                  <a:pt x="11287123" y="6077"/>
                </a:lnTo>
                <a:lnTo>
                  <a:pt x="11287123" y="3447"/>
                </a:lnTo>
                <a:lnTo>
                  <a:pt x="11287588" y="2324"/>
                </a:lnTo>
                <a:lnTo>
                  <a:pt x="11289448" y="464"/>
                </a:lnTo>
                <a:lnTo>
                  <a:pt x="11290572" y="0"/>
                </a:lnTo>
                <a:lnTo>
                  <a:pt x="11293202" y="0"/>
                </a:lnTo>
                <a:lnTo>
                  <a:pt x="11294324" y="464"/>
                </a:lnTo>
                <a:lnTo>
                  <a:pt x="11296184" y="2324"/>
                </a:lnTo>
                <a:lnTo>
                  <a:pt x="11296649" y="3447"/>
                </a:lnTo>
                <a:lnTo>
                  <a:pt x="11296649" y="6077"/>
                </a:lnTo>
                <a:lnTo>
                  <a:pt x="11296184" y="7200"/>
                </a:lnTo>
                <a:lnTo>
                  <a:pt x="11294324" y="9060"/>
                </a:lnTo>
                <a:lnTo>
                  <a:pt x="11293202" y="9524"/>
                </a:lnTo>
                <a:close/>
              </a:path>
              <a:path w="11534775" h="9525">
                <a:moveTo>
                  <a:pt x="11340827" y="9524"/>
                </a:moveTo>
                <a:lnTo>
                  <a:pt x="11338197" y="9524"/>
                </a:lnTo>
                <a:lnTo>
                  <a:pt x="11337073" y="9060"/>
                </a:lnTo>
                <a:lnTo>
                  <a:pt x="11335213" y="7200"/>
                </a:lnTo>
                <a:lnTo>
                  <a:pt x="11334748" y="6077"/>
                </a:lnTo>
                <a:lnTo>
                  <a:pt x="11334748" y="3447"/>
                </a:lnTo>
                <a:lnTo>
                  <a:pt x="11335213" y="2324"/>
                </a:lnTo>
                <a:lnTo>
                  <a:pt x="11337073" y="464"/>
                </a:lnTo>
                <a:lnTo>
                  <a:pt x="11338197" y="0"/>
                </a:lnTo>
                <a:lnTo>
                  <a:pt x="11340827" y="0"/>
                </a:lnTo>
                <a:lnTo>
                  <a:pt x="11341949" y="464"/>
                </a:lnTo>
                <a:lnTo>
                  <a:pt x="11343808" y="2324"/>
                </a:lnTo>
                <a:lnTo>
                  <a:pt x="11344273" y="3447"/>
                </a:lnTo>
                <a:lnTo>
                  <a:pt x="11344273" y="6077"/>
                </a:lnTo>
                <a:lnTo>
                  <a:pt x="11343808" y="7200"/>
                </a:lnTo>
                <a:lnTo>
                  <a:pt x="11341949" y="9060"/>
                </a:lnTo>
                <a:lnTo>
                  <a:pt x="11340827" y="9524"/>
                </a:lnTo>
                <a:close/>
              </a:path>
              <a:path w="11534775" h="9525">
                <a:moveTo>
                  <a:pt x="11388452" y="9524"/>
                </a:moveTo>
                <a:lnTo>
                  <a:pt x="11385822" y="9524"/>
                </a:lnTo>
                <a:lnTo>
                  <a:pt x="11384698" y="9060"/>
                </a:lnTo>
                <a:lnTo>
                  <a:pt x="11382838" y="7200"/>
                </a:lnTo>
                <a:lnTo>
                  <a:pt x="11382373" y="6077"/>
                </a:lnTo>
                <a:lnTo>
                  <a:pt x="11382373" y="3447"/>
                </a:lnTo>
                <a:lnTo>
                  <a:pt x="11382838" y="2324"/>
                </a:lnTo>
                <a:lnTo>
                  <a:pt x="11384698" y="464"/>
                </a:lnTo>
                <a:lnTo>
                  <a:pt x="11385822" y="0"/>
                </a:lnTo>
                <a:lnTo>
                  <a:pt x="11388452" y="0"/>
                </a:lnTo>
                <a:lnTo>
                  <a:pt x="11389574" y="464"/>
                </a:lnTo>
                <a:lnTo>
                  <a:pt x="11391434" y="2324"/>
                </a:lnTo>
                <a:lnTo>
                  <a:pt x="11391899" y="3447"/>
                </a:lnTo>
                <a:lnTo>
                  <a:pt x="11391899" y="6077"/>
                </a:lnTo>
                <a:lnTo>
                  <a:pt x="11391434" y="7200"/>
                </a:lnTo>
                <a:lnTo>
                  <a:pt x="11389574" y="9060"/>
                </a:lnTo>
                <a:lnTo>
                  <a:pt x="11388452" y="9524"/>
                </a:lnTo>
                <a:close/>
              </a:path>
              <a:path w="11534775" h="9525">
                <a:moveTo>
                  <a:pt x="11436077" y="9524"/>
                </a:moveTo>
                <a:lnTo>
                  <a:pt x="11433447" y="9524"/>
                </a:lnTo>
                <a:lnTo>
                  <a:pt x="11432323" y="9060"/>
                </a:lnTo>
                <a:lnTo>
                  <a:pt x="11430463" y="7200"/>
                </a:lnTo>
                <a:lnTo>
                  <a:pt x="11429998" y="6077"/>
                </a:lnTo>
                <a:lnTo>
                  <a:pt x="11429998" y="3447"/>
                </a:lnTo>
                <a:lnTo>
                  <a:pt x="11430463" y="2324"/>
                </a:lnTo>
                <a:lnTo>
                  <a:pt x="11432323" y="464"/>
                </a:lnTo>
                <a:lnTo>
                  <a:pt x="11433447" y="0"/>
                </a:lnTo>
                <a:lnTo>
                  <a:pt x="11436077" y="0"/>
                </a:lnTo>
                <a:lnTo>
                  <a:pt x="11437199" y="464"/>
                </a:lnTo>
                <a:lnTo>
                  <a:pt x="11439058" y="2324"/>
                </a:lnTo>
                <a:lnTo>
                  <a:pt x="11439523" y="3447"/>
                </a:lnTo>
                <a:lnTo>
                  <a:pt x="11439523" y="6077"/>
                </a:lnTo>
                <a:lnTo>
                  <a:pt x="11439058" y="7200"/>
                </a:lnTo>
                <a:lnTo>
                  <a:pt x="11437199" y="9060"/>
                </a:lnTo>
                <a:lnTo>
                  <a:pt x="11436077" y="9524"/>
                </a:lnTo>
                <a:close/>
              </a:path>
              <a:path w="11534775" h="9525">
                <a:moveTo>
                  <a:pt x="11483702" y="9524"/>
                </a:moveTo>
                <a:lnTo>
                  <a:pt x="11481070" y="9524"/>
                </a:lnTo>
                <a:lnTo>
                  <a:pt x="11479947" y="9060"/>
                </a:lnTo>
                <a:lnTo>
                  <a:pt x="11478088" y="7200"/>
                </a:lnTo>
                <a:lnTo>
                  <a:pt x="11477623" y="6077"/>
                </a:lnTo>
                <a:lnTo>
                  <a:pt x="11477623" y="3447"/>
                </a:lnTo>
                <a:lnTo>
                  <a:pt x="11478088" y="2324"/>
                </a:lnTo>
                <a:lnTo>
                  <a:pt x="11479947" y="464"/>
                </a:lnTo>
                <a:lnTo>
                  <a:pt x="11481070" y="0"/>
                </a:lnTo>
                <a:lnTo>
                  <a:pt x="11483702" y="0"/>
                </a:lnTo>
                <a:lnTo>
                  <a:pt x="11484824" y="464"/>
                </a:lnTo>
                <a:lnTo>
                  <a:pt x="11486683" y="2324"/>
                </a:lnTo>
                <a:lnTo>
                  <a:pt x="11487148" y="3447"/>
                </a:lnTo>
                <a:lnTo>
                  <a:pt x="11487148" y="6077"/>
                </a:lnTo>
                <a:lnTo>
                  <a:pt x="11486683" y="7200"/>
                </a:lnTo>
                <a:lnTo>
                  <a:pt x="11484824" y="9060"/>
                </a:lnTo>
                <a:lnTo>
                  <a:pt x="11483702" y="9524"/>
                </a:lnTo>
                <a:close/>
              </a:path>
              <a:path w="11534775" h="9525">
                <a:moveTo>
                  <a:pt x="11531325" y="9524"/>
                </a:moveTo>
                <a:lnTo>
                  <a:pt x="11528697" y="9524"/>
                </a:lnTo>
                <a:lnTo>
                  <a:pt x="11527573" y="9060"/>
                </a:lnTo>
                <a:lnTo>
                  <a:pt x="11525713" y="7200"/>
                </a:lnTo>
                <a:lnTo>
                  <a:pt x="11525248" y="6077"/>
                </a:lnTo>
                <a:lnTo>
                  <a:pt x="11525248" y="3447"/>
                </a:lnTo>
                <a:lnTo>
                  <a:pt x="11525713" y="2324"/>
                </a:lnTo>
                <a:lnTo>
                  <a:pt x="11527573" y="464"/>
                </a:lnTo>
                <a:lnTo>
                  <a:pt x="11528697" y="0"/>
                </a:lnTo>
                <a:lnTo>
                  <a:pt x="11531325" y="0"/>
                </a:lnTo>
                <a:lnTo>
                  <a:pt x="11532447" y="464"/>
                </a:lnTo>
                <a:lnTo>
                  <a:pt x="11534308" y="2324"/>
                </a:lnTo>
                <a:lnTo>
                  <a:pt x="11534773" y="3447"/>
                </a:lnTo>
                <a:lnTo>
                  <a:pt x="11534773" y="6077"/>
                </a:lnTo>
                <a:lnTo>
                  <a:pt x="11534308" y="7200"/>
                </a:lnTo>
                <a:lnTo>
                  <a:pt x="11532447" y="9060"/>
                </a:lnTo>
                <a:lnTo>
                  <a:pt x="115313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68907" y="5398392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5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8595" y="5387602"/>
            <a:ext cx="177800" cy="508634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45">
                <a:solidFill>
                  <a:srgbClr val="252423"/>
                </a:solidFill>
                <a:latin typeface="Tahoma"/>
                <a:cs typeface="Tahoma"/>
              </a:rPr>
              <a:t>C_Sales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49842" y="6299200"/>
            <a:ext cx="3702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janeiro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01094" y="6299200"/>
            <a:ext cx="341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março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67350" y="6299200"/>
            <a:ext cx="24637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abril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70232" y="6299200"/>
            <a:ext cx="314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junho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07169" y="6299200"/>
            <a:ext cx="2774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julho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30429" y="6299200"/>
            <a:ext cx="5048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584034" y="6299200"/>
            <a:ext cx="434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370099" y="6299200"/>
            <a:ext cx="5365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70881" y="6307137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5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5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5" y="336822"/>
                </a:lnTo>
                <a:lnTo>
                  <a:pt x="9525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2900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5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5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5" y="289197"/>
                </a:lnTo>
                <a:lnTo>
                  <a:pt x="9525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342900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5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5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5" y="241572"/>
                </a:lnTo>
                <a:lnTo>
                  <a:pt x="9525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3429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5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5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5" y="193947"/>
                </a:lnTo>
                <a:lnTo>
                  <a:pt x="9525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2900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5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5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5" y="146322"/>
                </a:lnTo>
                <a:lnTo>
                  <a:pt x="9525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342900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5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5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5" y="98697"/>
                </a:lnTo>
                <a:lnTo>
                  <a:pt x="9525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342900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5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5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5" y="51072"/>
                </a:lnTo>
                <a:lnTo>
                  <a:pt x="9525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342900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5" y="7200"/>
                </a:lnTo>
                <a:lnTo>
                  <a:pt x="0" y="6077"/>
                </a:lnTo>
                <a:lnTo>
                  <a:pt x="0" y="3447"/>
                </a:lnTo>
                <a:lnTo>
                  <a:pt x="465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5" y="3447"/>
                </a:lnTo>
                <a:lnTo>
                  <a:pt x="9525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218615" y="6274435"/>
            <a:ext cx="469900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5410" marR="5080" indent="-93345">
              <a:lnSpc>
                <a:spcPct val="1181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fevereiro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Qtr </a:t>
            </a:r>
            <a:r>
              <a:rPr dirty="0" sz="900" spc="-50">
                <a:solidFill>
                  <a:srgbClr val="605D5C"/>
                </a:solidFill>
                <a:latin typeface="Segoe UI"/>
                <a:cs typeface="Segoe UI"/>
              </a:rPr>
              <a:t>1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6328" y="6307137"/>
            <a:ext cx="9525" cy="342899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067378" y="6274435"/>
            <a:ext cx="283210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181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maio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Qtr </a:t>
            </a:r>
            <a:r>
              <a:rPr dirty="0" sz="900" spc="-5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1775" y="6307137"/>
            <a:ext cx="9525" cy="342899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7778175" y="6274435"/>
            <a:ext cx="372110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181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agosto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Qtr </a:t>
            </a:r>
            <a:r>
              <a:rPr dirty="0" sz="900" spc="-50">
                <a:solidFill>
                  <a:srgbClr val="605D5C"/>
                </a:solidFill>
                <a:latin typeface="Segoe UI"/>
                <a:cs typeface="Segoe UI"/>
              </a:rPr>
              <a:t>3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220" y="6307137"/>
            <a:ext cx="9525" cy="342899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0447748" y="6274435"/>
            <a:ext cx="544195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 marR="5080" indent="-130810">
              <a:lnSpc>
                <a:spcPct val="1181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novembro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Qtr </a:t>
            </a:r>
            <a:r>
              <a:rPr dirty="0" sz="900" spc="-60">
                <a:solidFill>
                  <a:srgbClr val="605D5C"/>
                </a:solidFill>
                <a:latin typeface="Segoe UI"/>
                <a:cs typeface="Segoe UI"/>
              </a:rPr>
              <a:t>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070876" y="6307150"/>
            <a:ext cx="11031855" cy="542925"/>
          </a:xfrm>
          <a:custGeom>
            <a:avLst/>
            <a:gdLst/>
            <a:ahLst/>
            <a:cxnLst/>
            <a:rect l="l" t="t" r="r" b="b"/>
            <a:pathLst>
              <a:path w="11031855" h="542925">
                <a:moveTo>
                  <a:pt x="9525" y="536841"/>
                </a:moveTo>
                <a:lnTo>
                  <a:pt x="9055" y="535724"/>
                </a:lnTo>
                <a:lnTo>
                  <a:pt x="7200" y="533857"/>
                </a:lnTo>
                <a:lnTo>
                  <a:pt x="6083" y="533400"/>
                </a:lnTo>
                <a:lnTo>
                  <a:pt x="3441" y="533400"/>
                </a:lnTo>
                <a:lnTo>
                  <a:pt x="2324" y="533857"/>
                </a:lnTo>
                <a:lnTo>
                  <a:pt x="469" y="535724"/>
                </a:lnTo>
                <a:lnTo>
                  <a:pt x="0" y="536841"/>
                </a:lnTo>
                <a:lnTo>
                  <a:pt x="0" y="539470"/>
                </a:lnTo>
                <a:lnTo>
                  <a:pt x="469" y="540588"/>
                </a:lnTo>
                <a:lnTo>
                  <a:pt x="2324" y="542455"/>
                </a:lnTo>
                <a:lnTo>
                  <a:pt x="3441" y="542925"/>
                </a:lnTo>
                <a:lnTo>
                  <a:pt x="6083" y="542925"/>
                </a:lnTo>
                <a:lnTo>
                  <a:pt x="7200" y="542455"/>
                </a:lnTo>
                <a:lnTo>
                  <a:pt x="9055" y="540588"/>
                </a:lnTo>
                <a:lnTo>
                  <a:pt x="9525" y="539470"/>
                </a:lnTo>
                <a:lnTo>
                  <a:pt x="9525" y="536841"/>
                </a:lnTo>
                <a:close/>
              </a:path>
              <a:path w="11031855" h="542925">
                <a:moveTo>
                  <a:pt x="9525" y="489216"/>
                </a:moveTo>
                <a:lnTo>
                  <a:pt x="9055" y="488099"/>
                </a:lnTo>
                <a:lnTo>
                  <a:pt x="7200" y="486232"/>
                </a:lnTo>
                <a:lnTo>
                  <a:pt x="6083" y="485775"/>
                </a:lnTo>
                <a:lnTo>
                  <a:pt x="3441" y="485775"/>
                </a:lnTo>
                <a:lnTo>
                  <a:pt x="2324" y="486232"/>
                </a:lnTo>
                <a:lnTo>
                  <a:pt x="469" y="488099"/>
                </a:lnTo>
                <a:lnTo>
                  <a:pt x="0" y="489216"/>
                </a:lnTo>
                <a:lnTo>
                  <a:pt x="0" y="491845"/>
                </a:lnTo>
                <a:lnTo>
                  <a:pt x="469" y="492963"/>
                </a:lnTo>
                <a:lnTo>
                  <a:pt x="2324" y="494830"/>
                </a:lnTo>
                <a:lnTo>
                  <a:pt x="3441" y="495300"/>
                </a:lnTo>
                <a:lnTo>
                  <a:pt x="6083" y="495300"/>
                </a:lnTo>
                <a:lnTo>
                  <a:pt x="7200" y="494830"/>
                </a:lnTo>
                <a:lnTo>
                  <a:pt x="9055" y="492963"/>
                </a:lnTo>
                <a:lnTo>
                  <a:pt x="9525" y="491845"/>
                </a:lnTo>
                <a:lnTo>
                  <a:pt x="9525" y="489216"/>
                </a:lnTo>
                <a:close/>
              </a:path>
              <a:path w="11031855" h="542925">
                <a:moveTo>
                  <a:pt x="9525" y="441591"/>
                </a:moveTo>
                <a:lnTo>
                  <a:pt x="9055" y="440474"/>
                </a:lnTo>
                <a:lnTo>
                  <a:pt x="7200" y="438607"/>
                </a:lnTo>
                <a:lnTo>
                  <a:pt x="6083" y="438150"/>
                </a:lnTo>
                <a:lnTo>
                  <a:pt x="3441" y="438150"/>
                </a:lnTo>
                <a:lnTo>
                  <a:pt x="2324" y="438607"/>
                </a:lnTo>
                <a:lnTo>
                  <a:pt x="469" y="440474"/>
                </a:lnTo>
                <a:lnTo>
                  <a:pt x="0" y="441591"/>
                </a:lnTo>
                <a:lnTo>
                  <a:pt x="0" y="444220"/>
                </a:lnTo>
                <a:lnTo>
                  <a:pt x="469" y="445338"/>
                </a:lnTo>
                <a:lnTo>
                  <a:pt x="2324" y="447205"/>
                </a:lnTo>
                <a:lnTo>
                  <a:pt x="3441" y="447675"/>
                </a:lnTo>
                <a:lnTo>
                  <a:pt x="6083" y="447675"/>
                </a:lnTo>
                <a:lnTo>
                  <a:pt x="7200" y="447205"/>
                </a:lnTo>
                <a:lnTo>
                  <a:pt x="9055" y="445338"/>
                </a:lnTo>
                <a:lnTo>
                  <a:pt x="9525" y="444220"/>
                </a:lnTo>
                <a:lnTo>
                  <a:pt x="9525" y="441591"/>
                </a:lnTo>
                <a:close/>
              </a:path>
              <a:path w="11031855" h="542925">
                <a:moveTo>
                  <a:pt x="9525" y="393966"/>
                </a:moveTo>
                <a:lnTo>
                  <a:pt x="9055" y="392849"/>
                </a:lnTo>
                <a:lnTo>
                  <a:pt x="7200" y="390982"/>
                </a:lnTo>
                <a:lnTo>
                  <a:pt x="6083" y="390525"/>
                </a:lnTo>
                <a:lnTo>
                  <a:pt x="3441" y="390525"/>
                </a:lnTo>
                <a:lnTo>
                  <a:pt x="2324" y="390982"/>
                </a:lnTo>
                <a:lnTo>
                  <a:pt x="469" y="392849"/>
                </a:lnTo>
                <a:lnTo>
                  <a:pt x="0" y="393966"/>
                </a:lnTo>
                <a:lnTo>
                  <a:pt x="0" y="396595"/>
                </a:lnTo>
                <a:lnTo>
                  <a:pt x="469" y="397713"/>
                </a:lnTo>
                <a:lnTo>
                  <a:pt x="2324" y="399580"/>
                </a:lnTo>
                <a:lnTo>
                  <a:pt x="3441" y="400050"/>
                </a:lnTo>
                <a:lnTo>
                  <a:pt x="6083" y="400050"/>
                </a:lnTo>
                <a:lnTo>
                  <a:pt x="7200" y="399580"/>
                </a:lnTo>
                <a:lnTo>
                  <a:pt x="9055" y="397713"/>
                </a:lnTo>
                <a:lnTo>
                  <a:pt x="9525" y="396595"/>
                </a:lnTo>
                <a:lnTo>
                  <a:pt x="9525" y="393966"/>
                </a:lnTo>
                <a:close/>
              </a:path>
              <a:path w="11031855" h="542925">
                <a:moveTo>
                  <a:pt x="9525" y="346341"/>
                </a:moveTo>
                <a:lnTo>
                  <a:pt x="9055" y="345224"/>
                </a:lnTo>
                <a:lnTo>
                  <a:pt x="7200" y="343357"/>
                </a:lnTo>
                <a:lnTo>
                  <a:pt x="6083" y="342900"/>
                </a:lnTo>
                <a:lnTo>
                  <a:pt x="3441" y="342900"/>
                </a:lnTo>
                <a:lnTo>
                  <a:pt x="2324" y="343357"/>
                </a:lnTo>
                <a:lnTo>
                  <a:pt x="469" y="345224"/>
                </a:lnTo>
                <a:lnTo>
                  <a:pt x="0" y="346341"/>
                </a:lnTo>
                <a:lnTo>
                  <a:pt x="0" y="348970"/>
                </a:lnTo>
                <a:lnTo>
                  <a:pt x="469" y="350088"/>
                </a:lnTo>
                <a:lnTo>
                  <a:pt x="2324" y="351955"/>
                </a:lnTo>
                <a:lnTo>
                  <a:pt x="3441" y="352425"/>
                </a:lnTo>
                <a:lnTo>
                  <a:pt x="6083" y="352425"/>
                </a:lnTo>
                <a:lnTo>
                  <a:pt x="7200" y="351955"/>
                </a:lnTo>
                <a:lnTo>
                  <a:pt x="9055" y="350088"/>
                </a:lnTo>
                <a:lnTo>
                  <a:pt x="9525" y="348970"/>
                </a:lnTo>
                <a:lnTo>
                  <a:pt x="9525" y="346341"/>
                </a:lnTo>
                <a:close/>
              </a:path>
              <a:path w="11031855" h="542925">
                <a:moveTo>
                  <a:pt x="11031309" y="336816"/>
                </a:moveTo>
                <a:lnTo>
                  <a:pt x="11030839" y="335699"/>
                </a:lnTo>
                <a:lnTo>
                  <a:pt x="11028985" y="333832"/>
                </a:lnTo>
                <a:lnTo>
                  <a:pt x="11027867" y="333375"/>
                </a:lnTo>
                <a:lnTo>
                  <a:pt x="11025226" y="333375"/>
                </a:lnTo>
                <a:lnTo>
                  <a:pt x="11024108" y="333832"/>
                </a:lnTo>
                <a:lnTo>
                  <a:pt x="11022254" y="335699"/>
                </a:lnTo>
                <a:lnTo>
                  <a:pt x="11021784" y="336816"/>
                </a:lnTo>
                <a:lnTo>
                  <a:pt x="11021784" y="339445"/>
                </a:lnTo>
                <a:lnTo>
                  <a:pt x="11022254" y="340563"/>
                </a:lnTo>
                <a:lnTo>
                  <a:pt x="11024108" y="342430"/>
                </a:lnTo>
                <a:lnTo>
                  <a:pt x="11025226" y="342900"/>
                </a:lnTo>
                <a:lnTo>
                  <a:pt x="11027867" y="342900"/>
                </a:lnTo>
                <a:lnTo>
                  <a:pt x="11028985" y="342430"/>
                </a:lnTo>
                <a:lnTo>
                  <a:pt x="11030839" y="340563"/>
                </a:lnTo>
                <a:lnTo>
                  <a:pt x="11031309" y="339445"/>
                </a:lnTo>
                <a:lnTo>
                  <a:pt x="11031309" y="336816"/>
                </a:lnTo>
                <a:close/>
              </a:path>
              <a:path w="11031855" h="542925">
                <a:moveTo>
                  <a:pt x="11031309" y="289191"/>
                </a:moveTo>
                <a:lnTo>
                  <a:pt x="11030839" y="288074"/>
                </a:lnTo>
                <a:lnTo>
                  <a:pt x="11028985" y="286207"/>
                </a:lnTo>
                <a:lnTo>
                  <a:pt x="11027867" y="285750"/>
                </a:lnTo>
                <a:lnTo>
                  <a:pt x="11025226" y="285750"/>
                </a:lnTo>
                <a:lnTo>
                  <a:pt x="11024108" y="286207"/>
                </a:lnTo>
                <a:lnTo>
                  <a:pt x="11022254" y="288074"/>
                </a:lnTo>
                <a:lnTo>
                  <a:pt x="11021784" y="289191"/>
                </a:lnTo>
                <a:lnTo>
                  <a:pt x="11021784" y="291820"/>
                </a:lnTo>
                <a:lnTo>
                  <a:pt x="11022254" y="292938"/>
                </a:lnTo>
                <a:lnTo>
                  <a:pt x="11024108" y="294805"/>
                </a:lnTo>
                <a:lnTo>
                  <a:pt x="11025226" y="295275"/>
                </a:lnTo>
                <a:lnTo>
                  <a:pt x="11027867" y="295275"/>
                </a:lnTo>
                <a:lnTo>
                  <a:pt x="11028985" y="294805"/>
                </a:lnTo>
                <a:lnTo>
                  <a:pt x="11030839" y="292938"/>
                </a:lnTo>
                <a:lnTo>
                  <a:pt x="11031309" y="291820"/>
                </a:lnTo>
                <a:lnTo>
                  <a:pt x="11031309" y="289191"/>
                </a:lnTo>
                <a:close/>
              </a:path>
              <a:path w="11031855" h="542925">
                <a:moveTo>
                  <a:pt x="11031309" y="241566"/>
                </a:moveTo>
                <a:lnTo>
                  <a:pt x="11030839" y="240449"/>
                </a:lnTo>
                <a:lnTo>
                  <a:pt x="11028985" y="238582"/>
                </a:lnTo>
                <a:lnTo>
                  <a:pt x="11027867" y="238125"/>
                </a:lnTo>
                <a:lnTo>
                  <a:pt x="11025226" y="238125"/>
                </a:lnTo>
                <a:lnTo>
                  <a:pt x="11024108" y="238582"/>
                </a:lnTo>
                <a:lnTo>
                  <a:pt x="11022254" y="240449"/>
                </a:lnTo>
                <a:lnTo>
                  <a:pt x="11021784" y="241566"/>
                </a:lnTo>
                <a:lnTo>
                  <a:pt x="11021784" y="244195"/>
                </a:lnTo>
                <a:lnTo>
                  <a:pt x="11022254" y="245313"/>
                </a:lnTo>
                <a:lnTo>
                  <a:pt x="11024108" y="247180"/>
                </a:lnTo>
                <a:lnTo>
                  <a:pt x="11025226" y="247650"/>
                </a:lnTo>
                <a:lnTo>
                  <a:pt x="11027867" y="247650"/>
                </a:lnTo>
                <a:lnTo>
                  <a:pt x="11028985" y="247180"/>
                </a:lnTo>
                <a:lnTo>
                  <a:pt x="11030839" y="245313"/>
                </a:lnTo>
                <a:lnTo>
                  <a:pt x="11031309" y="244195"/>
                </a:lnTo>
                <a:lnTo>
                  <a:pt x="11031309" y="241566"/>
                </a:lnTo>
                <a:close/>
              </a:path>
              <a:path w="11031855" h="542925">
                <a:moveTo>
                  <a:pt x="11031309" y="193941"/>
                </a:moveTo>
                <a:lnTo>
                  <a:pt x="11030839" y="192824"/>
                </a:lnTo>
                <a:lnTo>
                  <a:pt x="11028985" y="190957"/>
                </a:lnTo>
                <a:lnTo>
                  <a:pt x="11027867" y="190500"/>
                </a:lnTo>
                <a:lnTo>
                  <a:pt x="11025226" y="190500"/>
                </a:lnTo>
                <a:lnTo>
                  <a:pt x="11024108" y="190957"/>
                </a:lnTo>
                <a:lnTo>
                  <a:pt x="11022254" y="192824"/>
                </a:lnTo>
                <a:lnTo>
                  <a:pt x="11021784" y="193941"/>
                </a:lnTo>
                <a:lnTo>
                  <a:pt x="11021784" y="196570"/>
                </a:lnTo>
                <a:lnTo>
                  <a:pt x="11022254" y="197688"/>
                </a:lnTo>
                <a:lnTo>
                  <a:pt x="11024108" y="199555"/>
                </a:lnTo>
                <a:lnTo>
                  <a:pt x="11025226" y="200025"/>
                </a:lnTo>
                <a:lnTo>
                  <a:pt x="11027867" y="200025"/>
                </a:lnTo>
                <a:lnTo>
                  <a:pt x="11028985" y="199555"/>
                </a:lnTo>
                <a:lnTo>
                  <a:pt x="11030839" y="197688"/>
                </a:lnTo>
                <a:lnTo>
                  <a:pt x="11031309" y="196570"/>
                </a:lnTo>
                <a:lnTo>
                  <a:pt x="11031309" y="193941"/>
                </a:lnTo>
                <a:close/>
              </a:path>
              <a:path w="11031855" h="542925">
                <a:moveTo>
                  <a:pt x="11031309" y="146316"/>
                </a:moveTo>
                <a:lnTo>
                  <a:pt x="11030839" y="145199"/>
                </a:lnTo>
                <a:lnTo>
                  <a:pt x="11028985" y="143332"/>
                </a:lnTo>
                <a:lnTo>
                  <a:pt x="11027867" y="142875"/>
                </a:lnTo>
                <a:lnTo>
                  <a:pt x="11025226" y="142875"/>
                </a:lnTo>
                <a:lnTo>
                  <a:pt x="11024108" y="143332"/>
                </a:lnTo>
                <a:lnTo>
                  <a:pt x="11022254" y="145199"/>
                </a:lnTo>
                <a:lnTo>
                  <a:pt x="11021784" y="146316"/>
                </a:lnTo>
                <a:lnTo>
                  <a:pt x="11021784" y="148945"/>
                </a:lnTo>
                <a:lnTo>
                  <a:pt x="11022254" y="150063"/>
                </a:lnTo>
                <a:lnTo>
                  <a:pt x="11024108" y="151930"/>
                </a:lnTo>
                <a:lnTo>
                  <a:pt x="11025226" y="152400"/>
                </a:lnTo>
                <a:lnTo>
                  <a:pt x="11027867" y="152400"/>
                </a:lnTo>
                <a:lnTo>
                  <a:pt x="11028985" y="151930"/>
                </a:lnTo>
                <a:lnTo>
                  <a:pt x="11030839" y="150063"/>
                </a:lnTo>
                <a:lnTo>
                  <a:pt x="11031309" y="148945"/>
                </a:lnTo>
                <a:lnTo>
                  <a:pt x="11031309" y="146316"/>
                </a:lnTo>
                <a:close/>
              </a:path>
              <a:path w="11031855" h="542925">
                <a:moveTo>
                  <a:pt x="11031309" y="98691"/>
                </a:moveTo>
                <a:lnTo>
                  <a:pt x="11030839" y="97574"/>
                </a:lnTo>
                <a:lnTo>
                  <a:pt x="11028985" y="95707"/>
                </a:lnTo>
                <a:lnTo>
                  <a:pt x="11027867" y="95250"/>
                </a:lnTo>
                <a:lnTo>
                  <a:pt x="11025226" y="95250"/>
                </a:lnTo>
                <a:lnTo>
                  <a:pt x="11024108" y="95707"/>
                </a:lnTo>
                <a:lnTo>
                  <a:pt x="11022254" y="97574"/>
                </a:lnTo>
                <a:lnTo>
                  <a:pt x="11021784" y="98691"/>
                </a:lnTo>
                <a:lnTo>
                  <a:pt x="11021784" y="101320"/>
                </a:lnTo>
                <a:lnTo>
                  <a:pt x="11022254" y="102438"/>
                </a:lnTo>
                <a:lnTo>
                  <a:pt x="11024108" y="104305"/>
                </a:lnTo>
                <a:lnTo>
                  <a:pt x="11025226" y="104775"/>
                </a:lnTo>
                <a:lnTo>
                  <a:pt x="11027867" y="104775"/>
                </a:lnTo>
                <a:lnTo>
                  <a:pt x="11028985" y="104305"/>
                </a:lnTo>
                <a:lnTo>
                  <a:pt x="11030839" y="102438"/>
                </a:lnTo>
                <a:lnTo>
                  <a:pt x="11031309" y="101320"/>
                </a:lnTo>
                <a:lnTo>
                  <a:pt x="11031309" y="98691"/>
                </a:lnTo>
                <a:close/>
              </a:path>
              <a:path w="11031855" h="542925">
                <a:moveTo>
                  <a:pt x="11031309" y="51066"/>
                </a:moveTo>
                <a:lnTo>
                  <a:pt x="11030839" y="49949"/>
                </a:lnTo>
                <a:lnTo>
                  <a:pt x="11028985" y="48082"/>
                </a:lnTo>
                <a:lnTo>
                  <a:pt x="11027867" y="47625"/>
                </a:lnTo>
                <a:lnTo>
                  <a:pt x="11025226" y="47625"/>
                </a:lnTo>
                <a:lnTo>
                  <a:pt x="11024108" y="48082"/>
                </a:lnTo>
                <a:lnTo>
                  <a:pt x="11022254" y="49949"/>
                </a:lnTo>
                <a:lnTo>
                  <a:pt x="11021784" y="51066"/>
                </a:lnTo>
                <a:lnTo>
                  <a:pt x="11021784" y="53695"/>
                </a:lnTo>
                <a:lnTo>
                  <a:pt x="11022254" y="54813"/>
                </a:lnTo>
                <a:lnTo>
                  <a:pt x="11024108" y="56680"/>
                </a:lnTo>
                <a:lnTo>
                  <a:pt x="11025226" y="57150"/>
                </a:lnTo>
                <a:lnTo>
                  <a:pt x="11027867" y="57150"/>
                </a:lnTo>
                <a:lnTo>
                  <a:pt x="11028985" y="56680"/>
                </a:lnTo>
                <a:lnTo>
                  <a:pt x="11030839" y="54813"/>
                </a:lnTo>
                <a:lnTo>
                  <a:pt x="11031309" y="53695"/>
                </a:lnTo>
                <a:lnTo>
                  <a:pt x="11031309" y="51066"/>
                </a:lnTo>
                <a:close/>
              </a:path>
              <a:path w="11031855" h="542925">
                <a:moveTo>
                  <a:pt x="11031309" y="3441"/>
                </a:moveTo>
                <a:lnTo>
                  <a:pt x="11030839" y="2324"/>
                </a:lnTo>
                <a:lnTo>
                  <a:pt x="11028985" y="457"/>
                </a:lnTo>
                <a:lnTo>
                  <a:pt x="11027867" y="0"/>
                </a:lnTo>
                <a:lnTo>
                  <a:pt x="11025226" y="0"/>
                </a:lnTo>
                <a:lnTo>
                  <a:pt x="11024108" y="457"/>
                </a:lnTo>
                <a:lnTo>
                  <a:pt x="11022254" y="2324"/>
                </a:lnTo>
                <a:lnTo>
                  <a:pt x="11021784" y="3441"/>
                </a:lnTo>
                <a:lnTo>
                  <a:pt x="11021784" y="6070"/>
                </a:lnTo>
                <a:lnTo>
                  <a:pt x="11022254" y="7188"/>
                </a:lnTo>
                <a:lnTo>
                  <a:pt x="11024108" y="9055"/>
                </a:lnTo>
                <a:lnTo>
                  <a:pt x="11025226" y="9525"/>
                </a:lnTo>
                <a:lnTo>
                  <a:pt x="11027867" y="9525"/>
                </a:lnTo>
                <a:lnTo>
                  <a:pt x="11028985" y="9055"/>
                </a:lnTo>
                <a:lnTo>
                  <a:pt x="11030839" y="7188"/>
                </a:lnTo>
                <a:lnTo>
                  <a:pt x="11031309" y="6070"/>
                </a:lnTo>
                <a:lnTo>
                  <a:pt x="11031309" y="344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448375" y="6628363"/>
            <a:ext cx="276860" cy="42227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35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 spc="-30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886459" y="4745862"/>
            <a:ext cx="11216005" cy="2104390"/>
            <a:chOff x="886459" y="4745862"/>
            <a:chExt cx="11216005" cy="2104390"/>
          </a:xfrm>
        </p:grpSpPr>
        <p:sp>
          <p:nvSpPr>
            <p:cNvPr id="29" name="object 29" descr=""/>
            <p:cNvSpPr/>
            <p:nvPr/>
          </p:nvSpPr>
          <p:spPr>
            <a:xfrm>
              <a:off x="1070876" y="6640525"/>
              <a:ext cx="11031855" cy="209550"/>
            </a:xfrm>
            <a:custGeom>
              <a:avLst/>
              <a:gdLst/>
              <a:ahLst/>
              <a:cxnLst/>
              <a:rect l="l" t="t" r="r" b="b"/>
              <a:pathLst>
                <a:path w="11031855" h="209550">
                  <a:moveTo>
                    <a:pt x="9525" y="3441"/>
                  </a:moveTo>
                  <a:lnTo>
                    <a:pt x="9055" y="2324"/>
                  </a:lnTo>
                  <a:lnTo>
                    <a:pt x="7200" y="457"/>
                  </a:lnTo>
                  <a:lnTo>
                    <a:pt x="6083" y="0"/>
                  </a:lnTo>
                  <a:lnTo>
                    <a:pt x="3441" y="0"/>
                  </a:lnTo>
                  <a:lnTo>
                    <a:pt x="2324" y="457"/>
                  </a:lnTo>
                  <a:lnTo>
                    <a:pt x="469" y="2324"/>
                  </a:lnTo>
                  <a:lnTo>
                    <a:pt x="0" y="3441"/>
                  </a:lnTo>
                  <a:lnTo>
                    <a:pt x="0" y="6070"/>
                  </a:lnTo>
                  <a:lnTo>
                    <a:pt x="469" y="7188"/>
                  </a:lnTo>
                  <a:lnTo>
                    <a:pt x="2324" y="9055"/>
                  </a:lnTo>
                  <a:lnTo>
                    <a:pt x="3441" y="9525"/>
                  </a:lnTo>
                  <a:lnTo>
                    <a:pt x="6083" y="9525"/>
                  </a:lnTo>
                  <a:lnTo>
                    <a:pt x="7200" y="9055"/>
                  </a:lnTo>
                  <a:lnTo>
                    <a:pt x="9055" y="7188"/>
                  </a:lnTo>
                  <a:lnTo>
                    <a:pt x="9525" y="6070"/>
                  </a:lnTo>
                  <a:lnTo>
                    <a:pt x="9525" y="3441"/>
                  </a:lnTo>
                  <a:close/>
                </a:path>
                <a:path w="11031855" h="209550">
                  <a:moveTo>
                    <a:pt x="57150" y="3441"/>
                  </a:moveTo>
                  <a:lnTo>
                    <a:pt x="56680" y="2324"/>
                  </a:lnTo>
                  <a:lnTo>
                    <a:pt x="54825" y="457"/>
                  </a:lnTo>
                  <a:lnTo>
                    <a:pt x="53708" y="0"/>
                  </a:lnTo>
                  <a:lnTo>
                    <a:pt x="51066" y="0"/>
                  </a:lnTo>
                  <a:lnTo>
                    <a:pt x="49949" y="457"/>
                  </a:lnTo>
                  <a:lnTo>
                    <a:pt x="48094" y="2324"/>
                  </a:lnTo>
                  <a:lnTo>
                    <a:pt x="47625" y="3441"/>
                  </a:lnTo>
                  <a:lnTo>
                    <a:pt x="47625" y="6070"/>
                  </a:lnTo>
                  <a:lnTo>
                    <a:pt x="48094" y="7188"/>
                  </a:lnTo>
                  <a:lnTo>
                    <a:pt x="49949" y="9055"/>
                  </a:lnTo>
                  <a:lnTo>
                    <a:pt x="51066" y="9525"/>
                  </a:lnTo>
                  <a:lnTo>
                    <a:pt x="53708" y="9525"/>
                  </a:lnTo>
                  <a:lnTo>
                    <a:pt x="54825" y="9055"/>
                  </a:lnTo>
                  <a:lnTo>
                    <a:pt x="56680" y="7188"/>
                  </a:lnTo>
                  <a:lnTo>
                    <a:pt x="57150" y="6070"/>
                  </a:lnTo>
                  <a:lnTo>
                    <a:pt x="57150" y="3441"/>
                  </a:lnTo>
                  <a:close/>
                </a:path>
                <a:path w="11031855" h="209550">
                  <a:moveTo>
                    <a:pt x="104775" y="3441"/>
                  </a:moveTo>
                  <a:lnTo>
                    <a:pt x="104305" y="2324"/>
                  </a:lnTo>
                  <a:lnTo>
                    <a:pt x="102450" y="457"/>
                  </a:lnTo>
                  <a:lnTo>
                    <a:pt x="101333" y="0"/>
                  </a:lnTo>
                  <a:lnTo>
                    <a:pt x="98691" y="0"/>
                  </a:lnTo>
                  <a:lnTo>
                    <a:pt x="97574" y="457"/>
                  </a:lnTo>
                  <a:lnTo>
                    <a:pt x="95719" y="2324"/>
                  </a:lnTo>
                  <a:lnTo>
                    <a:pt x="95250" y="3441"/>
                  </a:lnTo>
                  <a:lnTo>
                    <a:pt x="95250" y="6070"/>
                  </a:lnTo>
                  <a:lnTo>
                    <a:pt x="95719" y="7188"/>
                  </a:lnTo>
                  <a:lnTo>
                    <a:pt x="97574" y="9055"/>
                  </a:lnTo>
                  <a:lnTo>
                    <a:pt x="98691" y="9525"/>
                  </a:lnTo>
                  <a:lnTo>
                    <a:pt x="101333" y="9525"/>
                  </a:lnTo>
                  <a:lnTo>
                    <a:pt x="102450" y="9055"/>
                  </a:lnTo>
                  <a:lnTo>
                    <a:pt x="104305" y="7188"/>
                  </a:lnTo>
                  <a:lnTo>
                    <a:pt x="104775" y="6070"/>
                  </a:lnTo>
                  <a:lnTo>
                    <a:pt x="104775" y="3441"/>
                  </a:lnTo>
                  <a:close/>
                </a:path>
                <a:path w="11031855" h="209550">
                  <a:moveTo>
                    <a:pt x="152400" y="3441"/>
                  </a:moveTo>
                  <a:lnTo>
                    <a:pt x="151930" y="2324"/>
                  </a:lnTo>
                  <a:lnTo>
                    <a:pt x="150075" y="457"/>
                  </a:lnTo>
                  <a:lnTo>
                    <a:pt x="148958" y="0"/>
                  </a:lnTo>
                  <a:lnTo>
                    <a:pt x="146316" y="0"/>
                  </a:lnTo>
                  <a:lnTo>
                    <a:pt x="145199" y="457"/>
                  </a:lnTo>
                  <a:lnTo>
                    <a:pt x="143344" y="2324"/>
                  </a:lnTo>
                  <a:lnTo>
                    <a:pt x="142875" y="3441"/>
                  </a:lnTo>
                  <a:lnTo>
                    <a:pt x="142875" y="6070"/>
                  </a:lnTo>
                  <a:lnTo>
                    <a:pt x="143344" y="7188"/>
                  </a:lnTo>
                  <a:lnTo>
                    <a:pt x="145199" y="9055"/>
                  </a:lnTo>
                  <a:lnTo>
                    <a:pt x="146316" y="9525"/>
                  </a:lnTo>
                  <a:lnTo>
                    <a:pt x="148958" y="9525"/>
                  </a:lnTo>
                  <a:lnTo>
                    <a:pt x="150075" y="9055"/>
                  </a:lnTo>
                  <a:lnTo>
                    <a:pt x="151930" y="7188"/>
                  </a:lnTo>
                  <a:lnTo>
                    <a:pt x="152400" y="6070"/>
                  </a:lnTo>
                  <a:lnTo>
                    <a:pt x="152400" y="3441"/>
                  </a:lnTo>
                  <a:close/>
                </a:path>
                <a:path w="11031855" h="209550">
                  <a:moveTo>
                    <a:pt x="200025" y="3441"/>
                  </a:moveTo>
                  <a:lnTo>
                    <a:pt x="199555" y="2324"/>
                  </a:lnTo>
                  <a:lnTo>
                    <a:pt x="197700" y="457"/>
                  </a:lnTo>
                  <a:lnTo>
                    <a:pt x="196583" y="0"/>
                  </a:lnTo>
                  <a:lnTo>
                    <a:pt x="193941" y="0"/>
                  </a:lnTo>
                  <a:lnTo>
                    <a:pt x="192824" y="457"/>
                  </a:lnTo>
                  <a:lnTo>
                    <a:pt x="190969" y="2324"/>
                  </a:lnTo>
                  <a:lnTo>
                    <a:pt x="190500" y="3441"/>
                  </a:lnTo>
                  <a:lnTo>
                    <a:pt x="190500" y="6070"/>
                  </a:lnTo>
                  <a:lnTo>
                    <a:pt x="190969" y="7188"/>
                  </a:lnTo>
                  <a:lnTo>
                    <a:pt x="192824" y="9055"/>
                  </a:lnTo>
                  <a:lnTo>
                    <a:pt x="193941" y="9525"/>
                  </a:lnTo>
                  <a:lnTo>
                    <a:pt x="196583" y="9525"/>
                  </a:lnTo>
                  <a:lnTo>
                    <a:pt x="197700" y="9055"/>
                  </a:lnTo>
                  <a:lnTo>
                    <a:pt x="199555" y="7188"/>
                  </a:lnTo>
                  <a:lnTo>
                    <a:pt x="200025" y="6070"/>
                  </a:lnTo>
                  <a:lnTo>
                    <a:pt x="200025" y="3441"/>
                  </a:lnTo>
                  <a:close/>
                </a:path>
                <a:path w="11031855" h="209550">
                  <a:moveTo>
                    <a:pt x="247650" y="3441"/>
                  </a:moveTo>
                  <a:lnTo>
                    <a:pt x="247180" y="2324"/>
                  </a:lnTo>
                  <a:lnTo>
                    <a:pt x="245325" y="457"/>
                  </a:lnTo>
                  <a:lnTo>
                    <a:pt x="244208" y="0"/>
                  </a:lnTo>
                  <a:lnTo>
                    <a:pt x="241566" y="0"/>
                  </a:lnTo>
                  <a:lnTo>
                    <a:pt x="240449" y="457"/>
                  </a:lnTo>
                  <a:lnTo>
                    <a:pt x="238594" y="2324"/>
                  </a:lnTo>
                  <a:lnTo>
                    <a:pt x="238125" y="3441"/>
                  </a:lnTo>
                  <a:lnTo>
                    <a:pt x="238125" y="6070"/>
                  </a:lnTo>
                  <a:lnTo>
                    <a:pt x="238594" y="7188"/>
                  </a:lnTo>
                  <a:lnTo>
                    <a:pt x="240449" y="9055"/>
                  </a:lnTo>
                  <a:lnTo>
                    <a:pt x="241566" y="9525"/>
                  </a:lnTo>
                  <a:lnTo>
                    <a:pt x="244208" y="9525"/>
                  </a:lnTo>
                  <a:lnTo>
                    <a:pt x="245325" y="9055"/>
                  </a:lnTo>
                  <a:lnTo>
                    <a:pt x="247180" y="7188"/>
                  </a:lnTo>
                  <a:lnTo>
                    <a:pt x="247650" y="6070"/>
                  </a:lnTo>
                  <a:lnTo>
                    <a:pt x="247650" y="3441"/>
                  </a:lnTo>
                  <a:close/>
                </a:path>
                <a:path w="11031855" h="209550">
                  <a:moveTo>
                    <a:pt x="295275" y="3441"/>
                  </a:moveTo>
                  <a:lnTo>
                    <a:pt x="294805" y="2324"/>
                  </a:lnTo>
                  <a:lnTo>
                    <a:pt x="292950" y="457"/>
                  </a:lnTo>
                  <a:lnTo>
                    <a:pt x="291820" y="0"/>
                  </a:lnTo>
                  <a:lnTo>
                    <a:pt x="289191" y="0"/>
                  </a:lnTo>
                  <a:lnTo>
                    <a:pt x="288074" y="457"/>
                  </a:lnTo>
                  <a:lnTo>
                    <a:pt x="286219" y="2324"/>
                  </a:lnTo>
                  <a:lnTo>
                    <a:pt x="285750" y="3441"/>
                  </a:lnTo>
                  <a:lnTo>
                    <a:pt x="285750" y="6070"/>
                  </a:lnTo>
                  <a:lnTo>
                    <a:pt x="286219" y="7188"/>
                  </a:lnTo>
                  <a:lnTo>
                    <a:pt x="288074" y="9055"/>
                  </a:lnTo>
                  <a:lnTo>
                    <a:pt x="289191" y="9525"/>
                  </a:lnTo>
                  <a:lnTo>
                    <a:pt x="291820" y="9525"/>
                  </a:lnTo>
                  <a:lnTo>
                    <a:pt x="292950" y="9055"/>
                  </a:lnTo>
                  <a:lnTo>
                    <a:pt x="294805" y="7188"/>
                  </a:lnTo>
                  <a:lnTo>
                    <a:pt x="295275" y="6070"/>
                  </a:lnTo>
                  <a:lnTo>
                    <a:pt x="295275" y="3441"/>
                  </a:lnTo>
                  <a:close/>
                </a:path>
                <a:path w="11031855" h="209550">
                  <a:moveTo>
                    <a:pt x="342900" y="3441"/>
                  </a:moveTo>
                  <a:lnTo>
                    <a:pt x="342430" y="2324"/>
                  </a:lnTo>
                  <a:lnTo>
                    <a:pt x="340575" y="457"/>
                  </a:lnTo>
                  <a:lnTo>
                    <a:pt x="339458" y="0"/>
                  </a:lnTo>
                  <a:lnTo>
                    <a:pt x="336816" y="0"/>
                  </a:lnTo>
                  <a:lnTo>
                    <a:pt x="335699" y="457"/>
                  </a:lnTo>
                  <a:lnTo>
                    <a:pt x="333844" y="2324"/>
                  </a:lnTo>
                  <a:lnTo>
                    <a:pt x="333375" y="3441"/>
                  </a:lnTo>
                  <a:lnTo>
                    <a:pt x="333375" y="6070"/>
                  </a:lnTo>
                  <a:lnTo>
                    <a:pt x="333844" y="7188"/>
                  </a:lnTo>
                  <a:lnTo>
                    <a:pt x="335699" y="9055"/>
                  </a:lnTo>
                  <a:lnTo>
                    <a:pt x="336816" y="9525"/>
                  </a:lnTo>
                  <a:lnTo>
                    <a:pt x="339458" y="9525"/>
                  </a:lnTo>
                  <a:lnTo>
                    <a:pt x="340575" y="9055"/>
                  </a:lnTo>
                  <a:lnTo>
                    <a:pt x="342430" y="7188"/>
                  </a:lnTo>
                  <a:lnTo>
                    <a:pt x="342900" y="6070"/>
                  </a:lnTo>
                  <a:lnTo>
                    <a:pt x="342900" y="3441"/>
                  </a:lnTo>
                  <a:close/>
                </a:path>
                <a:path w="11031855" h="209550">
                  <a:moveTo>
                    <a:pt x="390525" y="3441"/>
                  </a:moveTo>
                  <a:lnTo>
                    <a:pt x="390055" y="2324"/>
                  </a:lnTo>
                  <a:lnTo>
                    <a:pt x="388200" y="457"/>
                  </a:lnTo>
                  <a:lnTo>
                    <a:pt x="387083" y="0"/>
                  </a:lnTo>
                  <a:lnTo>
                    <a:pt x="384441" y="0"/>
                  </a:lnTo>
                  <a:lnTo>
                    <a:pt x="383324" y="457"/>
                  </a:lnTo>
                  <a:lnTo>
                    <a:pt x="381469" y="2324"/>
                  </a:lnTo>
                  <a:lnTo>
                    <a:pt x="381000" y="3441"/>
                  </a:lnTo>
                  <a:lnTo>
                    <a:pt x="381000" y="6070"/>
                  </a:lnTo>
                  <a:lnTo>
                    <a:pt x="381469" y="7188"/>
                  </a:lnTo>
                  <a:lnTo>
                    <a:pt x="383324" y="9055"/>
                  </a:lnTo>
                  <a:lnTo>
                    <a:pt x="384441" y="9525"/>
                  </a:lnTo>
                  <a:lnTo>
                    <a:pt x="387083" y="9525"/>
                  </a:lnTo>
                  <a:lnTo>
                    <a:pt x="388200" y="9055"/>
                  </a:lnTo>
                  <a:lnTo>
                    <a:pt x="390055" y="7188"/>
                  </a:lnTo>
                  <a:lnTo>
                    <a:pt x="390525" y="6070"/>
                  </a:lnTo>
                  <a:lnTo>
                    <a:pt x="390525" y="3441"/>
                  </a:lnTo>
                  <a:close/>
                </a:path>
                <a:path w="11031855" h="209550">
                  <a:moveTo>
                    <a:pt x="438150" y="3441"/>
                  </a:moveTo>
                  <a:lnTo>
                    <a:pt x="437680" y="2324"/>
                  </a:lnTo>
                  <a:lnTo>
                    <a:pt x="435825" y="457"/>
                  </a:lnTo>
                  <a:lnTo>
                    <a:pt x="434708" y="0"/>
                  </a:lnTo>
                  <a:lnTo>
                    <a:pt x="432066" y="0"/>
                  </a:lnTo>
                  <a:lnTo>
                    <a:pt x="430949" y="457"/>
                  </a:lnTo>
                  <a:lnTo>
                    <a:pt x="429094" y="2324"/>
                  </a:lnTo>
                  <a:lnTo>
                    <a:pt x="428625" y="3441"/>
                  </a:lnTo>
                  <a:lnTo>
                    <a:pt x="428625" y="6070"/>
                  </a:lnTo>
                  <a:lnTo>
                    <a:pt x="429094" y="7188"/>
                  </a:lnTo>
                  <a:lnTo>
                    <a:pt x="430949" y="9055"/>
                  </a:lnTo>
                  <a:lnTo>
                    <a:pt x="432066" y="9525"/>
                  </a:lnTo>
                  <a:lnTo>
                    <a:pt x="434708" y="9525"/>
                  </a:lnTo>
                  <a:lnTo>
                    <a:pt x="435825" y="9055"/>
                  </a:lnTo>
                  <a:lnTo>
                    <a:pt x="437680" y="7188"/>
                  </a:lnTo>
                  <a:lnTo>
                    <a:pt x="438150" y="6070"/>
                  </a:lnTo>
                  <a:lnTo>
                    <a:pt x="438150" y="3441"/>
                  </a:lnTo>
                  <a:close/>
                </a:path>
                <a:path w="11031855" h="209550">
                  <a:moveTo>
                    <a:pt x="485775" y="3441"/>
                  </a:moveTo>
                  <a:lnTo>
                    <a:pt x="485305" y="2324"/>
                  </a:lnTo>
                  <a:lnTo>
                    <a:pt x="483450" y="457"/>
                  </a:lnTo>
                  <a:lnTo>
                    <a:pt x="482333" y="0"/>
                  </a:lnTo>
                  <a:lnTo>
                    <a:pt x="479691" y="0"/>
                  </a:lnTo>
                  <a:lnTo>
                    <a:pt x="478574" y="457"/>
                  </a:lnTo>
                  <a:lnTo>
                    <a:pt x="476719" y="2324"/>
                  </a:lnTo>
                  <a:lnTo>
                    <a:pt x="476250" y="3441"/>
                  </a:lnTo>
                  <a:lnTo>
                    <a:pt x="476250" y="6070"/>
                  </a:lnTo>
                  <a:lnTo>
                    <a:pt x="476719" y="7188"/>
                  </a:lnTo>
                  <a:lnTo>
                    <a:pt x="478574" y="9055"/>
                  </a:lnTo>
                  <a:lnTo>
                    <a:pt x="479691" y="9525"/>
                  </a:lnTo>
                  <a:lnTo>
                    <a:pt x="482333" y="9525"/>
                  </a:lnTo>
                  <a:lnTo>
                    <a:pt x="483450" y="9055"/>
                  </a:lnTo>
                  <a:lnTo>
                    <a:pt x="485305" y="7188"/>
                  </a:lnTo>
                  <a:lnTo>
                    <a:pt x="485775" y="6070"/>
                  </a:lnTo>
                  <a:lnTo>
                    <a:pt x="485775" y="3441"/>
                  </a:lnTo>
                  <a:close/>
                </a:path>
                <a:path w="11031855" h="209550">
                  <a:moveTo>
                    <a:pt x="533400" y="3441"/>
                  </a:moveTo>
                  <a:lnTo>
                    <a:pt x="532930" y="2324"/>
                  </a:lnTo>
                  <a:lnTo>
                    <a:pt x="531075" y="457"/>
                  </a:lnTo>
                  <a:lnTo>
                    <a:pt x="529958" y="0"/>
                  </a:lnTo>
                  <a:lnTo>
                    <a:pt x="527316" y="0"/>
                  </a:lnTo>
                  <a:lnTo>
                    <a:pt x="526199" y="457"/>
                  </a:lnTo>
                  <a:lnTo>
                    <a:pt x="524344" y="2324"/>
                  </a:lnTo>
                  <a:lnTo>
                    <a:pt x="523875" y="3441"/>
                  </a:lnTo>
                  <a:lnTo>
                    <a:pt x="523875" y="6070"/>
                  </a:lnTo>
                  <a:lnTo>
                    <a:pt x="524344" y="7188"/>
                  </a:lnTo>
                  <a:lnTo>
                    <a:pt x="526199" y="9055"/>
                  </a:lnTo>
                  <a:lnTo>
                    <a:pt x="527316" y="9525"/>
                  </a:lnTo>
                  <a:lnTo>
                    <a:pt x="529958" y="9525"/>
                  </a:lnTo>
                  <a:lnTo>
                    <a:pt x="531075" y="9055"/>
                  </a:lnTo>
                  <a:lnTo>
                    <a:pt x="532930" y="7188"/>
                  </a:lnTo>
                  <a:lnTo>
                    <a:pt x="533400" y="6070"/>
                  </a:lnTo>
                  <a:lnTo>
                    <a:pt x="533400" y="3441"/>
                  </a:lnTo>
                  <a:close/>
                </a:path>
                <a:path w="11031855" h="209550">
                  <a:moveTo>
                    <a:pt x="581025" y="3441"/>
                  </a:moveTo>
                  <a:lnTo>
                    <a:pt x="580555" y="2324"/>
                  </a:lnTo>
                  <a:lnTo>
                    <a:pt x="578700" y="457"/>
                  </a:lnTo>
                  <a:lnTo>
                    <a:pt x="577583" y="0"/>
                  </a:lnTo>
                  <a:lnTo>
                    <a:pt x="574941" y="0"/>
                  </a:lnTo>
                  <a:lnTo>
                    <a:pt x="573824" y="457"/>
                  </a:lnTo>
                  <a:lnTo>
                    <a:pt x="571969" y="2324"/>
                  </a:lnTo>
                  <a:lnTo>
                    <a:pt x="571500" y="3441"/>
                  </a:lnTo>
                  <a:lnTo>
                    <a:pt x="571500" y="6070"/>
                  </a:lnTo>
                  <a:lnTo>
                    <a:pt x="571969" y="7188"/>
                  </a:lnTo>
                  <a:lnTo>
                    <a:pt x="573824" y="9055"/>
                  </a:lnTo>
                  <a:lnTo>
                    <a:pt x="574941" y="9525"/>
                  </a:lnTo>
                  <a:lnTo>
                    <a:pt x="577583" y="9525"/>
                  </a:lnTo>
                  <a:lnTo>
                    <a:pt x="578700" y="9055"/>
                  </a:lnTo>
                  <a:lnTo>
                    <a:pt x="580555" y="7188"/>
                  </a:lnTo>
                  <a:lnTo>
                    <a:pt x="581025" y="6070"/>
                  </a:lnTo>
                  <a:lnTo>
                    <a:pt x="581025" y="3441"/>
                  </a:lnTo>
                  <a:close/>
                </a:path>
                <a:path w="11031855" h="209550">
                  <a:moveTo>
                    <a:pt x="628650" y="3441"/>
                  </a:moveTo>
                  <a:lnTo>
                    <a:pt x="628180" y="2324"/>
                  </a:lnTo>
                  <a:lnTo>
                    <a:pt x="626325" y="457"/>
                  </a:lnTo>
                  <a:lnTo>
                    <a:pt x="625208" y="0"/>
                  </a:lnTo>
                  <a:lnTo>
                    <a:pt x="622566" y="0"/>
                  </a:lnTo>
                  <a:lnTo>
                    <a:pt x="621449" y="457"/>
                  </a:lnTo>
                  <a:lnTo>
                    <a:pt x="619594" y="2324"/>
                  </a:lnTo>
                  <a:lnTo>
                    <a:pt x="619125" y="3441"/>
                  </a:lnTo>
                  <a:lnTo>
                    <a:pt x="619125" y="6070"/>
                  </a:lnTo>
                  <a:lnTo>
                    <a:pt x="619594" y="7188"/>
                  </a:lnTo>
                  <a:lnTo>
                    <a:pt x="621449" y="9055"/>
                  </a:lnTo>
                  <a:lnTo>
                    <a:pt x="622566" y="9525"/>
                  </a:lnTo>
                  <a:lnTo>
                    <a:pt x="625208" y="9525"/>
                  </a:lnTo>
                  <a:lnTo>
                    <a:pt x="626325" y="9055"/>
                  </a:lnTo>
                  <a:lnTo>
                    <a:pt x="628180" y="7188"/>
                  </a:lnTo>
                  <a:lnTo>
                    <a:pt x="628650" y="6070"/>
                  </a:lnTo>
                  <a:lnTo>
                    <a:pt x="628650" y="3441"/>
                  </a:lnTo>
                  <a:close/>
                </a:path>
                <a:path w="11031855" h="209550">
                  <a:moveTo>
                    <a:pt x="676275" y="3441"/>
                  </a:moveTo>
                  <a:lnTo>
                    <a:pt x="675805" y="2324"/>
                  </a:lnTo>
                  <a:lnTo>
                    <a:pt x="673950" y="457"/>
                  </a:lnTo>
                  <a:lnTo>
                    <a:pt x="672833" y="0"/>
                  </a:lnTo>
                  <a:lnTo>
                    <a:pt x="670191" y="0"/>
                  </a:lnTo>
                  <a:lnTo>
                    <a:pt x="669074" y="457"/>
                  </a:lnTo>
                  <a:lnTo>
                    <a:pt x="667219" y="2324"/>
                  </a:lnTo>
                  <a:lnTo>
                    <a:pt x="666750" y="3441"/>
                  </a:lnTo>
                  <a:lnTo>
                    <a:pt x="666750" y="6070"/>
                  </a:lnTo>
                  <a:lnTo>
                    <a:pt x="667219" y="7188"/>
                  </a:lnTo>
                  <a:lnTo>
                    <a:pt x="669074" y="9055"/>
                  </a:lnTo>
                  <a:lnTo>
                    <a:pt x="670191" y="9525"/>
                  </a:lnTo>
                  <a:lnTo>
                    <a:pt x="672833" y="9525"/>
                  </a:lnTo>
                  <a:lnTo>
                    <a:pt x="673950" y="9055"/>
                  </a:lnTo>
                  <a:lnTo>
                    <a:pt x="675805" y="7188"/>
                  </a:lnTo>
                  <a:lnTo>
                    <a:pt x="676275" y="6070"/>
                  </a:lnTo>
                  <a:lnTo>
                    <a:pt x="676275" y="3441"/>
                  </a:lnTo>
                  <a:close/>
                </a:path>
                <a:path w="11031855" h="209550">
                  <a:moveTo>
                    <a:pt x="723900" y="3441"/>
                  </a:moveTo>
                  <a:lnTo>
                    <a:pt x="723430" y="2324"/>
                  </a:lnTo>
                  <a:lnTo>
                    <a:pt x="721575" y="457"/>
                  </a:lnTo>
                  <a:lnTo>
                    <a:pt x="720458" y="0"/>
                  </a:lnTo>
                  <a:lnTo>
                    <a:pt x="717816" y="0"/>
                  </a:lnTo>
                  <a:lnTo>
                    <a:pt x="716699" y="457"/>
                  </a:lnTo>
                  <a:lnTo>
                    <a:pt x="714844" y="2324"/>
                  </a:lnTo>
                  <a:lnTo>
                    <a:pt x="714375" y="3441"/>
                  </a:lnTo>
                  <a:lnTo>
                    <a:pt x="714375" y="6070"/>
                  </a:lnTo>
                  <a:lnTo>
                    <a:pt x="714844" y="7188"/>
                  </a:lnTo>
                  <a:lnTo>
                    <a:pt x="716699" y="9055"/>
                  </a:lnTo>
                  <a:lnTo>
                    <a:pt x="717816" y="9525"/>
                  </a:lnTo>
                  <a:lnTo>
                    <a:pt x="720458" y="9525"/>
                  </a:lnTo>
                  <a:lnTo>
                    <a:pt x="721575" y="9055"/>
                  </a:lnTo>
                  <a:lnTo>
                    <a:pt x="723430" y="7188"/>
                  </a:lnTo>
                  <a:lnTo>
                    <a:pt x="723900" y="6070"/>
                  </a:lnTo>
                  <a:lnTo>
                    <a:pt x="723900" y="3441"/>
                  </a:lnTo>
                  <a:close/>
                </a:path>
                <a:path w="11031855" h="209550">
                  <a:moveTo>
                    <a:pt x="771525" y="3441"/>
                  </a:moveTo>
                  <a:lnTo>
                    <a:pt x="771055" y="2324"/>
                  </a:lnTo>
                  <a:lnTo>
                    <a:pt x="769200" y="457"/>
                  </a:lnTo>
                  <a:lnTo>
                    <a:pt x="768083" y="0"/>
                  </a:lnTo>
                  <a:lnTo>
                    <a:pt x="765441" y="0"/>
                  </a:lnTo>
                  <a:lnTo>
                    <a:pt x="764324" y="457"/>
                  </a:lnTo>
                  <a:lnTo>
                    <a:pt x="762469" y="2324"/>
                  </a:lnTo>
                  <a:lnTo>
                    <a:pt x="762000" y="3441"/>
                  </a:lnTo>
                  <a:lnTo>
                    <a:pt x="762000" y="6070"/>
                  </a:lnTo>
                  <a:lnTo>
                    <a:pt x="762469" y="7188"/>
                  </a:lnTo>
                  <a:lnTo>
                    <a:pt x="764324" y="9055"/>
                  </a:lnTo>
                  <a:lnTo>
                    <a:pt x="765441" y="9525"/>
                  </a:lnTo>
                  <a:lnTo>
                    <a:pt x="768083" y="9525"/>
                  </a:lnTo>
                  <a:lnTo>
                    <a:pt x="769200" y="9055"/>
                  </a:lnTo>
                  <a:lnTo>
                    <a:pt x="771055" y="7188"/>
                  </a:lnTo>
                  <a:lnTo>
                    <a:pt x="771525" y="6070"/>
                  </a:lnTo>
                  <a:lnTo>
                    <a:pt x="771525" y="3441"/>
                  </a:lnTo>
                  <a:close/>
                </a:path>
                <a:path w="11031855" h="209550">
                  <a:moveTo>
                    <a:pt x="819150" y="3441"/>
                  </a:moveTo>
                  <a:lnTo>
                    <a:pt x="818680" y="2324"/>
                  </a:lnTo>
                  <a:lnTo>
                    <a:pt x="816825" y="457"/>
                  </a:lnTo>
                  <a:lnTo>
                    <a:pt x="815708" y="0"/>
                  </a:lnTo>
                  <a:lnTo>
                    <a:pt x="813066" y="0"/>
                  </a:lnTo>
                  <a:lnTo>
                    <a:pt x="811949" y="457"/>
                  </a:lnTo>
                  <a:lnTo>
                    <a:pt x="810094" y="2324"/>
                  </a:lnTo>
                  <a:lnTo>
                    <a:pt x="809625" y="3441"/>
                  </a:lnTo>
                  <a:lnTo>
                    <a:pt x="809625" y="6070"/>
                  </a:lnTo>
                  <a:lnTo>
                    <a:pt x="810094" y="7188"/>
                  </a:lnTo>
                  <a:lnTo>
                    <a:pt x="811949" y="9055"/>
                  </a:lnTo>
                  <a:lnTo>
                    <a:pt x="813066" y="9525"/>
                  </a:lnTo>
                  <a:lnTo>
                    <a:pt x="815708" y="9525"/>
                  </a:lnTo>
                  <a:lnTo>
                    <a:pt x="816825" y="9055"/>
                  </a:lnTo>
                  <a:lnTo>
                    <a:pt x="818680" y="7188"/>
                  </a:lnTo>
                  <a:lnTo>
                    <a:pt x="819150" y="6070"/>
                  </a:lnTo>
                  <a:lnTo>
                    <a:pt x="819150" y="3441"/>
                  </a:lnTo>
                  <a:close/>
                </a:path>
                <a:path w="11031855" h="209550">
                  <a:moveTo>
                    <a:pt x="866775" y="3441"/>
                  </a:moveTo>
                  <a:lnTo>
                    <a:pt x="866305" y="2324"/>
                  </a:lnTo>
                  <a:lnTo>
                    <a:pt x="864450" y="457"/>
                  </a:lnTo>
                  <a:lnTo>
                    <a:pt x="863333" y="0"/>
                  </a:lnTo>
                  <a:lnTo>
                    <a:pt x="860691" y="0"/>
                  </a:lnTo>
                  <a:lnTo>
                    <a:pt x="859574" y="457"/>
                  </a:lnTo>
                  <a:lnTo>
                    <a:pt x="857719" y="2324"/>
                  </a:lnTo>
                  <a:lnTo>
                    <a:pt x="857250" y="3441"/>
                  </a:lnTo>
                  <a:lnTo>
                    <a:pt x="857250" y="6070"/>
                  </a:lnTo>
                  <a:lnTo>
                    <a:pt x="857719" y="7188"/>
                  </a:lnTo>
                  <a:lnTo>
                    <a:pt x="859574" y="9055"/>
                  </a:lnTo>
                  <a:lnTo>
                    <a:pt x="860691" y="9525"/>
                  </a:lnTo>
                  <a:lnTo>
                    <a:pt x="863333" y="9525"/>
                  </a:lnTo>
                  <a:lnTo>
                    <a:pt x="864450" y="9055"/>
                  </a:lnTo>
                  <a:lnTo>
                    <a:pt x="866305" y="7188"/>
                  </a:lnTo>
                  <a:lnTo>
                    <a:pt x="866775" y="6070"/>
                  </a:lnTo>
                  <a:lnTo>
                    <a:pt x="866775" y="3441"/>
                  </a:lnTo>
                  <a:close/>
                </a:path>
                <a:path w="11031855" h="209550">
                  <a:moveTo>
                    <a:pt x="914400" y="3441"/>
                  </a:moveTo>
                  <a:lnTo>
                    <a:pt x="913930" y="2324"/>
                  </a:lnTo>
                  <a:lnTo>
                    <a:pt x="912075" y="457"/>
                  </a:lnTo>
                  <a:lnTo>
                    <a:pt x="910958" y="0"/>
                  </a:lnTo>
                  <a:lnTo>
                    <a:pt x="908316" y="0"/>
                  </a:lnTo>
                  <a:lnTo>
                    <a:pt x="907199" y="457"/>
                  </a:lnTo>
                  <a:lnTo>
                    <a:pt x="905344" y="2324"/>
                  </a:lnTo>
                  <a:lnTo>
                    <a:pt x="904875" y="3441"/>
                  </a:lnTo>
                  <a:lnTo>
                    <a:pt x="904875" y="6070"/>
                  </a:lnTo>
                  <a:lnTo>
                    <a:pt x="905344" y="7188"/>
                  </a:lnTo>
                  <a:lnTo>
                    <a:pt x="907199" y="9055"/>
                  </a:lnTo>
                  <a:lnTo>
                    <a:pt x="908316" y="9525"/>
                  </a:lnTo>
                  <a:lnTo>
                    <a:pt x="910958" y="9525"/>
                  </a:lnTo>
                  <a:lnTo>
                    <a:pt x="912075" y="9055"/>
                  </a:lnTo>
                  <a:lnTo>
                    <a:pt x="913930" y="7188"/>
                  </a:lnTo>
                  <a:lnTo>
                    <a:pt x="914400" y="6070"/>
                  </a:lnTo>
                  <a:lnTo>
                    <a:pt x="914400" y="3441"/>
                  </a:lnTo>
                  <a:close/>
                </a:path>
                <a:path w="11031855" h="209550">
                  <a:moveTo>
                    <a:pt x="962025" y="3441"/>
                  </a:moveTo>
                  <a:lnTo>
                    <a:pt x="961555" y="2324"/>
                  </a:lnTo>
                  <a:lnTo>
                    <a:pt x="959700" y="457"/>
                  </a:lnTo>
                  <a:lnTo>
                    <a:pt x="958583" y="0"/>
                  </a:lnTo>
                  <a:lnTo>
                    <a:pt x="955941" y="0"/>
                  </a:lnTo>
                  <a:lnTo>
                    <a:pt x="954824" y="457"/>
                  </a:lnTo>
                  <a:lnTo>
                    <a:pt x="952969" y="2324"/>
                  </a:lnTo>
                  <a:lnTo>
                    <a:pt x="952500" y="3441"/>
                  </a:lnTo>
                  <a:lnTo>
                    <a:pt x="952500" y="6070"/>
                  </a:lnTo>
                  <a:lnTo>
                    <a:pt x="952969" y="7188"/>
                  </a:lnTo>
                  <a:lnTo>
                    <a:pt x="954824" y="9055"/>
                  </a:lnTo>
                  <a:lnTo>
                    <a:pt x="955941" y="9525"/>
                  </a:lnTo>
                  <a:lnTo>
                    <a:pt x="958583" y="9525"/>
                  </a:lnTo>
                  <a:lnTo>
                    <a:pt x="959700" y="9055"/>
                  </a:lnTo>
                  <a:lnTo>
                    <a:pt x="961555" y="7188"/>
                  </a:lnTo>
                  <a:lnTo>
                    <a:pt x="962025" y="6070"/>
                  </a:lnTo>
                  <a:lnTo>
                    <a:pt x="962025" y="3441"/>
                  </a:lnTo>
                  <a:close/>
                </a:path>
                <a:path w="11031855" h="209550">
                  <a:moveTo>
                    <a:pt x="1009650" y="3441"/>
                  </a:moveTo>
                  <a:lnTo>
                    <a:pt x="1009180" y="2324"/>
                  </a:lnTo>
                  <a:lnTo>
                    <a:pt x="1007325" y="457"/>
                  </a:lnTo>
                  <a:lnTo>
                    <a:pt x="1006208" y="0"/>
                  </a:lnTo>
                  <a:lnTo>
                    <a:pt x="1003566" y="0"/>
                  </a:lnTo>
                  <a:lnTo>
                    <a:pt x="1002449" y="457"/>
                  </a:lnTo>
                  <a:lnTo>
                    <a:pt x="1000594" y="2324"/>
                  </a:lnTo>
                  <a:lnTo>
                    <a:pt x="1000125" y="3441"/>
                  </a:lnTo>
                  <a:lnTo>
                    <a:pt x="1000125" y="6070"/>
                  </a:lnTo>
                  <a:lnTo>
                    <a:pt x="1000594" y="7188"/>
                  </a:lnTo>
                  <a:lnTo>
                    <a:pt x="1002449" y="9055"/>
                  </a:lnTo>
                  <a:lnTo>
                    <a:pt x="1003566" y="9525"/>
                  </a:lnTo>
                  <a:lnTo>
                    <a:pt x="1006208" y="9525"/>
                  </a:lnTo>
                  <a:lnTo>
                    <a:pt x="1007325" y="9055"/>
                  </a:lnTo>
                  <a:lnTo>
                    <a:pt x="1009180" y="7188"/>
                  </a:lnTo>
                  <a:lnTo>
                    <a:pt x="1009650" y="6070"/>
                  </a:lnTo>
                  <a:lnTo>
                    <a:pt x="1009650" y="3441"/>
                  </a:lnTo>
                  <a:close/>
                </a:path>
                <a:path w="11031855" h="209550">
                  <a:moveTo>
                    <a:pt x="1057275" y="3441"/>
                  </a:moveTo>
                  <a:lnTo>
                    <a:pt x="1056805" y="2324"/>
                  </a:lnTo>
                  <a:lnTo>
                    <a:pt x="1054950" y="457"/>
                  </a:lnTo>
                  <a:lnTo>
                    <a:pt x="1053833" y="0"/>
                  </a:lnTo>
                  <a:lnTo>
                    <a:pt x="1051191" y="0"/>
                  </a:lnTo>
                  <a:lnTo>
                    <a:pt x="1050074" y="457"/>
                  </a:lnTo>
                  <a:lnTo>
                    <a:pt x="1048219" y="2324"/>
                  </a:lnTo>
                  <a:lnTo>
                    <a:pt x="1047750" y="3441"/>
                  </a:lnTo>
                  <a:lnTo>
                    <a:pt x="1047750" y="6070"/>
                  </a:lnTo>
                  <a:lnTo>
                    <a:pt x="1048219" y="7188"/>
                  </a:lnTo>
                  <a:lnTo>
                    <a:pt x="1050074" y="9055"/>
                  </a:lnTo>
                  <a:lnTo>
                    <a:pt x="1051191" y="9525"/>
                  </a:lnTo>
                  <a:lnTo>
                    <a:pt x="1053833" y="9525"/>
                  </a:lnTo>
                  <a:lnTo>
                    <a:pt x="1054950" y="9055"/>
                  </a:lnTo>
                  <a:lnTo>
                    <a:pt x="1056805" y="7188"/>
                  </a:lnTo>
                  <a:lnTo>
                    <a:pt x="1057275" y="6070"/>
                  </a:lnTo>
                  <a:lnTo>
                    <a:pt x="1057275" y="3441"/>
                  </a:lnTo>
                  <a:close/>
                </a:path>
                <a:path w="11031855" h="209550">
                  <a:moveTo>
                    <a:pt x="1104900" y="3441"/>
                  </a:moveTo>
                  <a:lnTo>
                    <a:pt x="1104430" y="2324"/>
                  </a:lnTo>
                  <a:lnTo>
                    <a:pt x="1102575" y="457"/>
                  </a:lnTo>
                  <a:lnTo>
                    <a:pt x="1101458" y="0"/>
                  </a:lnTo>
                  <a:lnTo>
                    <a:pt x="1098816" y="0"/>
                  </a:lnTo>
                  <a:lnTo>
                    <a:pt x="1097699" y="457"/>
                  </a:lnTo>
                  <a:lnTo>
                    <a:pt x="1095844" y="2324"/>
                  </a:lnTo>
                  <a:lnTo>
                    <a:pt x="1095375" y="3441"/>
                  </a:lnTo>
                  <a:lnTo>
                    <a:pt x="1095375" y="6070"/>
                  </a:lnTo>
                  <a:lnTo>
                    <a:pt x="1095844" y="7188"/>
                  </a:lnTo>
                  <a:lnTo>
                    <a:pt x="1097699" y="9055"/>
                  </a:lnTo>
                  <a:lnTo>
                    <a:pt x="1098816" y="9525"/>
                  </a:lnTo>
                  <a:lnTo>
                    <a:pt x="1101458" y="9525"/>
                  </a:lnTo>
                  <a:lnTo>
                    <a:pt x="1102575" y="9055"/>
                  </a:lnTo>
                  <a:lnTo>
                    <a:pt x="1104430" y="7188"/>
                  </a:lnTo>
                  <a:lnTo>
                    <a:pt x="1104900" y="6070"/>
                  </a:lnTo>
                  <a:lnTo>
                    <a:pt x="1104900" y="3441"/>
                  </a:lnTo>
                  <a:close/>
                </a:path>
                <a:path w="11031855" h="209550">
                  <a:moveTo>
                    <a:pt x="1152525" y="3441"/>
                  </a:moveTo>
                  <a:lnTo>
                    <a:pt x="1152055" y="2324"/>
                  </a:lnTo>
                  <a:lnTo>
                    <a:pt x="1150200" y="457"/>
                  </a:lnTo>
                  <a:lnTo>
                    <a:pt x="1149083" y="0"/>
                  </a:lnTo>
                  <a:lnTo>
                    <a:pt x="1146441" y="0"/>
                  </a:lnTo>
                  <a:lnTo>
                    <a:pt x="1145324" y="457"/>
                  </a:lnTo>
                  <a:lnTo>
                    <a:pt x="1143469" y="2324"/>
                  </a:lnTo>
                  <a:lnTo>
                    <a:pt x="1143000" y="3441"/>
                  </a:lnTo>
                  <a:lnTo>
                    <a:pt x="1143000" y="6070"/>
                  </a:lnTo>
                  <a:lnTo>
                    <a:pt x="1143469" y="7188"/>
                  </a:lnTo>
                  <a:lnTo>
                    <a:pt x="1145324" y="9055"/>
                  </a:lnTo>
                  <a:lnTo>
                    <a:pt x="1146441" y="9525"/>
                  </a:lnTo>
                  <a:lnTo>
                    <a:pt x="1149083" y="9525"/>
                  </a:lnTo>
                  <a:lnTo>
                    <a:pt x="1150200" y="9055"/>
                  </a:lnTo>
                  <a:lnTo>
                    <a:pt x="1152055" y="7188"/>
                  </a:lnTo>
                  <a:lnTo>
                    <a:pt x="1152525" y="6070"/>
                  </a:lnTo>
                  <a:lnTo>
                    <a:pt x="1152525" y="3441"/>
                  </a:lnTo>
                  <a:close/>
                </a:path>
                <a:path w="11031855" h="209550">
                  <a:moveTo>
                    <a:pt x="1200150" y="3441"/>
                  </a:moveTo>
                  <a:lnTo>
                    <a:pt x="1199680" y="2324"/>
                  </a:lnTo>
                  <a:lnTo>
                    <a:pt x="1197825" y="457"/>
                  </a:lnTo>
                  <a:lnTo>
                    <a:pt x="1196708" y="0"/>
                  </a:lnTo>
                  <a:lnTo>
                    <a:pt x="1194066" y="0"/>
                  </a:lnTo>
                  <a:lnTo>
                    <a:pt x="1192949" y="457"/>
                  </a:lnTo>
                  <a:lnTo>
                    <a:pt x="1191094" y="2324"/>
                  </a:lnTo>
                  <a:lnTo>
                    <a:pt x="1190625" y="3441"/>
                  </a:lnTo>
                  <a:lnTo>
                    <a:pt x="1190625" y="6070"/>
                  </a:lnTo>
                  <a:lnTo>
                    <a:pt x="1191094" y="7188"/>
                  </a:lnTo>
                  <a:lnTo>
                    <a:pt x="1192949" y="9055"/>
                  </a:lnTo>
                  <a:lnTo>
                    <a:pt x="1194066" y="9525"/>
                  </a:lnTo>
                  <a:lnTo>
                    <a:pt x="1196708" y="9525"/>
                  </a:lnTo>
                  <a:lnTo>
                    <a:pt x="1197825" y="9055"/>
                  </a:lnTo>
                  <a:lnTo>
                    <a:pt x="1199680" y="7188"/>
                  </a:lnTo>
                  <a:lnTo>
                    <a:pt x="1200150" y="6070"/>
                  </a:lnTo>
                  <a:lnTo>
                    <a:pt x="1200150" y="3441"/>
                  </a:lnTo>
                  <a:close/>
                </a:path>
                <a:path w="11031855" h="209550">
                  <a:moveTo>
                    <a:pt x="1247775" y="3441"/>
                  </a:moveTo>
                  <a:lnTo>
                    <a:pt x="1247305" y="2324"/>
                  </a:lnTo>
                  <a:lnTo>
                    <a:pt x="1245450" y="457"/>
                  </a:lnTo>
                  <a:lnTo>
                    <a:pt x="1244333" y="0"/>
                  </a:lnTo>
                  <a:lnTo>
                    <a:pt x="1241691" y="0"/>
                  </a:lnTo>
                  <a:lnTo>
                    <a:pt x="1240574" y="457"/>
                  </a:lnTo>
                  <a:lnTo>
                    <a:pt x="1238719" y="2324"/>
                  </a:lnTo>
                  <a:lnTo>
                    <a:pt x="1238250" y="3441"/>
                  </a:lnTo>
                  <a:lnTo>
                    <a:pt x="1238250" y="6070"/>
                  </a:lnTo>
                  <a:lnTo>
                    <a:pt x="1238719" y="7188"/>
                  </a:lnTo>
                  <a:lnTo>
                    <a:pt x="1240574" y="9055"/>
                  </a:lnTo>
                  <a:lnTo>
                    <a:pt x="1241691" y="9525"/>
                  </a:lnTo>
                  <a:lnTo>
                    <a:pt x="1244333" y="9525"/>
                  </a:lnTo>
                  <a:lnTo>
                    <a:pt x="1245450" y="9055"/>
                  </a:lnTo>
                  <a:lnTo>
                    <a:pt x="1247305" y="7188"/>
                  </a:lnTo>
                  <a:lnTo>
                    <a:pt x="1247775" y="6070"/>
                  </a:lnTo>
                  <a:lnTo>
                    <a:pt x="1247775" y="3441"/>
                  </a:lnTo>
                  <a:close/>
                </a:path>
                <a:path w="11031855" h="209550">
                  <a:moveTo>
                    <a:pt x="1295400" y="3441"/>
                  </a:moveTo>
                  <a:lnTo>
                    <a:pt x="1294930" y="2324"/>
                  </a:lnTo>
                  <a:lnTo>
                    <a:pt x="1293075" y="457"/>
                  </a:lnTo>
                  <a:lnTo>
                    <a:pt x="1291958" y="0"/>
                  </a:lnTo>
                  <a:lnTo>
                    <a:pt x="1289316" y="0"/>
                  </a:lnTo>
                  <a:lnTo>
                    <a:pt x="1288199" y="457"/>
                  </a:lnTo>
                  <a:lnTo>
                    <a:pt x="1286344" y="2324"/>
                  </a:lnTo>
                  <a:lnTo>
                    <a:pt x="1285875" y="3441"/>
                  </a:lnTo>
                  <a:lnTo>
                    <a:pt x="1285875" y="6070"/>
                  </a:lnTo>
                  <a:lnTo>
                    <a:pt x="1286344" y="7188"/>
                  </a:lnTo>
                  <a:lnTo>
                    <a:pt x="1288199" y="9055"/>
                  </a:lnTo>
                  <a:lnTo>
                    <a:pt x="1289316" y="9525"/>
                  </a:lnTo>
                  <a:lnTo>
                    <a:pt x="1291958" y="9525"/>
                  </a:lnTo>
                  <a:lnTo>
                    <a:pt x="1293075" y="9055"/>
                  </a:lnTo>
                  <a:lnTo>
                    <a:pt x="1294930" y="7188"/>
                  </a:lnTo>
                  <a:lnTo>
                    <a:pt x="1295400" y="6070"/>
                  </a:lnTo>
                  <a:lnTo>
                    <a:pt x="1295400" y="3441"/>
                  </a:lnTo>
                  <a:close/>
                </a:path>
                <a:path w="11031855" h="209550">
                  <a:moveTo>
                    <a:pt x="1343025" y="3441"/>
                  </a:moveTo>
                  <a:lnTo>
                    <a:pt x="1342555" y="2324"/>
                  </a:lnTo>
                  <a:lnTo>
                    <a:pt x="1340700" y="457"/>
                  </a:lnTo>
                  <a:lnTo>
                    <a:pt x="1339583" y="0"/>
                  </a:lnTo>
                  <a:lnTo>
                    <a:pt x="1336941" y="0"/>
                  </a:lnTo>
                  <a:lnTo>
                    <a:pt x="1335824" y="457"/>
                  </a:lnTo>
                  <a:lnTo>
                    <a:pt x="1333969" y="2324"/>
                  </a:lnTo>
                  <a:lnTo>
                    <a:pt x="1333500" y="3441"/>
                  </a:lnTo>
                  <a:lnTo>
                    <a:pt x="1333500" y="6070"/>
                  </a:lnTo>
                  <a:lnTo>
                    <a:pt x="1333969" y="7188"/>
                  </a:lnTo>
                  <a:lnTo>
                    <a:pt x="1335824" y="9055"/>
                  </a:lnTo>
                  <a:lnTo>
                    <a:pt x="1336941" y="9525"/>
                  </a:lnTo>
                  <a:lnTo>
                    <a:pt x="1339583" y="9525"/>
                  </a:lnTo>
                  <a:lnTo>
                    <a:pt x="1340700" y="9055"/>
                  </a:lnTo>
                  <a:lnTo>
                    <a:pt x="1342555" y="7188"/>
                  </a:lnTo>
                  <a:lnTo>
                    <a:pt x="1343025" y="6070"/>
                  </a:lnTo>
                  <a:lnTo>
                    <a:pt x="1343025" y="3441"/>
                  </a:lnTo>
                  <a:close/>
                </a:path>
                <a:path w="11031855" h="209550">
                  <a:moveTo>
                    <a:pt x="1390650" y="3441"/>
                  </a:moveTo>
                  <a:lnTo>
                    <a:pt x="1390180" y="2324"/>
                  </a:lnTo>
                  <a:lnTo>
                    <a:pt x="1388325" y="457"/>
                  </a:lnTo>
                  <a:lnTo>
                    <a:pt x="1387208" y="0"/>
                  </a:lnTo>
                  <a:lnTo>
                    <a:pt x="1384566" y="0"/>
                  </a:lnTo>
                  <a:lnTo>
                    <a:pt x="1383449" y="457"/>
                  </a:lnTo>
                  <a:lnTo>
                    <a:pt x="1381594" y="2324"/>
                  </a:lnTo>
                  <a:lnTo>
                    <a:pt x="1381125" y="3441"/>
                  </a:lnTo>
                  <a:lnTo>
                    <a:pt x="1381125" y="6070"/>
                  </a:lnTo>
                  <a:lnTo>
                    <a:pt x="1381594" y="7188"/>
                  </a:lnTo>
                  <a:lnTo>
                    <a:pt x="1383449" y="9055"/>
                  </a:lnTo>
                  <a:lnTo>
                    <a:pt x="1384566" y="9525"/>
                  </a:lnTo>
                  <a:lnTo>
                    <a:pt x="1387208" y="9525"/>
                  </a:lnTo>
                  <a:lnTo>
                    <a:pt x="1388325" y="9055"/>
                  </a:lnTo>
                  <a:lnTo>
                    <a:pt x="1390180" y="7188"/>
                  </a:lnTo>
                  <a:lnTo>
                    <a:pt x="1390650" y="6070"/>
                  </a:lnTo>
                  <a:lnTo>
                    <a:pt x="1390650" y="3441"/>
                  </a:lnTo>
                  <a:close/>
                </a:path>
                <a:path w="11031855" h="209550">
                  <a:moveTo>
                    <a:pt x="1438275" y="3441"/>
                  </a:moveTo>
                  <a:lnTo>
                    <a:pt x="1437805" y="2324"/>
                  </a:lnTo>
                  <a:lnTo>
                    <a:pt x="1435950" y="457"/>
                  </a:lnTo>
                  <a:lnTo>
                    <a:pt x="1434833" y="0"/>
                  </a:lnTo>
                  <a:lnTo>
                    <a:pt x="1432191" y="0"/>
                  </a:lnTo>
                  <a:lnTo>
                    <a:pt x="1431074" y="457"/>
                  </a:lnTo>
                  <a:lnTo>
                    <a:pt x="1429219" y="2324"/>
                  </a:lnTo>
                  <a:lnTo>
                    <a:pt x="1428750" y="3441"/>
                  </a:lnTo>
                  <a:lnTo>
                    <a:pt x="1428750" y="6070"/>
                  </a:lnTo>
                  <a:lnTo>
                    <a:pt x="1429219" y="7188"/>
                  </a:lnTo>
                  <a:lnTo>
                    <a:pt x="1431074" y="9055"/>
                  </a:lnTo>
                  <a:lnTo>
                    <a:pt x="1432191" y="9525"/>
                  </a:lnTo>
                  <a:lnTo>
                    <a:pt x="1434833" y="9525"/>
                  </a:lnTo>
                  <a:lnTo>
                    <a:pt x="1435950" y="9055"/>
                  </a:lnTo>
                  <a:lnTo>
                    <a:pt x="1437805" y="7188"/>
                  </a:lnTo>
                  <a:lnTo>
                    <a:pt x="1438275" y="6070"/>
                  </a:lnTo>
                  <a:lnTo>
                    <a:pt x="1438275" y="3441"/>
                  </a:lnTo>
                  <a:close/>
                </a:path>
                <a:path w="11031855" h="209550">
                  <a:moveTo>
                    <a:pt x="1485900" y="3441"/>
                  </a:moveTo>
                  <a:lnTo>
                    <a:pt x="1485430" y="2324"/>
                  </a:lnTo>
                  <a:lnTo>
                    <a:pt x="1483575" y="457"/>
                  </a:lnTo>
                  <a:lnTo>
                    <a:pt x="1482458" y="0"/>
                  </a:lnTo>
                  <a:lnTo>
                    <a:pt x="1479816" y="0"/>
                  </a:lnTo>
                  <a:lnTo>
                    <a:pt x="1478699" y="457"/>
                  </a:lnTo>
                  <a:lnTo>
                    <a:pt x="1476844" y="2324"/>
                  </a:lnTo>
                  <a:lnTo>
                    <a:pt x="1476375" y="3441"/>
                  </a:lnTo>
                  <a:lnTo>
                    <a:pt x="1476375" y="6070"/>
                  </a:lnTo>
                  <a:lnTo>
                    <a:pt x="1476844" y="7188"/>
                  </a:lnTo>
                  <a:lnTo>
                    <a:pt x="1478699" y="9055"/>
                  </a:lnTo>
                  <a:lnTo>
                    <a:pt x="1479816" y="9525"/>
                  </a:lnTo>
                  <a:lnTo>
                    <a:pt x="1482458" y="9525"/>
                  </a:lnTo>
                  <a:lnTo>
                    <a:pt x="1483575" y="9055"/>
                  </a:lnTo>
                  <a:lnTo>
                    <a:pt x="1485430" y="7188"/>
                  </a:lnTo>
                  <a:lnTo>
                    <a:pt x="1485900" y="6070"/>
                  </a:lnTo>
                  <a:lnTo>
                    <a:pt x="1485900" y="3441"/>
                  </a:lnTo>
                  <a:close/>
                </a:path>
                <a:path w="11031855" h="209550">
                  <a:moveTo>
                    <a:pt x="1533525" y="3441"/>
                  </a:moveTo>
                  <a:lnTo>
                    <a:pt x="1533055" y="2324"/>
                  </a:lnTo>
                  <a:lnTo>
                    <a:pt x="1531200" y="457"/>
                  </a:lnTo>
                  <a:lnTo>
                    <a:pt x="1530083" y="0"/>
                  </a:lnTo>
                  <a:lnTo>
                    <a:pt x="1527441" y="0"/>
                  </a:lnTo>
                  <a:lnTo>
                    <a:pt x="1526324" y="457"/>
                  </a:lnTo>
                  <a:lnTo>
                    <a:pt x="1524469" y="2324"/>
                  </a:lnTo>
                  <a:lnTo>
                    <a:pt x="1524000" y="3441"/>
                  </a:lnTo>
                  <a:lnTo>
                    <a:pt x="1524000" y="6070"/>
                  </a:lnTo>
                  <a:lnTo>
                    <a:pt x="1524469" y="7188"/>
                  </a:lnTo>
                  <a:lnTo>
                    <a:pt x="1526324" y="9055"/>
                  </a:lnTo>
                  <a:lnTo>
                    <a:pt x="1527441" y="9525"/>
                  </a:lnTo>
                  <a:lnTo>
                    <a:pt x="1530083" y="9525"/>
                  </a:lnTo>
                  <a:lnTo>
                    <a:pt x="1531200" y="9055"/>
                  </a:lnTo>
                  <a:lnTo>
                    <a:pt x="1533055" y="7188"/>
                  </a:lnTo>
                  <a:lnTo>
                    <a:pt x="1533525" y="6070"/>
                  </a:lnTo>
                  <a:lnTo>
                    <a:pt x="1533525" y="3441"/>
                  </a:lnTo>
                  <a:close/>
                </a:path>
                <a:path w="11031855" h="209550">
                  <a:moveTo>
                    <a:pt x="1581150" y="3441"/>
                  </a:moveTo>
                  <a:lnTo>
                    <a:pt x="1580680" y="2324"/>
                  </a:lnTo>
                  <a:lnTo>
                    <a:pt x="1578825" y="457"/>
                  </a:lnTo>
                  <a:lnTo>
                    <a:pt x="1577708" y="0"/>
                  </a:lnTo>
                  <a:lnTo>
                    <a:pt x="1575066" y="0"/>
                  </a:lnTo>
                  <a:lnTo>
                    <a:pt x="1573949" y="457"/>
                  </a:lnTo>
                  <a:lnTo>
                    <a:pt x="1572094" y="2324"/>
                  </a:lnTo>
                  <a:lnTo>
                    <a:pt x="1571625" y="3441"/>
                  </a:lnTo>
                  <a:lnTo>
                    <a:pt x="1571625" y="6070"/>
                  </a:lnTo>
                  <a:lnTo>
                    <a:pt x="1572094" y="7188"/>
                  </a:lnTo>
                  <a:lnTo>
                    <a:pt x="1573949" y="9055"/>
                  </a:lnTo>
                  <a:lnTo>
                    <a:pt x="1575066" y="9525"/>
                  </a:lnTo>
                  <a:lnTo>
                    <a:pt x="1577708" y="9525"/>
                  </a:lnTo>
                  <a:lnTo>
                    <a:pt x="1578825" y="9055"/>
                  </a:lnTo>
                  <a:lnTo>
                    <a:pt x="1580680" y="7188"/>
                  </a:lnTo>
                  <a:lnTo>
                    <a:pt x="1581150" y="6070"/>
                  </a:lnTo>
                  <a:lnTo>
                    <a:pt x="1581150" y="3441"/>
                  </a:lnTo>
                  <a:close/>
                </a:path>
                <a:path w="11031855" h="209550">
                  <a:moveTo>
                    <a:pt x="1628775" y="3441"/>
                  </a:moveTo>
                  <a:lnTo>
                    <a:pt x="1628305" y="2324"/>
                  </a:lnTo>
                  <a:lnTo>
                    <a:pt x="1626450" y="457"/>
                  </a:lnTo>
                  <a:lnTo>
                    <a:pt x="1625333" y="0"/>
                  </a:lnTo>
                  <a:lnTo>
                    <a:pt x="1622691" y="0"/>
                  </a:lnTo>
                  <a:lnTo>
                    <a:pt x="1621574" y="457"/>
                  </a:lnTo>
                  <a:lnTo>
                    <a:pt x="1619719" y="2324"/>
                  </a:lnTo>
                  <a:lnTo>
                    <a:pt x="1619250" y="3441"/>
                  </a:lnTo>
                  <a:lnTo>
                    <a:pt x="1619250" y="6070"/>
                  </a:lnTo>
                  <a:lnTo>
                    <a:pt x="1619719" y="7188"/>
                  </a:lnTo>
                  <a:lnTo>
                    <a:pt x="1621574" y="9055"/>
                  </a:lnTo>
                  <a:lnTo>
                    <a:pt x="1622691" y="9525"/>
                  </a:lnTo>
                  <a:lnTo>
                    <a:pt x="1625333" y="9525"/>
                  </a:lnTo>
                  <a:lnTo>
                    <a:pt x="1626450" y="9055"/>
                  </a:lnTo>
                  <a:lnTo>
                    <a:pt x="1628305" y="7188"/>
                  </a:lnTo>
                  <a:lnTo>
                    <a:pt x="1628775" y="6070"/>
                  </a:lnTo>
                  <a:lnTo>
                    <a:pt x="1628775" y="3441"/>
                  </a:lnTo>
                  <a:close/>
                </a:path>
                <a:path w="11031855" h="209550">
                  <a:moveTo>
                    <a:pt x="1676400" y="3441"/>
                  </a:moveTo>
                  <a:lnTo>
                    <a:pt x="1675930" y="2324"/>
                  </a:lnTo>
                  <a:lnTo>
                    <a:pt x="1674075" y="457"/>
                  </a:lnTo>
                  <a:lnTo>
                    <a:pt x="1672958" y="0"/>
                  </a:lnTo>
                  <a:lnTo>
                    <a:pt x="1670316" y="0"/>
                  </a:lnTo>
                  <a:lnTo>
                    <a:pt x="1669199" y="457"/>
                  </a:lnTo>
                  <a:lnTo>
                    <a:pt x="1667344" y="2324"/>
                  </a:lnTo>
                  <a:lnTo>
                    <a:pt x="1666875" y="3441"/>
                  </a:lnTo>
                  <a:lnTo>
                    <a:pt x="1666875" y="6070"/>
                  </a:lnTo>
                  <a:lnTo>
                    <a:pt x="1667344" y="7188"/>
                  </a:lnTo>
                  <a:lnTo>
                    <a:pt x="1669199" y="9055"/>
                  </a:lnTo>
                  <a:lnTo>
                    <a:pt x="1670316" y="9525"/>
                  </a:lnTo>
                  <a:lnTo>
                    <a:pt x="1672958" y="9525"/>
                  </a:lnTo>
                  <a:lnTo>
                    <a:pt x="1674075" y="9055"/>
                  </a:lnTo>
                  <a:lnTo>
                    <a:pt x="1675930" y="7188"/>
                  </a:lnTo>
                  <a:lnTo>
                    <a:pt x="1676400" y="6070"/>
                  </a:lnTo>
                  <a:lnTo>
                    <a:pt x="1676400" y="3441"/>
                  </a:lnTo>
                  <a:close/>
                </a:path>
                <a:path w="11031855" h="209550">
                  <a:moveTo>
                    <a:pt x="1724025" y="3441"/>
                  </a:moveTo>
                  <a:lnTo>
                    <a:pt x="1723555" y="2324"/>
                  </a:lnTo>
                  <a:lnTo>
                    <a:pt x="1721700" y="457"/>
                  </a:lnTo>
                  <a:lnTo>
                    <a:pt x="1720583" y="0"/>
                  </a:lnTo>
                  <a:lnTo>
                    <a:pt x="1717941" y="0"/>
                  </a:lnTo>
                  <a:lnTo>
                    <a:pt x="1716824" y="457"/>
                  </a:lnTo>
                  <a:lnTo>
                    <a:pt x="1714969" y="2324"/>
                  </a:lnTo>
                  <a:lnTo>
                    <a:pt x="1714500" y="3441"/>
                  </a:lnTo>
                  <a:lnTo>
                    <a:pt x="1714500" y="6070"/>
                  </a:lnTo>
                  <a:lnTo>
                    <a:pt x="1714969" y="7188"/>
                  </a:lnTo>
                  <a:lnTo>
                    <a:pt x="1716824" y="9055"/>
                  </a:lnTo>
                  <a:lnTo>
                    <a:pt x="1717941" y="9525"/>
                  </a:lnTo>
                  <a:lnTo>
                    <a:pt x="1720583" y="9525"/>
                  </a:lnTo>
                  <a:lnTo>
                    <a:pt x="1721700" y="9055"/>
                  </a:lnTo>
                  <a:lnTo>
                    <a:pt x="1723555" y="7188"/>
                  </a:lnTo>
                  <a:lnTo>
                    <a:pt x="1724025" y="6070"/>
                  </a:lnTo>
                  <a:lnTo>
                    <a:pt x="1724025" y="3441"/>
                  </a:lnTo>
                  <a:close/>
                </a:path>
                <a:path w="11031855" h="209550">
                  <a:moveTo>
                    <a:pt x="1771650" y="3441"/>
                  </a:moveTo>
                  <a:lnTo>
                    <a:pt x="1771180" y="2324"/>
                  </a:lnTo>
                  <a:lnTo>
                    <a:pt x="1769325" y="457"/>
                  </a:lnTo>
                  <a:lnTo>
                    <a:pt x="1768208" y="0"/>
                  </a:lnTo>
                  <a:lnTo>
                    <a:pt x="1765566" y="0"/>
                  </a:lnTo>
                  <a:lnTo>
                    <a:pt x="1764449" y="457"/>
                  </a:lnTo>
                  <a:lnTo>
                    <a:pt x="1762594" y="2324"/>
                  </a:lnTo>
                  <a:lnTo>
                    <a:pt x="1762125" y="3441"/>
                  </a:lnTo>
                  <a:lnTo>
                    <a:pt x="1762125" y="6070"/>
                  </a:lnTo>
                  <a:lnTo>
                    <a:pt x="1762594" y="7188"/>
                  </a:lnTo>
                  <a:lnTo>
                    <a:pt x="1764449" y="9055"/>
                  </a:lnTo>
                  <a:lnTo>
                    <a:pt x="1765566" y="9525"/>
                  </a:lnTo>
                  <a:lnTo>
                    <a:pt x="1768208" y="9525"/>
                  </a:lnTo>
                  <a:lnTo>
                    <a:pt x="1769325" y="9055"/>
                  </a:lnTo>
                  <a:lnTo>
                    <a:pt x="1771180" y="7188"/>
                  </a:lnTo>
                  <a:lnTo>
                    <a:pt x="1771650" y="6070"/>
                  </a:lnTo>
                  <a:lnTo>
                    <a:pt x="1771650" y="3441"/>
                  </a:lnTo>
                  <a:close/>
                </a:path>
                <a:path w="11031855" h="209550">
                  <a:moveTo>
                    <a:pt x="1819275" y="3441"/>
                  </a:moveTo>
                  <a:lnTo>
                    <a:pt x="1818805" y="2324"/>
                  </a:lnTo>
                  <a:lnTo>
                    <a:pt x="1816950" y="457"/>
                  </a:lnTo>
                  <a:lnTo>
                    <a:pt x="1815833" y="0"/>
                  </a:lnTo>
                  <a:lnTo>
                    <a:pt x="1813191" y="0"/>
                  </a:lnTo>
                  <a:lnTo>
                    <a:pt x="1812074" y="457"/>
                  </a:lnTo>
                  <a:lnTo>
                    <a:pt x="1810219" y="2324"/>
                  </a:lnTo>
                  <a:lnTo>
                    <a:pt x="1809750" y="3441"/>
                  </a:lnTo>
                  <a:lnTo>
                    <a:pt x="1809750" y="6070"/>
                  </a:lnTo>
                  <a:lnTo>
                    <a:pt x="1810219" y="7188"/>
                  </a:lnTo>
                  <a:lnTo>
                    <a:pt x="1812074" y="9055"/>
                  </a:lnTo>
                  <a:lnTo>
                    <a:pt x="1813191" y="9525"/>
                  </a:lnTo>
                  <a:lnTo>
                    <a:pt x="1815833" y="9525"/>
                  </a:lnTo>
                  <a:lnTo>
                    <a:pt x="1816950" y="9055"/>
                  </a:lnTo>
                  <a:lnTo>
                    <a:pt x="1818805" y="7188"/>
                  </a:lnTo>
                  <a:lnTo>
                    <a:pt x="1819275" y="6070"/>
                  </a:lnTo>
                  <a:lnTo>
                    <a:pt x="1819275" y="3441"/>
                  </a:lnTo>
                  <a:close/>
                </a:path>
                <a:path w="11031855" h="209550">
                  <a:moveTo>
                    <a:pt x="1866900" y="3441"/>
                  </a:moveTo>
                  <a:lnTo>
                    <a:pt x="1866430" y="2324"/>
                  </a:lnTo>
                  <a:lnTo>
                    <a:pt x="1864575" y="457"/>
                  </a:lnTo>
                  <a:lnTo>
                    <a:pt x="1863458" y="0"/>
                  </a:lnTo>
                  <a:lnTo>
                    <a:pt x="1860816" y="0"/>
                  </a:lnTo>
                  <a:lnTo>
                    <a:pt x="1859699" y="457"/>
                  </a:lnTo>
                  <a:lnTo>
                    <a:pt x="1857844" y="2324"/>
                  </a:lnTo>
                  <a:lnTo>
                    <a:pt x="1857375" y="3441"/>
                  </a:lnTo>
                  <a:lnTo>
                    <a:pt x="1857375" y="6070"/>
                  </a:lnTo>
                  <a:lnTo>
                    <a:pt x="1857844" y="7188"/>
                  </a:lnTo>
                  <a:lnTo>
                    <a:pt x="1859699" y="9055"/>
                  </a:lnTo>
                  <a:lnTo>
                    <a:pt x="1860816" y="9525"/>
                  </a:lnTo>
                  <a:lnTo>
                    <a:pt x="1863458" y="9525"/>
                  </a:lnTo>
                  <a:lnTo>
                    <a:pt x="1864575" y="9055"/>
                  </a:lnTo>
                  <a:lnTo>
                    <a:pt x="1866430" y="7188"/>
                  </a:lnTo>
                  <a:lnTo>
                    <a:pt x="1866900" y="6070"/>
                  </a:lnTo>
                  <a:lnTo>
                    <a:pt x="1866900" y="3441"/>
                  </a:lnTo>
                  <a:close/>
                </a:path>
                <a:path w="11031855" h="209550">
                  <a:moveTo>
                    <a:pt x="1914525" y="3441"/>
                  </a:moveTo>
                  <a:lnTo>
                    <a:pt x="1914055" y="2324"/>
                  </a:lnTo>
                  <a:lnTo>
                    <a:pt x="1912200" y="457"/>
                  </a:lnTo>
                  <a:lnTo>
                    <a:pt x="1911083" y="0"/>
                  </a:lnTo>
                  <a:lnTo>
                    <a:pt x="1908441" y="0"/>
                  </a:lnTo>
                  <a:lnTo>
                    <a:pt x="1907324" y="457"/>
                  </a:lnTo>
                  <a:lnTo>
                    <a:pt x="1905469" y="2324"/>
                  </a:lnTo>
                  <a:lnTo>
                    <a:pt x="1905000" y="3441"/>
                  </a:lnTo>
                  <a:lnTo>
                    <a:pt x="1905000" y="6070"/>
                  </a:lnTo>
                  <a:lnTo>
                    <a:pt x="1905469" y="7188"/>
                  </a:lnTo>
                  <a:lnTo>
                    <a:pt x="1907324" y="9055"/>
                  </a:lnTo>
                  <a:lnTo>
                    <a:pt x="1908441" y="9525"/>
                  </a:lnTo>
                  <a:lnTo>
                    <a:pt x="1911083" y="9525"/>
                  </a:lnTo>
                  <a:lnTo>
                    <a:pt x="1912200" y="9055"/>
                  </a:lnTo>
                  <a:lnTo>
                    <a:pt x="1914055" y="7188"/>
                  </a:lnTo>
                  <a:lnTo>
                    <a:pt x="1914525" y="6070"/>
                  </a:lnTo>
                  <a:lnTo>
                    <a:pt x="1914525" y="3441"/>
                  </a:lnTo>
                  <a:close/>
                </a:path>
                <a:path w="11031855" h="209550">
                  <a:moveTo>
                    <a:pt x="1962150" y="3441"/>
                  </a:moveTo>
                  <a:lnTo>
                    <a:pt x="1961680" y="2324"/>
                  </a:lnTo>
                  <a:lnTo>
                    <a:pt x="1959825" y="457"/>
                  </a:lnTo>
                  <a:lnTo>
                    <a:pt x="1958708" y="0"/>
                  </a:lnTo>
                  <a:lnTo>
                    <a:pt x="1956066" y="0"/>
                  </a:lnTo>
                  <a:lnTo>
                    <a:pt x="1954949" y="457"/>
                  </a:lnTo>
                  <a:lnTo>
                    <a:pt x="1953094" y="2324"/>
                  </a:lnTo>
                  <a:lnTo>
                    <a:pt x="1952625" y="3441"/>
                  </a:lnTo>
                  <a:lnTo>
                    <a:pt x="1952625" y="6070"/>
                  </a:lnTo>
                  <a:lnTo>
                    <a:pt x="1953094" y="7188"/>
                  </a:lnTo>
                  <a:lnTo>
                    <a:pt x="1954949" y="9055"/>
                  </a:lnTo>
                  <a:lnTo>
                    <a:pt x="1956066" y="9525"/>
                  </a:lnTo>
                  <a:lnTo>
                    <a:pt x="1958708" y="9525"/>
                  </a:lnTo>
                  <a:lnTo>
                    <a:pt x="1959825" y="9055"/>
                  </a:lnTo>
                  <a:lnTo>
                    <a:pt x="1961680" y="7188"/>
                  </a:lnTo>
                  <a:lnTo>
                    <a:pt x="1962150" y="6070"/>
                  </a:lnTo>
                  <a:lnTo>
                    <a:pt x="1962150" y="3441"/>
                  </a:lnTo>
                  <a:close/>
                </a:path>
                <a:path w="11031855" h="209550">
                  <a:moveTo>
                    <a:pt x="2009775" y="3441"/>
                  </a:moveTo>
                  <a:lnTo>
                    <a:pt x="2009305" y="2324"/>
                  </a:lnTo>
                  <a:lnTo>
                    <a:pt x="2007450" y="457"/>
                  </a:lnTo>
                  <a:lnTo>
                    <a:pt x="2006320" y="0"/>
                  </a:lnTo>
                  <a:lnTo>
                    <a:pt x="2003691" y="0"/>
                  </a:lnTo>
                  <a:lnTo>
                    <a:pt x="2002574" y="457"/>
                  </a:lnTo>
                  <a:lnTo>
                    <a:pt x="2000719" y="2324"/>
                  </a:lnTo>
                  <a:lnTo>
                    <a:pt x="2000250" y="3441"/>
                  </a:lnTo>
                  <a:lnTo>
                    <a:pt x="2000250" y="6070"/>
                  </a:lnTo>
                  <a:lnTo>
                    <a:pt x="2000719" y="7188"/>
                  </a:lnTo>
                  <a:lnTo>
                    <a:pt x="2002574" y="9055"/>
                  </a:lnTo>
                  <a:lnTo>
                    <a:pt x="2003691" y="9525"/>
                  </a:lnTo>
                  <a:lnTo>
                    <a:pt x="2006320" y="9525"/>
                  </a:lnTo>
                  <a:lnTo>
                    <a:pt x="2007450" y="9055"/>
                  </a:lnTo>
                  <a:lnTo>
                    <a:pt x="2009305" y="7188"/>
                  </a:lnTo>
                  <a:lnTo>
                    <a:pt x="2009775" y="6070"/>
                  </a:lnTo>
                  <a:lnTo>
                    <a:pt x="2009775" y="3441"/>
                  </a:lnTo>
                  <a:close/>
                </a:path>
                <a:path w="11031855" h="209550">
                  <a:moveTo>
                    <a:pt x="2057400" y="3441"/>
                  </a:moveTo>
                  <a:lnTo>
                    <a:pt x="2056930" y="2324"/>
                  </a:lnTo>
                  <a:lnTo>
                    <a:pt x="2055075" y="457"/>
                  </a:lnTo>
                  <a:lnTo>
                    <a:pt x="2053945" y="0"/>
                  </a:lnTo>
                  <a:lnTo>
                    <a:pt x="2051316" y="0"/>
                  </a:lnTo>
                  <a:lnTo>
                    <a:pt x="2050199" y="457"/>
                  </a:lnTo>
                  <a:lnTo>
                    <a:pt x="2048344" y="2324"/>
                  </a:lnTo>
                  <a:lnTo>
                    <a:pt x="2047875" y="3441"/>
                  </a:lnTo>
                  <a:lnTo>
                    <a:pt x="2047875" y="6070"/>
                  </a:lnTo>
                  <a:lnTo>
                    <a:pt x="2048344" y="7188"/>
                  </a:lnTo>
                  <a:lnTo>
                    <a:pt x="2050199" y="9055"/>
                  </a:lnTo>
                  <a:lnTo>
                    <a:pt x="2051316" y="9525"/>
                  </a:lnTo>
                  <a:lnTo>
                    <a:pt x="2053945" y="9525"/>
                  </a:lnTo>
                  <a:lnTo>
                    <a:pt x="2055075" y="9055"/>
                  </a:lnTo>
                  <a:lnTo>
                    <a:pt x="2056930" y="7188"/>
                  </a:lnTo>
                  <a:lnTo>
                    <a:pt x="2057400" y="6070"/>
                  </a:lnTo>
                  <a:lnTo>
                    <a:pt x="2057400" y="3441"/>
                  </a:lnTo>
                  <a:close/>
                </a:path>
                <a:path w="11031855" h="209550">
                  <a:moveTo>
                    <a:pt x="2105025" y="3441"/>
                  </a:moveTo>
                  <a:lnTo>
                    <a:pt x="2104555" y="2324"/>
                  </a:lnTo>
                  <a:lnTo>
                    <a:pt x="2102700" y="457"/>
                  </a:lnTo>
                  <a:lnTo>
                    <a:pt x="2101570" y="0"/>
                  </a:lnTo>
                  <a:lnTo>
                    <a:pt x="2098941" y="0"/>
                  </a:lnTo>
                  <a:lnTo>
                    <a:pt x="2097824" y="457"/>
                  </a:lnTo>
                  <a:lnTo>
                    <a:pt x="2095969" y="2324"/>
                  </a:lnTo>
                  <a:lnTo>
                    <a:pt x="2095500" y="3441"/>
                  </a:lnTo>
                  <a:lnTo>
                    <a:pt x="2095500" y="6070"/>
                  </a:lnTo>
                  <a:lnTo>
                    <a:pt x="2095969" y="7188"/>
                  </a:lnTo>
                  <a:lnTo>
                    <a:pt x="2097824" y="9055"/>
                  </a:lnTo>
                  <a:lnTo>
                    <a:pt x="2098941" y="9525"/>
                  </a:lnTo>
                  <a:lnTo>
                    <a:pt x="2101570" y="9525"/>
                  </a:lnTo>
                  <a:lnTo>
                    <a:pt x="2102700" y="9055"/>
                  </a:lnTo>
                  <a:lnTo>
                    <a:pt x="2104555" y="7188"/>
                  </a:lnTo>
                  <a:lnTo>
                    <a:pt x="2105025" y="6070"/>
                  </a:lnTo>
                  <a:lnTo>
                    <a:pt x="2105025" y="3441"/>
                  </a:lnTo>
                  <a:close/>
                </a:path>
                <a:path w="11031855" h="209550">
                  <a:moveTo>
                    <a:pt x="2152650" y="3441"/>
                  </a:moveTo>
                  <a:lnTo>
                    <a:pt x="2152180" y="2324"/>
                  </a:lnTo>
                  <a:lnTo>
                    <a:pt x="2150326" y="457"/>
                  </a:lnTo>
                  <a:lnTo>
                    <a:pt x="2149195" y="0"/>
                  </a:lnTo>
                  <a:lnTo>
                    <a:pt x="2146566" y="0"/>
                  </a:lnTo>
                  <a:lnTo>
                    <a:pt x="2145449" y="457"/>
                  </a:lnTo>
                  <a:lnTo>
                    <a:pt x="2143595" y="2324"/>
                  </a:lnTo>
                  <a:lnTo>
                    <a:pt x="2143125" y="3441"/>
                  </a:lnTo>
                  <a:lnTo>
                    <a:pt x="2143125" y="6070"/>
                  </a:lnTo>
                  <a:lnTo>
                    <a:pt x="2143595" y="7188"/>
                  </a:lnTo>
                  <a:lnTo>
                    <a:pt x="2145449" y="9055"/>
                  </a:lnTo>
                  <a:lnTo>
                    <a:pt x="2146566" y="9525"/>
                  </a:lnTo>
                  <a:lnTo>
                    <a:pt x="2149195" y="9525"/>
                  </a:lnTo>
                  <a:lnTo>
                    <a:pt x="2150326" y="9055"/>
                  </a:lnTo>
                  <a:lnTo>
                    <a:pt x="2152180" y="7188"/>
                  </a:lnTo>
                  <a:lnTo>
                    <a:pt x="2152650" y="6070"/>
                  </a:lnTo>
                  <a:lnTo>
                    <a:pt x="2152650" y="3441"/>
                  </a:lnTo>
                  <a:close/>
                </a:path>
                <a:path w="11031855" h="209550">
                  <a:moveTo>
                    <a:pt x="2200275" y="3441"/>
                  </a:moveTo>
                  <a:lnTo>
                    <a:pt x="2199805" y="2324"/>
                  </a:lnTo>
                  <a:lnTo>
                    <a:pt x="2197951" y="457"/>
                  </a:lnTo>
                  <a:lnTo>
                    <a:pt x="2196820" y="0"/>
                  </a:lnTo>
                  <a:lnTo>
                    <a:pt x="2194191" y="0"/>
                  </a:lnTo>
                  <a:lnTo>
                    <a:pt x="2193074" y="457"/>
                  </a:lnTo>
                  <a:lnTo>
                    <a:pt x="2191220" y="2324"/>
                  </a:lnTo>
                  <a:lnTo>
                    <a:pt x="2190750" y="3441"/>
                  </a:lnTo>
                  <a:lnTo>
                    <a:pt x="2190750" y="6070"/>
                  </a:lnTo>
                  <a:lnTo>
                    <a:pt x="2191220" y="7188"/>
                  </a:lnTo>
                  <a:lnTo>
                    <a:pt x="2193074" y="9055"/>
                  </a:lnTo>
                  <a:lnTo>
                    <a:pt x="2194191" y="9525"/>
                  </a:lnTo>
                  <a:lnTo>
                    <a:pt x="2196820" y="9525"/>
                  </a:lnTo>
                  <a:lnTo>
                    <a:pt x="2197951" y="9055"/>
                  </a:lnTo>
                  <a:lnTo>
                    <a:pt x="2199805" y="7188"/>
                  </a:lnTo>
                  <a:lnTo>
                    <a:pt x="2200275" y="6070"/>
                  </a:lnTo>
                  <a:lnTo>
                    <a:pt x="2200275" y="3441"/>
                  </a:lnTo>
                  <a:close/>
                </a:path>
                <a:path w="11031855" h="209550">
                  <a:moveTo>
                    <a:pt x="2247900" y="3441"/>
                  </a:moveTo>
                  <a:lnTo>
                    <a:pt x="2247430" y="2324"/>
                  </a:lnTo>
                  <a:lnTo>
                    <a:pt x="2245576" y="457"/>
                  </a:lnTo>
                  <a:lnTo>
                    <a:pt x="2244445" y="0"/>
                  </a:lnTo>
                  <a:lnTo>
                    <a:pt x="2241816" y="0"/>
                  </a:lnTo>
                  <a:lnTo>
                    <a:pt x="2240699" y="457"/>
                  </a:lnTo>
                  <a:lnTo>
                    <a:pt x="2238845" y="2324"/>
                  </a:lnTo>
                  <a:lnTo>
                    <a:pt x="2238375" y="3441"/>
                  </a:lnTo>
                  <a:lnTo>
                    <a:pt x="2238375" y="6070"/>
                  </a:lnTo>
                  <a:lnTo>
                    <a:pt x="2238845" y="7188"/>
                  </a:lnTo>
                  <a:lnTo>
                    <a:pt x="2240699" y="9055"/>
                  </a:lnTo>
                  <a:lnTo>
                    <a:pt x="2241816" y="9525"/>
                  </a:lnTo>
                  <a:lnTo>
                    <a:pt x="2244445" y="9525"/>
                  </a:lnTo>
                  <a:lnTo>
                    <a:pt x="2245576" y="9055"/>
                  </a:lnTo>
                  <a:lnTo>
                    <a:pt x="2247430" y="7188"/>
                  </a:lnTo>
                  <a:lnTo>
                    <a:pt x="2247900" y="6070"/>
                  </a:lnTo>
                  <a:lnTo>
                    <a:pt x="2247900" y="3441"/>
                  </a:lnTo>
                  <a:close/>
                </a:path>
                <a:path w="11031855" h="209550">
                  <a:moveTo>
                    <a:pt x="2295525" y="3441"/>
                  </a:moveTo>
                  <a:lnTo>
                    <a:pt x="2295055" y="2324"/>
                  </a:lnTo>
                  <a:lnTo>
                    <a:pt x="2293201" y="457"/>
                  </a:lnTo>
                  <a:lnTo>
                    <a:pt x="2292070" y="0"/>
                  </a:lnTo>
                  <a:lnTo>
                    <a:pt x="2289441" y="0"/>
                  </a:lnTo>
                  <a:lnTo>
                    <a:pt x="2288324" y="457"/>
                  </a:lnTo>
                  <a:lnTo>
                    <a:pt x="2286470" y="2324"/>
                  </a:lnTo>
                  <a:lnTo>
                    <a:pt x="2286000" y="3441"/>
                  </a:lnTo>
                  <a:lnTo>
                    <a:pt x="2286000" y="6070"/>
                  </a:lnTo>
                  <a:lnTo>
                    <a:pt x="2286470" y="7188"/>
                  </a:lnTo>
                  <a:lnTo>
                    <a:pt x="2288324" y="9055"/>
                  </a:lnTo>
                  <a:lnTo>
                    <a:pt x="2289441" y="9525"/>
                  </a:lnTo>
                  <a:lnTo>
                    <a:pt x="2292070" y="9525"/>
                  </a:lnTo>
                  <a:lnTo>
                    <a:pt x="2293201" y="9055"/>
                  </a:lnTo>
                  <a:lnTo>
                    <a:pt x="2295055" y="7188"/>
                  </a:lnTo>
                  <a:lnTo>
                    <a:pt x="2295525" y="6070"/>
                  </a:lnTo>
                  <a:lnTo>
                    <a:pt x="2295525" y="3441"/>
                  </a:lnTo>
                  <a:close/>
                </a:path>
                <a:path w="11031855" h="209550">
                  <a:moveTo>
                    <a:pt x="2343150" y="3441"/>
                  </a:moveTo>
                  <a:lnTo>
                    <a:pt x="2342680" y="2324"/>
                  </a:lnTo>
                  <a:lnTo>
                    <a:pt x="2340826" y="457"/>
                  </a:lnTo>
                  <a:lnTo>
                    <a:pt x="2339695" y="0"/>
                  </a:lnTo>
                  <a:lnTo>
                    <a:pt x="2337066" y="0"/>
                  </a:lnTo>
                  <a:lnTo>
                    <a:pt x="2335949" y="457"/>
                  </a:lnTo>
                  <a:lnTo>
                    <a:pt x="2334095" y="2324"/>
                  </a:lnTo>
                  <a:lnTo>
                    <a:pt x="2333625" y="3441"/>
                  </a:lnTo>
                  <a:lnTo>
                    <a:pt x="2333625" y="6070"/>
                  </a:lnTo>
                  <a:lnTo>
                    <a:pt x="2334095" y="7188"/>
                  </a:lnTo>
                  <a:lnTo>
                    <a:pt x="2335949" y="9055"/>
                  </a:lnTo>
                  <a:lnTo>
                    <a:pt x="2337066" y="9525"/>
                  </a:lnTo>
                  <a:lnTo>
                    <a:pt x="2339695" y="9525"/>
                  </a:lnTo>
                  <a:lnTo>
                    <a:pt x="2340826" y="9055"/>
                  </a:lnTo>
                  <a:lnTo>
                    <a:pt x="2342680" y="7188"/>
                  </a:lnTo>
                  <a:lnTo>
                    <a:pt x="2343150" y="6070"/>
                  </a:lnTo>
                  <a:lnTo>
                    <a:pt x="2343150" y="3441"/>
                  </a:lnTo>
                  <a:close/>
                </a:path>
                <a:path w="11031855" h="209550">
                  <a:moveTo>
                    <a:pt x="2390775" y="3441"/>
                  </a:moveTo>
                  <a:lnTo>
                    <a:pt x="2390305" y="2324"/>
                  </a:lnTo>
                  <a:lnTo>
                    <a:pt x="2388451" y="457"/>
                  </a:lnTo>
                  <a:lnTo>
                    <a:pt x="2387320" y="0"/>
                  </a:lnTo>
                  <a:lnTo>
                    <a:pt x="2384691" y="0"/>
                  </a:lnTo>
                  <a:lnTo>
                    <a:pt x="2383574" y="457"/>
                  </a:lnTo>
                  <a:lnTo>
                    <a:pt x="2381720" y="2324"/>
                  </a:lnTo>
                  <a:lnTo>
                    <a:pt x="2381250" y="3441"/>
                  </a:lnTo>
                  <a:lnTo>
                    <a:pt x="2381250" y="6070"/>
                  </a:lnTo>
                  <a:lnTo>
                    <a:pt x="2381720" y="7188"/>
                  </a:lnTo>
                  <a:lnTo>
                    <a:pt x="2383574" y="9055"/>
                  </a:lnTo>
                  <a:lnTo>
                    <a:pt x="2384691" y="9525"/>
                  </a:lnTo>
                  <a:lnTo>
                    <a:pt x="2387320" y="9525"/>
                  </a:lnTo>
                  <a:lnTo>
                    <a:pt x="2388451" y="9055"/>
                  </a:lnTo>
                  <a:lnTo>
                    <a:pt x="2390305" y="7188"/>
                  </a:lnTo>
                  <a:lnTo>
                    <a:pt x="2390775" y="6070"/>
                  </a:lnTo>
                  <a:lnTo>
                    <a:pt x="2390775" y="3441"/>
                  </a:lnTo>
                  <a:close/>
                </a:path>
                <a:path w="11031855" h="209550">
                  <a:moveTo>
                    <a:pt x="2438400" y="3441"/>
                  </a:moveTo>
                  <a:lnTo>
                    <a:pt x="2437930" y="2324"/>
                  </a:lnTo>
                  <a:lnTo>
                    <a:pt x="2436076" y="457"/>
                  </a:lnTo>
                  <a:lnTo>
                    <a:pt x="2434945" y="0"/>
                  </a:lnTo>
                  <a:lnTo>
                    <a:pt x="2432316" y="0"/>
                  </a:lnTo>
                  <a:lnTo>
                    <a:pt x="2431199" y="457"/>
                  </a:lnTo>
                  <a:lnTo>
                    <a:pt x="2429345" y="2324"/>
                  </a:lnTo>
                  <a:lnTo>
                    <a:pt x="2428875" y="3441"/>
                  </a:lnTo>
                  <a:lnTo>
                    <a:pt x="2428875" y="6070"/>
                  </a:lnTo>
                  <a:lnTo>
                    <a:pt x="2429345" y="7188"/>
                  </a:lnTo>
                  <a:lnTo>
                    <a:pt x="2431199" y="9055"/>
                  </a:lnTo>
                  <a:lnTo>
                    <a:pt x="2432316" y="9525"/>
                  </a:lnTo>
                  <a:lnTo>
                    <a:pt x="2434945" y="9525"/>
                  </a:lnTo>
                  <a:lnTo>
                    <a:pt x="2436076" y="9055"/>
                  </a:lnTo>
                  <a:lnTo>
                    <a:pt x="2437930" y="7188"/>
                  </a:lnTo>
                  <a:lnTo>
                    <a:pt x="2438400" y="6070"/>
                  </a:lnTo>
                  <a:lnTo>
                    <a:pt x="2438400" y="3441"/>
                  </a:lnTo>
                  <a:close/>
                </a:path>
                <a:path w="11031855" h="209550">
                  <a:moveTo>
                    <a:pt x="2486025" y="3441"/>
                  </a:moveTo>
                  <a:lnTo>
                    <a:pt x="2485555" y="2324"/>
                  </a:lnTo>
                  <a:lnTo>
                    <a:pt x="2483701" y="457"/>
                  </a:lnTo>
                  <a:lnTo>
                    <a:pt x="2482570" y="0"/>
                  </a:lnTo>
                  <a:lnTo>
                    <a:pt x="2479941" y="0"/>
                  </a:lnTo>
                  <a:lnTo>
                    <a:pt x="2478824" y="457"/>
                  </a:lnTo>
                  <a:lnTo>
                    <a:pt x="2476970" y="2324"/>
                  </a:lnTo>
                  <a:lnTo>
                    <a:pt x="2476500" y="3441"/>
                  </a:lnTo>
                  <a:lnTo>
                    <a:pt x="2476500" y="6070"/>
                  </a:lnTo>
                  <a:lnTo>
                    <a:pt x="2476970" y="7188"/>
                  </a:lnTo>
                  <a:lnTo>
                    <a:pt x="2478824" y="9055"/>
                  </a:lnTo>
                  <a:lnTo>
                    <a:pt x="2479941" y="9525"/>
                  </a:lnTo>
                  <a:lnTo>
                    <a:pt x="2482570" y="9525"/>
                  </a:lnTo>
                  <a:lnTo>
                    <a:pt x="2483701" y="9055"/>
                  </a:lnTo>
                  <a:lnTo>
                    <a:pt x="2485555" y="7188"/>
                  </a:lnTo>
                  <a:lnTo>
                    <a:pt x="2486025" y="6070"/>
                  </a:lnTo>
                  <a:lnTo>
                    <a:pt x="2486025" y="3441"/>
                  </a:lnTo>
                  <a:close/>
                </a:path>
                <a:path w="11031855" h="209550">
                  <a:moveTo>
                    <a:pt x="2533650" y="3441"/>
                  </a:moveTo>
                  <a:lnTo>
                    <a:pt x="2533180" y="2324"/>
                  </a:lnTo>
                  <a:lnTo>
                    <a:pt x="2531326" y="457"/>
                  </a:lnTo>
                  <a:lnTo>
                    <a:pt x="2530195" y="0"/>
                  </a:lnTo>
                  <a:lnTo>
                    <a:pt x="2527566" y="0"/>
                  </a:lnTo>
                  <a:lnTo>
                    <a:pt x="2526449" y="457"/>
                  </a:lnTo>
                  <a:lnTo>
                    <a:pt x="2524595" y="2324"/>
                  </a:lnTo>
                  <a:lnTo>
                    <a:pt x="2524125" y="3441"/>
                  </a:lnTo>
                  <a:lnTo>
                    <a:pt x="2524125" y="6070"/>
                  </a:lnTo>
                  <a:lnTo>
                    <a:pt x="2524595" y="7188"/>
                  </a:lnTo>
                  <a:lnTo>
                    <a:pt x="2526449" y="9055"/>
                  </a:lnTo>
                  <a:lnTo>
                    <a:pt x="2527566" y="9525"/>
                  </a:lnTo>
                  <a:lnTo>
                    <a:pt x="2530195" y="9525"/>
                  </a:lnTo>
                  <a:lnTo>
                    <a:pt x="2531326" y="9055"/>
                  </a:lnTo>
                  <a:lnTo>
                    <a:pt x="2533180" y="7188"/>
                  </a:lnTo>
                  <a:lnTo>
                    <a:pt x="2533650" y="6070"/>
                  </a:lnTo>
                  <a:lnTo>
                    <a:pt x="2533650" y="3441"/>
                  </a:lnTo>
                  <a:close/>
                </a:path>
                <a:path w="11031855" h="209550">
                  <a:moveTo>
                    <a:pt x="2581275" y="3441"/>
                  </a:moveTo>
                  <a:lnTo>
                    <a:pt x="2580805" y="2324"/>
                  </a:lnTo>
                  <a:lnTo>
                    <a:pt x="2578951" y="457"/>
                  </a:lnTo>
                  <a:lnTo>
                    <a:pt x="2577820" y="0"/>
                  </a:lnTo>
                  <a:lnTo>
                    <a:pt x="2575191" y="0"/>
                  </a:lnTo>
                  <a:lnTo>
                    <a:pt x="2574074" y="457"/>
                  </a:lnTo>
                  <a:lnTo>
                    <a:pt x="2572220" y="2324"/>
                  </a:lnTo>
                  <a:lnTo>
                    <a:pt x="2571750" y="3441"/>
                  </a:lnTo>
                  <a:lnTo>
                    <a:pt x="2571750" y="6070"/>
                  </a:lnTo>
                  <a:lnTo>
                    <a:pt x="2572220" y="7188"/>
                  </a:lnTo>
                  <a:lnTo>
                    <a:pt x="2574074" y="9055"/>
                  </a:lnTo>
                  <a:lnTo>
                    <a:pt x="2575191" y="9525"/>
                  </a:lnTo>
                  <a:lnTo>
                    <a:pt x="2577820" y="9525"/>
                  </a:lnTo>
                  <a:lnTo>
                    <a:pt x="2578951" y="9055"/>
                  </a:lnTo>
                  <a:lnTo>
                    <a:pt x="2580805" y="7188"/>
                  </a:lnTo>
                  <a:lnTo>
                    <a:pt x="2581275" y="6070"/>
                  </a:lnTo>
                  <a:lnTo>
                    <a:pt x="2581275" y="3441"/>
                  </a:lnTo>
                  <a:close/>
                </a:path>
                <a:path w="11031855" h="209550">
                  <a:moveTo>
                    <a:pt x="2628900" y="3441"/>
                  </a:moveTo>
                  <a:lnTo>
                    <a:pt x="2628430" y="2324"/>
                  </a:lnTo>
                  <a:lnTo>
                    <a:pt x="2626576" y="457"/>
                  </a:lnTo>
                  <a:lnTo>
                    <a:pt x="2625445" y="0"/>
                  </a:lnTo>
                  <a:lnTo>
                    <a:pt x="2622816" y="0"/>
                  </a:lnTo>
                  <a:lnTo>
                    <a:pt x="2621699" y="457"/>
                  </a:lnTo>
                  <a:lnTo>
                    <a:pt x="2619845" y="2324"/>
                  </a:lnTo>
                  <a:lnTo>
                    <a:pt x="2619375" y="3441"/>
                  </a:lnTo>
                  <a:lnTo>
                    <a:pt x="2619375" y="6070"/>
                  </a:lnTo>
                  <a:lnTo>
                    <a:pt x="2619845" y="7188"/>
                  </a:lnTo>
                  <a:lnTo>
                    <a:pt x="2621699" y="9055"/>
                  </a:lnTo>
                  <a:lnTo>
                    <a:pt x="2622816" y="9525"/>
                  </a:lnTo>
                  <a:lnTo>
                    <a:pt x="2625445" y="9525"/>
                  </a:lnTo>
                  <a:lnTo>
                    <a:pt x="2626576" y="9055"/>
                  </a:lnTo>
                  <a:lnTo>
                    <a:pt x="2628430" y="7188"/>
                  </a:lnTo>
                  <a:lnTo>
                    <a:pt x="2628900" y="6070"/>
                  </a:lnTo>
                  <a:lnTo>
                    <a:pt x="2628900" y="3441"/>
                  </a:lnTo>
                  <a:close/>
                </a:path>
                <a:path w="11031855" h="209550">
                  <a:moveTo>
                    <a:pt x="2676525" y="3441"/>
                  </a:moveTo>
                  <a:lnTo>
                    <a:pt x="2676055" y="2324"/>
                  </a:lnTo>
                  <a:lnTo>
                    <a:pt x="2674201" y="457"/>
                  </a:lnTo>
                  <a:lnTo>
                    <a:pt x="2673070" y="0"/>
                  </a:lnTo>
                  <a:lnTo>
                    <a:pt x="2670441" y="0"/>
                  </a:lnTo>
                  <a:lnTo>
                    <a:pt x="2669324" y="457"/>
                  </a:lnTo>
                  <a:lnTo>
                    <a:pt x="2667470" y="2324"/>
                  </a:lnTo>
                  <a:lnTo>
                    <a:pt x="2667000" y="3441"/>
                  </a:lnTo>
                  <a:lnTo>
                    <a:pt x="2667000" y="6070"/>
                  </a:lnTo>
                  <a:lnTo>
                    <a:pt x="2667470" y="7188"/>
                  </a:lnTo>
                  <a:lnTo>
                    <a:pt x="2669324" y="9055"/>
                  </a:lnTo>
                  <a:lnTo>
                    <a:pt x="2670441" y="9525"/>
                  </a:lnTo>
                  <a:lnTo>
                    <a:pt x="2673070" y="9525"/>
                  </a:lnTo>
                  <a:lnTo>
                    <a:pt x="2674201" y="9055"/>
                  </a:lnTo>
                  <a:lnTo>
                    <a:pt x="2676055" y="7188"/>
                  </a:lnTo>
                  <a:lnTo>
                    <a:pt x="2676525" y="6070"/>
                  </a:lnTo>
                  <a:lnTo>
                    <a:pt x="2676525" y="3441"/>
                  </a:lnTo>
                  <a:close/>
                </a:path>
                <a:path w="11031855" h="209550">
                  <a:moveTo>
                    <a:pt x="2724150" y="3441"/>
                  </a:moveTo>
                  <a:lnTo>
                    <a:pt x="2723680" y="2324"/>
                  </a:lnTo>
                  <a:lnTo>
                    <a:pt x="2721826" y="457"/>
                  </a:lnTo>
                  <a:lnTo>
                    <a:pt x="2720695" y="0"/>
                  </a:lnTo>
                  <a:lnTo>
                    <a:pt x="2718066" y="0"/>
                  </a:lnTo>
                  <a:lnTo>
                    <a:pt x="2716949" y="457"/>
                  </a:lnTo>
                  <a:lnTo>
                    <a:pt x="2715095" y="2324"/>
                  </a:lnTo>
                  <a:lnTo>
                    <a:pt x="2714625" y="3441"/>
                  </a:lnTo>
                  <a:lnTo>
                    <a:pt x="2714625" y="6070"/>
                  </a:lnTo>
                  <a:lnTo>
                    <a:pt x="2715095" y="7188"/>
                  </a:lnTo>
                  <a:lnTo>
                    <a:pt x="2716949" y="9055"/>
                  </a:lnTo>
                  <a:lnTo>
                    <a:pt x="2718066" y="9525"/>
                  </a:lnTo>
                  <a:lnTo>
                    <a:pt x="2720695" y="9525"/>
                  </a:lnTo>
                  <a:lnTo>
                    <a:pt x="2721826" y="9055"/>
                  </a:lnTo>
                  <a:lnTo>
                    <a:pt x="2723680" y="7188"/>
                  </a:lnTo>
                  <a:lnTo>
                    <a:pt x="2724150" y="6070"/>
                  </a:lnTo>
                  <a:lnTo>
                    <a:pt x="2724150" y="3441"/>
                  </a:lnTo>
                  <a:close/>
                </a:path>
                <a:path w="11031855" h="209550">
                  <a:moveTo>
                    <a:pt x="2771775" y="3441"/>
                  </a:moveTo>
                  <a:lnTo>
                    <a:pt x="2771305" y="2324"/>
                  </a:lnTo>
                  <a:lnTo>
                    <a:pt x="2769451" y="457"/>
                  </a:lnTo>
                  <a:lnTo>
                    <a:pt x="2768320" y="0"/>
                  </a:lnTo>
                  <a:lnTo>
                    <a:pt x="2765691" y="0"/>
                  </a:lnTo>
                  <a:lnTo>
                    <a:pt x="2764574" y="457"/>
                  </a:lnTo>
                  <a:lnTo>
                    <a:pt x="2762720" y="2324"/>
                  </a:lnTo>
                  <a:lnTo>
                    <a:pt x="2762250" y="3441"/>
                  </a:lnTo>
                  <a:lnTo>
                    <a:pt x="2762250" y="6070"/>
                  </a:lnTo>
                  <a:lnTo>
                    <a:pt x="2762720" y="7188"/>
                  </a:lnTo>
                  <a:lnTo>
                    <a:pt x="2764574" y="9055"/>
                  </a:lnTo>
                  <a:lnTo>
                    <a:pt x="2765691" y="9525"/>
                  </a:lnTo>
                  <a:lnTo>
                    <a:pt x="2768320" y="9525"/>
                  </a:lnTo>
                  <a:lnTo>
                    <a:pt x="2769451" y="9055"/>
                  </a:lnTo>
                  <a:lnTo>
                    <a:pt x="2771305" y="7188"/>
                  </a:lnTo>
                  <a:lnTo>
                    <a:pt x="2771775" y="6070"/>
                  </a:lnTo>
                  <a:lnTo>
                    <a:pt x="2771775" y="3441"/>
                  </a:lnTo>
                  <a:close/>
                </a:path>
                <a:path w="11031855" h="209550">
                  <a:moveTo>
                    <a:pt x="2819400" y="3441"/>
                  </a:moveTo>
                  <a:lnTo>
                    <a:pt x="2818930" y="2324"/>
                  </a:lnTo>
                  <a:lnTo>
                    <a:pt x="2817076" y="457"/>
                  </a:lnTo>
                  <a:lnTo>
                    <a:pt x="2815945" y="0"/>
                  </a:lnTo>
                  <a:lnTo>
                    <a:pt x="2813316" y="0"/>
                  </a:lnTo>
                  <a:lnTo>
                    <a:pt x="2812199" y="457"/>
                  </a:lnTo>
                  <a:lnTo>
                    <a:pt x="2810345" y="2324"/>
                  </a:lnTo>
                  <a:lnTo>
                    <a:pt x="2809875" y="3441"/>
                  </a:lnTo>
                  <a:lnTo>
                    <a:pt x="2809875" y="6070"/>
                  </a:lnTo>
                  <a:lnTo>
                    <a:pt x="2810345" y="7188"/>
                  </a:lnTo>
                  <a:lnTo>
                    <a:pt x="2812199" y="9055"/>
                  </a:lnTo>
                  <a:lnTo>
                    <a:pt x="2813316" y="9525"/>
                  </a:lnTo>
                  <a:lnTo>
                    <a:pt x="2815945" y="9525"/>
                  </a:lnTo>
                  <a:lnTo>
                    <a:pt x="2817076" y="9055"/>
                  </a:lnTo>
                  <a:lnTo>
                    <a:pt x="2818930" y="7188"/>
                  </a:lnTo>
                  <a:lnTo>
                    <a:pt x="2819400" y="6070"/>
                  </a:lnTo>
                  <a:lnTo>
                    <a:pt x="2819400" y="3441"/>
                  </a:lnTo>
                  <a:close/>
                </a:path>
                <a:path w="11031855" h="209550">
                  <a:moveTo>
                    <a:pt x="2867025" y="3441"/>
                  </a:moveTo>
                  <a:lnTo>
                    <a:pt x="2866555" y="2324"/>
                  </a:lnTo>
                  <a:lnTo>
                    <a:pt x="2864701" y="457"/>
                  </a:lnTo>
                  <a:lnTo>
                    <a:pt x="2863570" y="0"/>
                  </a:lnTo>
                  <a:lnTo>
                    <a:pt x="2860941" y="0"/>
                  </a:lnTo>
                  <a:lnTo>
                    <a:pt x="2859824" y="457"/>
                  </a:lnTo>
                  <a:lnTo>
                    <a:pt x="2857970" y="2324"/>
                  </a:lnTo>
                  <a:lnTo>
                    <a:pt x="2857500" y="3441"/>
                  </a:lnTo>
                  <a:lnTo>
                    <a:pt x="2857500" y="6070"/>
                  </a:lnTo>
                  <a:lnTo>
                    <a:pt x="2857970" y="7188"/>
                  </a:lnTo>
                  <a:lnTo>
                    <a:pt x="2859824" y="9055"/>
                  </a:lnTo>
                  <a:lnTo>
                    <a:pt x="2860941" y="9525"/>
                  </a:lnTo>
                  <a:lnTo>
                    <a:pt x="2863570" y="9525"/>
                  </a:lnTo>
                  <a:lnTo>
                    <a:pt x="2864701" y="9055"/>
                  </a:lnTo>
                  <a:lnTo>
                    <a:pt x="2866555" y="7188"/>
                  </a:lnTo>
                  <a:lnTo>
                    <a:pt x="2867025" y="6070"/>
                  </a:lnTo>
                  <a:lnTo>
                    <a:pt x="2867025" y="3441"/>
                  </a:lnTo>
                  <a:close/>
                </a:path>
                <a:path w="11031855" h="209550">
                  <a:moveTo>
                    <a:pt x="2914650" y="3441"/>
                  </a:moveTo>
                  <a:lnTo>
                    <a:pt x="2914180" y="2324"/>
                  </a:lnTo>
                  <a:lnTo>
                    <a:pt x="2912326" y="457"/>
                  </a:lnTo>
                  <a:lnTo>
                    <a:pt x="2911195" y="0"/>
                  </a:lnTo>
                  <a:lnTo>
                    <a:pt x="2908566" y="0"/>
                  </a:lnTo>
                  <a:lnTo>
                    <a:pt x="2907449" y="457"/>
                  </a:lnTo>
                  <a:lnTo>
                    <a:pt x="2905595" y="2324"/>
                  </a:lnTo>
                  <a:lnTo>
                    <a:pt x="2905125" y="3441"/>
                  </a:lnTo>
                  <a:lnTo>
                    <a:pt x="2905125" y="6070"/>
                  </a:lnTo>
                  <a:lnTo>
                    <a:pt x="2905595" y="7188"/>
                  </a:lnTo>
                  <a:lnTo>
                    <a:pt x="2907449" y="9055"/>
                  </a:lnTo>
                  <a:lnTo>
                    <a:pt x="2908566" y="9525"/>
                  </a:lnTo>
                  <a:lnTo>
                    <a:pt x="2911195" y="9525"/>
                  </a:lnTo>
                  <a:lnTo>
                    <a:pt x="2912326" y="9055"/>
                  </a:lnTo>
                  <a:lnTo>
                    <a:pt x="2914180" y="7188"/>
                  </a:lnTo>
                  <a:lnTo>
                    <a:pt x="2914650" y="6070"/>
                  </a:lnTo>
                  <a:lnTo>
                    <a:pt x="2914650" y="3441"/>
                  </a:lnTo>
                  <a:close/>
                </a:path>
                <a:path w="11031855" h="209550">
                  <a:moveTo>
                    <a:pt x="2962275" y="3441"/>
                  </a:moveTo>
                  <a:lnTo>
                    <a:pt x="2961805" y="2324"/>
                  </a:lnTo>
                  <a:lnTo>
                    <a:pt x="2959951" y="457"/>
                  </a:lnTo>
                  <a:lnTo>
                    <a:pt x="2958820" y="0"/>
                  </a:lnTo>
                  <a:lnTo>
                    <a:pt x="2956191" y="0"/>
                  </a:lnTo>
                  <a:lnTo>
                    <a:pt x="2955074" y="457"/>
                  </a:lnTo>
                  <a:lnTo>
                    <a:pt x="2953220" y="2324"/>
                  </a:lnTo>
                  <a:lnTo>
                    <a:pt x="2952750" y="3441"/>
                  </a:lnTo>
                  <a:lnTo>
                    <a:pt x="2952750" y="6070"/>
                  </a:lnTo>
                  <a:lnTo>
                    <a:pt x="2953220" y="7188"/>
                  </a:lnTo>
                  <a:lnTo>
                    <a:pt x="2955074" y="9055"/>
                  </a:lnTo>
                  <a:lnTo>
                    <a:pt x="2956191" y="9525"/>
                  </a:lnTo>
                  <a:lnTo>
                    <a:pt x="2958820" y="9525"/>
                  </a:lnTo>
                  <a:lnTo>
                    <a:pt x="2959951" y="9055"/>
                  </a:lnTo>
                  <a:lnTo>
                    <a:pt x="2961805" y="7188"/>
                  </a:lnTo>
                  <a:lnTo>
                    <a:pt x="2962275" y="6070"/>
                  </a:lnTo>
                  <a:lnTo>
                    <a:pt x="2962275" y="3441"/>
                  </a:lnTo>
                  <a:close/>
                </a:path>
                <a:path w="11031855" h="209550">
                  <a:moveTo>
                    <a:pt x="3009900" y="3441"/>
                  </a:moveTo>
                  <a:lnTo>
                    <a:pt x="3009430" y="2324"/>
                  </a:lnTo>
                  <a:lnTo>
                    <a:pt x="3007576" y="457"/>
                  </a:lnTo>
                  <a:lnTo>
                    <a:pt x="3006445" y="0"/>
                  </a:lnTo>
                  <a:lnTo>
                    <a:pt x="3003816" y="0"/>
                  </a:lnTo>
                  <a:lnTo>
                    <a:pt x="3002699" y="457"/>
                  </a:lnTo>
                  <a:lnTo>
                    <a:pt x="3000845" y="2324"/>
                  </a:lnTo>
                  <a:lnTo>
                    <a:pt x="3000375" y="3441"/>
                  </a:lnTo>
                  <a:lnTo>
                    <a:pt x="3000375" y="6070"/>
                  </a:lnTo>
                  <a:lnTo>
                    <a:pt x="3000845" y="7188"/>
                  </a:lnTo>
                  <a:lnTo>
                    <a:pt x="3002699" y="9055"/>
                  </a:lnTo>
                  <a:lnTo>
                    <a:pt x="3003816" y="9525"/>
                  </a:lnTo>
                  <a:lnTo>
                    <a:pt x="3006445" y="9525"/>
                  </a:lnTo>
                  <a:lnTo>
                    <a:pt x="3007576" y="9055"/>
                  </a:lnTo>
                  <a:lnTo>
                    <a:pt x="3009430" y="7188"/>
                  </a:lnTo>
                  <a:lnTo>
                    <a:pt x="3009900" y="6070"/>
                  </a:lnTo>
                  <a:lnTo>
                    <a:pt x="3009900" y="3441"/>
                  </a:lnTo>
                  <a:close/>
                </a:path>
                <a:path w="11031855" h="209550">
                  <a:moveTo>
                    <a:pt x="3057525" y="3441"/>
                  </a:moveTo>
                  <a:lnTo>
                    <a:pt x="3057055" y="2324"/>
                  </a:lnTo>
                  <a:lnTo>
                    <a:pt x="3055201" y="457"/>
                  </a:lnTo>
                  <a:lnTo>
                    <a:pt x="3054070" y="0"/>
                  </a:lnTo>
                  <a:lnTo>
                    <a:pt x="3051441" y="0"/>
                  </a:lnTo>
                  <a:lnTo>
                    <a:pt x="3050324" y="457"/>
                  </a:lnTo>
                  <a:lnTo>
                    <a:pt x="3048470" y="2324"/>
                  </a:lnTo>
                  <a:lnTo>
                    <a:pt x="3048000" y="3441"/>
                  </a:lnTo>
                  <a:lnTo>
                    <a:pt x="3048000" y="6070"/>
                  </a:lnTo>
                  <a:lnTo>
                    <a:pt x="3048470" y="7188"/>
                  </a:lnTo>
                  <a:lnTo>
                    <a:pt x="3050324" y="9055"/>
                  </a:lnTo>
                  <a:lnTo>
                    <a:pt x="3051441" y="9525"/>
                  </a:lnTo>
                  <a:lnTo>
                    <a:pt x="3054070" y="9525"/>
                  </a:lnTo>
                  <a:lnTo>
                    <a:pt x="3055201" y="9055"/>
                  </a:lnTo>
                  <a:lnTo>
                    <a:pt x="3057055" y="7188"/>
                  </a:lnTo>
                  <a:lnTo>
                    <a:pt x="3057525" y="6070"/>
                  </a:lnTo>
                  <a:lnTo>
                    <a:pt x="3057525" y="3441"/>
                  </a:lnTo>
                  <a:close/>
                </a:path>
                <a:path w="11031855" h="209550">
                  <a:moveTo>
                    <a:pt x="3105150" y="3441"/>
                  </a:moveTo>
                  <a:lnTo>
                    <a:pt x="3104680" y="2324"/>
                  </a:lnTo>
                  <a:lnTo>
                    <a:pt x="3102826" y="457"/>
                  </a:lnTo>
                  <a:lnTo>
                    <a:pt x="3101695" y="0"/>
                  </a:lnTo>
                  <a:lnTo>
                    <a:pt x="3099066" y="0"/>
                  </a:lnTo>
                  <a:lnTo>
                    <a:pt x="3097949" y="457"/>
                  </a:lnTo>
                  <a:lnTo>
                    <a:pt x="3096095" y="2324"/>
                  </a:lnTo>
                  <a:lnTo>
                    <a:pt x="3095625" y="3441"/>
                  </a:lnTo>
                  <a:lnTo>
                    <a:pt x="3095625" y="6070"/>
                  </a:lnTo>
                  <a:lnTo>
                    <a:pt x="3096095" y="7188"/>
                  </a:lnTo>
                  <a:lnTo>
                    <a:pt x="3097949" y="9055"/>
                  </a:lnTo>
                  <a:lnTo>
                    <a:pt x="3099066" y="9525"/>
                  </a:lnTo>
                  <a:lnTo>
                    <a:pt x="3101695" y="9525"/>
                  </a:lnTo>
                  <a:lnTo>
                    <a:pt x="3102826" y="9055"/>
                  </a:lnTo>
                  <a:lnTo>
                    <a:pt x="3104680" y="7188"/>
                  </a:lnTo>
                  <a:lnTo>
                    <a:pt x="3105150" y="6070"/>
                  </a:lnTo>
                  <a:lnTo>
                    <a:pt x="3105150" y="3441"/>
                  </a:lnTo>
                  <a:close/>
                </a:path>
                <a:path w="11031855" h="209550">
                  <a:moveTo>
                    <a:pt x="3152775" y="3441"/>
                  </a:moveTo>
                  <a:lnTo>
                    <a:pt x="3152305" y="2324"/>
                  </a:lnTo>
                  <a:lnTo>
                    <a:pt x="3150451" y="457"/>
                  </a:lnTo>
                  <a:lnTo>
                    <a:pt x="3149320" y="0"/>
                  </a:lnTo>
                  <a:lnTo>
                    <a:pt x="3146691" y="0"/>
                  </a:lnTo>
                  <a:lnTo>
                    <a:pt x="3145574" y="457"/>
                  </a:lnTo>
                  <a:lnTo>
                    <a:pt x="3143720" y="2324"/>
                  </a:lnTo>
                  <a:lnTo>
                    <a:pt x="3143250" y="3441"/>
                  </a:lnTo>
                  <a:lnTo>
                    <a:pt x="3143250" y="6070"/>
                  </a:lnTo>
                  <a:lnTo>
                    <a:pt x="3143720" y="7188"/>
                  </a:lnTo>
                  <a:lnTo>
                    <a:pt x="3145574" y="9055"/>
                  </a:lnTo>
                  <a:lnTo>
                    <a:pt x="3146691" y="9525"/>
                  </a:lnTo>
                  <a:lnTo>
                    <a:pt x="3149320" y="9525"/>
                  </a:lnTo>
                  <a:lnTo>
                    <a:pt x="3150451" y="9055"/>
                  </a:lnTo>
                  <a:lnTo>
                    <a:pt x="3152305" y="7188"/>
                  </a:lnTo>
                  <a:lnTo>
                    <a:pt x="3152775" y="6070"/>
                  </a:lnTo>
                  <a:lnTo>
                    <a:pt x="3152775" y="3441"/>
                  </a:lnTo>
                  <a:close/>
                </a:path>
                <a:path w="11031855" h="209550">
                  <a:moveTo>
                    <a:pt x="3200400" y="3441"/>
                  </a:moveTo>
                  <a:lnTo>
                    <a:pt x="3199930" y="2324"/>
                  </a:lnTo>
                  <a:lnTo>
                    <a:pt x="3198076" y="457"/>
                  </a:lnTo>
                  <a:lnTo>
                    <a:pt x="3196945" y="0"/>
                  </a:lnTo>
                  <a:lnTo>
                    <a:pt x="3194316" y="0"/>
                  </a:lnTo>
                  <a:lnTo>
                    <a:pt x="3193199" y="457"/>
                  </a:lnTo>
                  <a:lnTo>
                    <a:pt x="3191345" y="2324"/>
                  </a:lnTo>
                  <a:lnTo>
                    <a:pt x="3190875" y="3441"/>
                  </a:lnTo>
                  <a:lnTo>
                    <a:pt x="3190875" y="6070"/>
                  </a:lnTo>
                  <a:lnTo>
                    <a:pt x="3191345" y="7188"/>
                  </a:lnTo>
                  <a:lnTo>
                    <a:pt x="3193199" y="9055"/>
                  </a:lnTo>
                  <a:lnTo>
                    <a:pt x="3194316" y="9525"/>
                  </a:lnTo>
                  <a:lnTo>
                    <a:pt x="3196945" y="9525"/>
                  </a:lnTo>
                  <a:lnTo>
                    <a:pt x="3198076" y="9055"/>
                  </a:lnTo>
                  <a:lnTo>
                    <a:pt x="3199930" y="7188"/>
                  </a:lnTo>
                  <a:lnTo>
                    <a:pt x="3200400" y="6070"/>
                  </a:lnTo>
                  <a:lnTo>
                    <a:pt x="3200400" y="3441"/>
                  </a:lnTo>
                  <a:close/>
                </a:path>
                <a:path w="11031855" h="209550">
                  <a:moveTo>
                    <a:pt x="3248025" y="3441"/>
                  </a:moveTo>
                  <a:lnTo>
                    <a:pt x="3247555" y="2324"/>
                  </a:lnTo>
                  <a:lnTo>
                    <a:pt x="3245701" y="457"/>
                  </a:lnTo>
                  <a:lnTo>
                    <a:pt x="3244570" y="0"/>
                  </a:lnTo>
                  <a:lnTo>
                    <a:pt x="3241941" y="0"/>
                  </a:lnTo>
                  <a:lnTo>
                    <a:pt x="3240824" y="457"/>
                  </a:lnTo>
                  <a:lnTo>
                    <a:pt x="3238970" y="2324"/>
                  </a:lnTo>
                  <a:lnTo>
                    <a:pt x="3238500" y="3441"/>
                  </a:lnTo>
                  <a:lnTo>
                    <a:pt x="3238500" y="6070"/>
                  </a:lnTo>
                  <a:lnTo>
                    <a:pt x="3238970" y="7188"/>
                  </a:lnTo>
                  <a:lnTo>
                    <a:pt x="3240824" y="9055"/>
                  </a:lnTo>
                  <a:lnTo>
                    <a:pt x="3241941" y="9525"/>
                  </a:lnTo>
                  <a:lnTo>
                    <a:pt x="3244570" y="9525"/>
                  </a:lnTo>
                  <a:lnTo>
                    <a:pt x="3245701" y="9055"/>
                  </a:lnTo>
                  <a:lnTo>
                    <a:pt x="3247555" y="7188"/>
                  </a:lnTo>
                  <a:lnTo>
                    <a:pt x="3248025" y="6070"/>
                  </a:lnTo>
                  <a:lnTo>
                    <a:pt x="3248025" y="3441"/>
                  </a:lnTo>
                  <a:close/>
                </a:path>
                <a:path w="11031855" h="209550">
                  <a:moveTo>
                    <a:pt x="3295650" y="3441"/>
                  </a:moveTo>
                  <a:lnTo>
                    <a:pt x="3295180" y="2324"/>
                  </a:lnTo>
                  <a:lnTo>
                    <a:pt x="3293326" y="457"/>
                  </a:lnTo>
                  <a:lnTo>
                    <a:pt x="3292195" y="0"/>
                  </a:lnTo>
                  <a:lnTo>
                    <a:pt x="3289566" y="0"/>
                  </a:lnTo>
                  <a:lnTo>
                    <a:pt x="3288449" y="457"/>
                  </a:lnTo>
                  <a:lnTo>
                    <a:pt x="3286595" y="2324"/>
                  </a:lnTo>
                  <a:lnTo>
                    <a:pt x="3286125" y="3441"/>
                  </a:lnTo>
                  <a:lnTo>
                    <a:pt x="3286125" y="6070"/>
                  </a:lnTo>
                  <a:lnTo>
                    <a:pt x="3286595" y="7188"/>
                  </a:lnTo>
                  <a:lnTo>
                    <a:pt x="3288449" y="9055"/>
                  </a:lnTo>
                  <a:lnTo>
                    <a:pt x="3289566" y="9525"/>
                  </a:lnTo>
                  <a:lnTo>
                    <a:pt x="3292195" y="9525"/>
                  </a:lnTo>
                  <a:lnTo>
                    <a:pt x="3293326" y="9055"/>
                  </a:lnTo>
                  <a:lnTo>
                    <a:pt x="3295180" y="7188"/>
                  </a:lnTo>
                  <a:lnTo>
                    <a:pt x="3295650" y="6070"/>
                  </a:lnTo>
                  <a:lnTo>
                    <a:pt x="3295650" y="3441"/>
                  </a:lnTo>
                  <a:close/>
                </a:path>
                <a:path w="11031855" h="209550">
                  <a:moveTo>
                    <a:pt x="3343275" y="3441"/>
                  </a:moveTo>
                  <a:lnTo>
                    <a:pt x="3342805" y="2324"/>
                  </a:lnTo>
                  <a:lnTo>
                    <a:pt x="3340951" y="457"/>
                  </a:lnTo>
                  <a:lnTo>
                    <a:pt x="3339820" y="0"/>
                  </a:lnTo>
                  <a:lnTo>
                    <a:pt x="3337191" y="0"/>
                  </a:lnTo>
                  <a:lnTo>
                    <a:pt x="3336074" y="457"/>
                  </a:lnTo>
                  <a:lnTo>
                    <a:pt x="3334220" y="2324"/>
                  </a:lnTo>
                  <a:lnTo>
                    <a:pt x="3333750" y="3441"/>
                  </a:lnTo>
                  <a:lnTo>
                    <a:pt x="3333750" y="6070"/>
                  </a:lnTo>
                  <a:lnTo>
                    <a:pt x="3334220" y="7188"/>
                  </a:lnTo>
                  <a:lnTo>
                    <a:pt x="3336074" y="9055"/>
                  </a:lnTo>
                  <a:lnTo>
                    <a:pt x="3337191" y="9525"/>
                  </a:lnTo>
                  <a:lnTo>
                    <a:pt x="3339820" y="9525"/>
                  </a:lnTo>
                  <a:lnTo>
                    <a:pt x="3340951" y="9055"/>
                  </a:lnTo>
                  <a:lnTo>
                    <a:pt x="3342805" y="7188"/>
                  </a:lnTo>
                  <a:lnTo>
                    <a:pt x="3343275" y="6070"/>
                  </a:lnTo>
                  <a:lnTo>
                    <a:pt x="3343275" y="3441"/>
                  </a:lnTo>
                  <a:close/>
                </a:path>
                <a:path w="11031855" h="209550">
                  <a:moveTo>
                    <a:pt x="3390900" y="3441"/>
                  </a:moveTo>
                  <a:lnTo>
                    <a:pt x="3390430" y="2324"/>
                  </a:lnTo>
                  <a:lnTo>
                    <a:pt x="3388576" y="457"/>
                  </a:lnTo>
                  <a:lnTo>
                    <a:pt x="3387445" y="0"/>
                  </a:lnTo>
                  <a:lnTo>
                    <a:pt x="3384816" y="0"/>
                  </a:lnTo>
                  <a:lnTo>
                    <a:pt x="3383699" y="457"/>
                  </a:lnTo>
                  <a:lnTo>
                    <a:pt x="3381845" y="2324"/>
                  </a:lnTo>
                  <a:lnTo>
                    <a:pt x="3381375" y="3441"/>
                  </a:lnTo>
                  <a:lnTo>
                    <a:pt x="3381375" y="6070"/>
                  </a:lnTo>
                  <a:lnTo>
                    <a:pt x="3381845" y="7188"/>
                  </a:lnTo>
                  <a:lnTo>
                    <a:pt x="3383699" y="9055"/>
                  </a:lnTo>
                  <a:lnTo>
                    <a:pt x="3384816" y="9525"/>
                  </a:lnTo>
                  <a:lnTo>
                    <a:pt x="3387445" y="9525"/>
                  </a:lnTo>
                  <a:lnTo>
                    <a:pt x="3388576" y="9055"/>
                  </a:lnTo>
                  <a:lnTo>
                    <a:pt x="3390430" y="7188"/>
                  </a:lnTo>
                  <a:lnTo>
                    <a:pt x="3390900" y="6070"/>
                  </a:lnTo>
                  <a:lnTo>
                    <a:pt x="3390900" y="3441"/>
                  </a:lnTo>
                  <a:close/>
                </a:path>
                <a:path w="11031855" h="209550">
                  <a:moveTo>
                    <a:pt x="3438525" y="3441"/>
                  </a:moveTo>
                  <a:lnTo>
                    <a:pt x="3438055" y="2324"/>
                  </a:lnTo>
                  <a:lnTo>
                    <a:pt x="3436201" y="457"/>
                  </a:lnTo>
                  <a:lnTo>
                    <a:pt x="3435070" y="0"/>
                  </a:lnTo>
                  <a:lnTo>
                    <a:pt x="3432441" y="0"/>
                  </a:lnTo>
                  <a:lnTo>
                    <a:pt x="3431324" y="457"/>
                  </a:lnTo>
                  <a:lnTo>
                    <a:pt x="3429470" y="2324"/>
                  </a:lnTo>
                  <a:lnTo>
                    <a:pt x="3429000" y="3441"/>
                  </a:lnTo>
                  <a:lnTo>
                    <a:pt x="3429000" y="6070"/>
                  </a:lnTo>
                  <a:lnTo>
                    <a:pt x="3429470" y="7188"/>
                  </a:lnTo>
                  <a:lnTo>
                    <a:pt x="3431324" y="9055"/>
                  </a:lnTo>
                  <a:lnTo>
                    <a:pt x="3432441" y="9525"/>
                  </a:lnTo>
                  <a:lnTo>
                    <a:pt x="3435070" y="9525"/>
                  </a:lnTo>
                  <a:lnTo>
                    <a:pt x="3436201" y="9055"/>
                  </a:lnTo>
                  <a:lnTo>
                    <a:pt x="3438055" y="7188"/>
                  </a:lnTo>
                  <a:lnTo>
                    <a:pt x="3438525" y="6070"/>
                  </a:lnTo>
                  <a:lnTo>
                    <a:pt x="3438525" y="3441"/>
                  </a:lnTo>
                  <a:close/>
                </a:path>
                <a:path w="11031855" h="209550">
                  <a:moveTo>
                    <a:pt x="3486150" y="3441"/>
                  </a:moveTo>
                  <a:lnTo>
                    <a:pt x="3485680" y="2324"/>
                  </a:lnTo>
                  <a:lnTo>
                    <a:pt x="3483826" y="457"/>
                  </a:lnTo>
                  <a:lnTo>
                    <a:pt x="3482695" y="0"/>
                  </a:lnTo>
                  <a:lnTo>
                    <a:pt x="3480066" y="0"/>
                  </a:lnTo>
                  <a:lnTo>
                    <a:pt x="3478949" y="457"/>
                  </a:lnTo>
                  <a:lnTo>
                    <a:pt x="3477095" y="2324"/>
                  </a:lnTo>
                  <a:lnTo>
                    <a:pt x="3476625" y="3441"/>
                  </a:lnTo>
                  <a:lnTo>
                    <a:pt x="3476625" y="6070"/>
                  </a:lnTo>
                  <a:lnTo>
                    <a:pt x="3477095" y="7188"/>
                  </a:lnTo>
                  <a:lnTo>
                    <a:pt x="3478949" y="9055"/>
                  </a:lnTo>
                  <a:lnTo>
                    <a:pt x="3480066" y="9525"/>
                  </a:lnTo>
                  <a:lnTo>
                    <a:pt x="3482695" y="9525"/>
                  </a:lnTo>
                  <a:lnTo>
                    <a:pt x="3483826" y="9055"/>
                  </a:lnTo>
                  <a:lnTo>
                    <a:pt x="3485680" y="7188"/>
                  </a:lnTo>
                  <a:lnTo>
                    <a:pt x="3486150" y="6070"/>
                  </a:lnTo>
                  <a:lnTo>
                    <a:pt x="3486150" y="3441"/>
                  </a:lnTo>
                  <a:close/>
                </a:path>
                <a:path w="11031855" h="209550">
                  <a:moveTo>
                    <a:pt x="3533775" y="3441"/>
                  </a:moveTo>
                  <a:lnTo>
                    <a:pt x="3533305" y="2324"/>
                  </a:lnTo>
                  <a:lnTo>
                    <a:pt x="3531451" y="457"/>
                  </a:lnTo>
                  <a:lnTo>
                    <a:pt x="3530333" y="0"/>
                  </a:lnTo>
                  <a:lnTo>
                    <a:pt x="3527691" y="0"/>
                  </a:lnTo>
                  <a:lnTo>
                    <a:pt x="3526574" y="457"/>
                  </a:lnTo>
                  <a:lnTo>
                    <a:pt x="3524720" y="2324"/>
                  </a:lnTo>
                  <a:lnTo>
                    <a:pt x="3524250" y="3441"/>
                  </a:lnTo>
                  <a:lnTo>
                    <a:pt x="3524250" y="6070"/>
                  </a:lnTo>
                  <a:lnTo>
                    <a:pt x="3524720" y="7188"/>
                  </a:lnTo>
                  <a:lnTo>
                    <a:pt x="3526574" y="9055"/>
                  </a:lnTo>
                  <a:lnTo>
                    <a:pt x="3527691" y="9525"/>
                  </a:lnTo>
                  <a:lnTo>
                    <a:pt x="3530333" y="9525"/>
                  </a:lnTo>
                  <a:lnTo>
                    <a:pt x="3531451" y="9055"/>
                  </a:lnTo>
                  <a:lnTo>
                    <a:pt x="3533305" y="7188"/>
                  </a:lnTo>
                  <a:lnTo>
                    <a:pt x="3533775" y="6070"/>
                  </a:lnTo>
                  <a:lnTo>
                    <a:pt x="3533775" y="3441"/>
                  </a:lnTo>
                  <a:close/>
                </a:path>
                <a:path w="11031855" h="209550">
                  <a:moveTo>
                    <a:pt x="3581400" y="3441"/>
                  </a:moveTo>
                  <a:lnTo>
                    <a:pt x="3580930" y="2324"/>
                  </a:lnTo>
                  <a:lnTo>
                    <a:pt x="3579076" y="457"/>
                  </a:lnTo>
                  <a:lnTo>
                    <a:pt x="3577945" y="0"/>
                  </a:lnTo>
                  <a:lnTo>
                    <a:pt x="3575316" y="0"/>
                  </a:lnTo>
                  <a:lnTo>
                    <a:pt x="3574199" y="457"/>
                  </a:lnTo>
                  <a:lnTo>
                    <a:pt x="3572345" y="2324"/>
                  </a:lnTo>
                  <a:lnTo>
                    <a:pt x="3571875" y="3441"/>
                  </a:lnTo>
                  <a:lnTo>
                    <a:pt x="3571875" y="6070"/>
                  </a:lnTo>
                  <a:lnTo>
                    <a:pt x="3572345" y="7188"/>
                  </a:lnTo>
                  <a:lnTo>
                    <a:pt x="3574199" y="9055"/>
                  </a:lnTo>
                  <a:lnTo>
                    <a:pt x="3575316" y="9525"/>
                  </a:lnTo>
                  <a:lnTo>
                    <a:pt x="3577945" y="9525"/>
                  </a:lnTo>
                  <a:lnTo>
                    <a:pt x="3579076" y="9055"/>
                  </a:lnTo>
                  <a:lnTo>
                    <a:pt x="3580930" y="7188"/>
                  </a:lnTo>
                  <a:lnTo>
                    <a:pt x="3581400" y="6070"/>
                  </a:lnTo>
                  <a:lnTo>
                    <a:pt x="3581400" y="3441"/>
                  </a:lnTo>
                  <a:close/>
                </a:path>
                <a:path w="11031855" h="209550">
                  <a:moveTo>
                    <a:pt x="3629025" y="3441"/>
                  </a:moveTo>
                  <a:lnTo>
                    <a:pt x="3628555" y="2324"/>
                  </a:lnTo>
                  <a:lnTo>
                    <a:pt x="3626701" y="457"/>
                  </a:lnTo>
                  <a:lnTo>
                    <a:pt x="3625570" y="0"/>
                  </a:lnTo>
                  <a:lnTo>
                    <a:pt x="3622941" y="0"/>
                  </a:lnTo>
                  <a:lnTo>
                    <a:pt x="3621824" y="457"/>
                  </a:lnTo>
                  <a:lnTo>
                    <a:pt x="3619970" y="2324"/>
                  </a:lnTo>
                  <a:lnTo>
                    <a:pt x="3619500" y="3441"/>
                  </a:lnTo>
                  <a:lnTo>
                    <a:pt x="3619500" y="6070"/>
                  </a:lnTo>
                  <a:lnTo>
                    <a:pt x="3619970" y="7188"/>
                  </a:lnTo>
                  <a:lnTo>
                    <a:pt x="3621824" y="9055"/>
                  </a:lnTo>
                  <a:lnTo>
                    <a:pt x="3622941" y="9525"/>
                  </a:lnTo>
                  <a:lnTo>
                    <a:pt x="3625570" y="9525"/>
                  </a:lnTo>
                  <a:lnTo>
                    <a:pt x="3626701" y="9055"/>
                  </a:lnTo>
                  <a:lnTo>
                    <a:pt x="3628555" y="7188"/>
                  </a:lnTo>
                  <a:lnTo>
                    <a:pt x="3629025" y="6070"/>
                  </a:lnTo>
                  <a:lnTo>
                    <a:pt x="3629025" y="3441"/>
                  </a:lnTo>
                  <a:close/>
                </a:path>
                <a:path w="11031855" h="209550">
                  <a:moveTo>
                    <a:pt x="3676650" y="3441"/>
                  </a:moveTo>
                  <a:lnTo>
                    <a:pt x="3676180" y="2324"/>
                  </a:lnTo>
                  <a:lnTo>
                    <a:pt x="3674326" y="457"/>
                  </a:lnTo>
                  <a:lnTo>
                    <a:pt x="3673195" y="0"/>
                  </a:lnTo>
                  <a:lnTo>
                    <a:pt x="3670566" y="0"/>
                  </a:lnTo>
                  <a:lnTo>
                    <a:pt x="3669449" y="457"/>
                  </a:lnTo>
                  <a:lnTo>
                    <a:pt x="3667595" y="2324"/>
                  </a:lnTo>
                  <a:lnTo>
                    <a:pt x="3667125" y="3441"/>
                  </a:lnTo>
                  <a:lnTo>
                    <a:pt x="3667125" y="6070"/>
                  </a:lnTo>
                  <a:lnTo>
                    <a:pt x="3667595" y="7188"/>
                  </a:lnTo>
                  <a:lnTo>
                    <a:pt x="3669449" y="9055"/>
                  </a:lnTo>
                  <a:lnTo>
                    <a:pt x="3670566" y="9525"/>
                  </a:lnTo>
                  <a:lnTo>
                    <a:pt x="3673195" y="9525"/>
                  </a:lnTo>
                  <a:lnTo>
                    <a:pt x="3674326" y="9055"/>
                  </a:lnTo>
                  <a:lnTo>
                    <a:pt x="3676180" y="7188"/>
                  </a:lnTo>
                  <a:lnTo>
                    <a:pt x="3676650" y="6070"/>
                  </a:lnTo>
                  <a:lnTo>
                    <a:pt x="3676650" y="3441"/>
                  </a:lnTo>
                  <a:close/>
                </a:path>
                <a:path w="11031855" h="209550">
                  <a:moveTo>
                    <a:pt x="3724275" y="3441"/>
                  </a:moveTo>
                  <a:lnTo>
                    <a:pt x="3723805" y="2324"/>
                  </a:lnTo>
                  <a:lnTo>
                    <a:pt x="3721951" y="457"/>
                  </a:lnTo>
                  <a:lnTo>
                    <a:pt x="3720820" y="0"/>
                  </a:lnTo>
                  <a:lnTo>
                    <a:pt x="3718191" y="0"/>
                  </a:lnTo>
                  <a:lnTo>
                    <a:pt x="3717074" y="457"/>
                  </a:lnTo>
                  <a:lnTo>
                    <a:pt x="3715220" y="2324"/>
                  </a:lnTo>
                  <a:lnTo>
                    <a:pt x="3714750" y="3441"/>
                  </a:lnTo>
                  <a:lnTo>
                    <a:pt x="3714750" y="6070"/>
                  </a:lnTo>
                  <a:lnTo>
                    <a:pt x="3715220" y="7188"/>
                  </a:lnTo>
                  <a:lnTo>
                    <a:pt x="3717074" y="9055"/>
                  </a:lnTo>
                  <a:lnTo>
                    <a:pt x="3718191" y="9525"/>
                  </a:lnTo>
                  <a:lnTo>
                    <a:pt x="3720820" y="9525"/>
                  </a:lnTo>
                  <a:lnTo>
                    <a:pt x="3721951" y="9055"/>
                  </a:lnTo>
                  <a:lnTo>
                    <a:pt x="3723805" y="7188"/>
                  </a:lnTo>
                  <a:lnTo>
                    <a:pt x="3724275" y="6070"/>
                  </a:lnTo>
                  <a:lnTo>
                    <a:pt x="3724275" y="3441"/>
                  </a:lnTo>
                  <a:close/>
                </a:path>
                <a:path w="11031855" h="209550">
                  <a:moveTo>
                    <a:pt x="3771900" y="3441"/>
                  </a:moveTo>
                  <a:lnTo>
                    <a:pt x="3771430" y="2324"/>
                  </a:lnTo>
                  <a:lnTo>
                    <a:pt x="3769576" y="457"/>
                  </a:lnTo>
                  <a:lnTo>
                    <a:pt x="3768445" y="0"/>
                  </a:lnTo>
                  <a:lnTo>
                    <a:pt x="3765816" y="0"/>
                  </a:lnTo>
                  <a:lnTo>
                    <a:pt x="3764699" y="457"/>
                  </a:lnTo>
                  <a:lnTo>
                    <a:pt x="3762845" y="2324"/>
                  </a:lnTo>
                  <a:lnTo>
                    <a:pt x="3762375" y="3441"/>
                  </a:lnTo>
                  <a:lnTo>
                    <a:pt x="3762375" y="6070"/>
                  </a:lnTo>
                  <a:lnTo>
                    <a:pt x="3762845" y="7188"/>
                  </a:lnTo>
                  <a:lnTo>
                    <a:pt x="3764699" y="9055"/>
                  </a:lnTo>
                  <a:lnTo>
                    <a:pt x="3765816" y="9525"/>
                  </a:lnTo>
                  <a:lnTo>
                    <a:pt x="3768445" y="9525"/>
                  </a:lnTo>
                  <a:lnTo>
                    <a:pt x="3769576" y="9055"/>
                  </a:lnTo>
                  <a:lnTo>
                    <a:pt x="3771430" y="7188"/>
                  </a:lnTo>
                  <a:lnTo>
                    <a:pt x="3771900" y="6070"/>
                  </a:lnTo>
                  <a:lnTo>
                    <a:pt x="3771900" y="3441"/>
                  </a:lnTo>
                  <a:close/>
                </a:path>
                <a:path w="11031855" h="209550">
                  <a:moveTo>
                    <a:pt x="3819525" y="3441"/>
                  </a:moveTo>
                  <a:lnTo>
                    <a:pt x="3819055" y="2324"/>
                  </a:lnTo>
                  <a:lnTo>
                    <a:pt x="3817201" y="457"/>
                  </a:lnTo>
                  <a:lnTo>
                    <a:pt x="3816070" y="0"/>
                  </a:lnTo>
                  <a:lnTo>
                    <a:pt x="3813441" y="0"/>
                  </a:lnTo>
                  <a:lnTo>
                    <a:pt x="3812324" y="457"/>
                  </a:lnTo>
                  <a:lnTo>
                    <a:pt x="3810470" y="2324"/>
                  </a:lnTo>
                  <a:lnTo>
                    <a:pt x="3810000" y="3441"/>
                  </a:lnTo>
                  <a:lnTo>
                    <a:pt x="3810000" y="6070"/>
                  </a:lnTo>
                  <a:lnTo>
                    <a:pt x="3810470" y="7188"/>
                  </a:lnTo>
                  <a:lnTo>
                    <a:pt x="3812324" y="9055"/>
                  </a:lnTo>
                  <a:lnTo>
                    <a:pt x="3813441" y="9525"/>
                  </a:lnTo>
                  <a:lnTo>
                    <a:pt x="3816070" y="9525"/>
                  </a:lnTo>
                  <a:lnTo>
                    <a:pt x="3817201" y="9055"/>
                  </a:lnTo>
                  <a:lnTo>
                    <a:pt x="3819055" y="7188"/>
                  </a:lnTo>
                  <a:lnTo>
                    <a:pt x="3819525" y="6070"/>
                  </a:lnTo>
                  <a:lnTo>
                    <a:pt x="3819525" y="3441"/>
                  </a:lnTo>
                  <a:close/>
                </a:path>
                <a:path w="11031855" h="209550">
                  <a:moveTo>
                    <a:pt x="3867150" y="3441"/>
                  </a:moveTo>
                  <a:lnTo>
                    <a:pt x="3866680" y="2324"/>
                  </a:lnTo>
                  <a:lnTo>
                    <a:pt x="3864826" y="457"/>
                  </a:lnTo>
                  <a:lnTo>
                    <a:pt x="3863708" y="0"/>
                  </a:lnTo>
                  <a:lnTo>
                    <a:pt x="3861066" y="0"/>
                  </a:lnTo>
                  <a:lnTo>
                    <a:pt x="3859949" y="457"/>
                  </a:lnTo>
                  <a:lnTo>
                    <a:pt x="3858095" y="2324"/>
                  </a:lnTo>
                  <a:lnTo>
                    <a:pt x="3857625" y="3441"/>
                  </a:lnTo>
                  <a:lnTo>
                    <a:pt x="3857625" y="6070"/>
                  </a:lnTo>
                  <a:lnTo>
                    <a:pt x="3858095" y="7188"/>
                  </a:lnTo>
                  <a:lnTo>
                    <a:pt x="3859949" y="9055"/>
                  </a:lnTo>
                  <a:lnTo>
                    <a:pt x="3861066" y="9525"/>
                  </a:lnTo>
                  <a:lnTo>
                    <a:pt x="3863708" y="9525"/>
                  </a:lnTo>
                  <a:lnTo>
                    <a:pt x="3864826" y="9055"/>
                  </a:lnTo>
                  <a:lnTo>
                    <a:pt x="3866680" y="7188"/>
                  </a:lnTo>
                  <a:lnTo>
                    <a:pt x="3867150" y="6070"/>
                  </a:lnTo>
                  <a:lnTo>
                    <a:pt x="3867150" y="3441"/>
                  </a:lnTo>
                  <a:close/>
                </a:path>
                <a:path w="11031855" h="209550">
                  <a:moveTo>
                    <a:pt x="3914775" y="3441"/>
                  </a:moveTo>
                  <a:lnTo>
                    <a:pt x="3914305" y="2324"/>
                  </a:lnTo>
                  <a:lnTo>
                    <a:pt x="3912451" y="457"/>
                  </a:lnTo>
                  <a:lnTo>
                    <a:pt x="3911320" y="0"/>
                  </a:lnTo>
                  <a:lnTo>
                    <a:pt x="3908691" y="0"/>
                  </a:lnTo>
                  <a:lnTo>
                    <a:pt x="3907574" y="457"/>
                  </a:lnTo>
                  <a:lnTo>
                    <a:pt x="3905720" y="2324"/>
                  </a:lnTo>
                  <a:lnTo>
                    <a:pt x="3905250" y="3441"/>
                  </a:lnTo>
                  <a:lnTo>
                    <a:pt x="3905250" y="6070"/>
                  </a:lnTo>
                  <a:lnTo>
                    <a:pt x="3905720" y="7188"/>
                  </a:lnTo>
                  <a:lnTo>
                    <a:pt x="3907574" y="9055"/>
                  </a:lnTo>
                  <a:lnTo>
                    <a:pt x="3908691" y="9525"/>
                  </a:lnTo>
                  <a:lnTo>
                    <a:pt x="3911320" y="9525"/>
                  </a:lnTo>
                  <a:lnTo>
                    <a:pt x="3912451" y="9055"/>
                  </a:lnTo>
                  <a:lnTo>
                    <a:pt x="3914305" y="7188"/>
                  </a:lnTo>
                  <a:lnTo>
                    <a:pt x="3914775" y="6070"/>
                  </a:lnTo>
                  <a:lnTo>
                    <a:pt x="3914775" y="3441"/>
                  </a:lnTo>
                  <a:close/>
                </a:path>
                <a:path w="11031855" h="209550">
                  <a:moveTo>
                    <a:pt x="3962400" y="3441"/>
                  </a:moveTo>
                  <a:lnTo>
                    <a:pt x="3961930" y="2324"/>
                  </a:lnTo>
                  <a:lnTo>
                    <a:pt x="3960076" y="457"/>
                  </a:lnTo>
                  <a:lnTo>
                    <a:pt x="3958945" y="0"/>
                  </a:lnTo>
                  <a:lnTo>
                    <a:pt x="3956316" y="0"/>
                  </a:lnTo>
                  <a:lnTo>
                    <a:pt x="3955199" y="457"/>
                  </a:lnTo>
                  <a:lnTo>
                    <a:pt x="3953345" y="2324"/>
                  </a:lnTo>
                  <a:lnTo>
                    <a:pt x="3952875" y="3441"/>
                  </a:lnTo>
                  <a:lnTo>
                    <a:pt x="3952875" y="6070"/>
                  </a:lnTo>
                  <a:lnTo>
                    <a:pt x="3953345" y="7188"/>
                  </a:lnTo>
                  <a:lnTo>
                    <a:pt x="3955199" y="9055"/>
                  </a:lnTo>
                  <a:lnTo>
                    <a:pt x="3956316" y="9525"/>
                  </a:lnTo>
                  <a:lnTo>
                    <a:pt x="3958945" y="9525"/>
                  </a:lnTo>
                  <a:lnTo>
                    <a:pt x="3960076" y="9055"/>
                  </a:lnTo>
                  <a:lnTo>
                    <a:pt x="3961930" y="7188"/>
                  </a:lnTo>
                  <a:lnTo>
                    <a:pt x="3962400" y="6070"/>
                  </a:lnTo>
                  <a:lnTo>
                    <a:pt x="3962400" y="3441"/>
                  </a:lnTo>
                  <a:close/>
                </a:path>
                <a:path w="11031855" h="209550">
                  <a:moveTo>
                    <a:pt x="4010025" y="3441"/>
                  </a:moveTo>
                  <a:lnTo>
                    <a:pt x="4009555" y="2324"/>
                  </a:lnTo>
                  <a:lnTo>
                    <a:pt x="4007701" y="457"/>
                  </a:lnTo>
                  <a:lnTo>
                    <a:pt x="4006570" y="0"/>
                  </a:lnTo>
                  <a:lnTo>
                    <a:pt x="4003941" y="0"/>
                  </a:lnTo>
                  <a:lnTo>
                    <a:pt x="4002824" y="457"/>
                  </a:lnTo>
                  <a:lnTo>
                    <a:pt x="4000970" y="2324"/>
                  </a:lnTo>
                  <a:lnTo>
                    <a:pt x="4000500" y="3441"/>
                  </a:lnTo>
                  <a:lnTo>
                    <a:pt x="4000500" y="6070"/>
                  </a:lnTo>
                  <a:lnTo>
                    <a:pt x="4000970" y="7188"/>
                  </a:lnTo>
                  <a:lnTo>
                    <a:pt x="4002824" y="9055"/>
                  </a:lnTo>
                  <a:lnTo>
                    <a:pt x="4003941" y="9525"/>
                  </a:lnTo>
                  <a:lnTo>
                    <a:pt x="4006570" y="9525"/>
                  </a:lnTo>
                  <a:lnTo>
                    <a:pt x="4007701" y="9055"/>
                  </a:lnTo>
                  <a:lnTo>
                    <a:pt x="4009555" y="7188"/>
                  </a:lnTo>
                  <a:lnTo>
                    <a:pt x="4010025" y="6070"/>
                  </a:lnTo>
                  <a:lnTo>
                    <a:pt x="4010025" y="3441"/>
                  </a:lnTo>
                  <a:close/>
                </a:path>
                <a:path w="11031855" h="209550">
                  <a:moveTo>
                    <a:pt x="4057650" y="3441"/>
                  </a:moveTo>
                  <a:lnTo>
                    <a:pt x="4057180" y="2324"/>
                  </a:lnTo>
                  <a:lnTo>
                    <a:pt x="4055326" y="457"/>
                  </a:lnTo>
                  <a:lnTo>
                    <a:pt x="4054195" y="0"/>
                  </a:lnTo>
                  <a:lnTo>
                    <a:pt x="4051566" y="0"/>
                  </a:lnTo>
                  <a:lnTo>
                    <a:pt x="4050449" y="457"/>
                  </a:lnTo>
                  <a:lnTo>
                    <a:pt x="4048595" y="2324"/>
                  </a:lnTo>
                  <a:lnTo>
                    <a:pt x="4048125" y="3441"/>
                  </a:lnTo>
                  <a:lnTo>
                    <a:pt x="4048125" y="6070"/>
                  </a:lnTo>
                  <a:lnTo>
                    <a:pt x="4048595" y="7188"/>
                  </a:lnTo>
                  <a:lnTo>
                    <a:pt x="4050449" y="9055"/>
                  </a:lnTo>
                  <a:lnTo>
                    <a:pt x="4051566" y="9525"/>
                  </a:lnTo>
                  <a:lnTo>
                    <a:pt x="4054195" y="9525"/>
                  </a:lnTo>
                  <a:lnTo>
                    <a:pt x="4055326" y="9055"/>
                  </a:lnTo>
                  <a:lnTo>
                    <a:pt x="4057180" y="7188"/>
                  </a:lnTo>
                  <a:lnTo>
                    <a:pt x="4057650" y="6070"/>
                  </a:lnTo>
                  <a:lnTo>
                    <a:pt x="4057650" y="3441"/>
                  </a:lnTo>
                  <a:close/>
                </a:path>
                <a:path w="11031855" h="209550">
                  <a:moveTo>
                    <a:pt x="4105275" y="3441"/>
                  </a:moveTo>
                  <a:lnTo>
                    <a:pt x="4104805" y="2324"/>
                  </a:lnTo>
                  <a:lnTo>
                    <a:pt x="4102951" y="457"/>
                  </a:lnTo>
                  <a:lnTo>
                    <a:pt x="4101820" y="0"/>
                  </a:lnTo>
                  <a:lnTo>
                    <a:pt x="4099191" y="0"/>
                  </a:lnTo>
                  <a:lnTo>
                    <a:pt x="4098074" y="457"/>
                  </a:lnTo>
                  <a:lnTo>
                    <a:pt x="4096220" y="2324"/>
                  </a:lnTo>
                  <a:lnTo>
                    <a:pt x="4095750" y="3441"/>
                  </a:lnTo>
                  <a:lnTo>
                    <a:pt x="4095750" y="6070"/>
                  </a:lnTo>
                  <a:lnTo>
                    <a:pt x="4096220" y="7188"/>
                  </a:lnTo>
                  <a:lnTo>
                    <a:pt x="4098074" y="9055"/>
                  </a:lnTo>
                  <a:lnTo>
                    <a:pt x="4099191" y="9525"/>
                  </a:lnTo>
                  <a:lnTo>
                    <a:pt x="4101820" y="9525"/>
                  </a:lnTo>
                  <a:lnTo>
                    <a:pt x="4102951" y="9055"/>
                  </a:lnTo>
                  <a:lnTo>
                    <a:pt x="4104805" y="7188"/>
                  </a:lnTo>
                  <a:lnTo>
                    <a:pt x="4105275" y="6070"/>
                  </a:lnTo>
                  <a:lnTo>
                    <a:pt x="4105275" y="3441"/>
                  </a:lnTo>
                  <a:close/>
                </a:path>
                <a:path w="11031855" h="209550">
                  <a:moveTo>
                    <a:pt x="4152900" y="3441"/>
                  </a:moveTo>
                  <a:lnTo>
                    <a:pt x="4152430" y="2324"/>
                  </a:lnTo>
                  <a:lnTo>
                    <a:pt x="4150576" y="457"/>
                  </a:lnTo>
                  <a:lnTo>
                    <a:pt x="4149445" y="0"/>
                  </a:lnTo>
                  <a:lnTo>
                    <a:pt x="4146816" y="0"/>
                  </a:lnTo>
                  <a:lnTo>
                    <a:pt x="4145699" y="457"/>
                  </a:lnTo>
                  <a:lnTo>
                    <a:pt x="4143845" y="2324"/>
                  </a:lnTo>
                  <a:lnTo>
                    <a:pt x="4143375" y="3441"/>
                  </a:lnTo>
                  <a:lnTo>
                    <a:pt x="4143375" y="6070"/>
                  </a:lnTo>
                  <a:lnTo>
                    <a:pt x="4143845" y="7188"/>
                  </a:lnTo>
                  <a:lnTo>
                    <a:pt x="4145699" y="9055"/>
                  </a:lnTo>
                  <a:lnTo>
                    <a:pt x="4146816" y="9525"/>
                  </a:lnTo>
                  <a:lnTo>
                    <a:pt x="4149445" y="9525"/>
                  </a:lnTo>
                  <a:lnTo>
                    <a:pt x="4150576" y="9055"/>
                  </a:lnTo>
                  <a:lnTo>
                    <a:pt x="4152430" y="7188"/>
                  </a:lnTo>
                  <a:lnTo>
                    <a:pt x="4152900" y="6070"/>
                  </a:lnTo>
                  <a:lnTo>
                    <a:pt x="4152900" y="3441"/>
                  </a:lnTo>
                  <a:close/>
                </a:path>
                <a:path w="11031855" h="209550">
                  <a:moveTo>
                    <a:pt x="4200525" y="3441"/>
                  </a:moveTo>
                  <a:lnTo>
                    <a:pt x="4200055" y="2324"/>
                  </a:lnTo>
                  <a:lnTo>
                    <a:pt x="4198201" y="457"/>
                  </a:lnTo>
                  <a:lnTo>
                    <a:pt x="4197070" y="0"/>
                  </a:lnTo>
                  <a:lnTo>
                    <a:pt x="4194441" y="0"/>
                  </a:lnTo>
                  <a:lnTo>
                    <a:pt x="4193324" y="457"/>
                  </a:lnTo>
                  <a:lnTo>
                    <a:pt x="4191470" y="2324"/>
                  </a:lnTo>
                  <a:lnTo>
                    <a:pt x="4191000" y="3441"/>
                  </a:lnTo>
                  <a:lnTo>
                    <a:pt x="4191000" y="6070"/>
                  </a:lnTo>
                  <a:lnTo>
                    <a:pt x="4191470" y="7188"/>
                  </a:lnTo>
                  <a:lnTo>
                    <a:pt x="4193324" y="9055"/>
                  </a:lnTo>
                  <a:lnTo>
                    <a:pt x="4194441" y="9525"/>
                  </a:lnTo>
                  <a:lnTo>
                    <a:pt x="4197070" y="9525"/>
                  </a:lnTo>
                  <a:lnTo>
                    <a:pt x="4198201" y="9055"/>
                  </a:lnTo>
                  <a:lnTo>
                    <a:pt x="4200055" y="7188"/>
                  </a:lnTo>
                  <a:lnTo>
                    <a:pt x="4200525" y="6070"/>
                  </a:lnTo>
                  <a:lnTo>
                    <a:pt x="4200525" y="3441"/>
                  </a:lnTo>
                  <a:close/>
                </a:path>
                <a:path w="11031855" h="209550">
                  <a:moveTo>
                    <a:pt x="4248150" y="3441"/>
                  </a:moveTo>
                  <a:lnTo>
                    <a:pt x="4247680" y="2324"/>
                  </a:lnTo>
                  <a:lnTo>
                    <a:pt x="4245826" y="457"/>
                  </a:lnTo>
                  <a:lnTo>
                    <a:pt x="4244695" y="0"/>
                  </a:lnTo>
                  <a:lnTo>
                    <a:pt x="4242066" y="0"/>
                  </a:lnTo>
                  <a:lnTo>
                    <a:pt x="4240949" y="457"/>
                  </a:lnTo>
                  <a:lnTo>
                    <a:pt x="4239095" y="2324"/>
                  </a:lnTo>
                  <a:lnTo>
                    <a:pt x="4238625" y="3441"/>
                  </a:lnTo>
                  <a:lnTo>
                    <a:pt x="4238625" y="6070"/>
                  </a:lnTo>
                  <a:lnTo>
                    <a:pt x="4239095" y="7188"/>
                  </a:lnTo>
                  <a:lnTo>
                    <a:pt x="4240949" y="9055"/>
                  </a:lnTo>
                  <a:lnTo>
                    <a:pt x="4242066" y="9525"/>
                  </a:lnTo>
                  <a:lnTo>
                    <a:pt x="4244695" y="9525"/>
                  </a:lnTo>
                  <a:lnTo>
                    <a:pt x="4245826" y="9055"/>
                  </a:lnTo>
                  <a:lnTo>
                    <a:pt x="4247680" y="7188"/>
                  </a:lnTo>
                  <a:lnTo>
                    <a:pt x="4248150" y="6070"/>
                  </a:lnTo>
                  <a:lnTo>
                    <a:pt x="4248150" y="3441"/>
                  </a:lnTo>
                  <a:close/>
                </a:path>
                <a:path w="11031855" h="209550">
                  <a:moveTo>
                    <a:pt x="4295775" y="3441"/>
                  </a:moveTo>
                  <a:lnTo>
                    <a:pt x="4295305" y="2324"/>
                  </a:lnTo>
                  <a:lnTo>
                    <a:pt x="4293451" y="457"/>
                  </a:lnTo>
                  <a:lnTo>
                    <a:pt x="4292320" y="0"/>
                  </a:lnTo>
                  <a:lnTo>
                    <a:pt x="4289691" y="0"/>
                  </a:lnTo>
                  <a:lnTo>
                    <a:pt x="4288574" y="457"/>
                  </a:lnTo>
                  <a:lnTo>
                    <a:pt x="4286720" y="2324"/>
                  </a:lnTo>
                  <a:lnTo>
                    <a:pt x="4286250" y="3441"/>
                  </a:lnTo>
                  <a:lnTo>
                    <a:pt x="4286250" y="6070"/>
                  </a:lnTo>
                  <a:lnTo>
                    <a:pt x="4286720" y="7188"/>
                  </a:lnTo>
                  <a:lnTo>
                    <a:pt x="4288574" y="9055"/>
                  </a:lnTo>
                  <a:lnTo>
                    <a:pt x="4289691" y="9525"/>
                  </a:lnTo>
                  <a:lnTo>
                    <a:pt x="4292320" y="9525"/>
                  </a:lnTo>
                  <a:lnTo>
                    <a:pt x="4293451" y="9055"/>
                  </a:lnTo>
                  <a:lnTo>
                    <a:pt x="4295305" y="7188"/>
                  </a:lnTo>
                  <a:lnTo>
                    <a:pt x="4295775" y="6070"/>
                  </a:lnTo>
                  <a:lnTo>
                    <a:pt x="4295775" y="3441"/>
                  </a:lnTo>
                  <a:close/>
                </a:path>
                <a:path w="11031855" h="209550">
                  <a:moveTo>
                    <a:pt x="4343400" y="3441"/>
                  </a:moveTo>
                  <a:lnTo>
                    <a:pt x="4342930" y="2324"/>
                  </a:lnTo>
                  <a:lnTo>
                    <a:pt x="4341076" y="457"/>
                  </a:lnTo>
                  <a:lnTo>
                    <a:pt x="4339945" y="0"/>
                  </a:lnTo>
                  <a:lnTo>
                    <a:pt x="4337316" y="0"/>
                  </a:lnTo>
                  <a:lnTo>
                    <a:pt x="4336199" y="457"/>
                  </a:lnTo>
                  <a:lnTo>
                    <a:pt x="4334345" y="2324"/>
                  </a:lnTo>
                  <a:lnTo>
                    <a:pt x="4333875" y="3441"/>
                  </a:lnTo>
                  <a:lnTo>
                    <a:pt x="4333875" y="6070"/>
                  </a:lnTo>
                  <a:lnTo>
                    <a:pt x="4334345" y="7188"/>
                  </a:lnTo>
                  <a:lnTo>
                    <a:pt x="4336199" y="9055"/>
                  </a:lnTo>
                  <a:lnTo>
                    <a:pt x="4337316" y="9525"/>
                  </a:lnTo>
                  <a:lnTo>
                    <a:pt x="4339945" y="9525"/>
                  </a:lnTo>
                  <a:lnTo>
                    <a:pt x="4341076" y="9055"/>
                  </a:lnTo>
                  <a:lnTo>
                    <a:pt x="4342930" y="7188"/>
                  </a:lnTo>
                  <a:lnTo>
                    <a:pt x="4343400" y="6070"/>
                  </a:lnTo>
                  <a:lnTo>
                    <a:pt x="4343400" y="3441"/>
                  </a:lnTo>
                  <a:close/>
                </a:path>
                <a:path w="11031855" h="209550">
                  <a:moveTo>
                    <a:pt x="4391025" y="3441"/>
                  </a:moveTo>
                  <a:lnTo>
                    <a:pt x="4390555" y="2324"/>
                  </a:lnTo>
                  <a:lnTo>
                    <a:pt x="4388701" y="457"/>
                  </a:lnTo>
                  <a:lnTo>
                    <a:pt x="4387570" y="0"/>
                  </a:lnTo>
                  <a:lnTo>
                    <a:pt x="4384941" y="0"/>
                  </a:lnTo>
                  <a:lnTo>
                    <a:pt x="4383824" y="457"/>
                  </a:lnTo>
                  <a:lnTo>
                    <a:pt x="4381970" y="2324"/>
                  </a:lnTo>
                  <a:lnTo>
                    <a:pt x="4381500" y="3441"/>
                  </a:lnTo>
                  <a:lnTo>
                    <a:pt x="4381500" y="6070"/>
                  </a:lnTo>
                  <a:lnTo>
                    <a:pt x="4381970" y="7188"/>
                  </a:lnTo>
                  <a:lnTo>
                    <a:pt x="4383824" y="9055"/>
                  </a:lnTo>
                  <a:lnTo>
                    <a:pt x="4384941" y="9525"/>
                  </a:lnTo>
                  <a:lnTo>
                    <a:pt x="4387570" y="9525"/>
                  </a:lnTo>
                  <a:lnTo>
                    <a:pt x="4388701" y="9055"/>
                  </a:lnTo>
                  <a:lnTo>
                    <a:pt x="4390555" y="7188"/>
                  </a:lnTo>
                  <a:lnTo>
                    <a:pt x="4391025" y="6070"/>
                  </a:lnTo>
                  <a:lnTo>
                    <a:pt x="4391025" y="3441"/>
                  </a:lnTo>
                  <a:close/>
                </a:path>
                <a:path w="11031855" h="209550">
                  <a:moveTo>
                    <a:pt x="4438650" y="3441"/>
                  </a:moveTo>
                  <a:lnTo>
                    <a:pt x="4438180" y="2324"/>
                  </a:lnTo>
                  <a:lnTo>
                    <a:pt x="4436326" y="457"/>
                  </a:lnTo>
                  <a:lnTo>
                    <a:pt x="4435195" y="0"/>
                  </a:lnTo>
                  <a:lnTo>
                    <a:pt x="4432566" y="0"/>
                  </a:lnTo>
                  <a:lnTo>
                    <a:pt x="4431449" y="457"/>
                  </a:lnTo>
                  <a:lnTo>
                    <a:pt x="4429595" y="2324"/>
                  </a:lnTo>
                  <a:lnTo>
                    <a:pt x="4429125" y="3441"/>
                  </a:lnTo>
                  <a:lnTo>
                    <a:pt x="4429125" y="6070"/>
                  </a:lnTo>
                  <a:lnTo>
                    <a:pt x="4429595" y="7188"/>
                  </a:lnTo>
                  <a:lnTo>
                    <a:pt x="4431449" y="9055"/>
                  </a:lnTo>
                  <a:lnTo>
                    <a:pt x="4432566" y="9525"/>
                  </a:lnTo>
                  <a:lnTo>
                    <a:pt x="4435195" y="9525"/>
                  </a:lnTo>
                  <a:lnTo>
                    <a:pt x="4436326" y="9055"/>
                  </a:lnTo>
                  <a:lnTo>
                    <a:pt x="4438180" y="7188"/>
                  </a:lnTo>
                  <a:lnTo>
                    <a:pt x="4438650" y="6070"/>
                  </a:lnTo>
                  <a:lnTo>
                    <a:pt x="4438650" y="3441"/>
                  </a:lnTo>
                  <a:close/>
                </a:path>
                <a:path w="11031855" h="209550">
                  <a:moveTo>
                    <a:pt x="4486275" y="3441"/>
                  </a:moveTo>
                  <a:lnTo>
                    <a:pt x="4485805" y="2324"/>
                  </a:lnTo>
                  <a:lnTo>
                    <a:pt x="4483951" y="457"/>
                  </a:lnTo>
                  <a:lnTo>
                    <a:pt x="4482820" y="0"/>
                  </a:lnTo>
                  <a:lnTo>
                    <a:pt x="4480191" y="0"/>
                  </a:lnTo>
                  <a:lnTo>
                    <a:pt x="4479074" y="457"/>
                  </a:lnTo>
                  <a:lnTo>
                    <a:pt x="4477220" y="2324"/>
                  </a:lnTo>
                  <a:lnTo>
                    <a:pt x="4476750" y="3441"/>
                  </a:lnTo>
                  <a:lnTo>
                    <a:pt x="4476750" y="6070"/>
                  </a:lnTo>
                  <a:lnTo>
                    <a:pt x="4477220" y="7188"/>
                  </a:lnTo>
                  <a:lnTo>
                    <a:pt x="4479074" y="9055"/>
                  </a:lnTo>
                  <a:lnTo>
                    <a:pt x="4480191" y="9525"/>
                  </a:lnTo>
                  <a:lnTo>
                    <a:pt x="4482820" y="9525"/>
                  </a:lnTo>
                  <a:lnTo>
                    <a:pt x="4483951" y="9055"/>
                  </a:lnTo>
                  <a:lnTo>
                    <a:pt x="4485805" y="7188"/>
                  </a:lnTo>
                  <a:lnTo>
                    <a:pt x="4486275" y="6070"/>
                  </a:lnTo>
                  <a:lnTo>
                    <a:pt x="4486275" y="3441"/>
                  </a:lnTo>
                  <a:close/>
                </a:path>
                <a:path w="11031855" h="209550">
                  <a:moveTo>
                    <a:pt x="4533900" y="3441"/>
                  </a:moveTo>
                  <a:lnTo>
                    <a:pt x="4533430" y="2324"/>
                  </a:lnTo>
                  <a:lnTo>
                    <a:pt x="4531576" y="457"/>
                  </a:lnTo>
                  <a:lnTo>
                    <a:pt x="4530445" y="0"/>
                  </a:lnTo>
                  <a:lnTo>
                    <a:pt x="4527816" y="0"/>
                  </a:lnTo>
                  <a:lnTo>
                    <a:pt x="4526699" y="457"/>
                  </a:lnTo>
                  <a:lnTo>
                    <a:pt x="4524845" y="2324"/>
                  </a:lnTo>
                  <a:lnTo>
                    <a:pt x="4524375" y="3441"/>
                  </a:lnTo>
                  <a:lnTo>
                    <a:pt x="4524375" y="6070"/>
                  </a:lnTo>
                  <a:lnTo>
                    <a:pt x="4524845" y="7188"/>
                  </a:lnTo>
                  <a:lnTo>
                    <a:pt x="4526699" y="9055"/>
                  </a:lnTo>
                  <a:lnTo>
                    <a:pt x="4527816" y="9525"/>
                  </a:lnTo>
                  <a:lnTo>
                    <a:pt x="4530445" y="9525"/>
                  </a:lnTo>
                  <a:lnTo>
                    <a:pt x="4531576" y="9055"/>
                  </a:lnTo>
                  <a:lnTo>
                    <a:pt x="4533430" y="7188"/>
                  </a:lnTo>
                  <a:lnTo>
                    <a:pt x="4533900" y="6070"/>
                  </a:lnTo>
                  <a:lnTo>
                    <a:pt x="4533900" y="3441"/>
                  </a:lnTo>
                  <a:close/>
                </a:path>
                <a:path w="11031855" h="209550">
                  <a:moveTo>
                    <a:pt x="4581525" y="3441"/>
                  </a:moveTo>
                  <a:lnTo>
                    <a:pt x="4581055" y="2324"/>
                  </a:lnTo>
                  <a:lnTo>
                    <a:pt x="4579201" y="457"/>
                  </a:lnTo>
                  <a:lnTo>
                    <a:pt x="4578070" y="0"/>
                  </a:lnTo>
                  <a:lnTo>
                    <a:pt x="4575441" y="0"/>
                  </a:lnTo>
                  <a:lnTo>
                    <a:pt x="4574324" y="457"/>
                  </a:lnTo>
                  <a:lnTo>
                    <a:pt x="4572470" y="2324"/>
                  </a:lnTo>
                  <a:lnTo>
                    <a:pt x="4572000" y="3441"/>
                  </a:lnTo>
                  <a:lnTo>
                    <a:pt x="4572000" y="6070"/>
                  </a:lnTo>
                  <a:lnTo>
                    <a:pt x="4572470" y="7188"/>
                  </a:lnTo>
                  <a:lnTo>
                    <a:pt x="4574324" y="9055"/>
                  </a:lnTo>
                  <a:lnTo>
                    <a:pt x="4575441" y="9525"/>
                  </a:lnTo>
                  <a:lnTo>
                    <a:pt x="4578070" y="9525"/>
                  </a:lnTo>
                  <a:lnTo>
                    <a:pt x="4579201" y="9055"/>
                  </a:lnTo>
                  <a:lnTo>
                    <a:pt x="4581055" y="7188"/>
                  </a:lnTo>
                  <a:lnTo>
                    <a:pt x="4581525" y="6070"/>
                  </a:lnTo>
                  <a:lnTo>
                    <a:pt x="4581525" y="3441"/>
                  </a:lnTo>
                  <a:close/>
                </a:path>
                <a:path w="11031855" h="209550">
                  <a:moveTo>
                    <a:pt x="4629150" y="3441"/>
                  </a:moveTo>
                  <a:lnTo>
                    <a:pt x="4628680" y="2324"/>
                  </a:lnTo>
                  <a:lnTo>
                    <a:pt x="4626826" y="457"/>
                  </a:lnTo>
                  <a:lnTo>
                    <a:pt x="4625695" y="0"/>
                  </a:lnTo>
                  <a:lnTo>
                    <a:pt x="4623066" y="0"/>
                  </a:lnTo>
                  <a:lnTo>
                    <a:pt x="4621949" y="457"/>
                  </a:lnTo>
                  <a:lnTo>
                    <a:pt x="4620095" y="2324"/>
                  </a:lnTo>
                  <a:lnTo>
                    <a:pt x="4619625" y="3441"/>
                  </a:lnTo>
                  <a:lnTo>
                    <a:pt x="4619625" y="6070"/>
                  </a:lnTo>
                  <a:lnTo>
                    <a:pt x="4620095" y="7188"/>
                  </a:lnTo>
                  <a:lnTo>
                    <a:pt x="4621949" y="9055"/>
                  </a:lnTo>
                  <a:lnTo>
                    <a:pt x="4623066" y="9525"/>
                  </a:lnTo>
                  <a:lnTo>
                    <a:pt x="4625695" y="9525"/>
                  </a:lnTo>
                  <a:lnTo>
                    <a:pt x="4626826" y="9055"/>
                  </a:lnTo>
                  <a:lnTo>
                    <a:pt x="4628680" y="7188"/>
                  </a:lnTo>
                  <a:lnTo>
                    <a:pt x="4629150" y="6070"/>
                  </a:lnTo>
                  <a:lnTo>
                    <a:pt x="4629150" y="3441"/>
                  </a:lnTo>
                  <a:close/>
                </a:path>
                <a:path w="11031855" h="209550">
                  <a:moveTo>
                    <a:pt x="4676775" y="3441"/>
                  </a:moveTo>
                  <a:lnTo>
                    <a:pt x="4676305" y="2324"/>
                  </a:lnTo>
                  <a:lnTo>
                    <a:pt x="4674451" y="457"/>
                  </a:lnTo>
                  <a:lnTo>
                    <a:pt x="4673320" y="0"/>
                  </a:lnTo>
                  <a:lnTo>
                    <a:pt x="4670691" y="0"/>
                  </a:lnTo>
                  <a:lnTo>
                    <a:pt x="4669574" y="457"/>
                  </a:lnTo>
                  <a:lnTo>
                    <a:pt x="4667720" y="2324"/>
                  </a:lnTo>
                  <a:lnTo>
                    <a:pt x="4667250" y="3441"/>
                  </a:lnTo>
                  <a:lnTo>
                    <a:pt x="4667250" y="6070"/>
                  </a:lnTo>
                  <a:lnTo>
                    <a:pt x="4667720" y="7188"/>
                  </a:lnTo>
                  <a:lnTo>
                    <a:pt x="4669574" y="9055"/>
                  </a:lnTo>
                  <a:lnTo>
                    <a:pt x="4670691" y="9525"/>
                  </a:lnTo>
                  <a:lnTo>
                    <a:pt x="4673320" y="9525"/>
                  </a:lnTo>
                  <a:lnTo>
                    <a:pt x="4674451" y="9055"/>
                  </a:lnTo>
                  <a:lnTo>
                    <a:pt x="4676305" y="7188"/>
                  </a:lnTo>
                  <a:lnTo>
                    <a:pt x="4676775" y="6070"/>
                  </a:lnTo>
                  <a:lnTo>
                    <a:pt x="4676775" y="3441"/>
                  </a:lnTo>
                  <a:close/>
                </a:path>
                <a:path w="11031855" h="209550">
                  <a:moveTo>
                    <a:pt x="4724400" y="3441"/>
                  </a:moveTo>
                  <a:lnTo>
                    <a:pt x="4723930" y="2324"/>
                  </a:lnTo>
                  <a:lnTo>
                    <a:pt x="4722076" y="457"/>
                  </a:lnTo>
                  <a:lnTo>
                    <a:pt x="4720945" y="0"/>
                  </a:lnTo>
                  <a:lnTo>
                    <a:pt x="4718316" y="0"/>
                  </a:lnTo>
                  <a:lnTo>
                    <a:pt x="4717199" y="457"/>
                  </a:lnTo>
                  <a:lnTo>
                    <a:pt x="4715345" y="2324"/>
                  </a:lnTo>
                  <a:lnTo>
                    <a:pt x="4714875" y="3441"/>
                  </a:lnTo>
                  <a:lnTo>
                    <a:pt x="4714875" y="6070"/>
                  </a:lnTo>
                  <a:lnTo>
                    <a:pt x="4715345" y="7188"/>
                  </a:lnTo>
                  <a:lnTo>
                    <a:pt x="4717199" y="9055"/>
                  </a:lnTo>
                  <a:lnTo>
                    <a:pt x="4718316" y="9525"/>
                  </a:lnTo>
                  <a:lnTo>
                    <a:pt x="4720945" y="9525"/>
                  </a:lnTo>
                  <a:lnTo>
                    <a:pt x="4722076" y="9055"/>
                  </a:lnTo>
                  <a:lnTo>
                    <a:pt x="4723930" y="7188"/>
                  </a:lnTo>
                  <a:lnTo>
                    <a:pt x="4724400" y="6070"/>
                  </a:lnTo>
                  <a:lnTo>
                    <a:pt x="4724400" y="3441"/>
                  </a:lnTo>
                  <a:close/>
                </a:path>
                <a:path w="11031855" h="209550">
                  <a:moveTo>
                    <a:pt x="4772025" y="3441"/>
                  </a:moveTo>
                  <a:lnTo>
                    <a:pt x="4771555" y="2324"/>
                  </a:lnTo>
                  <a:lnTo>
                    <a:pt x="4769701" y="457"/>
                  </a:lnTo>
                  <a:lnTo>
                    <a:pt x="4768570" y="0"/>
                  </a:lnTo>
                  <a:lnTo>
                    <a:pt x="4765941" y="0"/>
                  </a:lnTo>
                  <a:lnTo>
                    <a:pt x="4764824" y="457"/>
                  </a:lnTo>
                  <a:lnTo>
                    <a:pt x="4762970" y="2324"/>
                  </a:lnTo>
                  <a:lnTo>
                    <a:pt x="4762500" y="3441"/>
                  </a:lnTo>
                  <a:lnTo>
                    <a:pt x="4762500" y="6070"/>
                  </a:lnTo>
                  <a:lnTo>
                    <a:pt x="4762970" y="7188"/>
                  </a:lnTo>
                  <a:lnTo>
                    <a:pt x="4764824" y="9055"/>
                  </a:lnTo>
                  <a:lnTo>
                    <a:pt x="4765941" y="9525"/>
                  </a:lnTo>
                  <a:lnTo>
                    <a:pt x="4768570" y="9525"/>
                  </a:lnTo>
                  <a:lnTo>
                    <a:pt x="4769701" y="9055"/>
                  </a:lnTo>
                  <a:lnTo>
                    <a:pt x="4771555" y="7188"/>
                  </a:lnTo>
                  <a:lnTo>
                    <a:pt x="4772025" y="6070"/>
                  </a:lnTo>
                  <a:lnTo>
                    <a:pt x="4772025" y="3441"/>
                  </a:lnTo>
                  <a:close/>
                </a:path>
                <a:path w="11031855" h="209550">
                  <a:moveTo>
                    <a:pt x="4819650" y="3441"/>
                  </a:moveTo>
                  <a:lnTo>
                    <a:pt x="4819180" y="2324"/>
                  </a:lnTo>
                  <a:lnTo>
                    <a:pt x="4817326" y="457"/>
                  </a:lnTo>
                  <a:lnTo>
                    <a:pt x="4816195" y="0"/>
                  </a:lnTo>
                  <a:lnTo>
                    <a:pt x="4813566" y="0"/>
                  </a:lnTo>
                  <a:lnTo>
                    <a:pt x="4812449" y="457"/>
                  </a:lnTo>
                  <a:lnTo>
                    <a:pt x="4810595" y="2324"/>
                  </a:lnTo>
                  <a:lnTo>
                    <a:pt x="4810125" y="3441"/>
                  </a:lnTo>
                  <a:lnTo>
                    <a:pt x="4810125" y="6070"/>
                  </a:lnTo>
                  <a:lnTo>
                    <a:pt x="4810595" y="7188"/>
                  </a:lnTo>
                  <a:lnTo>
                    <a:pt x="4812449" y="9055"/>
                  </a:lnTo>
                  <a:lnTo>
                    <a:pt x="4813566" y="9525"/>
                  </a:lnTo>
                  <a:lnTo>
                    <a:pt x="4816195" y="9525"/>
                  </a:lnTo>
                  <a:lnTo>
                    <a:pt x="4817326" y="9055"/>
                  </a:lnTo>
                  <a:lnTo>
                    <a:pt x="4819180" y="7188"/>
                  </a:lnTo>
                  <a:lnTo>
                    <a:pt x="4819650" y="6070"/>
                  </a:lnTo>
                  <a:lnTo>
                    <a:pt x="4819650" y="3441"/>
                  </a:lnTo>
                  <a:close/>
                </a:path>
                <a:path w="11031855" h="209550">
                  <a:moveTo>
                    <a:pt x="4867275" y="3441"/>
                  </a:moveTo>
                  <a:lnTo>
                    <a:pt x="4866805" y="2324"/>
                  </a:lnTo>
                  <a:lnTo>
                    <a:pt x="4864951" y="457"/>
                  </a:lnTo>
                  <a:lnTo>
                    <a:pt x="4863820" y="0"/>
                  </a:lnTo>
                  <a:lnTo>
                    <a:pt x="4861191" y="0"/>
                  </a:lnTo>
                  <a:lnTo>
                    <a:pt x="4860074" y="457"/>
                  </a:lnTo>
                  <a:lnTo>
                    <a:pt x="4858220" y="2324"/>
                  </a:lnTo>
                  <a:lnTo>
                    <a:pt x="4857750" y="3441"/>
                  </a:lnTo>
                  <a:lnTo>
                    <a:pt x="4857750" y="6070"/>
                  </a:lnTo>
                  <a:lnTo>
                    <a:pt x="4858220" y="7188"/>
                  </a:lnTo>
                  <a:lnTo>
                    <a:pt x="4860074" y="9055"/>
                  </a:lnTo>
                  <a:lnTo>
                    <a:pt x="4861191" y="9525"/>
                  </a:lnTo>
                  <a:lnTo>
                    <a:pt x="4863820" y="9525"/>
                  </a:lnTo>
                  <a:lnTo>
                    <a:pt x="4864951" y="9055"/>
                  </a:lnTo>
                  <a:lnTo>
                    <a:pt x="4866805" y="7188"/>
                  </a:lnTo>
                  <a:lnTo>
                    <a:pt x="4867275" y="6070"/>
                  </a:lnTo>
                  <a:lnTo>
                    <a:pt x="4867275" y="3441"/>
                  </a:lnTo>
                  <a:close/>
                </a:path>
                <a:path w="11031855" h="209550">
                  <a:moveTo>
                    <a:pt x="4914900" y="3441"/>
                  </a:moveTo>
                  <a:lnTo>
                    <a:pt x="4914430" y="2324"/>
                  </a:lnTo>
                  <a:lnTo>
                    <a:pt x="4912576" y="457"/>
                  </a:lnTo>
                  <a:lnTo>
                    <a:pt x="4911445" y="0"/>
                  </a:lnTo>
                  <a:lnTo>
                    <a:pt x="4908816" y="0"/>
                  </a:lnTo>
                  <a:lnTo>
                    <a:pt x="4907699" y="457"/>
                  </a:lnTo>
                  <a:lnTo>
                    <a:pt x="4905845" y="2324"/>
                  </a:lnTo>
                  <a:lnTo>
                    <a:pt x="4905375" y="3441"/>
                  </a:lnTo>
                  <a:lnTo>
                    <a:pt x="4905375" y="6070"/>
                  </a:lnTo>
                  <a:lnTo>
                    <a:pt x="4905845" y="7188"/>
                  </a:lnTo>
                  <a:lnTo>
                    <a:pt x="4907699" y="9055"/>
                  </a:lnTo>
                  <a:lnTo>
                    <a:pt x="4908816" y="9525"/>
                  </a:lnTo>
                  <a:lnTo>
                    <a:pt x="4911445" y="9525"/>
                  </a:lnTo>
                  <a:lnTo>
                    <a:pt x="4912576" y="9055"/>
                  </a:lnTo>
                  <a:lnTo>
                    <a:pt x="4914430" y="7188"/>
                  </a:lnTo>
                  <a:lnTo>
                    <a:pt x="4914900" y="6070"/>
                  </a:lnTo>
                  <a:lnTo>
                    <a:pt x="4914900" y="3441"/>
                  </a:lnTo>
                  <a:close/>
                </a:path>
                <a:path w="11031855" h="209550">
                  <a:moveTo>
                    <a:pt x="4962525" y="3441"/>
                  </a:moveTo>
                  <a:lnTo>
                    <a:pt x="4962055" y="2324"/>
                  </a:lnTo>
                  <a:lnTo>
                    <a:pt x="4960201" y="457"/>
                  </a:lnTo>
                  <a:lnTo>
                    <a:pt x="4959070" y="0"/>
                  </a:lnTo>
                  <a:lnTo>
                    <a:pt x="4956441" y="0"/>
                  </a:lnTo>
                  <a:lnTo>
                    <a:pt x="4955324" y="457"/>
                  </a:lnTo>
                  <a:lnTo>
                    <a:pt x="4953470" y="2324"/>
                  </a:lnTo>
                  <a:lnTo>
                    <a:pt x="4953000" y="3441"/>
                  </a:lnTo>
                  <a:lnTo>
                    <a:pt x="4953000" y="6070"/>
                  </a:lnTo>
                  <a:lnTo>
                    <a:pt x="4953470" y="7188"/>
                  </a:lnTo>
                  <a:lnTo>
                    <a:pt x="4955324" y="9055"/>
                  </a:lnTo>
                  <a:lnTo>
                    <a:pt x="4956441" y="9525"/>
                  </a:lnTo>
                  <a:lnTo>
                    <a:pt x="4959070" y="9525"/>
                  </a:lnTo>
                  <a:lnTo>
                    <a:pt x="4960201" y="9055"/>
                  </a:lnTo>
                  <a:lnTo>
                    <a:pt x="4962055" y="7188"/>
                  </a:lnTo>
                  <a:lnTo>
                    <a:pt x="4962525" y="6070"/>
                  </a:lnTo>
                  <a:lnTo>
                    <a:pt x="4962525" y="3441"/>
                  </a:lnTo>
                  <a:close/>
                </a:path>
                <a:path w="11031855" h="209550">
                  <a:moveTo>
                    <a:pt x="5010150" y="3441"/>
                  </a:moveTo>
                  <a:lnTo>
                    <a:pt x="5009680" y="2324"/>
                  </a:lnTo>
                  <a:lnTo>
                    <a:pt x="5007826" y="457"/>
                  </a:lnTo>
                  <a:lnTo>
                    <a:pt x="5006695" y="0"/>
                  </a:lnTo>
                  <a:lnTo>
                    <a:pt x="5004066" y="0"/>
                  </a:lnTo>
                  <a:lnTo>
                    <a:pt x="5002949" y="457"/>
                  </a:lnTo>
                  <a:lnTo>
                    <a:pt x="5001095" y="2324"/>
                  </a:lnTo>
                  <a:lnTo>
                    <a:pt x="5000625" y="3441"/>
                  </a:lnTo>
                  <a:lnTo>
                    <a:pt x="5000625" y="6070"/>
                  </a:lnTo>
                  <a:lnTo>
                    <a:pt x="5001095" y="7188"/>
                  </a:lnTo>
                  <a:lnTo>
                    <a:pt x="5002949" y="9055"/>
                  </a:lnTo>
                  <a:lnTo>
                    <a:pt x="5004066" y="9525"/>
                  </a:lnTo>
                  <a:lnTo>
                    <a:pt x="5006695" y="9525"/>
                  </a:lnTo>
                  <a:lnTo>
                    <a:pt x="5007826" y="9055"/>
                  </a:lnTo>
                  <a:lnTo>
                    <a:pt x="5009680" y="7188"/>
                  </a:lnTo>
                  <a:lnTo>
                    <a:pt x="5010150" y="6070"/>
                  </a:lnTo>
                  <a:lnTo>
                    <a:pt x="5010150" y="3441"/>
                  </a:lnTo>
                  <a:close/>
                </a:path>
                <a:path w="11031855" h="209550">
                  <a:moveTo>
                    <a:pt x="5057775" y="3441"/>
                  </a:moveTo>
                  <a:lnTo>
                    <a:pt x="5057305" y="2324"/>
                  </a:lnTo>
                  <a:lnTo>
                    <a:pt x="5055451" y="457"/>
                  </a:lnTo>
                  <a:lnTo>
                    <a:pt x="5054320" y="0"/>
                  </a:lnTo>
                  <a:lnTo>
                    <a:pt x="5051691" y="0"/>
                  </a:lnTo>
                  <a:lnTo>
                    <a:pt x="5050574" y="457"/>
                  </a:lnTo>
                  <a:lnTo>
                    <a:pt x="5048720" y="2324"/>
                  </a:lnTo>
                  <a:lnTo>
                    <a:pt x="5048250" y="3441"/>
                  </a:lnTo>
                  <a:lnTo>
                    <a:pt x="5048250" y="6070"/>
                  </a:lnTo>
                  <a:lnTo>
                    <a:pt x="5048720" y="7188"/>
                  </a:lnTo>
                  <a:lnTo>
                    <a:pt x="5050574" y="9055"/>
                  </a:lnTo>
                  <a:lnTo>
                    <a:pt x="5051691" y="9525"/>
                  </a:lnTo>
                  <a:lnTo>
                    <a:pt x="5054320" y="9525"/>
                  </a:lnTo>
                  <a:lnTo>
                    <a:pt x="5055451" y="9055"/>
                  </a:lnTo>
                  <a:lnTo>
                    <a:pt x="5057305" y="7188"/>
                  </a:lnTo>
                  <a:lnTo>
                    <a:pt x="5057775" y="6070"/>
                  </a:lnTo>
                  <a:lnTo>
                    <a:pt x="5057775" y="3441"/>
                  </a:lnTo>
                  <a:close/>
                </a:path>
                <a:path w="11031855" h="209550">
                  <a:moveTo>
                    <a:pt x="5105400" y="3441"/>
                  </a:moveTo>
                  <a:lnTo>
                    <a:pt x="5104930" y="2324"/>
                  </a:lnTo>
                  <a:lnTo>
                    <a:pt x="5103076" y="457"/>
                  </a:lnTo>
                  <a:lnTo>
                    <a:pt x="5101945" y="0"/>
                  </a:lnTo>
                  <a:lnTo>
                    <a:pt x="5099316" y="0"/>
                  </a:lnTo>
                  <a:lnTo>
                    <a:pt x="5098199" y="457"/>
                  </a:lnTo>
                  <a:lnTo>
                    <a:pt x="5096345" y="2324"/>
                  </a:lnTo>
                  <a:lnTo>
                    <a:pt x="5095875" y="3441"/>
                  </a:lnTo>
                  <a:lnTo>
                    <a:pt x="5095875" y="6070"/>
                  </a:lnTo>
                  <a:lnTo>
                    <a:pt x="5096345" y="7188"/>
                  </a:lnTo>
                  <a:lnTo>
                    <a:pt x="5098199" y="9055"/>
                  </a:lnTo>
                  <a:lnTo>
                    <a:pt x="5099316" y="9525"/>
                  </a:lnTo>
                  <a:lnTo>
                    <a:pt x="5101945" y="9525"/>
                  </a:lnTo>
                  <a:lnTo>
                    <a:pt x="5103076" y="9055"/>
                  </a:lnTo>
                  <a:lnTo>
                    <a:pt x="5104930" y="7188"/>
                  </a:lnTo>
                  <a:lnTo>
                    <a:pt x="5105400" y="6070"/>
                  </a:lnTo>
                  <a:lnTo>
                    <a:pt x="5105400" y="3441"/>
                  </a:lnTo>
                  <a:close/>
                </a:path>
                <a:path w="11031855" h="209550">
                  <a:moveTo>
                    <a:pt x="5153025" y="3441"/>
                  </a:moveTo>
                  <a:lnTo>
                    <a:pt x="5152555" y="2324"/>
                  </a:lnTo>
                  <a:lnTo>
                    <a:pt x="5150701" y="457"/>
                  </a:lnTo>
                  <a:lnTo>
                    <a:pt x="5149570" y="0"/>
                  </a:lnTo>
                  <a:lnTo>
                    <a:pt x="5146941" y="0"/>
                  </a:lnTo>
                  <a:lnTo>
                    <a:pt x="5145824" y="457"/>
                  </a:lnTo>
                  <a:lnTo>
                    <a:pt x="5143970" y="2324"/>
                  </a:lnTo>
                  <a:lnTo>
                    <a:pt x="5143500" y="3441"/>
                  </a:lnTo>
                  <a:lnTo>
                    <a:pt x="5143500" y="6070"/>
                  </a:lnTo>
                  <a:lnTo>
                    <a:pt x="5143970" y="7188"/>
                  </a:lnTo>
                  <a:lnTo>
                    <a:pt x="5145824" y="9055"/>
                  </a:lnTo>
                  <a:lnTo>
                    <a:pt x="5146941" y="9525"/>
                  </a:lnTo>
                  <a:lnTo>
                    <a:pt x="5149570" y="9525"/>
                  </a:lnTo>
                  <a:lnTo>
                    <a:pt x="5150701" y="9055"/>
                  </a:lnTo>
                  <a:lnTo>
                    <a:pt x="5152555" y="7188"/>
                  </a:lnTo>
                  <a:lnTo>
                    <a:pt x="5153025" y="6070"/>
                  </a:lnTo>
                  <a:lnTo>
                    <a:pt x="5153025" y="3441"/>
                  </a:lnTo>
                  <a:close/>
                </a:path>
                <a:path w="11031855" h="209550">
                  <a:moveTo>
                    <a:pt x="5200650" y="3441"/>
                  </a:moveTo>
                  <a:lnTo>
                    <a:pt x="5200180" y="2324"/>
                  </a:lnTo>
                  <a:lnTo>
                    <a:pt x="5198326" y="457"/>
                  </a:lnTo>
                  <a:lnTo>
                    <a:pt x="5197195" y="0"/>
                  </a:lnTo>
                  <a:lnTo>
                    <a:pt x="5194566" y="0"/>
                  </a:lnTo>
                  <a:lnTo>
                    <a:pt x="5193449" y="457"/>
                  </a:lnTo>
                  <a:lnTo>
                    <a:pt x="5191595" y="2324"/>
                  </a:lnTo>
                  <a:lnTo>
                    <a:pt x="5191125" y="3441"/>
                  </a:lnTo>
                  <a:lnTo>
                    <a:pt x="5191125" y="6070"/>
                  </a:lnTo>
                  <a:lnTo>
                    <a:pt x="5191595" y="7188"/>
                  </a:lnTo>
                  <a:lnTo>
                    <a:pt x="5193449" y="9055"/>
                  </a:lnTo>
                  <a:lnTo>
                    <a:pt x="5194566" y="9525"/>
                  </a:lnTo>
                  <a:lnTo>
                    <a:pt x="5197195" y="9525"/>
                  </a:lnTo>
                  <a:lnTo>
                    <a:pt x="5198326" y="9055"/>
                  </a:lnTo>
                  <a:lnTo>
                    <a:pt x="5200180" y="7188"/>
                  </a:lnTo>
                  <a:lnTo>
                    <a:pt x="5200650" y="6070"/>
                  </a:lnTo>
                  <a:lnTo>
                    <a:pt x="5200650" y="3441"/>
                  </a:lnTo>
                  <a:close/>
                </a:path>
                <a:path w="11031855" h="209550">
                  <a:moveTo>
                    <a:pt x="5248275" y="3441"/>
                  </a:moveTo>
                  <a:lnTo>
                    <a:pt x="5247805" y="2324"/>
                  </a:lnTo>
                  <a:lnTo>
                    <a:pt x="5245951" y="457"/>
                  </a:lnTo>
                  <a:lnTo>
                    <a:pt x="5244820" y="0"/>
                  </a:lnTo>
                  <a:lnTo>
                    <a:pt x="5242191" y="0"/>
                  </a:lnTo>
                  <a:lnTo>
                    <a:pt x="5241074" y="457"/>
                  </a:lnTo>
                  <a:lnTo>
                    <a:pt x="5239220" y="2324"/>
                  </a:lnTo>
                  <a:lnTo>
                    <a:pt x="5238750" y="3441"/>
                  </a:lnTo>
                  <a:lnTo>
                    <a:pt x="5238750" y="6070"/>
                  </a:lnTo>
                  <a:lnTo>
                    <a:pt x="5239220" y="7188"/>
                  </a:lnTo>
                  <a:lnTo>
                    <a:pt x="5241074" y="9055"/>
                  </a:lnTo>
                  <a:lnTo>
                    <a:pt x="5242191" y="9525"/>
                  </a:lnTo>
                  <a:lnTo>
                    <a:pt x="5244820" y="9525"/>
                  </a:lnTo>
                  <a:lnTo>
                    <a:pt x="5245951" y="9055"/>
                  </a:lnTo>
                  <a:lnTo>
                    <a:pt x="5247805" y="7188"/>
                  </a:lnTo>
                  <a:lnTo>
                    <a:pt x="5248275" y="6070"/>
                  </a:lnTo>
                  <a:lnTo>
                    <a:pt x="5248275" y="3441"/>
                  </a:lnTo>
                  <a:close/>
                </a:path>
                <a:path w="11031855" h="209550">
                  <a:moveTo>
                    <a:pt x="5295900" y="3441"/>
                  </a:moveTo>
                  <a:lnTo>
                    <a:pt x="5295430" y="2324"/>
                  </a:lnTo>
                  <a:lnTo>
                    <a:pt x="5293576" y="457"/>
                  </a:lnTo>
                  <a:lnTo>
                    <a:pt x="5292445" y="0"/>
                  </a:lnTo>
                  <a:lnTo>
                    <a:pt x="5289816" y="0"/>
                  </a:lnTo>
                  <a:lnTo>
                    <a:pt x="5288699" y="457"/>
                  </a:lnTo>
                  <a:lnTo>
                    <a:pt x="5286845" y="2324"/>
                  </a:lnTo>
                  <a:lnTo>
                    <a:pt x="5286375" y="3441"/>
                  </a:lnTo>
                  <a:lnTo>
                    <a:pt x="5286375" y="6070"/>
                  </a:lnTo>
                  <a:lnTo>
                    <a:pt x="5286845" y="7188"/>
                  </a:lnTo>
                  <a:lnTo>
                    <a:pt x="5288699" y="9055"/>
                  </a:lnTo>
                  <a:lnTo>
                    <a:pt x="5289816" y="9525"/>
                  </a:lnTo>
                  <a:lnTo>
                    <a:pt x="5292445" y="9525"/>
                  </a:lnTo>
                  <a:lnTo>
                    <a:pt x="5293576" y="9055"/>
                  </a:lnTo>
                  <a:lnTo>
                    <a:pt x="5295430" y="7188"/>
                  </a:lnTo>
                  <a:lnTo>
                    <a:pt x="5295900" y="6070"/>
                  </a:lnTo>
                  <a:lnTo>
                    <a:pt x="5295900" y="3441"/>
                  </a:lnTo>
                  <a:close/>
                </a:path>
                <a:path w="11031855" h="209550">
                  <a:moveTo>
                    <a:pt x="5343525" y="3441"/>
                  </a:moveTo>
                  <a:lnTo>
                    <a:pt x="5343055" y="2324"/>
                  </a:lnTo>
                  <a:lnTo>
                    <a:pt x="5341201" y="457"/>
                  </a:lnTo>
                  <a:lnTo>
                    <a:pt x="5340070" y="0"/>
                  </a:lnTo>
                  <a:lnTo>
                    <a:pt x="5337441" y="0"/>
                  </a:lnTo>
                  <a:lnTo>
                    <a:pt x="5336324" y="457"/>
                  </a:lnTo>
                  <a:lnTo>
                    <a:pt x="5334470" y="2324"/>
                  </a:lnTo>
                  <a:lnTo>
                    <a:pt x="5334000" y="3441"/>
                  </a:lnTo>
                  <a:lnTo>
                    <a:pt x="5334000" y="6070"/>
                  </a:lnTo>
                  <a:lnTo>
                    <a:pt x="5334470" y="7188"/>
                  </a:lnTo>
                  <a:lnTo>
                    <a:pt x="5336324" y="9055"/>
                  </a:lnTo>
                  <a:lnTo>
                    <a:pt x="5337441" y="9525"/>
                  </a:lnTo>
                  <a:lnTo>
                    <a:pt x="5340070" y="9525"/>
                  </a:lnTo>
                  <a:lnTo>
                    <a:pt x="5341201" y="9055"/>
                  </a:lnTo>
                  <a:lnTo>
                    <a:pt x="5343055" y="7188"/>
                  </a:lnTo>
                  <a:lnTo>
                    <a:pt x="5343525" y="6070"/>
                  </a:lnTo>
                  <a:lnTo>
                    <a:pt x="5343525" y="3441"/>
                  </a:lnTo>
                  <a:close/>
                </a:path>
                <a:path w="11031855" h="209550">
                  <a:moveTo>
                    <a:pt x="5391150" y="3441"/>
                  </a:moveTo>
                  <a:lnTo>
                    <a:pt x="5390680" y="2324"/>
                  </a:lnTo>
                  <a:lnTo>
                    <a:pt x="5388826" y="457"/>
                  </a:lnTo>
                  <a:lnTo>
                    <a:pt x="5387695" y="0"/>
                  </a:lnTo>
                  <a:lnTo>
                    <a:pt x="5385066" y="0"/>
                  </a:lnTo>
                  <a:lnTo>
                    <a:pt x="5383949" y="457"/>
                  </a:lnTo>
                  <a:lnTo>
                    <a:pt x="5382095" y="2324"/>
                  </a:lnTo>
                  <a:lnTo>
                    <a:pt x="5381625" y="3441"/>
                  </a:lnTo>
                  <a:lnTo>
                    <a:pt x="5381625" y="6070"/>
                  </a:lnTo>
                  <a:lnTo>
                    <a:pt x="5382095" y="7188"/>
                  </a:lnTo>
                  <a:lnTo>
                    <a:pt x="5383949" y="9055"/>
                  </a:lnTo>
                  <a:lnTo>
                    <a:pt x="5385066" y="9525"/>
                  </a:lnTo>
                  <a:lnTo>
                    <a:pt x="5387695" y="9525"/>
                  </a:lnTo>
                  <a:lnTo>
                    <a:pt x="5388826" y="9055"/>
                  </a:lnTo>
                  <a:lnTo>
                    <a:pt x="5390680" y="7188"/>
                  </a:lnTo>
                  <a:lnTo>
                    <a:pt x="5391150" y="6070"/>
                  </a:lnTo>
                  <a:lnTo>
                    <a:pt x="5391150" y="3441"/>
                  </a:lnTo>
                  <a:close/>
                </a:path>
                <a:path w="11031855" h="209550">
                  <a:moveTo>
                    <a:pt x="5438775" y="3441"/>
                  </a:moveTo>
                  <a:lnTo>
                    <a:pt x="5438305" y="2324"/>
                  </a:lnTo>
                  <a:lnTo>
                    <a:pt x="5436451" y="457"/>
                  </a:lnTo>
                  <a:lnTo>
                    <a:pt x="5435320" y="0"/>
                  </a:lnTo>
                  <a:lnTo>
                    <a:pt x="5432691" y="0"/>
                  </a:lnTo>
                  <a:lnTo>
                    <a:pt x="5431574" y="457"/>
                  </a:lnTo>
                  <a:lnTo>
                    <a:pt x="5429720" y="2324"/>
                  </a:lnTo>
                  <a:lnTo>
                    <a:pt x="5429250" y="3441"/>
                  </a:lnTo>
                  <a:lnTo>
                    <a:pt x="5429250" y="6070"/>
                  </a:lnTo>
                  <a:lnTo>
                    <a:pt x="5429720" y="7188"/>
                  </a:lnTo>
                  <a:lnTo>
                    <a:pt x="5431574" y="9055"/>
                  </a:lnTo>
                  <a:lnTo>
                    <a:pt x="5432691" y="9525"/>
                  </a:lnTo>
                  <a:lnTo>
                    <a:pt x="5435320" y="9525"/>
                  </a:lnTo>
                  <a:lnTo>
                    <a:pt x="5436451" y="9055"/>
                  </a:lnTo>
                  <a:lnTo>
                    <a:pt x="5438305" y="7188"/>
                  </a:lnTo>
                  <a:lnTo>
                    <a:pt x="5438775" y="6070"/>
                  </a:lnTo>
                  <a:lnTo>
                    <a:pt x="5438775" y="3441"/>
                  </a:lnTo>
                  <a:close/>
                </a:path>
                <a:path w="11031855" h="209550">
                  <a:moveTo>
                    <a:pt x="5486400" y="3441"/>
                  </a:moveTo>
                  <a:lnTo>
                    <a:pt x="5485930" y="2324"/>
                  </a:lnTo>
                  <a:lnTo>
                    <a:pt x="5484076" y="457"/>
                  </a:lnTo>
                  <a:lnTo>
                    <a:pt x="5482945" y="0"/>
                  </a:lnTo>
                  <a:lnTo>
                    <a:pt x="5480316" y="0"/>
                  </a:lnTo>
                  <a:lnTo>
                    <a:pt x="5479199" y="457"/>
                  </a:lnTo>
                  <a:lnTo>
                    <a:pt x="5477345" y="2324"/>
                  </a:lnTo>
                  <a:lnTo>
                    <a:pt x="5476875" y="3441"/>
                  </a:lnTo>
                  <a:lnTo>
                    <a:pt x="5476875" y="6070"/>
                  </a:lnTo>
                  <a:lnTo>
                    <a:pt x="5477345" y="7188"/>
                  </a:lnTo>
                  <a:lnTo>
                    <a:pt x="5479199" y="9055"/>
                  </a:lnTo>
                  <a:lnTo>
                    <a:pt x="5480316" y="9525"/>
                  </a:lnTo>
                  <a:lnTo>
                    <a:pt x="5482945" y="9525"/>
                  </a:lnTo>
                  <a:lnTo>
                    <a:pt x="5484076" y="9055"/>
                  </a:lnTo>
                  <a:lnTo>
                    <a:pt x="5485930" y="7188"/>
                  </a:lnTo>
                  <a:lnTo>
                    <a:pt x="5486400" y="6070"/>
                  </a:lnTo>
                  <a:lnTo>
                    <a:pt x="5486400" y="3441"/>
                  </a:lnTo>
                  <a:close/>
                </a:path>
                <a:path w="11031855" h="209550">
                  <a:moveTo>
                    <a:pt x="5534025" y="3441"/>
                  </a:moveTo>
                  <a:lnTo>
                    <a:pt x="5533555" y="2324"/>
                  </a:lnTo>
                  <a:lnTo>
                    <a:pt x="5531701" y="457"/>
                  </a:lnTo>
                  <a:lnTo>
                    <a:pt x="5530570" y="0"/>
                  </a:lnTo>
                  <a:lnTo>
                    <a:pt x="5527941" y="0"/>
                  </a:lnTo>
                  <a:lnTo>
                    <a:pt x="5526824" y="457"/>
                  </a:lnTo>
                  <a:lnTo>
                    <a:pt x="5524970" y="2324"/>
                  </a:lnTo>
                  <a:lnTo>
                    <a:pt x="5524500" y="3441"/>
                  </a:lnTo>
                  <a:lnTo>
                    <a:pt x="5524500" y="6070"/>
                  </a:lnTo>
                  <a:lnTo>
                    <a:pt x="5524970" y="7188"/>
                  </a:lnTo>
                  <a:lnTo>
                    <a:pt x="5526824" y="9055"/>
                  </a:lnTo>
                  <a:lnTo>
                    <a:pt x="5527941" y="9525"/>
                  </a:lnTo>
                  <a:lnTo>
                    <a:pt x="5530570" y="9525"/>
                  </a:lnTo>
                  <a:lnTo>
                    <a:pt x="5531701" y="9055"/>
                  </a:lnTo>
                  <a:lnTo>
                    <a:pt x="5533555" y="7188"/>
                  </a:lnTo>
                  <a:lnTo>
                    <a:pt x="5534025" y="6070"/>
                  </a:lnTo>
                  <a:lnTo>
                    <a:pt x="5534025" y="3441"/>
                  </a:lnTo>
                  <a:close/>
                </a:path>
                <a:path w="11031855" h="209550">
                  <a:moveTo>
                    <a:pt x="5581650" y="3441"/>
                  </a:moveTo>
                  <a:lnTo>
                    <a:pt x="5581180" y="2324"/>
                  </a:lnTo>
                  <a:lnTo>
                    <a:pt x="5579326" y="457"/>
                  </a:lnTo>
                  <a:lnTo>
                    <a:pt x="5578195" y="0"/>
                  </a:lnTo>
                  <a:lnTo>
                    <a:pt x="5575566" y="0"/>
                  </a:lnTo>
                  <a:lnTo>
                    <a:pt x="5574449" y="457"/>
                  </a:lnTo>
                  <a:lnTo>
                    <a:pt x="5572595" y="2324"/>
                  </a:lnTo>
                  <a:lnTo>
                    <a:pt x="5572125" y="3441"/>
                  </a:lnTo>
                  <a:lnTo>
                    <a:pt x="5572125" y="6070"/>
                  </a:lnTo>
                  <a:lnTo>
                    <a:pt x="5572595" y="7188"/>
                  </a:lnTo>
                  <a:lnTo>
                    <a:pt x="5574449" y="9055"/>
                  </a:lnTo>
                  <a:lnTo>
                    <a:pt x="5575566" y="9525"/>
                  </a:lnTo>
                  <a:lnTo>
                    <a:pt x="5578195" y="9525"/>
                  </a:lnTo>
                  <a:lnTo>
                    <a:pt x="5579326" y="9055"/>
                  </a:lnTo>
                  <a:lnTo>
                    <a:pt x="5581180" y="7188"/>
                  </a:lnTo>
                  <a:lnTo>
                    <a:pt x="5581650" y="6070"/>
                  </a:lnTo>
                  <a:lnTo>
                    <a:pt x="5581650" y="3441"/>
                  </a:lnTo>
                  <a:close/>
                </a:path>
                <a:path w="11031855" h="209550">
                  <a:moveTo>
                    <a:pt x="5629275" y="3441"/>
                  </a:moveTo>
                  <a:lnTo>
                    <a:pt x="5628805" y="2324"/>
                  </a:lnTo>
                  <a:lnTo>
                    <a:pt x="5626951" y="457"/>
                  </a:lnTo>
                  <a:lnTo>
                    <a:pt x="5625820" y="0"/>
                  </a:lnTo>
                  <a:lnTo>
                    <a:pt x="5623191" y="0"/>
                  </a:lnTo>
                  <a:lnTo>
                    <a:pt x="5622074" y="457"/>
                  </a:lnTo>
                  <a:lnTo>
                    <a:pt x="5620220" y="2324"/>
                  </a:lnTo>
                  <a:lnTo>
                    <a:pt x="5619750" y="3441"/>
                  </a:lnTo>
                  <a:lnTo>
                    <a:pt x="5619750" y="6070"/>
                  </a:lnTo>
                  <a:lnTo>
                    <a:pt x="5620220" y="7188"/>
                  </a:lnTo>
                  <a:lnTo>
                    <a:pt x="5622074" y="9055"/>
                  </a:lnTo>
                  <a:lnTo>
                    <a:pt x="5623191" y="9525"/>
                  </a:lnTo>
                  <a:lnTo>
                    <a:pt x="5625820" y="9525"/>
                  </a:lnTo>
                  <a:lnTo>
                    <a:pt x="5626951" y="9055"/>
                  </a:lnTo>
                  <a:lnTo>
                    <a:pt x="5628805" y="7188"/>
                  </a:lnTo>
                  <a:lnTo>
                    <a:pt x="5629275" y="6070"/>
                  </a:lnTo>
                  <a:lnTo>
                    <a:pt x="5629275" y="3441"/>
                  </a:lnTo>
                  <a:close/>
                </a:path>
                <a:path w="11031855" h="209550">
                  <a:moveTo>
                    <a:pt x="5676900" y="3441"/>
                  </a:moveTo>
                  <a:lnTo>
                    <a:pt x="5676430" y="2324"/>
                  </a:lnTo>
                  <a:lnTo>
                    <a:pt x="5674576" y="457"/>
                  </a:lnTo>
                  <a:lnTo>
                    <a:pt x="5673445" y="0"/>
                  </a:lnTo>
                  <a:lnTo>
                    <a:pt x="5670816" y="0"/>
                  </a:lnTo>
                  <a:lnTo>
                    <a:pt x="5669699" y="457"/>
                  </a:lnTo>
                  <a:lnTo>
                    <a:pt x="5667845" y="2324"/>
                  </a:lnTo>
                  <a:lnTo>
                    <a:pt x="5667375" y="3441"/>
                  </a:lnTo>
                  <a:lnTo>
                    <a:pt x="5667375" y="6070"/>
                  </a:lnTo>
                  <a:lnTo>
                    <a:pt x="5667845" y="7188"/>
                  </a:lnTo>
                  <a:lnTo>
                    <a:pt x="5669699" y="9055"/>
                  </a:lnTo>
                  <a:lnTo>
                    <a:pt x="5670816" y="9525"/>
                  </a:lnTo>
                  <a:lnTo>
                    <a:pt x="5673445" y="9525"/>
                  </a:lnTo>
                  <a:lnTo>
                    <a:pt x="5674576" y="9055"/>
                  </a:lnTo>
                  <a:lnTo>
                    <a:pt x="5676430" y="7188"/>
                  </a:lnTo>
                  <a:lnTo>
                    <a:pt x="5676900" y="6070"/>
                  </a:lnTo>
                  <a:lnTo>
                    <a:pt x="5676900" y="3441"/>
                  </a:lnTo>
                  <a:close/>
                </a:path>
                <a:path w="11031855" h="209550">
                  <a:moveTo>
                    <a:pt x="5724525" y="3441"/>
                  </a:moveTo>
                  <a:lnTo>
                    <a:pt x="5724055" y="2324"/>
                  </a:lnTo>
                  <a:lnTo>
                    <a:pt x="5722201" y="457"/>
                  </a:lnTo>
                  <a:lnTo>
                    <a:pt x="5721070" y="0"/>
                  </a:lnTo>
                  <a:lnTo>
                    <a:pt x="5718441" y="0"/>
                  </a:lnTo>
                  <a:lnTo>
                    <a:pt x="5717324" y="457"/>
                  </a:lnTo>
                  <a:lnTo>
                    <a:pt x="5715457" y="2324"/>
                  </a:lnTo>
                  <a:lnTo>
                    <a:pt x="5715000" y="3441"/>
                  </a:lnTo>
                  <a:lnTo>
                    <a:pt x="5715000" y="6070"/>
                  </a:lnTo>
                  <a:lnTo>
                    <a:pt x="5715457" y="7188"/>
                  </a:lnTo>
                  <a:lnTo>
                    <a:pt x="5717324" y="9055"/>
                  </a:lnTo>
                  <a:lnTo>
                    <a:pt x="5718441" y="9525"/>
                  </a:lnTo>
                  <a:lnTo>
                    <a:pt x="5721070" y="9525"/>
                  </a:lnTo>
                  <a:lnTo>
                    <a:pt x="5722201" y="9055"/>
                  </a:lnTo>
                  <a:lnTo>
                    <a:pt x="5724055" y="7188"/>
                  </a:lnTo>
                  <a:lnTo>
                    <a:pt x="5724525" y="6070"/>
                  </a:lnTo>
                  <a:lnTo>
                    <a:pt x="5724525" y="3441"/>
                  </a:lnTo>
                  <a:close/>
                </a:path>
                <a:path w="11031855" h="209550">
                  <a:moveTo>
                    <a:pt x="5772150" y="3441"/>
                  </a:moveTo>
                  <a:lnTo>
                    <a:pt x="5771680" y="2324"/>
                  </a:lnTo>
                  <a:lnTo>
                    <a:pt x="5769826" y="457"/>
                  </a:lnTo>
                  <a:lnTo>
                    <a:pt x="5768695" y="0"/>
                  </a:lnTo>
                  <a:lnTo>
                    <a:pt x="5766066" y="0"/>
                  </a:lnTo>
                  <a:lnTo>
                    <a:pt x="5764949" y="457"/>
                  </a:lnTo>
                  <a:lnTo>
                    <a:pt x="5763095" y="2324"/>
                  </a:lnTo>
                  <a:lnTo>
                    <a:pt x="5762625" y="3441"/>
                  </a:lnTo>
                  <a:lnTo>
                    <a:pt x="5762625" y="6070"/>
                  </a:lnTo>
                  <a:lnTo>
                    <a:pt x="5763095" y="7188"/>
                  </a:lnTo>
                  <a:lnTo>
                    <a:pt x="5764949" y="9055"/>
                  </a:lnTo>
                  <a:lnTo>
                    <a:pt x="5766066" y="9525"/>
                  </a:lnTo>
                  <a:lnTo>
                    <a:pt x="5768695" y="9525"/>
                  </a:lnTo>
                  <a:lnTo>
                    <a:pt x="5769826" y="9055"/>
                  </a:lnTo>
                  <a:lnTo>
                    <a:pt x="5771680" y="7188"/>
                  </a:lnTo>
                  <a:lnTo>
                    <a:pt x="5772150" y="6070"/>
                  </a:lnTo>
                  <a:lnTo>
                    <a:pt x="5772150" y="3441"/>
                  </a:lnTo>
                  <a:close/>
                </a:path>
                <a:path w="11031855" h="209550">
                  <a:moveTo>
                    <a:pt x="5819775" y="3441"/>
                  </a:moveTo>
                  <a:lnTo>
                    <a:pt x="5819305" y="2324"/>
                  </a:lnTo>
                  <a:lnTo>
                    <a:pt x="5817451" y="457"/>
                  </a:lnTo>
                  <a:lnTo>
                    <a:pt x="5816320" y="0"/>
                  </a:lnTo>
                  <a:lnTo>
                    <a:pt x="5813691" y="0"/>
                  </a:lnTo>
                  <a:lnTo>
                    <a:pt x="5812574" y="457"/>
                  </a:lnTo>
                  <a:lnTo>
                    <a:pt x="5810720" y="2324"/>
                  </a:lnTo>
                  <a:lnTo>
                    <a:pt x="5810250" y="3441"/>
                  </a:lnTo>
                  <a:lnTo>
                    <a:pt x="5810250" y="6070"/>
                  </a:lnTo>
                  <a:lnTo>
                    <a:pt x="5810720" y="7188"/>
                  </a:lnTo>
                  <a:lnTo>
                    <a:pt x="5812574" y="9055"/>
                  </a:lnTo>
                  <a:lnTo>
                    <a:pt x="5813691" y="9525"/>
                  </a:lnTo>
                  <a:lnTo>
                    <a:pt x="5816320" y="9525"/>
                  </a:lnTo>
                  <a:lnTo>
                    <a:pt x="5817451" y="9055"/>
                  </a:lnTo>
                  <a:lnTo>
                    <a:pt x="5819305" y="7188"/>
                  </a:lnTo>
                  <a:lnTo>
                    <a:pt x="5819775" y="6070"/>
                  </a:lnTo>
                  <a:lnTo>
                    <a:pt x="5819775" y="3441"/>
                  </a:lnTo>
                  <a:close/>
                </a:path>
                <a:path w="11031855" h="209550">
                  <a:moveTo>
                    <a:pt x="5867400" y="3441"/>
                  </a:moveTo>
                  <a:lnTo>
                    <a:pt x="5866930" y="2324"/>
                  </a:lnTo>
                  <a:lnTo>
                    <a:pt x="5865076" y="457"/>
                  </a:lnTo>
                  <a:lnTo>
                    <a:pt x="5863945" y="0"/>
                  </a:lnTo>
                  <a:lnTo>
                    <a:pt x="5861316" y="0"/>
                  </a:lnTo>
                  <a:lnTo>
                    <a:pt x="5860199" y="457"/>
                  </a:lnTo>
                  <a:lnTo>
                    <a:pt x="5858345" y="2324"/>
                  </a:lnTo>
                  <a:lnTo>
                    <a:pt x="5857875" y="3441"/>
                  </a:lnTo>
                  <a:lnTo>
                    <a:pt x="5857875" y="6070"/>
                  </a:lnTo>
                  <a:lnTo>
                    <a:pt x="5858345" y="7188"/>
                  </a:lnTo>
                  <a:lnTo>
                    <a:pt x="5860199" y="9055"/>
                  </a:lnTo>
                  <a:lnTo>
                    <a:pt x="5861316" y="9525"/>
                  </a:lnTo>
                  <a:lnTo>
                    <a:pt x="5863945" y="9525"/>
                  </a:lnTo>
                  <a:lnTo>
                    <a:pt x="5865076" y="9055"/>
                  </a:lnTo>
                  <a:lnTo>
                    <a:pt x="5866930" y="7188"/>
                  </a:lnTo>
                  <a:lnTo>
                    <a:pt x="5867400" y="6070"/>
                  </a:lnTo>
                  <a:lnTo>
                    <a:pt x="5867400" y="3441"/>
                  </a:lnTo>
                  <a:close/>
                </a:path>
                <a:path w="11031855" h="209550">
                  <a:moveTo>
                    <a:pt x="5915025" y="3441"/>
                  </a:moveTo>
                  <a:lnTo>
                    <a:pt x="5914555" y="2324"/>
                  </a:lnTo>
                  <a:lnTo>
                    <a:pt x="5912701" y="457"/>
                  </a:lnTo>
                  <a:lnTo>
                    <a:pt x="5911570" y="0"/>
                  </a:lnTo>
                  <a:lnTo>
                    <a:pt x="5908941" y="0"/>
                  </a:lnTo>
                  <a:lnTo>
                    <a:pt x="5907824" y="457"/>
                  </a:lnTo>
                  <a:lnTo>
                    <a:pt x="5905970" y="2324"/>
                  </a:lnTo>
                  <a:lnTo>
                    <a:pt x="5905500" y="3441"/>
                  </a:lnTo>
                  <a:lnTo>
                    <a:pt x="5905500" y="6070"/>
                  </a:lnTo>
                  <a:lnTo>
                    <a:pt x="5905970" y="7188"/>
                  </a:lnTo>
                  <a:lnTo>
                    <a:pt x="5907824" y="9055"/>
                  </a:lnTo>
                  <a:lnTo>
                    <a:pt x="5908941" y="9525"/>
                  </a:lnTo>
                  <a:lnTo>
                    <a:pt x="5911570" y="9525"/>
                  </a:lnTo>
                  <a:lnTo>
                    <a:pt x="5912701" y="9055"/>
                  </a:lnTo>
                  <a:lnTo>
                    <a:pt x="5914555" y="7188"/>
                  </a:lnTo>
                  <a:lnTo>
                    <a:pt x="5915025" y="6070"/>
                  </a:lnTo>
                  <a:lnTo>
                    <a:pt x="5915025" y="3441"/>
                  </a:lnTo>
                  <a:close/>
                </a:path>
                <a:path w="11031855" h="209550">
                  <a:moveTo>
                    <a:pt x="5962650" y="3441"/>
                  </a:moveTo>
                  <a:lnTo>
                    <a:pt x="5962180" y="2324"/>
                  </a:lnTo>
                  <a:lnTo>
                    <a:pt x="5960326" y="457"/>
                  </a:lnTo>
                  <a:lnTo>
                    <a:pt x="5959195" y="0"/>
                  </a:lnTo>
                  <a:lnTo>
                    <a:pt x="5956566" y="0"/>
                  </a:lnTo>
                  <a:lnTo>
                    <a:pt x="5955449" y="457"/>
                  </a:lnTo>
                  <a:lnTo>
                    <a:pt x="5953595" y="2324"/>
                  </a:lnTo>
                  <a:lnTo>
                    <a:pt x="5953125" y="3441"/>
                  </a:lnTo>
                  <a:lnTo>
                    <a:pt x="5953125" y="6070"/>
                  </a:lnTo>
                  <a:lnTo>
                    <a:pt x="5953595" y="7188"/>
                  </a:lnTo>
                  <a:lnTo>
                    <a:pt x="5955449" y="9055"/>
                  </a:lnTo>
                  <a:lnTo>
                    <a:pt x="5956566" y="9525"/>
                  </a:lnTo>
                  <a:lnTo>
                    <a:pt x="5959195" y="9525"/>
                  </a:lnTo>
                  <a:lnTo>
                    <a:pt x="5960326" y="9055"/>
                  </a:lnTo>
                  <a:lnTo>
                    <a:pt x="5962180" y="7188"/>
                  </a:lnTo>
                  <a:lnTo>
                    <a:pt x="5962650" y="6070"/>
                  </a:lnTo>
                  <a:lnTo>
                    <a:pt x="5962650" y="3441"/>
                  </a:lnTo>
                  <a:close/>
                </a:path>
                <a:path w="11031855" h="209550">
                  <a:moveTo>
                    <a:pt x="6010275" y="3441"/>
                  </a:moveTo>
                  <a:lnTo>
                    <a:pt x="6009805" y="2324"/>
                  </a:lnTo>
                  <a:lnTo>
                    <a:pt x="6007951" y="457"/>
                  </a:lnTo>
                  <a:lnTo>
                    <a:pt x="6006820" y="0"/>
                  </a:lnTo>
                  <a:lnTo>
                    <a:pt x="6004191" y="0"/>
                  </a:lnTo>
                  <a:lnTo>
                    <a:pt x="6003074" y="457"/>
                  </a:lnTo>
                  <a:lnTo>
                    <a:pt x="6001220" y="2324"/>
                  </a:lnTo>
                  <a:lnTo>
                    <a:pt x="6000750" y="3441"/>
                  </a:lnTo>
                  <a:lnTo>
                    <a:pt x="6000750" y="6070"/>
                  </a:lnTo>
                  <a:lnTo>
                    <a:pt x="6001220" y="7188"/>
                  </a:lnTo>
                  <a:lnTo>
                    <a:pt x="6003074" y="9055"/>
                  </a:lnTo>
                  <a:lnTo>
                    <a:pt x="6004191" y="9525"/>
                  </a:lnTo>
                  <a:lnTo>
                    <a:pt x="6006820" y="9525"/>
                  </a:lnTo>
                  <a:lnTo>
                    <a:pt x="6007951" y="9055"/>
                  </a:lnTo>
                  <a:lnTo>
                    <a:pt x="6009805" y="7188"/>
                  </a:lnTo>
                  <a:lnTo>
                    <a:pt x="6010275" y="6070"/>
                  </a:lnTo>
                  <a:lnTo>
                    <a:pt x="6010275" y="3441"/>
                  </a:lnTo>
                  <a:close/>
                </a:path>
                <a:path w="11031855" h="209550">
                  <a:moveTo>
                    <a:pt x="6057900" y="3441"/>
                  </a:moveTo>
                  <a:lnTo>
                    <a:pt x="6057430" y="2324"/>
                  </a:lnTo>
                  <a:lnTo>
                    <a:pt x="6055576" y="457"/>
                  </a:lnTo>
                  <a:lnTo>
                    <a:pt x="6054445" y="0"/>
                  </a:lnTo>
                  <a:lnTo>
                    <a:pt x="6051816" y="0"/>
                  </a:lnTo>
                  <a:lnTo>
                    <a:pt x="6050699" y="457"/>
                  </a:lnTo>
                  <a:lnTo>
                    <a:pt x="6048832" y="2324"/>
                  </a:lnTo>
                  <a:lnTo>
                    <a:pt x="6048375" y="3441"/>
                  </a:lnTo>
                  <a:lnTo>
                    <a:pt x="6048375" y="6070"/>
                  </a:lnTo>
                  <a:lnTo>
                    <a:pt x="6048832" y="7188"/>
                  </a:lnTo>
                  <a:lnTo>
                    <a:pt x="6050699" y="9055"/>
                  </a:lnTo>
                  <a:lnTo>
                    <a:pt x="6051816" y="9525"/>
                  </a:lnTo>
                  <a:lnTo>
                    <a:pt x="6054445" y="9525"/>
                  </a:lnTo>
                  <a:lnTo>
                    <a:pt x="6055576" y="9055"/>
                  </a:lnTo>
                  <a:lnTo>
                    <a:pt x="6057430" y="7188"/>
                  </a:lnTo>
                  <a:lnTo>
                    <a:pt x="6057900" y="6070"/>
                  </a:lnTo>
                  <a:lnTo>
                    <a:pt x="6057900" y="3441"/>
                  </a:lnTo>
                  <a:close/>
                </a:path>
                <a:path w="11031855" h="209550">
                  <a:moveTo>
                    <a:pt x="6105525" y="3441"/>
                  </a:moveTo>
                  <a:lnTo>
                    <a:pt x="6105055" y="2324"/>
                  </a:lnTo>
                  <a:lnTo>
                    <a:pt x="6103201" y="457"/>
                  </a:lnTo>
                  <a:lnTo>
                    <a:pt x="6102070" y="0"/>
                  </a:lnTo>
                  <a:lnTo>
                    <a:pt x="6099441" y="0"/>
                  </a:lnTo>
                  <a:lnTo>
                    <a:pt x="6098324" y="457"/>
                  </a:lnTo>
                  <a:lnTo>
                    <a:pt x="6096470" y="2324"/>
                  </a:lnTo>
                  <a:lnTo>
                    <a:pt x="6096000" y="3441"/>
                  </a:lnTo>
                  <a:lnTo>
                    <a:pt x="6096000" y="6070"/>
                  </a:lnTo>
                  <a:lnTo>
                    <a:pt x="6096470" y="7188"/>
                  </a:lnTo>
                  <a:lnTo>
                    <a:pt x="6098324" y="9055"/>
                  </a:lnTo>
                  <a:lnTo>
                    <a:pt x="6099441" y="9525"/>
                  </a:lnTo>
                  <a:lnTo>
                    <a:pt x="6102070" y="9525"/>
                  </a:lnTo>
                  <a:lnTo>
                    <a:pt x="6103201" y="9055"/>
                  </a:lnTo>
                  <a:lnTo>
                    <a:pt x="6105055" y="7188"/>
                  </a:lnTo>
                  <a:lnTo>
                    <a:pt x="6105525" y="6070"/>
                  </a:lnTo>
                  <a:lnTo>
                    <a:pt x="6105525" y="3441"/>
                  </a:lnTo>
                  <a:close/>
                </a:path>
                <a:path w="11031855" h="209550">
                  <a:moveTo>
                    <a:pt x="6153150" y="3441"/>
                  </a:moveTo>
                  <a:lnTo>
                    <a:pt x="6152680" y="2324"/>
                  </a:lnTo>
                  <a:lnTo>
                    <a:pt x="6150826" y="457"/>
                  </a:lnTo>
                  <a:lnTo>
                    <a:pt x="6149695" y="0"/>
                  </a:lnTo>
                  <a:lnTo>
                    <a:pt x="6147066" y="0"/>
                  </a:lnTo>
                  <a:lnTo>
                    <a:pt x="6145949" y="457"/>
                  </a:lnTo>
                  <a:lnTo>
                    <a:pt x="6144095" y="2324"/>
                  </a:lnTo>
                  <a:lnTo>
                    <a:pt x="6143625" y="3441"/>
                  </a:lnTo>
                  <a:lnTo>
                    <a:pt x="6143625" y="6070"/>
                  </a:lnTo>
                  <a:lnTo>
                    <a:pt x="6144095" y="7188"/>
                  </a:lnTo>
                  <a:lnTo>
                    <a:pt x="6145949" y="9055"/>
                  </a:lnTo>
                  <a:lnTo>
                    <a:pt x="6147066" y="9525"/>
                  </a:lnTo>
                  <a:lnTo>
                    <a:pt x="6149695" y="9525"/>
                  </a:lnTo>
                  <a:lnTo>
                    <a:pt x="6150826" y="9055"/>
                  </a:lnTo>
                  <a:lnTo>
                    <a:pt x="6152680" y="7188"/>
                  </a:lnTo>
                  <a:lnTo>
                    <a:pt x="6153150" y="6070"/>
                  </a:lnTo>
                  <a:lnTo>
                    <a:pt x="6153150" y="3441"/>
                  </a:lnTo>
                  <a:close/>
                </a:path>
                <a:path w="11031855" h="209550">
                  <a:moveTo>
                    <a:pt x="6200775" y="3441"/>
                  </a:moveTo>
                  <a:lnTo>
                    <a:pt x="6200305" y="2324"/>
                  </a:lnTo>
                  <a:lnTo>
                    <a:pt x="6198451" y="457"/>
                  </a:lnTo>
                  <a:lnTo>
                    <a:pt x="6197320" y="0"/>
                  </a:lnTo>
                  <a:lnTo>
                    <a:pt x="6194691" y="0"/>
                  </a:lnTo>
                  <a:lnTo>
                    <a:pt x="6193574" y="457"/>
                  </a:lnTo>
                  <a:lnTo>
                    <a:pt x="6191720" y="2324"/>
                  </a:lnTo>
                  <a:lnTo>
                    <a:pt x="6191250" y="3441"/>
                  </a:lnTo>
                  <a:lnTo>
                    <a:pt x="6191250" y="6070"/>
                  </a:lnTo>
                  <a:lnTo>
                    <a:pt x="6191720" y="7188"/>
                  </a:lnTo>
                  <a:lnTo>
                    <a:pt x="6193574" y="9055"/>
                  </a:lnTo>
                  <a:lnTo>
                    <a:pt x="6194691" y="9525"/>
                  </a:lnTo>
                  <a:lnTo>
                    <a:pt x="6197320" y="9525"/>
                  </a:lnTo>
                  <a:lnTo>
                    <a:pt x="6198451" y="9055"/>
                  </a:lnTo>
                  <a:lnTo>
                    <a:pt x="6200305" y="7188"/>
                  </a:lnTo>
                  <a:lnTo>
                    <a:pt x="6200775" y="6070"/>
                  </a:lnTo>
                  <a:lnTo>
                    <a:pt x="6200775" y="3441"/>
                  </a:lnTo>
                  <a:close/>
                </a:path>
                <a:path w="11031855" h="209550">
                  <a:moveTo>
                    <a:pt x="6248400" y="3441"/>
                  </a:moveTo>
                  <a:lnTo>
                    <a:pt x="6247930" y="2324"/>
                  </a:lnTo>
                  <a:lnTo>
                    <a:pt x="6246076" y="457"/>
                  </a:lnTo>
                  <a:lnTo>
                    <a:pt x="6244945" y="0"/>
                  </a:lnTo>
                  <a:lnTo>
                    <a:pt x="6242316" y="0"/>
                  </a:lnTo>
                  <a:lnTo>
                    <a:pt x="6241199" y="457"/>
                  </a:lnTo>
                  <a:lnTo>
                    <a:pt x="6239345" y="2324"/>
                  </a:lnTo>
                  <a:lnTo>
                    <a:pt x="6238875" y="3441"/>
                  </a:lnTo>
                  <a:lnTo>
                    <a:pt x="6238875" y="6070"/>
                  </a:lnTo>
                  <a:lnTo>
                    <a:pt x="6239345" y="7188"/>
                  </a:lnTo>
                  <a:lnTo>
                    <a:pt x="6241199" y="9055"/>
                  </a:lnTo>
                  <a:lnTo>
                    <a:pt x="6242316" y="9525"/>
                  </a:lnTo>
                  <a:lnTo>
                    <a:pt x="6244945" y="9525"/>
                  </a:lnTo>
                  <a:lnTo>
                    <a:pt x="6246076" y="9055"/>
                  </a:lnTo>
                  <a:lnTo>
                    <a:pt x="6247930" y="7188"/>
                  </a:lnTo>
                  <a:lnTo>
                    <a:pt x="6248400" y="6070"/>
                  </a:lnTo>
                  <a:lnTo>
                    <a:pt x="6248400" y="3441"/>
                  </a:lnTo>
                  <a:close/>
                </a:path>
                <a:path w="11031855" h="209550">
                  <a:moveTo>
                    <a:pt x="6296025" y="3441"/>
                  </a:moveTo>
                  <a:lnTo>
                    <a:pt x="6295555" y="2324"/>
                  </a:lnTo>
                  <a:lnTo>
                    <a:pt x="6293701" y="457"/>
                  </a:lnTo>
                  <a:lnTo>
                    <a:pt x="6292570" y="0"/>
                  </a:lnTo>
                  <a:lnTo>
                    <a:pt x="6289941" y="0"/>
                  </a:lnTo>
                  <a:lnTo>
                    <a:pt x="6288824" y="457"/>
                  </a:lnTo>
                  <a:lnTo>
                    <a:pt x="6286970" y="2324"/>
                  </a:lnTo>
                  <a:lnTo>
                    <a:pt x="6286500" y="3441"/>
                  </a:lnTo>
                  <a:lnTo>
                    <a:pt x="6286500" y="6070"/>
                  </a:lnTo>
                  <a:lnTo>
                    <a:pt x="6286970" y="7188"/>
                  </a:lnTo>
                  <a:lnTo>
                    <a:pt x="6288824" y="9055"/>
                  </a:lnTo>
                  <a:lnTo>
                    <a:pt x="6289941" y="9525"/>
                  </a:lnTo>
                  <a:lnTo>
                    <a:pt x="6292570" y="9525"/>
                  </a:lnTo>
                  <a:lnTo>
                    <a:pt x="6293701" y="9055"/>
                  </a:lnTo>
                  <a:lnTo>
                    <a:pt x="6295555" y="7188"/>
                  </a:lnTo>
                  <a:lnTo>
                    <a:pt x="6296025" y="6070"/>
                  </a:lnTo>
                  <a:lnTo>
                    <a:pt x="6296025" y="3441"/>
                  </a:lnTo>
                  <a:close/>
                </a:path>
                <a:path w="11031855" h="209550">
                  <a:moveTo>
                    <a:pt x="6343650" y="3441"/>
                  </a:moveTo>
                  <a:lnTo>
                    <a:pt x="6343180" y="2324"/>
                  </a:lnTo>
                  <a:lnTo>
                    <a:pt x="6341326" y="457"/>
                  </a:lnTo>
                  <a:lnTo>
                    <a:pt x="6340195" y="0"/>
                  </a:lnTo>
                  <a:lnTo>
                    <a:pt x="6337567" y="0"/>
                  </a:lnTo>
                  <a:lnTo>
                    <a:pt x="6336449" y="457"/>
                  </a:lnTo>
                  <a:lnTo>
                    <a:pt x="6334595" y="2324"/>
                  </a:lnTo>
                  <a:lnTo>
                    <a:pt x="6334125" y="3441"/>
                  </a:lnTo>
                  <a:lnTo>
                    <a:pt x="6334125" y="6070"/>
                  </a:lnTo>
                  <a:lnTo>
                    <a:pt x="6334595" y="7188"/>
                  </a:lnTo>
                  <a:lnTo>
                    <a:pt x="6336449" y="9055"/>
                  </a:lnTo>
                  <a:lnTo>
                    <a:pt x="6337567" y="9525"/>
                  </a:lnTo>
                  <a:lnTo>
                    <a:pt x="6340195" y="9525"/>
                  </a:lnTo>
                  <a:lnTo>
                    <a:pt x="6341326" y="9055"/>
                  </a:lnTo>
                  <a:lnTo>
                    <a:pt x="6343180" y="7188"/>
                  </a:lnTo>
                  <a:lnTo>
                    <a:pt x="6343650" y="6070"/>
                  </a:lnTo>
                  <a:lnTo>
                    <a:pt x="6343650" y="3441"/>
                  </a:lnTo>
                  <a:close/>
                </a:path>
                <a:path w="11031855" h="209550">
                  <a:moveTo>
                    <a:pt x="6391275" y="3441"/>
                  </a:moveTo>
                  <a:lnTo>
                    <a:pt x="6390805" y="2324"/>
                  </a:lnTo>
                  <a:lnTo>
                    <a:pt x="6388951" y="457"/>
                  </a:lnTo>
                  <a:lnTo>
                    <a:pt x="6387820" y="0"/>
                  </a:lnTo>
                  <a:lnTo>
                    <a:pt x="6385192" y="0"/>
                  </a:lnTo>
                  <a:lnTo>
                    <a:pt x="6384074" y="457"/>
                  </a:lnTo>
                  <a:lnTo>
                    <a:pt x="6382207" y="2324"/>
                  </a:lnTo>
                  <a:lnTo>
                    <a:pt x="6381750" y="3441"/>
                  </a:lnTo>
                  <a:lnTo>
                    <a:pt x="6381750" y="6070"/>
                  </a:lnTo>
                  <a:lnTo>
                    <a:pt x="6382207" y="7188"/>
                  </a:lnTo>
                  <a:lnTo>
                    <a:pt x="6384074" y="9055"/>
                  </a:lnTo>
                  <a:lnTo>
                    <a:pt x="6385192" y="9525"/>
                  </a:lnTo>
                  <a:lnTo>
                    <a:pt x="6387820" y="9525"/>
                  </a:lnTo>
                  <a:lnTo>
                    <a:pt x="6388951" y="9055"/>
                  </a:lnTo>
                  <a:lnTo>
                    <a:pt x="6390805" y="7188"/>
                  </a:lnTo>
                  <a:lnTo>
                    <a:pt x="6391275" y="6070"/>
                  </a:lnTo>
                  <a:lnTo>
                    <a:pt x="6391275" y="3441"/>
                  </a:lnTo>
                  <a:close/>
                </a:path>
                <a:path w="11031855" h="209550">
                  <a:moveTo>
                    <a:pt x="6438900" y="3441"/>
                  </a:moveTo>
                  <a:lnTo>
                    <a:pt x="6438430" y="2324"/>
                  </a:lnTo>
                  <a:lnTo>
                    <a:pt x="6436576" y="457"/>
                  </a:lnTo>
                  <a:lnTo>
                    <a:pt x="6435445" y="0"/>
                  </a:lnTo>
                  <a:lnTo>
                    <a:pt x="6432817" y="0"/>
                  </a:lnTo>
                  <a:lnTo>
                    <a:pt x="6431699" y="457"/>
                  </a:lnTo>
                  <a:lnTo>
                    <a:pt x="6429845" y="2324"/>
                  </a:lnTo>
                  <a:lnTo>
                    <a:pt x="6429375" y="3441"/>
                  </a:lnTo>
                  <a:lnTo>
                    <a:pt x="6429375" y="6070"/>
                  </a:lnTo>
                  <a:lnTo>
                    <a:pt x="6429845" y="7188"/>
                  </a:lnTo>
                  <a:lnTo>
                    <a:pt x="6431699" y="9055"/>
                  </a:lnTo>
                  <a:lnTo>
                    <a:pt x="6432817" y="9525"/>
                  </a:lnTo>
                  <a:lnTo>
                    <a:pt x="6435445" y="9525"/>
                  </a:lnTo>
                  <a:lnTo>
                    <a:pt x="6436576" y="9055"/>
                  </a:lnTo>
                  <a:lnTo>
                    <a:pt x="6438430" y="7188"/>
                  </a:lnTo>
                  <a:lnTo>
                    <a:pt x="6438900" y="6070"/>
                  </a:lnTo>
                  <a:lnTo>
                    <a:pt x="6438900" y="3441"/>
                  </a:lnTo>
                  <a:close/>
                </a:path>
                <a:path w="11031855" h="209550">
                  <a:moveTo>
                    <a:pt x="6486525" y="3441"/>
                  </a:moveTo>
                  <a:lnTo>
                    <a:pt x="6486055" y="2324"/>
                  </a:lnTo>
                  <a:lnTo>
                    <a:pt x="6484201" y="457"/>
                  </a:lnTo>
                  <a:lnTo>
                    <a:pt x="6483070" y="0"/>
                  </a:lnTo>
                  <a:lnTo>
                    <a:pt x="6480442" y="0"/>
                  </a:lnTo>
                  <a:lnTo>
                    <a:pt x="6479324" y="457"/>
                  </a:lnTo>
                  <a:lnTo>
                    <a:pt x="6477470" y="2324"/>
                  </a:lnTo>
                  <a:lnTo>
                    <a:pt x="6477000" y="3441"/>
                  </a:lnTo>
                  <a:lnTo>
                    <a:pt x="6477000" y="6070"/>
                  </a:lnTo>
                  <a:lnTo>
                    <a:pt x="6477470" y="7188"/>
                  </a:lnTo>
                  <a:lnTo>
                    <a:pt x="6479324" y="9055"/>
                  </a:lnTo>
                  <a:lnTo>
                    <a:pt x="6480442" y="9525"/>
                  </a:lnTo>
                  <a:lnTo>
                    <a:pt x="6483070" y="9525"/>
                  </a:lnTo>
                  <a:lnTo>
                    <a:pt x="6484201" y="9055"/>
                  </a:lnTo>
                  <a:lnTo>
                    <a:pt x="6486055" y="7188"/>
                  </a:lnTo>
                  <a:lnTo>
                    <a:pt x="6486525" y="6070"/>
                  </a:lnTo>
                  <a:lnTo>
                    <a:pt x="6486525" y="3441"/>
                  </a:lnTo>
                  <a:close/>
                </a:path>
                <a:path w="11031855" h="209550">
                  <a:moveTo>
                    <a:pt x="6534150" y="3441"/>
                  </a:moveTo>
                  <a:lnTo>
                    <a:pt x="6533680" y="2324"/>
                  </a:lnTo>
                  <a:lnTo>
                    <a:pt x="6531826" y="457"/>
                  </a:lnTo>
                  <a:lnTo>
                    <a:pt x="6530695" y="0"/>
                  </a:lnTo>
                  <a:lnTo>
                    <a:pt x="6528067" y="0"/>
                  </a:lnTo>
                  <a:lnTo>
                    <a:pt x="6526949" y="457"/>
                  </a:lnTo>
                  <a:lnTo>
                    <a:pt x="6525095" y="2324"/>
                  </a:lnTo>
                  <a:lnTo>
                    <a:pt x="6524625" y="3441"/>
                  </a:lnTo>
                  <a:lnTo>
                    <a:pt x="6524625" y="6070"/>
                  </a:lnTo>
                  <a:lnTo>
                    <a:pt x="6525095" y="7188"/>
                  </a:lnTo>
                  <a:lnTo>
                    <a:pt x="6526949" y="9055"/>
                  </a:lnTo>
                  <a:lnTo>
                    <a:pt x="6528067" y="9525"/>
                  </a:lnTo>
                  <a:lnTo>
                    <a:pt x="6530695" y="9525"/>
                  </a:lnTo>
                  <a:lnTo>
                    <a:pt x="6531826" y="9055"/>
                  </a:lnTo>
                  <a:lnTo>
                    <a:pt x="6533680" y="7188"/>
                  </a:lnTo>
                  <a:lnTo>
                    <a:pt x="6534150" y="6070"/>
                  </a:lnTo>
                  <a:lnTo>
                    <a:pt x="6534150" y="3441"/>
                  </a:lnTo>
                  <a:close/>
                </a:path>
                <a:path w="11031855" h="209550">
                  <a:moveTo>
                    <a:pt x="6581775" y="3441"/>
                  </a:moveTo>
                  <a:lnTo>
                    <a:pt x="6581305" y="2324"/>
                  </a:lnTo>
                  <a:lnTo>
                    <a:pt x="6579451" y="457"/>
                  </a:lnTo>
                  <a:lnTo>
                    <a:pt x="6578320" y="0"/>
                  </a:lnTo>
                  <a:lnTo>
                    <a:pt x="6575692" y="0"/>
                  </a:lnTo>
                  <a:lnTo>
                    <a:pt x="6574574" y="457"/>
                  </a:lnTo>
                  <a:lnTo>
                    <a:pt x="6572720" y="2324"/>
                  </a:lnTo>
                  <a:lnTo>
                    <a:pt x="6572250" y="3441"/>
                  </a:lnTo>
                  <a:lnTo>
                    <a:pt x="6572250" y="6070"/>
                  </a:lnTo>
                  <a:lnTo>
                    <a:pt x="6572720" y="7188"/>
                  </a:lnTo>
                  <a:lnTo>
                    <a:pt x="6574574" y="9055"/>
                  </a:lnTo>
                  <a:lnTo>
                    <a:pt x="6575692" y="9525"/>
                  </a:lnTo>
                  <a:lnTo>
                    <a:pt x="6578320" y="9525"/>
                  </a:lnTo>
                  <a:lnTo>
                    <a:pt x="6579451" y="9055"/>
                  </a:lnTo>
                  <a:lnTo>
                    <a:pt x="6581305" y="7188"/>
                  </a:lnTo>
                  <a:lnTo>
                    <a:pt x="6581775" y="6070"/>
                  </a:lnTo>
                  <a:lnTo>
                    <a:pt x="6581775" y="3441"/>
                  </a:lnTo>
                  <a:close/>
                </a:path>
                <a:path w="11031855" h="209550">
                  <a:moveTo>
                    <a:pt x="6629400" y="3441"/>
                  </a:moveTo>
                  <a:lnTo>
                    <a:pt x="6628930" y="2324"/>
                  </a:lnTo>
                  <a:lnTo>
                    <a:pt x="6627076" y="457"/>
                  </a:lnTo>
                  <a:lnTo>
                    <a:pt x="6625945" y="0"/>
                  </a:lnTo>
                  <a:lnTo>
                    <a:pt x="6623317" y="0"/>
                  </a:lnTo>
                  <a:lnTo>
                    <a:pt x="6622199" y="457"/>
                  </a:lnTo>
                  <a:lnTo>
                    <a:pt x="6620345" y="2324"/>
                  </a:lnTo>
                  <a:lnTo>
                    <a:pt x="6619875" y="3441"/>
                  </a:lnTo>
                  <a:lnTo>
                    <a:pt x="6619875" y="6070"/>
                  </a:lnTo>
                  <a:lnTo>
                    <a:pt x="6620345" y="7188"/>
                  </a:lnTo>
                  <a:lnTo>
                    <a:pt x="6622199" y="9055"/>
                  </a:lnTo>
                  <a:lnTo>
                    <a:pt x="6623317" y="9525"/>
                  </a:lnTo>
                  <a:lnTo>
                    <a:pt x="6625945" y="9525"/>
                  </a:lnTo>
                  <a:lnTo>
                    <a:pt x="6627076" y="9055"/>
                  </a:lnTo>
                  <a:lnTo>
                    <a:pt x="6628930" y="7188"/>
                  </a:lnTo>
                  <a:lnTo>
                    <a:pt x="6629400" y="6070"/>
                  </a:lnTo>
                  <a:lnTo>
                    <a:pt x="6629400" y="3441"/>
                  </a:lnTo>
                  <a:close/>
                </a:path>
                <a:path w="11031855" h="209550">
                  <a:moveTo>
                    <a:pt x="6677025" y="3441"/>
                  </a:moveTo>
                  <a:lnTo>
                    <a:pt x="6676555" y="2324"/>
                  </a:lnTo>
                  <a:lnTo>
                    <a:pt x="6674701" y="457"/>
                  </a:lnTo>
                  <a:lnTo>
                    <a:pt x="6673570" y="0"/>
                  </a:lnTo>
                  <a:lnTo>
                    <a:pt x="6670942" y="0"/>
                  </a:lnTo>
                  <a:lnTo>
                    <a:pt x="6669824" y="457"/>
                  </a:lnTo>
                  <a:lnTo>
                    <a:pt x="6667970" y="2324"/>
                  </a:lnTo>
                  <a:lnTo>
                    <a:pt x="6667500" y="3441"/>
                  </a:lnTo>
                  <a:lnTo>
                    <a:pt x="6667500" y="6070"/>
                  </a:lnTo>
                  <a:lnTo>
                    <a:pt x="6667970" y="7188"/>
                  </a:lnTo>
                  <a:lnTo>
                    <a:pt x="6669824" y="9055"/>
                  </a:lnTo>
                  <a:lnTo>
                    <a:pt x="6670942" y="9525"/>
                  </a:lnTo>
                  <a:lnTo>
                    <a:pt x="6673570" y="9525"/>
                  </a:lnTo>
                  <a:lnTo>
                    <a:pt x="6674701" y="9055"/>
                  </a:lnTo>
                  <a:lnTo>
                    <a:pt x="6676555" y="7188"/>
                  </a:lnTo>
                  <a:lnTo>
                    <a:pt x="6677025" y="6070"/>
                  </a:lnTo>
                  <a:lnTo>
                    <a:pt x="6677025" y="3441"/>
                  </a:lnTo>
                  <a:close/>
                </a:path>
                <a:path w="11031855" h="209550">
                  <a:moveTo>
                    <a:pt x="6724650" y="3441"/>
                  </a:moveTo>
                  <a:lnTo>
                    <a:pt x="6724180" y="2324"/>
                  </a:lnTo>
                  <a:lnTo>
                    <a:pt x="6722326" y="457"/>
                  </a:lnTo>
                  <a:lnTo>
                    <a:pt x="6721208" y="0"/>
                  </a:lnTo>
                  <a:lnTo>
                    <a:pt x="6718567" y="0"/>
                  </a:lnTo>
                  <a:lnTo>
                    <a:pt x="6717449" y="457"/>
                  </a:lnTo>
                  <a:lnTo>
                    <a:pt x="6715595" y="2324"/>
                  </a:lnTo>
                  <a:lnTo>
                    <a:pt x="6715125" y="3441"/>
                  </a:lnTo>
                  <a:lnTo>
                    <a:pt x="6715125" y="6070"/>
                  </a:lnTo>
                  <a:lnTo>
                    <a:pt x="6715595" y="7188"/>
                  </a:lnTo>
                  <a:lnTo>
                    <a:pt x="6717449" y="9055"/>
                  </a:lnTo>
                  <a:lnTo>
                    <a:pt x="6718567" y="9525"/>
                  </a:lnTo>
                  <a:lnTo>
                    <a:pt x="6721208" y="9525"/>
                  </a:lnTo>
                  <a:lnTo>
                    <a:pt x="6722326" y="9055"/>
                  </a:lnTo>
                  <a:lnTo>
                    <a:pt x="6724180" y="7188"/>
                  </a:lnTo>
                  <a:lnTo>
                    <a:pt x="6724650" y="6070"/>
                  </a:lnTo>
                  <a:lnTo>
                    <a:pt x="6724650" y="3441"/>
                  </a:lnTo>
                  <a:close/>
                </a:path>
                <a:path w="11031855" h="209550">
                  <a:moveTo>
                    <a:pt x="6772275" y="3441"/>
                  </a:moveTo>
                  <a:lnTo>
                    <a:pt x="6771805" y="2324"/>
                  </a:lnTo>
                  <a:lnTo>
                    <a:pt x="6769951" y="457"/>
                  </a:lnTo>
                  <a:lnTo>
                    <a:pt x="6768820" y="0"/>
                  </a:lnTo>
                  <a:lnTo>
                    <a:pt x="6766192" y="0"/>
                  </a:lnTo>
                  <a:lnTo>
                    <a:pt x="6765074" y="457"/>
                  </a:lnTo>
                  <a:lnTo>
                    <a:pt x="6763220" y="2324"/>
                  </a:lnTo>
                  <a:lnTo>
                    <a:pt x="6762750" y="3441"/>
                  </a:lnTo>
                  <a:lnTo>
                    <a:pt x="6762750" y="6070"/>
                  </a:lnTo>
                  <a:lnTo>
                    <a:pt x="6763220" y="7188"/>
                  </a:lnTo>
                  <a:lnTo>
                    <a:pt x="6765074" y="9055"/>
                  </a:lnTo>
                  <a:lnTo>
                    <a:pt x="6766192" y="9525"/>
                  </a:lnTo>
                  <a:lnTo>
                    <a:pt x="6768820" y="9525"/>
                  </a:lnTo>
                  <a:lnTo>
                    <a:pt x="6769951" y="9055"/>
                  </a:lnTo>
                  <a:lnTo>
                    <a:pt x="6771805" y="7188"/>
                  </a:lnTo>
                  <a:lnTo>
                    <a:pt x="6772275" y="6070"/>
                  </a:lnTo>
                  <a:lnTo>
                    <a:pt x="6772275" y="3441"/>
                  </a:lnTo>
                  <a:close/>
                </a:path>
                <a:path w="11031855" h="209550">
                  <a:moveTo>
                    <a:pt x="6819900" y="3441"/>
                  </a:moveTo>
                  <a:lnTo>
                    <a:pt x="6819430" y="2324"/>
                  </a:lnTo>
                  <a:lnTo>
                    <a:pt x="6817576" y="457"/>
                  </a:lnTo>
                  <a:lnTo>
                    <a:pt x="6816445" y="0"/>
                  </a:lnTo>
                  <a:lnTo>
                    <a:pt x="6813817" y="0"/>
                  </a:lnTo>
                  <a:lnTo>
                    <a:pt x="6812699" y="457"/>
                  </a:lnTo>
                  <a:lnTo>
                    <a:pt x="6810845" y="2324"/>
                  </a:lnTo>
                  <a:lnTo>
                    <a:pt x="6810375" y="3441"/>
                  </a:lnTo>
                  <a:lnTo>
                    <a:pt x="6810375" y="6070"/>
                  </a:lnTo>
                  <a:lnTo>
                    <a:pt x="6810845" y="7188"/>
                  </a:lnTo>
                  <a:lnTo>
                    <a:pt x="6812699" y="9055"/>
                  </a:lnTo>
                  <a:lnTo>
                    <a:pt x="6813817" y="9525"/>
                  </a:lnTo>
                  <a:lnTo>
                    <a:pt x="6816445" y="9525"/>
                  </a:lnTo>
                  <a:lnTo>
                    <a:pt x="6817576" y="9055"/>
                  </a:lnTo>
                  <a:lnTo>
                    <a:pt x="6819430" y="7188"/>
                  </a:lnTo>
                  <a:lnTo>
                    <a:pt x="6819900" y="6070"/>
                  </a:lnTo>
                  <a:lnTo>
                    <a:pt x="6819900" y="3441"/>
                  </a:lnTo>
                  <a:close/>
                </a:path>
                <a:path w="11031855" h="209550">
                  <a:moveTo>
                    <a:pt x="6867525" y="3441"/>
                  </a:moveTo>
                  <a:lnTo>
                    <a:pt x="6867055" y="2324"/>
                  </a:lnTo>
                  <a:lnTo>
                    <a:pt x="6865201" y="457"/>
                  </a:lnTo>
                  <a:lnTo>
                    <a:pt x="6864070" y="0"/>
                  </a:lnTo>
                  <a:lnTo>
                    <a:pt x="6861442" y="0"/>
                  </a:lnTo>
                  <a:lnTo>
                    <a:pt x="6860324" y="457"/>
                  </a:lnTo>
                  <a:lnTo>
                    <a:pt x="6858470" y="2324"/>
                  </a:lnTo>
                  <a:lnTo>
                    <a:pt x="6858000" y="3441"/>
                  </a:lnTo>
                  <a:lnTo>
                    <a:pt x="6858000" y="6070"/>
                  </a:lnTo>
                  <a:lnTo>
                    <a:pt x="6858470" y="7188"/>
                  </a:lnTo>
                  <a:lnTo>
                    <a:pt x="6860324" y="9055"/>
                  </a:lnTo>
                  <a:lnTo>
                    <a:pt x="6861442" y="9525"/>
                  </a:lnTo>
                  <a:lnTo>
                    <a:pt x="6864070" y="9525"/>
                  </a:lnTo>
                  <a:lnTo>
                    <a:pt x="6865201" y="9055"/>
                  </a:lnTo>
                  <a:lnTo>
                    <a:pt x="6867055" y="7188"/>
                  </a:lnTo>
                  <a:lnTo>
                    <a:pt x="6867525" y="6070"/>
                  </a:lnTo>
                  <a:lnTo>
                    <a:pt x="6867525" y="3441"/>
                  </a:lnTo>
                  <a:close/>
                </a:path>
                <a:path w="11031855" h="209550">
                  <a:moveTo>
                    <a:pt x="6915150" y="3441"/>
                  </a:moveTo>
                  <a:lnTo>
                    <a:pt x="6914680" y="2324"/>
                  </a:lnTo>
                  <a:lnTo>
                    <a:pt x="6912826" y="457"/>
                  </a:lnTo>
                  <a:lnTo>
                    <a:pt x="6911695" y="0"/>
                  </a:lnTo>
                  <a:lnTo>
                    <a:pt x="6909067" y="0"/>
                  </a:lnTo>
                  <a:lnTo>
                    <a:pt x="6907949" y="457"/>
                  </a:lnTo>
                  <a:lnTo>
                    <a:pt x="6906095" y="2324"/>
                  </a:lnTo>
                  <a:lnTo>
                    <a:pt x="6905625" y="3441"/>
                  </a:lnTo>
                  <a:lnTo>
                    <a:pt x="6905625" y="6070"/>
                  </a:lnTo>
                  <a:lnTo>
                    <a:pt x="6906095" y="7188"/>
                  </a:lnTo>
                  <a:lnTo>
                    <a:pt x="6907949" y="9055"/>
                  </a:lnTo>
                  <a:lnTo>
                    <a:pt x="6909067" y="9525"/>
                  </a:lnTo>
                  <a:lnTo>
                    <a:pt x="6911695" y="9525"/>
                  </a:lnTo>
                  <a:lnTo>
                    <a:pt x="6912826" y="9055"/>
                  </a:lnTo>
                  <a:lnTo>
                    <a:pt x="6914680" y="7188"/>
                  </a:lnTo>
                  <a:lnTo>
                    <a:pt x="6915150" y="6070"/>
                  </a:lnTo>
                  <a:lnTo>
                    <a:pt x="6915150" y="3441"/>
                  </a:lnTo>
                  <a:close/>
                </a:path>
                <a:path w="11031855" h="209550">
                  <a:moveTo>
                    <a:pt x="6962775" y="3441"/>
                  </a:moveTo>
                  <a:lnTo>
                    <a:pt x="6962305" y="2324"/>
                  </a:lnTo>
                  <a:lnTo>
                    <a:pt x="6960451" y="457"/>
                  </a:lnTo>
                  <a:lnTo>
                    <a:pt x="6959320" y="0"/>
                  </a:lnTo>
                  <a:lnTo>
                    <a:pt x="6956692" y="0"/>
                  </a:lnTo>
                  <a:lnTo>
                    <a:pt x="6955574" y="457"/>
                  </a:lnTo>
                  <a:lnTo>
                    <a:pt x="6953720" y="2324"/>
                  </a:lnTo>
                  <a:lnTo>
                    <a:pt x="6953250" y="3441"/>
                  </a:lnTo>
                  <a:lnTo>
                    <a:pt x="6953250" y="6070"/>
                  </a:lnTo>
                  <a:lnTo>
                    <a:pt x="6953720" y="7188"/>
                  </a:lnTo>
                  <a:lnTo>
                    <a:pt x="6955574" y="9055"/>
                  </a:lnTo>
                  <a:lnTo>
                    <a:pt x="6956692" y="9525"/>
                  </a:lnTo>
                  <a:lnTo>
                    <a:pt x="6959320" y="9525"/>
                  </a:lnTo>
                  <a:lnTo>
                    <a:pt x="6960451" y="9055"/>
                  </a:lnTo>
                  <a:lnTo>
                    <a:pt x="6962305" y="7188"/>
                  </a:lnTo>
                  <a:lnTo>
                    <a:pt x="6962775" y="6070"/>
                  </a:lnTo>
                  <a:lnTo>
                    <a:pt x="6962775" y="3441"/>
                  </a:lnTo>
                  <a:close/>
                </a:path>
                <a:path w="11031855" h="209550">
                  <a:moveTo>
                    <a:pt x="7010400" y="3441"/>
                  </a:moveTo>
                  <a:lnTo>
                    <a:pt x="7009930" y="2324"/>
                  </a:lnTo>
                  <a:lnTo>
                    <a:pt x="7008076" y="457"/>
                  </a:lnTo>
                  <a:lnTo>
                    <a:pt x="7006945" y="0"/>
                  </a:lnTo>
                  <a:lnTo>
                    <a:pt x="7004317" y="0"/>
                  </a:lnTo>
                  <a:lnTo>
                    <a:pt x="7003199" y="457"/>
                  </a:lnTo>
                  <a:lnTo>
                    <a:pt x="7001345" y="2324"/>
                  </a:lnTo>
                  <a:lnTo>
                    <a:pt x="7000875" y="3441"/>
                  </a:lnTo>
                  <a:lnTo>
                    <a:pt x="7000875" y="6070"/>
                  </a:lnTo>
                  <a:lnTo>
                    <a:pt x="7001345" y="7188"/>
                  </a:lnTo>
                  <a:lnTo>
                    <a:pt x="7003199" y="9055"/>
                  </a:lnTo>
                  <a:lnTo>
                    <a:pt x="7004317" y="9525"/>
                  </a:lnTo>
                  <a:lnTo>
                    <a:pt x="7006945" y="9525"/>
                  </a:lnTo>
                  <a:lnTo>
                    <a:pt x="7008076" y="9055"/>
                  </a:lnTo>
                  <a:lnTo>
                    <a:pt x="7009930" y="7188"/>
                  </a:lnTo>
                  <a:lnTo>
                    <a:pt x="7010400" y="6070"/>
                  </a:lnTo>
                  <a:lnTo>
                    <a:pt x="7010400" y="3441"/>
                  </a:lnTo>
                  <a:close/>
                </a:path>
                <a:path w="11031855" h="209550">
                  <a:moveTo>
                    <a:pt x="7058025" y="3441"/>
                  </a:moveTo>
                  <a:lnTo>
                    <a:pt x="7057555" y="2324"/>
                  </a:lnTo>
                  <a:lnTo>
                    <a:pt x="7055701" y="457"/>
                  </a:lnTo>
                  <a:lnTo>
                    <a:pt x="7054583" y="0"/>
                  </a:lnTo>
                  <a:lnTo>
                    <a:pt x="7051942" y="0"/>
                  </a:lnTo>
                  <a:lnTo>
                    <a:pt x="7050824" y="457"/>
                  </a:lnTo>
                  <a:lnTo>
                    <a:pt x="7048970" y="2324"/>
                  </a:lnTo>
                  <a:lnTo>
                    <a:pt x="7048500" y="3441"/>
                  </a:lnTo>
                  <a:lnTo>
                    <a:pt x="7048500" y="6070"/>
                  </a:lnTo>
                  <a:lnTo>
                    <a:pt x="7048970" y="7188"/>
                  </a:lnTo>
                  <a:lnTo>
                    <a:pt x="7050824" y="9055"/>
                  </a:lnTo>
                  <a:lnTo>
                    <a:pt x="7051942" y="9525"/>
                  </a:lnTo>
                  <a:lnTo>
                    <a:pt x="7054583" y="9525"/>
                  </a:lnTo>
                  <a:lnTo>
                    <a:pt x="7055701" y="9055"/>
                  </a:lnTo>
                  <a:lnTo>
                    <a:pt x="7057555" y="7188"/>
                  </a:lnTo>
                  <a:lnTo>
                    <a:pt x="7058025" y="6070"/>
                  </a:lnTo>
                  <a:lnTo>
                    <a:pt x="7058025" y="3441"/>
                  </a:lnTo>
                  <a:close/>
                </a:path>
                <a:path w="11031855" h="209550">
                  <a:moveTo>
                    <a:pt x="7105650" y="3441"/>
                  </a:moveTo>
                  <a:lnTo>
                    <a:pt x="7105180" y="2324"/>
                  </a:lnTo>
                  <a:lnTo>
                    <a:pt x="7103326" y="457"/>
                  </a:lnTo>
                  <a:lnTo>
                    <a:pt x="7102195" y="0"/>
                  </a:lnTo>
                  <a:lnTo>
                    <a:pt x="7099567" y="0"/>
                  </a:lnTo>
                  <a:lnTo>
                    <a:pt x="7098449" y="457"/>
                  </a:lnTo>
                  <a:lnTo>
                    <a:pt x="7096595" y="2324"/>
                  </a:lnTo>
                  <a:lnTo>
                    <a:pt x="7096125" y="3441"/>
                  </a:lnTo>
                  <a:lnTo>
                    <a:pt x="7096125" y="6070"/>
                  </a:lnTo>
                  <a:lnTo>
                    <a:pt x="7096595" y="7188"/>
                  </a:lnTo>
                  <a:lnTo>
                    <a:pt x="7098449" y="9055"/>
                  </a:lnTo>
                  <a:lnTo>
                    <a:pt x="7099567" y="9525"/>
                  </a:lnTo>
                  <a:lnTo>
                    <a:pt x="7102195" y="9525"/>
                  </a:lnTo>
                  <a:lnTo>
                    <a:pt x="7103326" y="9055"/>
                  </a:lnTo>
                  <a:lnTo>
                    <a:pt x="7105180" y="7188"/>
                  </a:lnTo>
                  <a:lnTo>
                    <a:pt x="7105650" y="6070"/>
                  </a:lnTo>
                  <a:lnTo>
                    <a:pt x="7105650" y="3441"/>
                  </a:lnTo>
                  <a:close/>
                </a:path>
                <a:path w="11031855" h="209550">
                  <a:moveTo>
                    <a:pt x="7153275" y="3441"/>
                  </a:moveTo>
                  <a:lnTo>
                    <a:pt x="7152805" y="2324"/>
                  </a:lnTo>
                  <a:lnTo>
                    <a:pt x="7150951" y="457"/>
                  </a:lnTo>
                  <a:lnTo>
                    <a:pt x="7149820" y="0"/>
                  </a:lnTo>
                  <a:lnTo>
                    <a:pt x="7147192" y="0"/>
                  </a:lnTo>
                  <a:lnTo>
                    <a:pt x="7146074" y="457"/>
                  </a:lnTo>
                  <a:lnTo>
                    <a:pt x="7144220" y="2324"/>
                  </a:lnTo>
                  <a:lnTo>
                    <a:pt x="7143750" y="3441"/>
                  </a:lnTo>
                  <a:lnTo>
                    <a:pt x="7143750" y="6070"/>
                  </a:lnTo>
                  <a:lnTo>
                    <a:pt x="7144220" y="7188"/>
                  </a:lnTo>
                  <a:lnTo>
                    <a:pt x="7146074" y="9055"/>
                  </a:lnTo>
                  <a:lnTo>
                    <a:pt x="7147192" y="9525"/>
                  </a:lnTo>
                  <a:lnTo>
                    <a:pt x="7149820" y="9525"/>
                  </a:lnTo>
                  <a:lnTo>
                    <a:pt x="7150951" y="9055"/>
                  </a:lnTo>
                  <a:lnTo>
                    <a:pt x="7152805" y="7188"/>
                  </a:lnTo>
                  <a:lnTo>
                    <a:pt x="7153275" y="6070"/>
                  </a:lnTo>
                  <a:lnTo>
                    <a:pt x="7153275" y="3441"/>
                  </a:lnTo>
                  <a:close/>
                </a:path>
                <a:path w="11031855" h="209550">
                  <a:moveTo>
                    <a:pt x="7200900" y="3441"/>
                  </a:moveTo>
                  <a:lnTo>
                    <a:pt x="7200430" y="2324"/>
                  </a:lnTo>
                  <a:lnTo>
                    <a:pt x="7198576" y="457"/>
                  </a:lnTo>
                  <a:lnTo>
                    <a:pt x="7197445" y="0"/>
                  </a:lnTo>
                  <a:lnTo>
                    <a:pt x="7194817" y="0"/>
                  </a:lnTo>
                  <a:lnTo>
                    <a:pt x="7193699" y="457"/>
                  </a:lnTo>
                  <a:lnTo>
                    <a:pt x="7191845" y="2324"/>
                  </a:lnTo>
                  <a:lnTo>
                    <a:pt x="7191375" y="3441"/>
                  </a:lnTo>
                  <a:lnTo>
                    <a:pt x="7191375" y="6070"/>
                  </a:lnTo>
                  <a:lnTo>
                    <a:pt x="7191845" y="7188"/>
                  </a:lnTo>
                  <a:lnTo>
                    <a:pt x="7193699" y="9055"/>
                  </a:lnTo>
                  <a:lnTo>
                    <a:pt x="7194817" y="9525"/>
                  </a:lnTo>
                  <a:lnTo>
                    <a:pt x="7197445" y="9525"/>
                  </a:lnTo>
                  <a:lnTo>
                    <a:pt x="7198576" y="9055"/>
                  </a:lnTo>
                  <a:lnTo>
                    <a:pt x="7200430" y="7188"/>
                  </a:lnTo>
                  <a:lnTo>
                    <a:pt x="7200900" y="6070"/>
                  </a:lnTo>
                  <a:lnTo>
                    <a:pt x="7200900" y="3441"/>
                  </a:lnTo>
                  <a:close/>
                </a:path>
                <a:path w="11031855" h="209550">
                  <a:moveTo>
                    <a:pt x="7248525" y="3441"/>
                  </a:moveTo>
                  <a:lnTo>
                    <a:pt x="7248055" y="2324"/>
                  </a:lnTo>
                  <a:lnTo>
                    <a:pt x="7246201" y="457"/>
                  </a:lnTo>
                  <a:lnTo>
                    <a:pt x="7245070" y="0"/>
                  </a:lnTo>
                  <a:lnTo>
                    <a:pt x="7242442" y="0"/>
                  </a:lnTo>
                  <a:lnTo>
                    <a:pt x="7241324" y="457"/>
                  </a:lnTo>
                  <a:lnTo>
                    <a:pt x="7239470" y="2324"/>
                  </a:lnTo>
                  <a:lnTo>
                    <a:pt x="7239000" y="3441"/>
                  </a:lnTo>
                  <a:lnTo>
                    <a:pt x="7239000" y="6070"/>
                  </a:lnTo>
                  <a:lnTo>
                    <a:pt x="7239470" y="7188"/>
                  </a:lnTo>
                  <a:lnTo>
                    <a:pt x="7241324" y="9055"/>
                  </a:lnTo>
                  <a:lnTo>
                    <a:pt x="7242442" y="9525"/>
                  </a:lnTo>
                  <a:lnTo>
                    <a:pt x="7245070" y="9525"/>
                  </a:lnTo>
                  <a:lnTo>
                    <a:pt x="7246201" y="9055"/>
                  </a:lnTo>
                  <a:lnTo>
                    <a:pt x="7248055" y="7188"/>
                  </a:lnTo>
                  <a:lnTo>
                    <a:pt x="7248525" y="6070"/>
                  </a:lnTo>
                  <a:lnTo>
                    <a:pt x="7248525" y="3441"/>
                  </a:lnTo>
                  <a:close/>
                </a:path>
                <a:path w="11031855" h="209550">
                  <a:moveTo>
                    <a:pt x="7296150" y="3441"/>
                  </a:moveTo>
                  <a:lnTo>
                    <a:pt x="7295680" y="2324"/>
                  </a:lnTo>
                  <a:lnTo>
                    <a:pt x="7293826" y="457"/>
                  </a:lnTo>
                  <a:lnTo>
                    <a:pt x="7292695" y="0"/>
                  </a:lnTo>
                  <a:lnTo>
                    <a:pt x="7290067" y="0"/>
                  </a:lnTo>
                  <a:lnTo>
                    <a:pt x="7288949" y="457"/>
                  </a:lnTo>
                  <a:lnTo>
                    <a:pt x="7287095" y="2324"/>
                  </a:lnTo>
                  <a:lnTo>
                    <a:pt x="7286625" y="3441"/>
                  </a:lnTo>
                  <a:lnTo>
                    <a:pt x="7286625" y="6070"/>
                  </a:lnTo>
                  <a:lnTo>
                    <a:pt x="7287095" y="7188"/>
                  </a:lnTo>
                  <a:lnTo>
                    <a:pt x="7288949" y="9055"/>
                  </a:lnTo>
                  <a:lnTo>
                    <a:pt x="7290067" y="9525"/>
                  </a:lnTo>
                  <a:lnTo>
                    <a:pt x="7292695" y="9525"/>
                  </a:lnTo>
                  <a:lnTo>
                    <a:pt x="7293826" y="9055"/>
                  </a:lnTo>
                  <a:lnTo>
                    <a:pt x="7295680" y="7188"/>
                  </a:lnTo>
                  <a:lnTo>
                    <a:pt x="7296150" y="6070"/>
                  </a:lnTo>
                  <a:lnTo>
                    <a:pt x="7296150" y="3441"/>
                  </a:lnTo>
                  <a:close/>
                </a:path>
                <a:path w="11031855" h="209550">
                  <a:moveTo>
                    <a:pt x="7343775" y="3441"/>
                  </a:moveTo>
                  <a:lnTo>
                    <a:pt x="7343305" y="2324"/>
                  </a:lnTo>
                  <a:lnTo>
                    <a:pt x="7341451" y="457"/>
                  </a:lnTo>
                  <a:lnTo>
                    <a:pt x="7340320" y="0"/>
                  </a:lnTo>
                  <a:lnTo>
                    <a:pt x="7337692" y="0"/>
                  </a:lnTo>
                  <a:lnTo>
                    <a:pt x="7336574" y="457"/>
                  </a:lnTo>
                  <a:lnTo>
                    <a:pt x="7334720" y="2324"/>
                  </a:lnTo>
                  <a:lnTo>
                    <a:pt x="7334250" y="3441"/>
                  </a:lnTo>
                  <a:lnTo>
                    <a:pt x="7334250" y="6070"/>
                  </a:lnTo>
                  <a:lnTo>
                    <a:pt x="7334720" y="7188"/>
                  </a:lnTo>
                  <a:lnTo>
                    <a:pt x="7336574" y="9055"/>
                  </a:lnTo>
                  <a:lnTo>
                    <a:pt x="7337692" y="9525"/>
                  </a:lnTo>
                  <a:lnTo>
                    <a:pt x="7340320" y="9525"/>
                  </a:lnTo>
                  <a:lnTo>
                    <a:pt x="7341451" y="9055"/>
                  </a:lnTo>
                  <a:lnTo>
                    <a:pt x="7343305" y="7188"/>
                  </a:lnTo>
                  <a:lnTo>
                    <a:pt x="7343775" y="6070"/>
                  </a:lnTo>
                  <a:lnTo>
                    <a:pt x="7343775" y="3441"/>
                  </a:lnTo>
                  <a:close/>
                </a:path>
                <a:path w="11031855" h="209550">
                  <a:moveTo>
                    <a:pt x="7391400" y="3441"/>
                  </a:moveTo>
                  <a:lnTo>
                    <a:pt x="7390930" y="2324"/>
                  </a:lnTo>
                  <a:lnTo>
                    <a:pt x="7389076" y="457"/>
                  </a:lnTo>
                  <a:lnTo>
                    <a:pt x="7387958" y="0"/>
                  </a:lnTo>
                  <a:lnTo>
                    <a:pt x="7385317" y="0"/>
                  </a:lnTo>
                  <a:lnTo>
                    <a:pt x="7384199" y="457"/>
                  </a:lnTo>
                  <a:lnTo>
                    <a:pt x="7382345" y="2324"/>
                  </a:lnTo>
                  <a:lnTo>
                    <a:pt x="7381875" y="3441"/>
                  </a:lnTo>
                  <a:lnTo>
                    <a:pt x="7381875" y="6070"/>
                  </a:lnTo>
                  <a:lnTo>
                    <a:pt x="7382345" y="7188"/>
                  </a:lnTo>
                  <a:lnTo>
                    <a:pt x="7384199" y="9055"/>
                  </a:lnTo>
                  <a:lnTo>
                    <a:pt x="7385317" y="9525"/>
                  </a:lnTo>
                  <a:lnTo>
                    <a:pt x="7387958" y="9525"/>
                  </a:lnTo>
                  <a:lnTo>
                    <a:pt x="7389076" y="9055"/>
                  </a:lnTo>
                  <a:lnTo>
                    <a:pt x="7390930" y="7188"/>
                  </a:lnTo>
                  <a:lnTo>
                    <a:pt x="7391400" y="6070"/>
                  </a:lnTo>
                  <a:lnTo>
                    <a:pt x="7391400" y="3441"/>
                  </a:lnTo>
                  <a:close/>
                </a:path>
                <a:path w="11031855" h="209550">
                  <a:moveTo>
                    <a:pt x="7439025" y="3441"/>
                  </a:moveTo>
                  <a:lnTo>
                    <a:pt x="7438555" y="2324"/>
                  </a:lnTo>
                  <a:lnTo>
                    <a:pt x="7436701" y="457"/>
                  </a:lnTo>
                  <a:lnTo>
                    <a:pt x="7435570" y="0"/>
                  </a:lnTo>
                  <a:lnTo>
                    <a:pt x="7432942" y="0"/>
                  </a:lnTo>
                  <a:lnTo>
                    <a:pt x="7431824" y="457"/>
                  </a:lnTo>
                  <a:lnTo>
                    <a:pt x="7429970" y="2324"/>
                  </a:lnTo>
                  <a:lnTo>
                    <a:pt x="7429500" y="3441"/>
                  </a:lnTo>
                  <a:lnTo>
                    <a:pt x="7429500" y="6070"/>
                  </a:lnTo>
                  <a:lnTo>
                    <a:pt x="7429970" y="7188"/>
                  </a:lnTo>
                  <a:lnTo>
                    <a:pt x="7431824" y="9055"/>
                  </a:lnTo>
                  <a:lnTo>
                    <a:pt x="7432942" y="9525"/>
                  </a:lnTo>
                  <a:lnTo>
                    <a:pt x="7435570" y="9525"/>
                  </a:lnTo>
                  <a:lnTo>
                    <a:pt x="7436701" y="9055"/>
                  </a:lnTo>
                  <a:lnTo>
                    <a:pt x="7438555" y="7188"/>
                  </a:lnTo>
                  <a:lnTo>
                    <a:pt x="7439025" y="6070"/>
                  </a:lnTo>
                  <a:lnTo>
                    <a:pt x="7439025" y="3441"/>
                  </a:lnTo>
                  <a:close/>
                </a:path>
                <a:path w="11031855" h="209550">
                  <a:moveTo>
                    <a:pt x="7486650" y="3441"/>
                  </a:moveTo>
                  <a:lnTo>
                    <a:pt x="7486180" y="2324"/>
                  </a:lnTo>
                  <a:lnTo>
                    <a:pt x="7484326" y="457"/>
                  </a:lnTo>
                  <a:lnTo>
                    <a:pt x="7483195" y="0"/>
                  </a:lnTo>
                  <a:lnTo>
                    <a:pt x="7480567" y="0"/>
                  </a:lnTo>
                  <a:lnTo>
                    <a:pt x="7479449" y="457"/>
                  </a:lnTo>
                  <a:lnTo>
                    <a:pt x="7477595" y="2324"/>
                  </a:lnTo>
                  <a:lnTo>
                    <a:pt x="7477125" y="3441"/>
                  </a:lnTo>
                  <a:lnTo>
                    <a:pt x="7477125" y="6070"/>
                  </a:lnTo>
                  <a:lnTo>
                    <a:pt x="7477595" y="7188"/>
                  </a:lnTo>
                  <a:lnTo>
                    <a:pt x="7479449" y="9055"/>
                  </a:lnTo>
                  <a:lnTo>
                    <a:pt x="7480567" y="9525"/>
                  </a:lnTo>
                  <a:lnTo>
                    <a:pt x="7483195" y="9525"/>
                  </a:lnTo>
                  <a:lnTo>
                    <a:pt x="7484326" y="9055"/>
                  </a:lnTo>
                  <a:lnTo>
                    <a:pt x="7486180" y="7188"/>
                  </a:lnTo>
                  <a:lnTo>
                    <a:pt x="7486650" y="6070"/>
                  </a:lnTo>
                  <a:lnTo>
                    <a:pt x="7486650" y="3441"/>
                  </a:lnTo>
                  <a:close/>
                </a:path>
                <a:path w="11031855" h="209550">
                  <a:moveTo>
                    <a:pt x="7534275" y="3441"/>
                  </a:moveTo>
                  <a:lnTo>
                    <a:pt x="7533805" y="2324"/>
                  </a:lnTo>
                  <a:lnTo>
                    <a:pt x="7531951" y="457"/>
                  </a:lnTo>
                  <a:lnTo>
                    <a:pt x="7530820" y="0"/>
                  </a:lnTo>
                  <a:lnTo>
                    <a:pt x="7528192" y="0"/>
                  </a:lnTo>
                  <a:lnTo>
                    <a:pt x="7527074" y="457"/>
                  </a:lnTo>
                  <a:lnTo>
                    <a:pt x="7525220" y="2324"/>
                  </a:lnTo>
                  <a:lnTo>
                    <a:pt x="7524750" y="3441"/>
                  </a:lnTo>
                  <a:lnTo>
                    <a:pt x="7524750" y="6070"/>
                  </a:lnTo>
                  <a:lnTo>
                    <a:pt x="7525220" y="7188"/>
                  </a:lnTo>
                  <a:lnTo>
                    <a:pt x="7527074" y="9055"/>
                  </a:lnTo>
                  <a:lnTo>
                    <a:pt x="7528192" y="9525"/>
                  </a:lnTo>
                  <a:lnTo>
                    <a:pt x="7530820" y="9525"/>
                  </a:lnTo>
                  <a:lnTo>
                    <a:pt x="7531951" y="9055"/>
                  </a:lnTo>
                  <a:lnTo>
                    <a:pt x="7533805" y="7188"/>
                  </a:lnTo>
                  <a:lnTo>
                    <a:pt x="7534275" y="6070"/>
                  </a:lnTo>
                  <a:lnTo>
                    <a:pt x="7534275" y="3441"/>
                  </a:lnTo>
                  <a:close/>
                </a:path>
                <a:path w="11031855" h="209550">
                  <a:moveTo>
                    <a:pt x="7581900" y="3441"/>
                  </a:moveTo>
                  <a:lnTo>
                    <a:pt x="7581430" y="2324"/>
                  </a:lnTo>
                  <a:lnTo>
                    <a:pt x="7579576" y="457"/>
                  </a:lnTo>
                  <a:lnTo>
                    <a:pt x="7578445" y="0"/>
                  </a:lnTo>
                  <a:lnTo>
                    <a:pt x="7575817" y="0"/>
                  </a:lnTo>
                  <a:lnTo>
                    <a:pt x="7574699" y="457"/>
                  </a:lnTo>
                  <a:lnTo>
                    <a:pt x="7572845" y="2324"/>
                  </a:lnTo>
                  <a:lnTo>
                    <a:pt x="7572375" y="3441"/>
                  </a:lnTo>
                  <a:lnTo>
                    <a:pt x="7572375" y="6070"/>
                  </a:lnTo>
                  <a:lnTo>
                    <a:pt x="7572845" y="7188"/>
                  </a:lnTo>
                  <a:lnTo>
                    <a:pt x="7574699" y="9055"/>
                  </a:lnTo>
                  <a:lnTo>
                    <a:pt x="7575817" y="9525"/>
                  </a:lnTo>
                  <a:lnTo>
                    <a:pt x="7578445" y="9525"/>
                  </a:lnTo>
                  <a:lnTo>
                    <a:pt x="7579576" y="9055"/>
                  </a:lnTo>
                  <a:lnTo>
                    <a:pt x="7581430" y="7188"/>
                  </a:lnTo>
                  <a:lnTo>
                    <a:pt x="7581900" y="6070"/>
                  </a:lnTo>
                  <a:lnTo>
                    <a:pt x="7581900" y="3441"/>
                  </a:lnTo>
                  <a:close/>
                </a:path>
                <a:path w="11031855" h="209550">
                  <a:moveTo>
                    <a:pt x="7629525" y="3441"/>
                  </a:moveTo>
                  <a:lnTo>
                    <a:pt x="7629055" y="2324"/>
                  </a:lnTo>
                  <a:lnTo>
                    <a:pt x="7627201" y="457"/>
                  </a:lnTo>
                  <a:lnTo>
                    <a:pt x="7626070" y="0"/>
                  </a:lnTo>
                  <a:lnTo>
                    <a:pt x="7623442" y="0"/>
                  </a:lnTo>
                  <a:lnTo>
                    <a:pt x="7622324" y="457"/>
                  </a:lnTo>
                  <a:lnTo>
                    <a:pt x="7620470" y="2324"/>
                  </a:lnTo>
                  <a:lnTo>
                    <a:pt x="7620000" y="3441"/>
                  </a:lnTo>
                  <a:lnTo>
                    <a:pt x="7620000" y="6070"/>
                  </a:lnTo>
                  <a:lnTo>
                    <a:pt x="7620470" y="7188"/>
                  </a:lnTo>
                  <a:lnTo>
                    <a:pt x="7622324" y="9055"/>
                  </a:lnTo>
                  <a:lnTo>
                    <a:pt x="7623442" y="9525"/>
                  </a:lnTo>
                  <a:lnTo>
                    <a:pt x="7626070" y="9525"/>
                  </a:lnTo>
                  <a:lnTo>
                    <a:pt x="7627201" y="9055"/>
                  </a:lnTo>
                  <a:lnTo>
                    <a:pt x="7629055" y="7188"/>
                  </a:lnTo>
                  <a:lnTo>
                    <a:pt x="7629525" y="6070"/>
                  </a:lnTo>
                  <a:lnTo>
                    <a:pt x="7629525" y="3441"/>
                  </a:lnTo>
                  <a:close/>
                </a:path>
                <a:path w="11031855" h="209550">
                  <a:moveTo>
                    <a:pt x="7677150" y="3441"/>
                  </a:moveTo>
                  <a:lnTo>
                    <a:pt x="7676680" y="2324"/>
                  </a:lnTo>
                  <a:lnTo>
                    <a:pt x="7674826" y="457"/>
                  </a:lnTo>
                  <a:lnTo>
                    <a:pt x="7673695" y="0"/>
                  </a:lnTo>
                  <a:lnTo>
                    <a:pt x="7671067" y="0"/>
                  </a:lnTo>
                  <a:lnTo>
                    <a:pt x="7669949" y="457"/>
                  </a:lnTo>
                  <a:lnTo>
                    <a:pt x="7668082" y="2324"/>
                  </a:lnTo>
                  <a:lnTo>
                    <a:pt x="7667625" y="3441"/>
                  </a:lnTo>
                  <a:lnTo>
                    <a:pt x="7667625" y="6070"/>
                  </a:lnTo>
                  <a:lnTo>
                    <a:pt x="7668082" y="7188"/>
                  </a:lnTo>
                  <a:lnTo>
                    <a:pt x="7669949" y="9055"/>
                  </a:lnTo>
                  <a:lnTo>
                    <a:pt x="7671067" y="9525"/>
                  </a:lnTo>
                  <a:lnTo>
                    <a:pt x="7673695" y="9525"/>
                  </a:lnTo>
                  <a:lnTo>
                    <a:pt x="7674826" y="9055"/>
                  </a:lnTo>
                  <a:lnTo>
                    <a:pt x="7676680" y="7188"/>
                  </a:lnTo>
                  <a:lnTo>
                    <a:pt x="7677150" y="6070"/>
                  </a:lnTo>
                  <a:lnTo>
                    <a:pt x="7677150" y="3441"/>
                  </a:lnTo>
                  <a:close/>
                </a:path>
                <a:path w="11031855" h="209550">
                  <a:moveTo>
                    <a:pt x="7724775" y="3441"/>
                  </a:moveTo>
                  <a:lnTo>
                    <a:pt x="7724305" y="2324"/>
                  </a:lnTo>
                  <a:lnTo>
                    <a:pt x="7722451" y="457"/>
                  </a:lnTo>
                  <a:lnTo>
                    <a:pt x="7721333" y="0"/>
                  </a:lnTo>
                  <a:lnTo>
                    <a:pt x="7718692" y="0"/>
                  </a:lnTo>
                  <a:lnTo>
                    <a:pt x="7717574" y="457"/>
                  </a:lnTo>
                  <a:lnTo>
                    <a:pt x="7715720" y="2324"/>
                  </a:lnTo>
                  <a:lnTo>
                    <a:pt x="7715250" y="3441"/>
                  </a:lnTo>
                  <a:lnTo>
                    <a:pt x="7715250" y="6070"/>
                  </a:lnTo>
                  <a:lnTo>
                    <a:pt x="7715720" y="7188"/>
                  </a:lnTo>
                  <a:lnTo>
                    <a:pt x="7717574" y="9055"/>
                  </a:lnTo>
                  <a:lnTo>
                    <a:pt x="7718692" y="9525"/>
                  </a:lnTo>
                  <a:lnTo>
                    <a:pt x="7721333" y="9525"/>
                  </a:lnTo>
                  <a:lnTo>
                    <a:pt x="7722451" y="9055"/>
                  </a:lnTo>
                  <a:lnTo>
                    <a:pt x="7724305" y="7188"/>
                  </a:lnTo>
                  <a:lnTo>
                    <a:pt x="7724775" y="6070"/>
                  </a:lnTo>
                  <a:lnTo>
                    <a:pt x="7724775" y="3441"/>
                  </a:lnTo>
                  <a:close/>
                </a:path>
                <a:path w="11031855" h="209550">
                  <a:moveTo>
                    <a:pt x="7772400" y="3441"/>
                  </a:moveTo>
                  <a:lnTo>
                    <a:pt x="7771930" y="2324"/>
                  </a:lnTo>
                  <a:lnTo>
                    <a:pt x="7770076" y="457"/>
                  </a:lnTo>
                  <a:lnTo>
                    <a:pt x="7768945" y="0"/>
                  </a:lnTo>
                  <a:lnTo>
                    <a:pt x="7766317" y="0"/>
                  </a:lnTo>
                  <a:lnTo>
                    <a:pt x="7765199" y="457"/>
                  </a:lnTo>
                  <a:lnTo>
                    <a:pt x="7763345" y="2324"/>
                  </a:lnTo>
                  <a:lnTo>
                    <a:pt x="7762875" y="3441"/>
                  </a:lnTo>
                  <a:lnTo>
                    <a:pt x="7762875" y="6070"/>
                  </a:lnTo>
                  <a:lnTo>
                    <a:pt x="7763345" y="7188"/>
                  </a:lnTo>
                  <a:lnTo>
                    <a:pt x="7765199" y="9055"/>
                  </a:lnTo>
                  <a:lnTo>
                    <a:pt x="7766317" y="9525"/>
                  </a:lnTo>
                  <a:lnTo>
                    <a:pt x="7768945" y="9525"/>
                  </a:lnTo>
                  <a:lnTo>
                    <a:pt x="7770076" y="9055"/>
                  </a:lnTo>
                  <a:lnTo>
                    <a:pt x="7771930" y="7188"/>
                  </a:lnTo>
                  <a:lnTo>
                    <a:pt x="7772400" y="6070"/>
                  </a:lnTo>
                  <a:lnTo>
                    <a:pt x="7772400" y="3441"/>
                  </a:lnTo>
                  <a:close/>
                </a:path>
                <a:path w="11031855" h="209550">
                  <a:moveTo>
                    <a:pt x="7820025" y="3441"/>
                  </a:moveTo>
                  <a:lnTo>
                    <a:pt x="7819555" y="2324"/>
                  </a:lnTo>
                  <a:lnTo>
                    <a:pt x="7817701" y="457"/>
                  </a:lnTo>
                  <a:lnTo>
                    <a:pt x="7816570" y="0"/>
                  </a:lnTo>
                  <a:lnTo>
                    <a:pt x="7813942" y="0"/>
                  </a:lnTo>
                  <a:lnTo>
                    <a:pt x="7812824" y="457"/>
                  </a:lnTo>
                  <a:lnTo>
                    <a:pt x="7810970" y="2324"/>
                  </a:lnTo>
                  <a:lnTo>
                    <a:pt x="7810500" y="3441"/>
                  </a:lnTo>
                  <a:lnTo>
                    <a:pt x="7810500" y="6070"/>
                  </a:lnTo>
                  <a:lnTo>
                    <a:pt x="7810970" y="7188"/>
                  </a:lnTo>
                  <a:lnTo>
                    <a:pt x="7812824" y="9055"/>
                  </a:lnTo>
                  <a:lnTo>
                    <a:pt x="7813942" y="9525"/>
                  </a:lnTo>
                  <a:lnTo>
                    <a:pt x="7816570" y="9525"/>
                  </a:lnTo>
                  <a:lnTo>
                    <a:pt x="7817701" y="9055"/>
                  </a:lnTo>
                  <a:lnTo>
                    <a:pt x="7819555" y="7188"/>
                  </a:lnTo>
                  <a:lnTo>
                    <a:pt x="7820025" y="6070"/>
                  </a:lnTo>
                  <a:lnTo>
                    <a:pt x="7820025" y="3441"/>
                  </a:lnTo>
                  <a:close/>
                </a:path>
                <a:path w="11031855" h="209550">
                  <a:moveTo>
                    <a:pt x="7867650" y="3441"/>
                  </a:moveTo>
                  <a:lnTo>
                    <a:pt x="7867180" y="2324"/>
                  </a:lnTo>
                  <a:lnTo>
                    <a:pt x="7865326" y="457"/>
                  </a:lnTo>
                  <a:lnTo>
                    <a:pt x="7864195" y="0"/>
                  </a:lnTo>
                  <a:lnTo>
                    <a:pt x="7861567" y="0"/>
                  </a:lnTo>
                  <a:lnTo>
                    <a:pt x="7860449" y="457"/>
                  </a:lnTo>
                  <a:lnTo>
                    <a:pt x="7858595" y="2324"/>
                  </a:lnTo>
                  <a:lnTo>
                    <a:pt x="7858125" y="3441"/>
                  </a:lnTo>
                  <a:lnTo>
                    <a:pt x="7858125" y="6070"/>
                  </a:lnTo>
                  <a:lnTo>
                    <a:pt x="7858595" y="7188"/>
                  </a:lnTo>
                  <a:lnTo>
                    <a:pt x="7860449" y="9055"/>
                  </a:lnTo>
                  <a:lnTo>
                    <a:pt x="7861567" y="9525"/>
                  </a:lnTo>
                  <a:lnTo>
                    <a:pt x="7864195" y="9525"/>
                  </a:lnTo>
                  <a:lnTo>
                    <a:pt x="7865326" y="9055"/>
                  </a:lnTo>
                  <a:lnTo>
                    <a:pt x="7867180" y="7188"/>
                  </a:lnTo>
                  <a:lnTo>
                    <a:pt x="7867650" y="6070"/>
                  </a:lnTo>
                  <a:lnTo>
                    <a:pt x="7867650" y="3441"/>
                  </a:lnTo>
                  <a:close/>
                </a:path>
                <a:path w="11031855" h="209550">
                  <a:moveTo>
                    <a:pt x="7915275" y="3441"/>
                  </a:moveTo>
                  <a:lnTo>
                    <a:pt x="7914805" y="2324"/>
                  </a:lnTo>
                  <a:lnTo>
                    <a:pt x="7912951" y="457"/>
                  </a:lnTo>
                  <a:lnTo>
                    <a:pt x="7911820" y="0"/>
                  </a:lnTo>
                  <a:lnTo>
                    <a:pt x="7909192" y="0"/>
                  </a:lnTo>
                  <a:lnTo>
                    <a:pt x="7908074" y="457"/>
                  </a:lnTo>
                  <a:lnTo>
                    <a:pt x="7906207" y="2324"/>
                  </a:lnTo>
                  <a:lnTo>
                    <a:pt x="7905750" y="3441"/>
                  </a:lnTo>
                  <a:lnTo>
                    <a:pt x="7905750" y="6070"/>
                  </a:lnTo>
                  <a:lnTo>
                    <a:pt x="7906207" y="7188"/>
                  </a:lnTo>
                  <a:lnTo>
                    <a:pt x="7908074" y="9055"/>
                  </a:lnTo>
                  <a:lnTo>
                    <a:pt x="7909192" y="9525"/>
                  </a:lnTo>
                  <a:lnTo>
                    <a:pt x="7911820" y="9525"/>
                  </a:lnTo>
                  <a:lnTo>
                    <a:pt x="7912951" y="9055"/>
                  </a:lnTo>
                  <a:lnTo>
                    <a:pt x="7914805" y="7188"/>
                  </a:lnTo>
                  <a:lnTo>
                    <a:pt x="7915275" y="6070"/>
                  </a:lnTo>
                  <a:lnTo>
                    <a:pt x="7915275" y="3441"/>
                  </a:lnTo>
                  <a:close/>
                </a:path>
                <a:path w="11031855" h="209550">
                  <a:moveTo>
                    <a:pt x="7962900" y="3441"/>
                  </a:moveTo>
                  <a:lnTo>
                    <a:pt x="7962430" y="2324"/>
                  </a:lnTo>
                  <a:lnTo>
                    <a:pt x="7960576" y="457"/>
                  </a:lnTo>
                  <a:lnTo>
                    <a:pt x="7959445" y="0"/>
                  </a:lnTo>
                  <a:lnTo>
                    <a:pt x="7956817" y="0"/>
                  </a:lnTo>
                  <a:lnTo>
                    <a:pt x="7955699" y="457"/>
                  </a:lnTo>
                  <a:lnTo>
                    <a:pt x="7953845" y="2324"/>
                  </a:lnTo>
                  <a:lnTo>
                    <a:pt x="7953375" y="3441"/>
                  </a:lnTo>
                  <a:lnTo>
                    <a:pt x="7953375" y="6070"/>
                  </a:lnTo>
                  <a:lnTo>
                    <a:pt x="7953845" y="7188"/>
                  </a:lnTo>
                  <a:lnTo>
                    <a:pt x="7955699" y="9055"/>
                  </a:lnTo>
                  <a:lnTo>
                    <a:pt x="7956817" y="9525"/>
                  </a:lnTo>
                  <a:lnTo>
                    <a:pt x="7959445" y="9525"/>
                  </a:lnTo>
                  <a:lnTo>
                    <a:pt x="7960576" y="9055"/>
                  </a:lnTo>
                  <a:lnTo>
                    <a:pt x="7962430" y="7188"/>
                  </a:lnTo>
                  <a:lnTo>
                    <a:pt x="7962900" y="6070"/>
                  </a:lnTo>
                  <a:lnTo>
                    <a:pt x="7962900" y="3441"/>
                  </a:lnTo>
                  <a:close/>
                </a:path>
                <a:path w="11031855" h="209550">
                  <a:moveTo>
                    <a:pt x="8010525" y="3441"/>
                  </a:moveTo>
                  <a:lnTo>
                    <a:pt x="8010055" y="2324"/>
                  </a:lnTo>
                  <a:lnTo>
                    <a:pt x="8008201" y="457"/>
                  </a:lnTo>
                  <a:lnTo>
                    <a:pt x="8007070" y="0"/>
                  </a:lnTo>
                  <a:lnTo>
                    <a:pt x="8004442" y="0"/>
                  </a:lnTo>
                  <a:lnTo>
                    <a:pt x="8003324" y="457"/>
                  </a:lnTo>
                  <a:lnTo>
                    <a:pt x="8001470" y="2324"/>
                  </a:lnTo>
                  <a:lnTo>
                    <a:pt x="8001000" y="3441"/>
                  </a:lnTo>
                  <a:lnTo>
                    <a:pt x="8001000" y="6070"/>
                  </a:lnTo>
                  <a:lnTo>
                    <a:pt x="8001470" y="7188"/>
                  </a:lnTo>
                  <a:lnTo>
                    <a:pt x="8003324" y="9055"/>
                  </a:lnTo>
                  <a:lnTo>
                    <a:pt x="8004442" y="9525"/>
                  </a:lnTo>
                  <a:lnTo>
                    <a:pt x="8007070" y="9525"/>
                  </a:lnTo>
                  <a:lnTo>
                    <a:pt x="8008201" y="9055"/>
                  </a:lnTo>
                  <a:lnTo>
                    <a:pt x="8010055" y="7188"/>
                  </a:lnTo>
                  <a:lnTo>
                    <a:pt x="8010525" y="6070"/>
                  </a:lnTo>
                  <a:lnTo>
                    <a:pt x="8010525" y="3441"/>
                  </a:lnTo>
                  <a:close/>
                </a:path>
                <a:path w="11031855" h="209550">
                  <a:moveTo>
                    <a:pt x="8058150" y="3441"/>
                  </a:moveTo>
                  <a:lnTo>
                    <a:pt x="8057680" y="2324"/>
                  </a:lnTo>
                  <a:lnTo>
                    <a:pt x="8055826" y="457"/>
                  </a:lnTo>
                  <a:lnTo>
                    <a:pt x="8054695" y="0"/>
                  </a:lnTo>
                  <a:lnTo>
                    <a:pt x="8052067" y="0"/>
                  </a:lnTo>
                  <a:lnTo>
                    <a:pt x="8050949" y="457"/>
                  </a:lnTo>
                  <a:lnTo>
                    <a:pt x="8049095" y="2324"/>
                  </a:lnTo>
                  <a:lnTo>
                    <a:pt x="8048625" y="3441"/>
                  </a:lnTo>
                  <a:lnTo>
                    <a:pt x="8048625" y="6070"/>
                  </a:lnTo>
                  <a:lnTo>
                    <a:pt x="8049095" y="7188"/>
                  </a:lnTo>
                  <a:lnTo>
                    <a:pt x="8050949" y="9055"/>
                  </a:lnTo>
                  <a:lnTo>
                    <a:pt x="8052067" y="9525"/>
                  </a:lnTo>
                  <a:lnTo>
                    <a:pt x="8054695" y="9525"/>
                  </a:lnTo>
                  <a:lnTo>
                    <a:pt x="8055826" y="9055"/>
                  </a:lnTo>
                  <a:lnTo>
                    <a:pt x="8057680" y="7188"/>
                  </a:lnTo>
                  <a:lnTo>
                    <a:pt x="8058150" y="6070"/>
                  </a:lnTo>
                  <a:lnTo>
                    <a:pt x="8058150" y="3441"/>
                  </a:lnTo>
                  <a:close/>
                </a:path>
                <a:path w="11031855" h="209550">
                  <a:moveTo>
                    <a:pt x="8105775" y="3441"/>
                  </a:moveTo>
                  <a:lnTo>
                    <a:pt x="8105305" y="2324"/>
                  </a:lnTo>
                  <a:lnTo>
                    <a:pt x="8103451" y="457"/>
                  </a:lnTo>
                  <a:lnTo>
                    <a:pt x="8102320" y="0"/>
                  </a:lnTo>
                  <a:lnTo>
                    <a:pt x="8099692" y="0"/>
                  </a:lnTo>
                  <a:lnTo>
                    <a:pt x="8098574" y="457"/>
                  </a:lnTo>
                  <a:lnTo>
                    <a:pt x="8096720" y="2324"/>
                  </a:lnTo>
                  <a:lnTo>
                    <a:pt x="8096250" y="3441"/>
                  </a:lnTo>
                  <a:lnTo>
                    <a:pt x="8096250" y="6070"/>
                  </a:lnTo>
                  <a:lnTo>
                    <a:pt x="8096720" y="7188"/>
                  </a:lnTo>
                  <a:lnTo>
                    <a:pt x="8098574" y="9055"/>
                  </a:lnTo>
                  <a:lnTo>
                    <a:pt x="8099692" y="9525"/>
                  </a:lnTo>
                  <a:lnTo>
                    <a:pt x="8102320" y="9525"/>
                  </a:lnTo>
                  <a:lnTo>
                    <a:pt x="8103451" y="9055"/>
                  </a:lnTo>
                  <a:lnTo>
                    <a:pt x="8105305" y="7188"/>
                  </a:lnTo>
                  <a:lnTo>
                    <a:pt x="8105775" y="6070"/>
                  </a:lnTo>
                  <a:lnTo>
                    <a:pt x="8105775" y="3441"/>
                  </a:lnTo>
                  <a:close/>
                </a:path>
                <a:path w="11031855" h="209550">
                  <a:moveTo>
                    <a:pt x="8153400" y="3441"/>
                  </a:moveTo>
                  <a:lnTo>
                    <a:pt x="8152930" y="2324"/>
                  </a:lnTo>
                  <a:lnTo>
                    <a:pt x="8151076" y="457"/>
                  </a:lnTo>
                  <a:lnTo>
                    <a:pt x="8149945" y="0"/>
                  </a:lnTo>
                  <a:lnTo>
                    <a:pt x="8147317" y="0"/>
                  </a:lnTo>
                  <a:lnTo>
                    <a:pt x="8146199" y="457"/>
                  </a:lnTo>
                  <a:lnTo>
                    <a:pt x="8144345" y="2324"/>
                  </a:lnTo>
                  <a:lnTo>
                    <a:pt x="8143875" y="3441"/>
                  </a:lnTo>
                  <a:lnTo>
                    <a:pt x="8143875" y="6070"/>
                  </a:lnTo>
                  <a:lnTo>
                    <a:pt x="8144345" y="7188"/>
                  </a:lnTo>
                  <a:lnTo>
                    <a:pt x="8146199" y="9055"/>
                  </a:lnTo>
                  <a:lnTo>
                    <a:pt x="8147317" y="9525"/>
                  </a:lnTo>
                  <a:lnTo>
                    <a:pt x="8149945" y="9525"/>
                  </a:lnTo>
                  <a:lnTo>
                    <a:pt x="8151076" y="9055"/>
                  </a:lnTo>
                  <a:lnTo>
                    <a:pt x="8152930" y="7188"/>
                  </a:lnTo>
                  <a:lnTo>
                    <a:pt x="8153400" y="6070"/>
                  </a:lnTo>
                  <a:lnTo>
                    <a:pt x="8153400" y="3441"/>
                  </a:lnTo>
                  <a:close/>
                </a:path>
                <a:path w="11031855" h="209550">
                  <a:moveTo>
                    <a:pt x="8201025" y="3441"/>
                  </a:moveTo>
                  <a:lnTo>
                    <a:pt x="8200555" y="2324"/>
                  </a:lnTo>
                  <a:lnTo>
                    <a:pt x="8198701" y="457"/>
                  </a:lnTo>
                  <a:lnTo>
                    <a:pt x="8197570" y="0"/>
                  </a:lnTo>
                  <a:lnTo>
                    <a:pt x="8194942" y="0"/>
                  </a:lnTo>
                  <a:lnTo>
                    <a:pt x="8193824" y="457"/>
                  </a:lnTo>
                  <a:lnTo>
                    <a:pt x="8191970" y="2324"/>
                  </a:lnTo>
                  <a:lnTo>
                    <a:pt x="8191500" y="3441"/>
                  </a:lnTo>
                  <a:lnTo>
                    <a:pt x="8191500" y="6070"/>
                  </a:lnTo>
                  <a:lnTo>
                    <a:pt x="8191970" y="7188"/>
                  </a:lnTo>
                  <a:lnTo>
                    <a:pt x="8193824" y="9055"/>
                  </a:lnTo>
                  <a:lnTo>
                    <a:pt x="8194942" y="9525"/>
                  </a:lnTo>
                  <a:lnTo>
                    <a:pt x="8197570" y="9525"/>
                  </a:lnTo>
                  <a:lnTo>
                    <a:pt x="8198701" y="9055"/>
                  </a:lnTo>
                  <a:lnTo>
                    <a:pt x="8200555" y="7188"/>
                  </a:lnTo>
                  <a:lnTo>
                    <a:pt x="8201025" y="6070"/>
                  </a:lnTo>
                  <a:lnTo>
                    <a:pt x="8201025" y="3441"/>
                  </a:lnTo>
                  <a:close/>
                </a:path>
                <a:path w="11031855" h="209550">
                  <a:moveTo>
                    <a:pt x="8248650" y="3441"/>
                  </a:moveTo>
                  <a:lnTo>
                    <a:pt x="8248180" y="2324"/>
                  </a:lnTo>
                  <a:lnTo>
                    <a:pt x="8246326" y="457"/>
                  </a:lnTo>
                  <a:lnTo>
                    <a:pt x="8245195" y="0"/>
                  </a:lnTo>
                  <a:lnTo>
                    <a:pt x="8242567" y="0"/>
                  </a:lnTo>
                  <a:lnTo>
                    <a:pt x="8241449" y="457"/>
                  </a:lnTo>
                  <a:lnTo>
                    <a:pt x="8239595" y="2324"/>
                  </a:lnTo>
                  <a:lnTo>
                    <a:pt x="8239125" y="3441"/>
                  </a:lnTo>
                  <a:lnTo>
                    <a:pt x="8239125" y="6070"/>
                  </a:lnTo>
                  <a:lnTo>
                    <a:pt x="8239595" y="7188"/>
                  </a:lnTo>
                  <a:lnTo>
                    <a:pt x="8241449" y="9055"/>
                  </a:lnTo>
                  <a:lnTo>
                    <a:pt x="8242567" y="9525"/>
                  </a:lnTo>
                  <a:lnTo>
                    <a:pt x="8245195" y="9525"/>
                  </a:lnTo>
                  <a:lnTo>
                    <a:pt x="8246326" y="9055"/>
                  </a:lnTo>
                  <a:lnTo>
                    <a:pt x="8248180" y="7188"/>
                  </a:lnTo>
                  <a:lnTo>
                    <a:pt x="8248650" y="6070"/>
                  </a:lnTo>
                  <a:lnTo>
                    <a:pt x="8248650" y="3441"/>
                  </a:lnTo>
                  <a:close/>
                </a:path>
                <a:path w="11031855" h="209550">
                  <a:moveTo>
                    <a:pt x="8296275" y="3441"/>
                  </a:moveTo>
                  <a:lnTo>
                    <a:pt x="8295805" y="2324"/>
                  </a:lnTo>
                  <a:lnTo>
                    <a:pt x="8293951" y="457"/>
                  </a:lnTo>
                  <a:lnTo>
                    <a:pt x="8292820" y="0"/>
                  </a:lnTo>
                  <a:lnTo>
                    <a:pt x="8290192" y="0"/>
                  </a:lnTo>
                  <a:lnTo>
                    <a:pt x="8289074" y="457"/>
                  </a:lnTo>
                  <a:lnTo>
                    <a:pt x="8287220" y="2324"/>
                  </a:lnTo>
                  <a:lnTo>
                    <a:pt x="8286750" y="3441"/>
                  </a:lnTo>
                  <a:lnTo>
                    <a:pt x="8286750" y="6070"/>
                  </a:lnTo>
                  <a:lnTo>
                    <a:pt x="8287220" y="7188"/>
                  </a:lnTo>
                  <a:lnTo>
                    <a:pt x="8289074" y="9055"/>
                  </a:lnTo>
                  <a:lnTo>
                    <a:pt x="8290192" y="9525"/>
                  </a:lnTo>
                  <a:lnTo>
                    <a:pt x="8292820" y="9525"/>
                  </a:lnTo>
                  <a:lnTo>
                    <a:pt x="8293951" y="9055"/>
                  </a:lnTo>
                  <a:lnTo>
                    <a:pt x="8295805" y="7188"/>
                  </a:lnTo>
                  <a:lnTo>
                    <a:pt x="8296275" y="6070"/>
                  </a:lnTo>
                  <a:lnTo>
                    <a:pt x="8296275" y="3441"/>
                  </a:lnTo>
                  <a:close/>
                </a:path>
                <a:path w="11031855" h="209550">
                  <a:moveTo>
                    <a:pt x="8343900" y="3441"/>
                  </a:moveTo>
                  <a:lnTo>
                    <a:pt x="8343430" y="2324"/>
                  </a:lnTo>
                  <a:lnTo>
                    <a:pt x="8341576" y="457"/>
                  </a:lnTo>
                  <a:lnTo>
                    <a:pt x="8340445" y="0"/>
                  </a:lnTo>
                  <a:lnTo>
                    <a:pt x="8337817" y="0"/>
                  </a:lnTo>
                  <a:lnTo>
                    <a:pt x="8336699" y="457"/>
                  </a:lnTo>
                  <a:lnTo>
                    <a:pt x="8334832" y="2324"/>
                  </a:lnTo>
                  <a:lnTo>
                    <a:pt x="8334375" y="3441"/>
                  </a:lnTo>
                  <a:lnTo>
                    <a:pt x="8334375" y="6070"/>
                  </a:lnTo>
                  <a:lnTo>
                    <a:pt x="8334832" y="7188"/>
                  </a:lnTo>
                  <a:lnTo>
                    <a:pt x="8336699" y="9055"/>
                  </a:lnTo>
                  <a:lnTo>
                    <a:pt x="8337817" y="9525"/>
                  </a:lnTo>
                  <a:lnTo>
                    <a:pt x="8340445" y="9525"/>
                  </a:lnTo>
                  <a:lnTo>
                    <a:pt x="8341576" y="9055"/>
                  </a:lnTo>
                  <a:lnTo>
                    <a:pt x="8343430" y="7188"/>
                  </a:lnTo>
                  <a:lnTo>
                    <a:pt x="8343900" y="6070"/>
                  </a:lnTo>
                  <a:lnTo>
                    <a:pt x="8343900" y="3441"/>
                  </a:lnTo>
                  <a:close/>
                </a:path>
                <a:path w="11031855" h="209550">
                  <a:moveTo>
                    <a:pt x="8391525" y="3441"/>
                  </a:moveTo>
                  <a:lnTo>
                    <a:pt x="8391055" y="2324"/>
                  </a:lnTo>
                  <a:lnTo>
                    <a:pt x="8389201" y="457"/>
                  </a:lnTo>
                  <a:lnTo>
                    <a:pt x="8388070" y="0"/>
                  </a:lnTo>
                  <a:lnTo>
                    <a:pt x="8385442" y="0"/>
                  </a:lnTo>
                  <a:lnTo>
                    <a:pt x="8384324" y="457"/>
                  </a:lnTo>
                  <a:lnTo>
                    <a:pt x="8382470" y="2324"/>
                  </a:lnTo>
                  <a:lnTo>
                    <a:pt x="8382000" y="3441"/>
                  </a:lnTo>
                  <a:lnTo>
                    <a:pt x="8382000" y="6070"/>
                  </a:lnTo>
                  <a:lnTo>
                    <a:pt x="8382470" y="7188"/>
                  </a:lnTo>
                  <a:lnTo>
                    <a:pt x="8384324" y="9055"/>
                  </a:lnTo>
                  <a:lnTo>
                    <a:pt x="8385442" y="9525"/>
                  </a:lnTo>
                  <a:lnTo>
                    <a:pt x="8388070" y="9525"/>
                  </a:lnTo>
                  <a:lnTo>
                    <a:pt x="8389201" y="9055"/>
                  </a:lnTo>
                  <a:lnTo>
                    <a:pt x="8391055" y="7188"/>
                  </a:lnTo>
                  <a:lnTo>
                    <a:pt x="8391525" y="6070"/>
                  </a:lnTo>
                  <a:lnTo>
                    <a:pt x="8391525" y="3441"/>
                  </a:lnTo>
                  <a:close/>
                </a:path>
                <a:path w="11031855" h="209550">
                  <a:moveTo>
                    <a:pt x="8439150" y="3441"/>
                  </a:moveTo>
                  <a:lnTo>
                    <a:pt x="8438680" y="2324"/>
                  </a:lnTo>
                  <a:lnTo>
                    <a:pt x="8436826" y="457"/>
                  </a:lnTo>
                  <a:lnTo>
                    <a:pt x="8435696" y="0"/>
                  </a:lnTo>
                  <a:lnTo>
                    <a:pt x="8433067" y="0"/>
                  </a:lnTo>
                  <a:lnTo>
                    <a:pt x="8431949" y="457"/>
                  </a:lnTo>
                  <a:lnTo>
                    <a:pt x="8430095" y="2324"/>
                  </a:lnTo>
                  <a:lnTo>
                    <a:pt x="8429625" y="3441"/>
                  </a:lnTo>
                  <a:lnTo>
                    <a:pt x="8429625" y="6070"/>
                  </a:lnTo>
                  <a:lnTo>
                    <a:pt x="8430095" y="7188"/>
                  </a:lnTo>
                  <a:lnTo>
                    <a:pt x="8431949" y="9055"/>
                  </a:lnTo>
                  <a:lnTo>
                    <a:pt x="8433067" y="9525"/>
                  </a:lnTo>
                  <a:lnTo>
                    <a:pt x="8435696" y="9525"/>
                  </a:lnTo>
                  <a:lnTo>
                    <a:pt x="8436826" y="9055"/>
                  </a:lnTo>
                  <a:lnTo>
                    <a:pt x="8438680" y="7188"/>
                  </a:lnTo>
                  <a:lnTo>
                    <a:pt x="8439150" y="6070"/>
                  </a:lnTo>
                  <a:lnTo>
                    <a:pt x="8439150" y="3441"/>
                  </a:lnTo>
                  <a:close/>
                </a:path>
                <a:path w="11031855" h="209550">
                  <a:moveTo>
                    <a:pt x="8486775" y="3441"/>
                  </a:moveTo>
                  <a:lnTo>
                    <a:pt x="8486305" y="2324"/>
                  </a:lnTo>
                  <a:lnTo>
                    <a:pt x="8484451" y="457"/>
                  </a:lnTo>
                  <a:lnTo>
                    <a:pt x="8483321" y="0"/>
                  </a:lnTo>
                  <a:lnTo>
                    <a:pt x="8480692" y="0"/>
                  </a:lnTo>
                  <a:lnTo>
                    <a:pt x="8479574" y="457"/>
                  </a:lnTo>
                  <a:lnTo>
                    <a:pt x="8477720" y="2324"/>
                  </a:lnTo>
                  <a:lnTo>
                    <a:pt x="8477250" y="3441"/>
                  </a:lnTo>
                  <a:lnTo>
                    <a:pt x="8477250" y="6070"/>
                  </a:lnTo>
                  <a:lnTo>
                    <a:pt x="8477720" y="7188"/>
                  </a:lnTo>
                  <a:lnTo>
                    <a:pt x="8479574" y="9055"/>
                  </a:lnTo>
                  <a:lnTo>
                    <a:pt x="8480692" y="9525"/>
                  </a:lnTo>
                  <a:lnTo>
                    <a:pt x="8483321" y="9525"/>
                  </a:lnTo>
                  <a:lnTo>
                    <a:pt x="8484451" y="9055"/>
                  </a:lnTo>
                  <a:lnTo>
                    <a:pt x="8486305" y="7188"/>
                  </a:lnTo>
                  <a:lnTo>
                    <a:pt x="8486775" y="6070"/>
                  </a:lnTo>
                  <a:lnTo>
                    <a:pt x="8486775" y="3441"/>
                  </a:lnTo>
                  <a:close/>
                </a:path>
                <a:path w="11031855" h="209550">
                  <a:moveTo>
                    <a:pt x="8534400" y="3441"/>
                  </a:moveTo>
                  <a:lnTo>
                    <a:pt x="8533930" y="2324"/>
                  </a:lnTo>
                  <a:lnTo>
                    <a:pt x="8532076" y="457"/>
                  </a:lnTo>
                  <a:lnTo>
                    <a:pt x="8530946" y="0"/>
                  </a:lnTo>
                  <a:lnTo>
                    <a:pt x="8528317" y="0"/>
                  </a:lnTo>
                  <a:lnTo>
                    <a:pt x="8527199" y="457"/>
                  </a:lnTo>
                  <a:lnTo>
                    <a:pt x="8525345" y="2324"/>
                  </a:lnTo>
                  <a:lnTo>
                    <a:pt x="8524875" y="3441"/>
                  </a:lnTo>
                  <a:lnTo>
                    <a:pt x="8524875" y="6070"/>
                  </a:lnTo>
                  <a:lnTo>
                    <a:pt x="8525345" y="7188"/>
                  </a:lnTo>
                  <a:lnTo>
                    <a:pt x="8527199" y="9055"/>
                  </a:lnTo>
                  <a:lnTo>
                    <a:pt x="8528317" y="9525"/>
                  </a:lnTo>
                  <a:lnTo>
                    <a:pt x="8530946" y="9525"/>
                  </a:lnTo>
                  <a:lnTo>
                    <a:pt x="8532076" y="9055"/>
                  </a:lnTo>
                  <a:lnTo>
                    <a:pt x="8533930" y="7188"/>
                  </a:lnTo>
                  <a:lnTo>
                    <a:pt x="8534400" y="6070"/>
                  </a:lnTo>
                  <a:lnTo>
                    <a:pt x="8534400" y="3441"/>
                  </a:lnTo>
                  <a:close/>
                </a:path>
                <a:path w="11031855" h="209550">
                  <a:moveTo>
                    <a:pt x="8582025" y="3441"/>
                  </a:moveTo>
                  <a:lnTo>
                    <a:pt x="8581555" y="2324"/>
                  </a:lnTo>
                  <a:lnTo>
                    <a:pt x="8579701" y="457"/>
                  </a:lnTo>
                  <a:lnTo>
                    <a:pt x="8578571" y="0"/>
                  </a:lnTo>
                  <a:lnTo>
                    <a:pt x="8575942" y="0"/>
                  </a:lnTo>
                  <a:lnTo>
                    <a:pt x="8574824" y="457"/>
                  </a:lnTo>
                  <a:lnTo>
                    <a:pt x="8572970" y="2324"/>
                  </a:lnTo>
                  <a:lnTo>
                    <a:pt x="8572500" y="3441"/>
                  </a:lnTo>
                  <a:lnTo>
                    <a:pt x="8572500" y="6070"/>
                  </a:lnTo>
                  <a:lnTo>
                    <a:pt x="8572970" y="7188"/>
                  </a:lnTo>
                  <a:lnTo>
                    <a:pt x="8574824" y="9055"/>
                  </a:lnTo>
                  <a:lnTo>
                    <a:pt x="8575942" y="9525"/>
                  </a:lnTo>
                  <a:lnTo>
                    <a:pt x="8578571" y="9525"/>
                  </a:lnTo>
                  <a:lnTo>
                    <a:pt x="8579701" y="9055"/>
                  </a:lnTo>
                  <a:lnTo>
                    <a:pt x="8581555" y="7188"/>
                  </a:lnTo>
                  <a:lnTo>
                    <a:pt x="8582025" y="6070"/>
                  </a:lnTo>
                  <a:lnTo>
                    <a:pt x="8582025" y="3441"/>
                  </a:lnTo>
                  <a:close/>
                </a:path>
                <a:path w="11031855" h="209550">
                  <a:moveTo>
                    <a:pt x="8629650" y="3441"/>
                  </a:moveTo>
                  <a:lnTo>
                    <a:pt x="8629180" y="2324"/>
                  </a:lnTo>
                  <a:lnTo>
                    <a:pt x="8627326" y="457"/>
                  </a:lnTo>
                  <a:lnTo>
                    <a:pt x="8626196" y="0"/>
                  </a:lnTo>
                  <a:lnTo>
                    <a:pt x="8623567" y="0"/>
                  </a:lnTo>
                  <a:lnTo>
                    <a:pt x="8622449" y="457"/>
                  </a:lnTo>
                  <a:lnTo>
                    <a:pt x="8620595" y="2324"/>
                  </a:lnTo>
                  <a:lnTo>
                    <a:pt x="8620125" y="3441"/>
                  </a:lnTo>
                  <a:lnTo>
                    <a:pt x="8620125" y="6070"/>
                  </a:lnTo>
                  <a:lnTo>
                    <a:pt x="8620595" y="7188"/>
                  </a:lnTo>
                  <a:lnTo>
                    <a:pt x="8622449" y="9055"/>
                  </a:lnTo>
                  <a:lnTo>
                    <a:pt x="8623567" y="9525"/>
                  </a:lnTo>
                  <a:lnTo>
                    <a:pt x="8626196" y="9525"/>
                  </a:lnTo>
                  <a:lnTo>
                    <a:pt x="8627326" y="9055"/>
                  </a:lnTo>
                  <a:lnTo>
                    <a:pt x="8629180" y="7188"/>
                  </a:lnTo>
                  <a:lnTo>
                    <a:pt x="8629650" y="6070"/>
                  </a:lnTo>
                  <a:lnTo>
                    <a:pt x="8629650" y="3441"/>
                  </a:lnTo>
                  <a:close/>
                </a:path>
                <a:path w="11031855" h="209550">
                  <a:moveTo>
                    <a:pt x="8677275" y="3441"/>
                  </a:moveTo>
                  <a:lnTo>
                    <a:pt x="8676805" y="2324"/>
                  </a:lnTo>
                  <a:lnTo>
                    <a:pt x="8674951" y="457"/>
                  </a:lnTo>
                  <a:lnTo>
                    <a:pt x="8673821" y="0"/>
                  </a:lnTo>
                  <a:lnTo>
                    <a:pt x="8671192" y="0"/>
                  </a:lnTo>
                  <a:lnTo>
                    <a:pt x="8670074" y="457"/>
                  </a:lnTo>
                  <a:lnTo>
                    <a:pt x="8668207" y="2324"/>
                  </a:lnTo>
                  <a:lnTo>
                    <a:pt x="8667750" y="3441"/>
                  </a:lnTo>
                  <a:lnTo>
                    <a:pt x="8667750" y="6070"/>
                  </a:lnTo>
                  <a:lnTo>
                    <a:pt x="8668207" y="7188"/>
                  </a:lnTo>
                  <a:lnTo>
                    <a:pt x="8670074" y="9055"/>
                  </a:lnTo>
                  <a:lnTo>
                    <a:pt x="8671192" y="9525"/>
                  </a:lnTo>
                  <a:lnTo>
                    <a:pt x="8673821" y="9525"/>
                  </a:lnTo>
                  <a:lnTo>
                    <a:pt x="8674951" y="9055"/>
                  </a:lnTo>
                  <a:lnTo>
                    <a:pt x="8676805" y="7188"/>
                  </a:lnTo>
                  <a:lnTo>
                    <a:pt x="8677275" y="6070"/>
                  </a:lnTo>
                  <a:lnTo>
                    <a:pt x="8677275" y="3441"/>
                  </a:lnTo>
                  <a:close/>
                </a:path>
                <a:path w="11031855" h="209550">
                  <a:moveTo>
                    <a:pt x="8724900" y="3441"/>
                  </a:moveTo>
                  <a:lnTo>
                    <a:pt x="8724430" y="2324"/>
                  </a:lnTo>
                  <a:lnTo>
                    <a:pt x="8722576" y="457"/>
                  </a:lnTo>
                  <a:lnTo>
                    <a:pt x="8721446" y="0"/>
                  </a:lnTo>
                  <a:lnTo>
                    <a:pt x="8718817" y="0"/>
                  </a:lnTo>
                  <a:lnTo>
                    <a:pt x="8717699" y="457"/>
                  </a:lnTo>
                  <a:lnTo>
                    <a:pt x="8715845" y="2324"/>
                  </a:lnTo>
                  <a:lnTo>
                    <a:pt x="8715375" y="3441"/>
                  </a:lnTo>
                  <a:lnTo>
                    <a:pt x="8715375" y="6070"/>
                  </a:lnTo>
                  <a:lnTo>
                    <a:pt x="8715845" y="7188"/>
                  </a:lnTo>
                  <a:lnTo>
                    <a:pt x="8717699" y="9055"/>
                  </a:lnTo>
                  <a:lnTo>
                    <a:pt x="8718817" y="9525"/>
                  </a:lnTo>
                  <a:lnTo>
                    <a:pt x="8721446" y="9525"/>
                  </a:lnTo>
                  <a:lnTo>
                    <a:pt x="8722576" y="9055"/>
                  </a:lnTo>
                  <a:lnTo>
                    <a:pt x="8724430" y="7188"/>
                  </a:lnTo>
                  <a:lnTo>
                    <a:pt x="8724900" y="6070"/>
                  </a:lnTo>
                  <a:lnTo>
                    <a:pt x="8724900" y="3441"/>
                  </a:lnTo>
                  <a:close/>
                </a:path>
                <a:path w="11031855" h="209550">
                  <a:moveTo>
                    <a:pt x="8772525" y="3441"/>
                  </a:moveTo>
                  <a:lnTo>
                    <a:pt x="8772055" y="2324"/>
                  </a:lnTo>
                  <a:lnTo>
                    <a:pt x="8770201" y="457"/>
                  </a:lnTo>
                  <a:lnTo>
                    <a:pt x="8769071" y="0"/>
                  </a:lnTo>
                  <a:lnTo>
                    <a:pt x="8766442" y="0"/>
                  </a:lnTo>
                  <a:lnTo>
                    <a:pt x="8765324" y="457"/>
                  </a:lnTo>
                  <a:lnTo>
                    <a:pt x="8763457" y="2324"/>
                  </a:lnTo>
                  <a:lnTo>
                    <a:pt x="8763000" y="3441"/>
                  </a:lnTo>
                  <a:lnTo>
                    <a:pt x="8763000" y="6070"/>
                  </a:lnTo>
                  <a:lnTo>
                    <a:pt x="8763457" y="7188"/>
                  </a:lnTo>
                  <a:lnTo>
                    <a:pt x="8765324" y="9055"/>
                  </a:lnTo>
                  <a:lnTo>
                    <a:pt x="8766442" y="9525"/>
                  </a:lnTo>
                  <a:lnTo>
                    <a:pt x="8769071" y="9525"/>
                  </a:lnTo>
                  <a:lnTo>
                    <a:pt x="8770201" y="9055"/>
                  </a:lnTo>
                  <a:lnTo>
                    <a:pt x="8772055" y="7188"/>
                  </a:lnTo>
                  <a:lnTo>
                    <a:pt x="8772525" y="6070"/>
                  </a:lnTo>
                  <a:lnTo>
                    <a:pt x="8772525" y="3441"/>
                  </a:lnTo>
                  <a:close/>
                </a:path>
                <a:path w="11031855" h="209550">
                  <a:moveTo>
                    <a:pt x="8820150" y="3441"/>
                  </a:moveTo>
                  <a:lnTo>
                    <a:pt x="8819680" y="2324"/>
                  </a:lnTo>
                  <a:lnTo>
                    <a:pt x="8817826" y="457"/>
                  </a:lnTo>
                  <a:lnTo>
                    <a:pt x="8816696" y="0"/>
                  </a:lnTo>
                  <a:lnTo>
                    <a:pt x="8814067" y="0"/>
                  </a:lnTo>
                  <a:lnTo>
                    <a:pt x="8812949" y="457"/>
                  </a:lnTo>
                  <a:lnTo>
                    <a:pt x="8811095" y="2324"/>
                  </a:lnTo>
                  <a:lnTo>
                    <a:pt x="8810625" y="3441"/>
                  </a:lnTo>
                  <a:lnTo>
                    <a:pt x="8810625" y="6070"/>
                  </a:lnTo>
                  <a:lnTo>
                    <a:pt x="8811095" y="7188"/>
                  </a:lnTo>
                  <a:lnTo>
                    <a:pt x="8812949" y="9055"/>
                  </a:lnTo>
                  <a:lnTo>
                    <a:pt x="8814067" y="9525"/>
                  </a:lnTo>
                  <a:lnTo>
                    <a:pt x="8816696" y="9525"/>
                  </a:lnTo>
                  <a:lnTo>
                    <a:pt x="8817826" y="9055"/>
                  </a:lnTo>
                  <a:lnTo>
                    <a:pt x="8819680" y="7188"/>
                  </a:lnTo>
                  <a:lnTo>
                    <a:pt x="8820150" y="6070"/>
                  </a:lnTo>
                  <a:lnTo>
                    <a:pt x="8820150" y="3441"/>
                  </a:lnTo>
                  <a:close/>
                </a:path>
                <a:path w="11031855" h="209550">
                  <a:moveTo>
                    <a:pt x="8867775" y="3441"/>
                  </a:moveTo>
                  <a:lnTo>
                    <a:pt x="8867305" y="2324"/>
                  </a:lnTo>
                  <a:lnTo>
                    <a:pt x="8865451" y="457"/>
                  </a:lnTo>
                  <a:lnTo>
                    <a:pt x="8864321" y="0"/>
                  </a:lnTo>
                  <a:lnTo>
                    <a:pt x="8861692" y="0"/>
                  </a:lnTo>
                  <a:lnTo>
                    <a:pt x="8860574" y="457"/>
                  </a:lnTo>
                  <a:lnTo>
                    <a:pt x="8858720" y="2324"/>
                  </a:lnTo>
                  <a:lnTo>
                    <a:pt x="8858250" y="3441"/>
                  </a:lnTo>
                  <a:lnTo>
                    <a:pt x="8858250" y="6070"/>
                  </a:lnTo>
                  <a:lnTo>
                    <a:pt x="8858720" y="7188"/>
                  </a:lnTo>
                  <a:lnTo>
                    <a:pt x="8860574" y="9055"/>
                  </a:lnTo>
                  <a:lnTo>
                    <a:pt x="8861692" y="9525"/>
                  </a:lnTo>
                  <a:lnTo>
                    <a:pt x="8864321" y="9525"/>
                  </a:lnTo>
                  <a:lnTo>
                    <a:pt x="8865451" y="9055"/>
                  </a:lnTo>
                  <a:lnTo>
                    <a:pt x="8867305" y="7188"/>
                  </a:lnTo>
                  <a:lnTo>
                    <a:pt x="8867775" y="6070"/>
                  </a:lnTo>
                  <a:lnTo>
                    <a:pt x="8867775" y="3441"/>
                  </a:lnTo>
                  <a:close/>
                </a:path>
                <a:path w="11031855" h="209550">
                  <a:moveTo>
                    <a:pt x="8915400" y="3441"/>
                  </a:moveTo>
                  <a:lnTo>
                    <a:pt x="8914930" y="2324"/>
                  </a:lnTo>
                  <a:lnTo>
                    <a:pt x="8913076" y="457"/>
                  </a:lnTo>
                  <a:lnTo>
                    <a:pt x="8911946" y="0"/>
                  </a:lnTo>
                  <a:lnTo>
                    <a:pt x="8909317" y="0"/>
                  </a:lnTo>
                  <a:lnTo>
                    <a:pt x="8908199" y="457"/>
                  </a:lnTo>
                  <a:lnTo>
                    <a:pt x="8906345" y="2324"/>
                  </a:lnTo>
                  <a:lnTo>
                    <a:pt x="8905875" y="3441"/>
                  </a:lnTo>
                  <a:lnTo>
                    <a:pt x="8905875" y="6070"/>
                  </a:lnTo>
                  <a:lnTo>
                    <a:pt x="8906345" y="7188"/>
                  </a:lnTo>
                  <a:lnTo>
                    <a:pt x="8908199" y="9055"/>
                  </a:lnTo>
                  <a:lnTo>
                    <a:pt x="8909317" y="9525"/>
                  </a:lnTo>
                  <a:lnTo>
                    <a:pt x="8911946" y="9525"/>
                  </a:lnTo>
                  <a:lnTo>
                    <a:pt x="8913076" y="9055"/>
                  </a:lnTo>
                  <a:lnTo>
                    <a:pt x="8914930" y="7188"/>
                  </a:lnTo>
                  <a:lnTo>
                    <a:pt x="8915400" y="6070"/>
                  </a:lnTo>
                  <a:lnTo>
                    <a:pt x="8915400" y="3441"/>
                  </a:lnTo>
                  <a:close/>
                </a:path>
                <a:path w="11031855" h="209550">
                  <a:moveTo>
                    <a:pt x="8963025" y="3441"/>
                  </a:moveTo>
                  <a:lnTo>
                    <a:pt x="8962555" y="2324"/>
                  </a:lnTo>
                  <a:lnTo>
                    <a:pt x="8960701" y="457"/>
                  </a:lnTo>
                  <a:lnTo>
                    <a:pt x="8959571" y="0"/>
                  </a:lnTo>
                  <a:lnTo>
                    <a:pt x="8956942" y="0"/>
                  </a:lnTo>
                  <a:lnTo>
                    <a:pt x="8955824" y="457"/>
                  </a:lnTo>
                  <a:lnTo>
                    <a:pt x="8953970" y="2324"/>
                  </a:lnTo>
                  <a:lnTo>
                    <a:pt x="8953500" y="3441"/>
                  </a:lnTo>
                  <a:lnTo>
                    <a:pt x="8953500" y="6070"/>
                  </a:lnTo>
                  <a:lnTo>
                    <a:pt x="8953970" y="7188"/>
                  </a:lnTo>
                  <a:lnTo>
                    <a:pt x="8955824" y="9055"/>
                  </a:lnTo>
                  <a:lnTo>
                    <a:pt x="8956942" y="9525"/>
                  </a:lnTo>
                  <a:lnTo>
                    <a:pt x="8959571" y="9525"/>
                  </a:lnTo>
                  <a:lnTo>
                    <a:pt x="8960701" y="9055"/>
                  </a:lnTo>
                  <a:lnTo>
                    <a:pt x="8962555" y="7188"/>
                  </a:lnTo>
                  <a:lnTo>
                    <a:pt x="8963025" y="6070"/>
                  </a:lnTo>
                  <a:lnTo>
                    <a:pt x="8963025" y="3441"/>
                  </a:lnTo>
                  <a:close/>
                </a:path>
                <a:path w="11031855" h="209550">
                  <a:moveTo>
                    <a:pt x="9010650" y="3441"/>
                  </a:moveTo>
                  <a:lnTo>
                    <a:pt x="9010180" y="2324"/>
                  </a:lnTo>
                  <a:lnTo>
                    <a:pt x="9008326" y="457"/>
                  </a:lnTo>
                  <a:lnTo>
                    <a:pt x="9007196" y="0"/>
                  </a:lnTo>
                  <a:lnTo>
                    <a:pt x="9004567" y="0"/>
                  </a:lnTo>
                  <a:lnTo>
                    <a:pt x="9003449" y="457"/>
                  </a:lnTo>
                  <a:lnTo>
                    <a:pt x="9001582" y="2324"/>
                  </a:lnTo>
                  <a:lnTo>
                    <a:pt x="9001125" y="3441"/>
                  </a:lnTo>
                  <a:lnTo>
                    <a:pt x="9001125" y="6070"/>
                  </a:lnTo>
                  <a:lnTo>
                    <a:pt x="9001582" y="7188"/>
                  </a:lnTo>
                  <a:lnTo>
                    <a:pt x="9003449" y="9055"/>
                  </a:lnTo>
                  <a:lnTo>
                    <a:pt x="9004567" y="9525"/>
                  </a:lnTo>
                  <a:lnTo>
                    <a:pt x="9007196" y="9525"/>
                  </a:lnTo>
                  <a:lnTo>
                    <a:pt x="9008326" y="9055"/>
                  </a:lnTo>
                  <a:lnTo>
                    <a:pt x="9010180" y="7188"/>
                  </a:lnTo>
                  <a:lnTo>
                    <a:pt x="9010650" y="6070"/>
                  </a:lnTo>
                  <a:lnTo>
                    <a:pt x="9010650" y="3441"/>
                  </a:lnTo>
                  <a:close/>
                </a:path>
                <a:path w="11031855" h="209550">
                  <a:moveTo>
                    <a:pt x="9058275" y="3441"/>
                  </a:moveTo>
                  <a:lnTo>
                    <a:pt x="9057805" y="2324"/>
                  </a:lnTo>
                  <a:lnTo>
                    <a:pt x="9055951" y="457"/>
                  </a:lnTo>
                  <a:lnTo>
                    <a:pt x="9054821" y="0"/>
                  </a:lnTo>
                  <a:lnTo>
                    <a:pt x="9052192" y="0"/>
                  </a:lnTo>
                  <a:lnTo>
                    <a:pt x="9051074" y="457"/>
                  </a:lnTo>
                  <a:lnTo>
                    <a:pt x="9049220" y="2324"/>
                  </a:lnTo>
                  <a:lnTo>
                    <a:pt x="9048750" y="3441"/>
                  </a:lnTo>
                  <a:lnTo>
                    <a:pt x="9048750" y="6070"/>
                  </a:lnTo>
                  <a:lnTo>
                    <a:pt x="9049220" y="7188"/>
                  </a:lnTo>
                  <a:lnTo>
                    <a:pt x="9051074" y="9055"/>
                  </a:lnTo>
                  <a:lnTo>
                    <a:pt x="9052192" y="9525"/>
                  </a:lnTo>
                  <a:lnTo>
                    <a:pt x="9054821" y="9525"/>
                  </a:lnTo>
                  <a:lnTo>
                    <a:pt x="9055951" y="9055"/>
                  </a:lnTo>
                  <a:lnTo>
                    <a:pt x="9057805" y="7188"/>
                  </a:lnTo>
                  <a:lnTo>
                    <a:pt x="9058275" y="6070"/>
                  </a:lnTo>
                  <a:lnTo>
                    <a:pt x="9058275" y="3441"/>
                  </a:lnTo>
                  <a:close/>
                </a:path>
                <a:path w="11031855" h="209550">
                  <a:moveTo>
                    <a:pt x="9105900" y="3441"/>
                  </a:moveTo>
                  <a:lnTo>
                    <a:pt x="9105430" y="2324"/>
                  </a:lnTo>
                  <a:lnTo>
                    <a:pt x="9103576" y="457"/>
                  </a:lnTo>
                  <a:lnTo>
                    <a:pt x="9102446" y="0"/>
                  </a:lnTo>
                  <a:lnTo>
                    <a:pt x="9099817" y="0"/>
                  </a:lnTo>
                  <a:lnTo>
                    <a:pt x="9098699" y="457"/>
                  </a:lnTo>
                  <a:lnTo>
                    <a:pt x="9096845" y="2324"/>
                  </a:lnTo>
                  <a:lnTo>
                    <a:pt x="9096375" y="3441"/>
                  </a:lnTo>
                  <a:lnTo>
                    <a:pt x="9096375" y="6070"/>
                  </a:lnTo>
                  <a:lnTo>
                    <a:pt x="9096845" y="7188"/>
                  </a:lnTo>
                  <a:lnTo>
                    <a:pt x="9098699" y="9055"/>
                  </a:lnTo>
                  <a:lnTo>
                    <a:pt x="9099817" y="9525"/>
                  </a:lnTo>
                  <a:lnTo>
                    <a:pt x="9102446" y="9525"/>
                  </a:lnTo>
                  <a:lnTo>
                    <a:pt x="9103576" y="9055"/>
                  </a:lnTo>
                  <a:lnTo>
                    <a:pt x="9105430" y="7188"/>
                  </a:lnTo>
                  <a:lnTo>
                    <a:pt x="9105900" y="6070"/>
                  </a:lnTo>
                  <a:lnTo>
                    <a:pt x="9105900" y="3441"/>
                  </a:lnTo>
                  <a:close/>
                </a:path>
                <a:path w="11031855" h="209550">
                  <a:moveTo>
                    <a:pt x="9153525" y="3441"/>
                  </a:moveTo>
                  <a:lnTo>
                    <a:pt x="9153055" y="2324"/>
                  </a:lnTo>
                  <a:lnTo>
                    <a:pt x="9151201" y="457"/>
                  </a:lnTo>
                  <a:lnTo>
                    <a:pt x="9150071" y="0"/>
                  </a:lnTo>
                  <a:lnTo>
                    <a:pt x="9147442" y="0"/>
                  </a:lnTo>
                  <a:lnTo>
                    <a:pt x="9146324" y="457"/>
                  </a:lnTo>
                  <a:lnTo>
                    <a:pt x="9144470" y="2324"/>
                  </a:lnTo>
                  <a:lnTo>
                    <a:pt x="9144000" y="3441"/>
                  </a:lnTo>
                  <a:lnTo>
                    <a:pt x="9144000" y="6070"/>
                  </a:lnTo>
                  <a:lnTo>
                    <a:pt x="9144470" y="7188"/>
                  </a:lnTo>
                  <a:lnTo>
                    <a:pt x="9146324" y="9055"/>
                  </a:lnTo>
                  <a:lnTo>
                    <a:pt x="9147442" y="9525"/>
                  </a:lnTo>
                  <a:lnTo>
                    <a:pt x="9150071" y="9525"/>
                  </a:lnTo>
                  <a:lnTo>
                    <a:pt x="9151201" y="9055"/>
                  </a:lnTo>
                  <a:lnTo>
                    <a:pt x="9153055" y="7188"/>
                  </a:lnTo>
                  <a:lnTo>
                    <a:pt x="9153525" y="6070"/>
                  </a:lnTo>
                  <a:lnTo>
                    <a:pt x="9153525" y="3441"/>
                  </a:lnTo>
                  <a:close/>
                </a:path>
                <a:path w="11031855" h="209550">
                  <a:moveTo>
                    <a:pt x="9201150" y="3441"/>
                  </a:moveTo>
                  <a:lnTo>
                    <a:pt x="9200680" y="2324"/>
                  </a:lnTo>
                  <a:lnTo>
                    <a:pt x="9198826" y="457"/>
                  </a:lnTo>
                  <a:lnTo>
                    <a:pt x="9197696" y="0"/>
                  </a:lnTo>
                  <a:lnTo>
                    <a:pt x="9195067" y="0"/>
                  </a:lnTo>
                  <a:lnTo>
                    <a:pt x="9193949" y="457"/>
                  </a:lnTo>
                  <a:lnTo>
                    <a:pt x="9192095" y="2324"/>
                  </a:lnTo>
                  <a:lnTo>
                    <a:pt x="9191625" y="3441"/>
                  </a:lnTo>
                  <a:lnTo>
                    <a:pt x="9191625" y="6070"/>
                  </a:lnTo>
                  <a:lnTo>
                    <a:pt x="9192095" y="7188"/>
                  </a:lnTo>
                  <a:lnTo>
                    <a:pt x="9193949" y="9055"/>
                  </a:lnTo>
                  <a:lnTo>
                    <a:pt x="9195067" y="9525"/>
                  </a:lnTo>
                  <a:lnTo>
                    <a:pt x="9197696" y="9525"/>
                  </a:lnTo>
                  <a:lnTo>
                    <a:pt x="9198826" y="9055"/>
                  </a:lnTo>
                  <a:lnTo>
                    <a:pt x="9200680" y="7188"/>
                  </a:lnTo>
                  <a:lnTo>
                    <a:pt x="9201150" y="6070"/>
                  </a:lnTo>
                  <a:lnTo>
                    <a:pt x="9201150" y="3441"/>
                  </a:lnTo>
                  <a:close/>
                </a:path>
                <a:path w="11031855" h="209550">
                  <a:moveTo>
                    <a:pt x="9248775" y="3441"/>
                  </a:moveTo>
                  <a:lnTo>
                    <a:pt x="9248305" y="2324"/>
                  </a:lnTo>
                  <a:lnTo>
                    <a:pt x="9246451" y="457"/>
                  </a:lnTo>
                  <a:lnTo>
                    <a:pt x="9245321" y="0"/>
                  </a:lnTo>
                  <a:lnTo>
                    <a:pt x="9242692" y="0"/>
                  </a:lnTo>
                  <a:lnTo>
                    <a:pt x="9241574" y="457"/>
                  </a:lnTo>
                  <a:lnTo>
                    <a:pt x="9239707" y="2324"/>
                  </a:lnTo>
                  <a:lnTo>
                    <a:pt x="9239250" y="3441"/>
                  </a:lnTo>
                  <a:lnTo>
                    <a:pt x="9239250" y="6070"/>
                  </a:lnTo>
                  <a:lnTo>
                    <a:pt x="9239707" y="7188"/>
                  </a:lnTo>
                  <a:lnTo>
                    <a:pt x="9241574" y="9055"/>
                  </a:lnTo>
                  <a:lnTo>
                    <a:pt x="9242692" y="9525"/>
                  </a:lnTo>
                  <a:lnTo>
                    <a:pt x="9245321" y="9525"/>
                  </a:lnTo>
                  <a:lnTo>
                    <a:pt x="9246451" y="9055"/>
                  </a:lnTo>
                  <a:lnTo>
                    <a:pt x="9248305" y="7188"/>
                  </a:lnTo>
                  <a:lnTo>
                    <a:pt x="9248775" y="6070"/>
                  </a:lnTo>
                  <a:lnTo>
                    <a:pt x="9248775" y="3441"/>
                  </a:lnTo>
                  <a:close/>
                </a:path>
                <a:path w="11031855" h="209550">
                  <a:moveTo>
                    <a:pt x="9296400" y="3441"/>
                  </a:moveTo>
                  <a:lnTo>
                    <a:pt x="9295930" y="2324"/>
                  </a:lnTo>
                  <a:lnTo>
                    <a:pt x="9294076" y="457"/>
                  </a:lnTo>
                  <a:lnTo>
                    <a:pt x="9292946" y="0"/>
                  </a:lnTo>
                  <a:lnTo>
                    <a:pt x="9290317" y="0"/>
                  </a:lnTo>
                  <a:lnTo>
                    <a:pt x="9289199" y="457"/>
                  </a:lnTo>
                  <a:lnTo>
                    <a:pt x="9287332" y="2324"/>
                  </a:lnTo>
                  <a:lnTo>
                    <a:pt x="9286875" y="3441"/>
                  </a:lnTo>
                  <a:lnTo>
                    <a:pt x="9286875" y="6070"/>
                  </a:lnTo>
                  <a:lnTo>
                    <a:pt x="9287332" y="7188"/>
                  </a:lnTo>
                  <a:lnTo>
                    <a:pt x="9289199" y="9055"/>
                  </a:lnTo>
                  <a:lnTo>
                    <a:pt x="9290317" y="9525"/>
                  </a:lnTo>
                  <a:lnTo>
                    <a:pt x="9292946" y="9525"/>
                  </a:lnTo>
                  <a:lnTo>
                    <a:pt x="9294076" y="9055"/>
                  </a:lnTo>
                  <a:lnTo>
                    <a:pt x="9295930" y="7188"/>
                  </a:lnTo>
                  <a:lnTo>
                    <a:pt x="9296400" y="6070"/>
                  </a:lnTo>
                  <a:lnTo>
                    <a:pt x="9296400" y="3441"/>
                  </a:lnTo>
                  <a:close/>
                </a:path>
                <a:path w="11031855" h="209550">
                  <a:moveTo>
                    <a:pt x="9344025" y="3441"/>
                  </a:moveTo>
                  <a:lnTo>
                    <a:pt x="9343555" y="2324"/>
                  </a:lnTo>
                  <a:lnTo>
                    <a:pt x="9341701" y="457"/>
                  </a:lnTo>
                  <a:lnTo>
                    <a:pt x="9340571" y="0"/>
                  </a:lnTo>
                  <a:lnTo>
                    <a:pt x="9337942" y="0"/>
                  </a:lnTo>
                  <a:lnTo>
                    <a:pt x="9336824" y="457"/>
                  </a:lnTo>
                  <a:lnTo>
                    <a:pt x="9334957" y="2324"/>
                  </a:lnTo>
                  <a:lnTo>
                    <a:pt x="9334500" y="3441"/>
                  </a:lnTo>
                  <a:lnTo>
                    <a:pt x="9334500" y="6070"/>
                  </a:lnTo>
                  <a:lnTo>
                    <a:pt x="9334957" y="7188"/>
                  </a:lnTo>
                  <a:lnTo>
                    <a:pt x="9336824" y="9055"/>
                  </a:lnTo>
                  <a:lnTo>
                    <a:pt x="9337942" y="9525"/>
                  </a:lnTo>
                  <a:lnTo>
                    <a:pt x="9340571" y="9525"/>
                  </a:lnTo>
                  <a:lnTo>
                    <a:pt x="9341701" y="9055"/>
                  </a:lnTo>
                  <a:lnTo>
                    <a:pt x="9343555" y="7188"/>
                  </a:lnTo>
                  <a:lnTo>
                    <a:pt x="9344025" y="6070"/>
                  </a:lnTo>
                  <a:lnTo>
                    <a:pt x="9344025" y="3441"/>
                  </a:lnTo>
                  <a:close/>
                </a:path>
                <a:path w="11031855" h="209550">
                  <a:moveTo>
                    <a:pt x="9391650" y="3441"/>
                  </a:moveTo>
                  <a:lnTo>
                    <a:pt x="9391180" y="2324"/>
                  </a:lnTo>
                  <a:lnTo>
                    <a:pt x="9389326" y="457"/>
                  </a:lnTo>
                  <a:lnTo>
                    <a:pt x="9388196" y="0"/>
                  </a:lnTo>
                  <a:lnTo>
                    <a:pt x="9385567" y="0"/>
                  </a:lnTo>
                  <a:lnTo>
                    <a:pt x="9384449" y="457"/>
                  </a:lnTo>
                  <a:lnTo>
                    <a:pt x="9382595" y="2324"/>
                  </a:lnTo>
                  <a:lnTo>
                    <a:pt x="9382125" y="3441"/>
                  </a:lnTo>
                  <a:lnTo>
                    <a:pt x="9382125" y="6070"/>
                  </a:lnTo>
                  <a:lnTo>
                    <a:pt x="9382595" y="7188"/>
                  </a:lnTo>
                  <a:lnTo>
                    <a:pt x="9384449" y="9055"/>
                  </a:lnTo>
                  <a:lnTo>
                    <a:pt x="9385567" y="9525"/>
                  </a:lnTo>
                  <a:lnTo>
                    <a:pt x="9388196" y="9525"/>
                  </a:lnTo>
                  <a:lnTo>
                    <a:pt x="9389326" y="9055"/>
                  </a:lnTo>
                  <a:lnTo>
                    <a:pt x="9391180" y="7188"/>
                  </a:lnTo>
                  <a:lnTo>
                    <a:pt x="9391650" y="6070"/>
                  </a:lnTo>
                  <a:lnTo>
                    <a:pt x="9391650" y="3441"/>
                  </a:lnTo>
                  <a:close/>
                </a:path>
                <a:path w="11031855" h="209550">
                  <a:moveTo>
                    <a:pt x="9439275" y="3441"/>
                  </a:moveTo>
                  <a:lnTo>
                    <a:pt x="9438805" y="2324"/>
                  </a:lnTo>
                  <a:lnTo>
                    <a:pt x="9436951" y="457"/>
                  </a:lnTo>
                  <a:lnTo>
                    <a:pt x="9435821" y="0"/>
                  </a:lnTo>
                  <a:lnTo>
                    <a:pt x="9433192" y="0"/>
                  </a:lnTo>
                  <a:lnTo>
                    <a:pt x="9432074" y="457"/>
                  </a:lnTo>
                  <a:lnTo>
                    <a:pt x="9430220" y="2324"/>
                  </a:lnTo>
                  <a:lnTo>
                    <a:pt x="9429750" y="3441"/>
                  </a:lnTo>
                  <a:lnTo>
                    <a:pt x="9429750" y="6070"/>
                  </a:lnTo>
                  <a:lnTo>
                    <a:pt x="9430220" y="7188"/>
                  </a:lnTo>
                  <a:lnTo>
                    <a:pt x="9432074" y="9055"/>
                  </a:lnTo>
                  <a:lnTo>
                    <a:pt x="9433192" y="9525"/>
                  </a:lnTo>
                  <a:lnTo>
                    <a:pt x="9435821" y="9525"/>
                  </a:lnTo>
                  <a:lnTo>
                    <a:pt x="9436951" y="9055"/>
                  </a:lnTo>
                  <a:lnTo>
                    <a:pt x="9438805" y="7188"/>
                  </a:lnTo>
                  <a:lnTo>
                    <a:pt x="9439275" y="6070"/>
                  </a:lnTo>
                  <a:lnTo>
                    <a:pt x="9439275" y="3441"/>
                  </a:lnTo>
                  <a:close/>
                </a:path>
                <a:path w="11031855" h="209550">
                  <a:moveTo>
                    <a:pt x="9486900" y="3441"/>
                  </a:moveTo>
                  <a:lnTo>
                    <a:pt x="9486430" y="2324"/>
                  </a:lnTo>
                  <a:lnTo>
                    <a:pt x="9484576" y="457"/>
                  </a:lnTo>
                  <a:lnTo>
                    <a:pt x="9483446" y="0"/>
                  </a:lnTo>
                  <a:lnTo>
                    <a:pt x="9480817" y="0"/>
                  </a:lnTo>
                  <a:lnTo>
                    <a:pt x="9479699" y="457"/>
                  </a:lnTo>
                  <a:lnTo>
                    <a:pt x="9477845" y="2324"/>
                  </a:lnTo>
                  <a:lnTo>
                    <a:pt x="9477375" y="3441"/>
                  </a:lnTo>
                  <a:lnTo>
                    <a:pt x="9477375" y="6070"/>
                  </a:lnTo>
                  <a:lnTo>
                    <a:pt x="9477845" y="7188"/>
                  </a:lnTo>
                  <a:lnTo>
                    <a:pt x="9479699" y="9055"/>
                  </a:lnTo>
                  <a:lnTo>
                    <a:pt x="9480817" y="9525"/>
                  </a:lnTo>
                  <a:lnTo>
                    <a:pt x="9483446" y="9525"/>
                  </a:lnTo>
                  <a:lnTo>
                    <a:pt x="9484576" y="9055"/>
                  </a:lnTo>
                  <a:lnTo>
                    <a:pt x="9486430" y="7188"/>
                  </a:lnTo>
                  <a:lnTo>
                    <a:pt x="9486900" y="6070"/>
                  </a:lnTo>
                  <a:lnTo>
                    <a:pt x="9486900" y="3441"/>
                  </a:lnTo>
                  <a:close/>
                </a:path>
                <a:path w="11031855" h="209550">
                  <a:moveTo>
                    <a:pt x="9534525" y="3441"/>
                  </a:moveTo>
                  <a:lnTo>
                    <a:pt x="9534055" y="2324"/>
                  </a:lnTo>
                  <a:lnTo>
                    <a:pt x="9532201" y="457"/>
                  </a:lnTo>
                  <a:lnTo>
                    <a:pt x="9531071" y="0"/>
                  </a:lnTo>
                  <a:lnTo>
                    <a:pt x="9528442" y="0"/>
                  </a:lnTo>
                  <a:lnTo>
                    <a:pt x="9527324" y="457"/>
                  </a:lnTo>
                  <a:lnTo>
                    <a:pt x="9525470" y="2324"/>
                  </a:lnTo>
                  <a:lnTo>
                    <a:pt x="9525000" y="3441"/>
                  </a:lnTo>
                  <a:lnTo>
                    <a:pt x="9525000" y="6070"/>
                  </a:lnTo>
                  <a:lnTo>
                    <a:pt x="9525470" y="7188"/>
                  </a:lnTo>
                  <a:lnTo>
                    <a:pt x="9527324" y="9055"/>
                  </a:lnTo>
                  <a:lnTo>
                    <a:pt x="9528442" y="9525"/>
                  </a:lnTo>
                  <a:lnTo>
                    <a:pt x="9531071" y="9525"/>
                  </a:lnTo>
                  <a:lnTo>
                    <a:pt x="9532201" y="9055"/>
                  </a:lnTo>
                  <a:lnTo>
                    <a:pt x="9534055" y="7188"/>
                  </a:lnTo>
                  <a:lnTo>
                    <a:pt x="9534525" y="6070"/>
                  </a:lnTo>
                  <a:lnTo>
                    <a:pt x="9534525" y="3441"/>
                  </a:lnTo>
                  <a:close/>
                </a:path>
                <a:path w="11031855" h="209550">
                  <a:moveTo>
                    <a:pt x="9582150" y="3441"/>
                  </a:moveTo>
                  <a:lnTo>
                    <a:pt x="9581680" y="2324"/>
                  </a:lnTo>
                  <a:lnTo>
                    <a:pt x="9579826" y="457"/>
                  </a:lnTo>
                  <a:lnTo>
                    <a:pt x="9578696" y="0"/>
                  </a:lnTo>
                  <a:lnTo>
                    <a:pt x="9576067" y="0"/>
                  </a:lnTo>
                  <a:lnTo>
                    <a:pt x="9574949" y="457"/>
                  </a:lnTo>
                  <a:lnTo>
                    <a:pt x="9573095" y="2324"/>
                  </a:lnTo>
                  <a:lnTo>
                    <a:pt x="9572625" y="3441"/>
                  </a:lnTo>
                  <a:lnTo>
                    <a:pt x="9572625" y="6070"/>
                  </a:lnTo>
                  <a:lnTo>
                    <a:pt x="9573095" y="7188"/>
                  </a:lnTo>
                  <a:lnTo>
                    <a:pt x="9574949" y="9055"/>
                  </a:lnTo>
                  <a:lnTo>
                    <a:pt x="9576067" y="9525"/>
                  </a:lnTo>
                  <a:lnTo>
                    <a:pt x="9578696" y="9525"/>
                  </a:lnTo>
                  <a:lnTo>
                    <a:pt x="9579826" y="9055"/>
                  </a:lnTo>
                  <a:lnTo>
                    <a:pt x="9581680" y="7188"/>
                  </a:lnTo>
                  <a:lnTo>
                    <a:pt x="9582150" y="6070"/>
                  </a:lnTo>
                  <a:lnTo>
                    <a:pt x="9582150" y="3441"/>
                  </a:lnTo>
                  <a:close/>
                </a:path>
                <a:path w="11031855" h="209550">
                  <a:moveTo>
                    <a:pt x="9629775" y="3441"/>
                  </a:moveTo>
                  <a:lnTo>
                    <a:pt x="9629305" y="2324"/>
                  </a:lnTo>
                  <a:lnTo>
                    <a:pt x="9627451" y="457"/>
                  </a:lnTo>
                  <a:lnTo>
                    <a:pt x="9626321" y="0"/>
                  </a:lnTo>
                  <a:lnTo>
                    <a:pt x="9623692" y="0"/>
                  </a:lnTo>
                  <a:lnTo>
                    <a:pt x="9622574" y="457"/>
                  </a:lnTo>
                  <a:lnTo>
                    <a:pt x="9620720" y="2324"/>
                  </a:lnTo>
                  <a:lnTo>
                    <a:pt x="9620250" y="3441"/>
                  </a:lnTo>
                  <a:lnTo>
                    <a:pt x="9620250" y="6070"/>
                  </a:lnTo>
                  <a:lnTo>
                    <a:pt x="9620720" y="7188"/>
                  </a:lnTo>
                  <a:lnTo>
                    <a:pt x="9622574" y="9055"/>
                  </a:lnTo>
                  <a:lnTo>
                    <a:pt x="9623692" y="9525"/>
                  </a:lnTo>
                  <a:lnTo>
                    <a:pt x="9626321" y="9525"/>
                  </a:lnTo>
                  <a:lnTo>
                    <a:pt x="9627451" y="9055"/>
                  </a:lnTo>
                  <a:lnTo>
                    <a:pt x="9629305" y="7188"/>
                  </a:lnTo>
                  <a:lnTo>
                    <a:pt x="9629775" y="6070"/>
                  </a:lnTo>
                  <a:lnTo>
                    <a:pt x="9629775" y="3441"/>
                  </a:lnTo>
                  <a:close/>
                </a:path>
                <a:path w="11031855" h="209550">
                  <a:moveTo>
                    <a:pt x="9677400" y="3441"/>
                  </a:moveTo>
                  <a:lnTo>
                    <a:pt x="9676930" y="2324"/>
                  </a:lnTo>
                  <a:lnTo>
                    <a:pt x="9675076" y="457"/>
                  </a:lnTo>
                  <a:lnTo>
                    <a:pt x="9673946" y="0"/>
                  </a:lnTo>
                  <a:lnTo>
                    <a:pt x="9671317" y="0"/>
                  </a:lnTo>
                  <a:lnTo>
                    <a:pt x="9670199" y="457"/>
                  </a:lnTo>
                  <a:lnTo>
                    <a:pt x="9668345" y="2324"/>
                  </a:lnTo>
                  <a:lnTo>
                    <a:pt x="9667875" y="3441"/>
                  </a:lnTo>
                  <a:lnTo>
                    <a:pt x="9667875" y="6070"/>
                  </a:lnTo>
                  <a:lnTo>
                    <a:pt x="9668345" y="7188"/>
                  </a:lnTo>
                  <a:lnTo>
                    <a:pt x="9670199" y="9055"/>
                  </a:lnTo>
                  <a:lnTo>
                    <a:pt x="9671317" y="9525"/>
                  </a:lnTo>
                  <a:lnTo>
                    <a:pt x="9673946" y="9525"/>
                  </a:lnTo>
                  <a:lnTo>
                    <a:pt x="9675076" y="9055"/>
                  </a:lnTo>
                  <a:lnTo>
                    <a:pt x="9676930" y="7188"/>
                  </a:lnTo>
                  <a:lnTo>
                    <a:pt x="9677400" y="6070"/>
                  </a:lnTo>
                  <a:lnTo>
                    <a:pt x="9677400" y="3441"/>
                  </a:lnTo>
                  <a:close/>
                </a:path>
                <a:path w="11031855" h="209550">
                  <a:moveTo>
                    <a:pt x="9725025" y="3441"/>
                  </a:moveTo>
                  <a:lnTo>
                    <a:pt x="9724555" y="2324"/>
                  </a:lnTo>
                  <a:lnTo>
                    <a:pt x="9722701" y="457"/>
                  </a:lnTo>
                  <a:lnTo>
                    <a:pt x="9721571" y="0"/>
                  </a:lnTo>
                  <a:lnTo>
                    <a:pt x="9718942" y="0"/>
                  </a:lnTo>
                  <a:lnTo>
                    <a:pt x="9717824" y="457"/>
                  </a:lnTo>
                  <a:lnTo>
                    <a:pt x="9715970" y="2324"/>
                  </a:lnTo>
                  <a:lnTo>
                    <a:pt x="9715500" y="3441"/>
                  </a:lnTo>
                  <a:lnTo>
                    <a:pt x="9715500" y="6070"/>
                  </a:lnTo>
                  <a:lnTo>
                    <a:pt x="9715970" y="7188"/>
                  </a:lnTo>
                  <a:lnTo>
                    <a:pt x="9717824" y="9055"/>
                  </a:lnTo>
                  <a:lnTo>
                    <a:pt x="9718942" y="9525"/>
                  </a:lnTo>
                  <a:lnTo>
                    <a:pt x="9721571" y="9525"/>
                  </a:lnTo>
                  <a:lnTo>
                    <a:pt x="9722701" y="9055"/>
                  </a:lnTo>
                  <a:lnTo>
                    <a:pt x="9724555" y="7188"/>
                  </a:lnTo>
                  <a:lnTo>
                    <a:pt x="9725025" y="6070"/>
                  </a:lnTo>
                  <a:lnTo>
                    <a:pt x="9725025" y="3441"/>
                  </a:lnTo>
                  <a:close/>
                </a:path>
                <a:path w="11031855" h="209550">
                  <a:moveTo>
                    <a:pt x="9772650" y="3441"/>
                  </a:moveTo>
                  <a:lnTo>
                    <a:pt x="9772180" y="2324"/>
                  </a:lnTo>
                  <a:lnTo>
                    <a:pt x="9770326" y="457"/>
                  </a:lnTo>
                  <a:lnTo>
                    <a:pt x="9769196" y="0"/>
                  </a:lnTo>
                  <a:lnTo>
                    <a:pt x="9766567" y="0"/>
                  </a:lnTo>
                  <a:lnTo>
                    <a:pt x="9765449" y="457"/>
                  </a:lnTo>
                  <a:lnTo>
                    <a:pt x="9763582" y="2324"/>
                  </a:lnTo>
                  <a:lnTo>
                    <a:pt x="9763125" y="3441"/>
                  </a:lnTo>
                  <a:lnTo>
                    <a:pt x="9763125" y="6070"/>
                  </a:lnTo>
                  <a:lnTo>
                    <a:pt x="9763582" y="7188"/>
                  </a:lnTo>
                  <a:lnTo>
                    <a:pt x="9765449" y="9055"/>
                  </a:lnTo>
                  <a:lnTo>
                    <a:pt x="9766567" y="9525"/>
                  </a:lnTo>
                  <a:lnTo>
                    <a:pt x="9769196" y="9525"/>
                  </a:lnTo>
                  <a:lnTo>
                    <a:pt x="9770326" y="9055"/>
                  </a:lnTo>
                  <a:lnTo>
                    <a:pt x="9772180" y="7188"/>
                  </a:lnTo>
                  <a:lnTo>
                    <a:pt x="9772650" y="6070"/>
                  </a:lnTo>
                  <a:lnTo>
                    <a:pt x="9772650" y="3441"/>
                  </a:lnTo>
                  <a:close/>
                </a:path>
                <a:path w="11031855" h="209550">
                  <a:moveTo>
                    <a:pt x="9820275" y="3441"/>
                  </a:moveTo>
                  <a:lnTo>
                    <a:pt x="9819805" y="2324"/>
                  </a:lnTo>
                  <a:lnTo>
                    <a:pt x="9817951" y="457"/>
                  </a:lnTo>
                  <a:lnTo>
                    <a:pt x="9816821" y="0"/>
                  </a:lnTo>
                  <a:lnTo>
                    <a:pt x="9814192" y="0"/>
                  </a:lnTo>
                  <a:lnTo>
                    <a:pt x="9813074" y="457"/>
                  </a:lnTo>
                  <a:lnTo>
                    <a:pt x="9811207" y="2324"/>
                  </a:lnTo>
                  <a:lnTo>
                    <a:pt x="9810750" y="3441"/>
                  </a:lnTo>
                  <a:lnTo>
                    <a:pt x="9810750" y="6070"/>
                  </a:lnTo>
                  <a:lnTo>
                    <a:pt x="9811207" y="7188"/>
                  </a:lnTo>
                  <a:lnTo>
                    <a:pt x="9813074" y="9055"/>
                  </a:lnTo>
                  <a:lnTo>
                    <a:pt x="9814192" y="9525"/>
                  </a:lnTo>
                  <a:lnTo>
                    <a:pt x="9816821" y="9525"/>
                  </a:lnTo>
                  <a:lnTo>
                    <a:pt x="9817951" y="9055"/>
                  </a:lnTo>
                  <a:lnTo>
                    <a:pt x="9819805" y="7188"/>
                  </a:lnTo>
                  <a:lnTo>
                    <a:pt x="9820275" y="6070"/>
                  </a:lnTo>
                  <a:lnTo>
                    <a:pt x="9820275" y="3441"/>
                  </a:lnTo>
                  <a:close/>
                </a:path>
                <a:path w="11031855" h="209550">
                  <a:moveTo>
                    <a:pt x="9867900" y="3441"/>
                  </a:moveTo>
                  <a:lnTo>
                    <a:pt x="9867430" y="2324"/>
                  </a:lnTo>
                  <a:lnTo>
                    <a:pt x="9865576" y="457"/>
                  </a:lnTo>
                  <a:lnTo>
                    <a:pt x="9864446" y="0"/>
                  </a:lnTo>
                  <a:lnTo>
                    <a:pt x="9861817" y="0"/>
                  </a:lnTo>
                  <a:lnTo>
                    <a:pt x="9860699" y="457"/>
                  </a:lnTo>
                  <a:lnTo>
                    <a:pt x="9858845" y="2324"/>
                  </a:lnTo>
                  <a:lnTo>
                    <a:pt x="9858375" y="3441"/>
                  </a:lnTo>
                  <a:lnTo>
                    <a:pt x="9858375" y="6070"/>
                  </a:lnTo>
                  <a:lnTo>
                    <a:pt x="9858845" y="7188"/>
                  </a:lnTo>
                  <a:lnTo>
                    <a:pt x="9860699" y="9055"/>
                  </a:lnTo>
                  <a:lnTo>
                    <a:pt x="9861817" y="9525"/>
                  </a:lnTo>
                  <a:lnTo>
                    <a:pt x="9864446" y="9525"/>
                  </a:lnTo>
                  <a:lnTo>
                    <a:pt x="9865576" y="9055"/>
                  </a:lnTo>
                  <a:lnTo>
                    <a:pt x="9867430" y="7188"/>
                  </a:lnTo>
                  <a:lnTo>
                    <a:pt x="9867900" y="6070"/>
                  </a:lnTo>
                  <a:lnTo>
                    <a:pt x="9867900" y="3441"/>
                  </a:lnTo>
                  <a:close/>
                </a:path>
                <a:path w="11031855" h="209550">
                  <a:moveTo>
                    <a:pt x="9915525" y="3441"/>
                  </a:moveTo>
                  <a:lnTo>
                    <a:pt x="9915055" y="2324"/>
                  </a:lnTo>
                  <a:lnTo>
                    <a:pt x="9913201" y="457"/>
                  </a:lnTo>
                  <a:lnTo>
                    <a:pt x="9912071" y="0"/>
                  </a:lnTo>
                  <a:lnTo>
                    <a:pt x="9909442" y="0"/>
                  </a:lnTo>
                  <a:lnTo>
                    <a:pt x="9908324" y="457"/>
                  </a:lnTo>
                  <a:lnTo>
                    <a:pt x="9906470" y="2324"/>
                  </a:lnTo>
                  <a:lnTo>
                    <a:pt x="9906000" y="3441"/>
                  </a:lnTo>
                  <a:lnTo>
                    <a:pt x="9906000" y="6070"/>
                  </a:lnTo>
                  <a:lnTo>
                    <a:pt x="9906470" y="7188"/>
                  </a:lnTo>
                  <a:lnTo>
                    <a:pt x="9908324" y="9055"/>
                  </a:lnTo>
                  <a:lnTo>
                    <a:pt x="9909442" y="9525"/>
                  </a:lnTo>
                  <a:lnTo>
                    <a:pt x="9912071" y="9525"/>
                  </a:lnTo>
                  <a:lnTo>
                    <a:pt x="9913201" y="9055"/>
                  </a:lnTo>
                  <a:lnTo>
                    <a:pt x="9915055" y="7188"/>
                  </a:lnTo>
                  <a:lnTo>
                    <a:pt x="9915525" y="6070"/>
                  </a:lnTo>
                  <a:lnTo>
                    <a:pt x="9915525" y="3441"/>
                  </a:lnTo>
                  <a:close/>
                </a:path>
                <a:path w="11031855" h="209550">
                  <a:moveTo>
                    <a:pt x="9963150" y="3441"/>
                  </a:moveTo>
                  <a:lnTo>
                    <a:pt x="9962680" y="2324"/>
                  </a:lnTo>
                  <a:lnTo>
                    <a:pt x="9960826" y="457"/>
                  </a:lnTo>
                  <a:lnTo>
                    <a:pt x="9959696" y="0"/>
                  </a:lnTo>
                  <a:lnTo>
                    <a:pt x="9957067" y="0"/>
                  </a:lnTo>
                  <a:lnTo>
                    <a:pt x="9955949" y="457"/>
                  </a:lnTo>
                  <a:lnTo>
                    <a:pt x="9954095" y="2324"/>
                  </a:lnTo>
                  <a:lnTo>
                    <a:pt x="9953625" y="3441"/>
                  </a:lnTo>
                  <a:lnTo>
                    <a:pt x="9953625" y="6070"/>
                  </a:lnTo>
                  <a:lnTo>
                    <a:pt x="9954095" y="7188"/>
                  </a:lnTo>
                  <a:lnTo>
                    <a:pt x="9955949" y="9055"/>
                  </a:lnTo>
                  <a:lnTo>
                    <a:pt x="9957067" y="9525"/>
                  </a:lnTo>
                  <a:lnTo>
                    <a:pt x="9959696" y="9525"/>
                  </a:lnTo>
                  <a:lnTo>
                    <a:pt x="9960826" y="9055"/>
                  </a:lnTo>
                  <a:lnTo>
                    <a:pt x="9962680" y="7188"/>
                  </a:lnTo>
                  <a:lnTo>
                    <a:pt x="9963150" y="6070"/>
                  </a:lnTo>
                  <a:lnTo>
                    <a:pt x="9963150" y="3441"/>
                  </a:lnTo>
                  <a:close/>
                </a:path>
                <a:path w="11031855" h="209550">
                  <a:moveTo>
                    <a:pt x="10010775" y="3441"/>
                  </a:moveTo>
                  <a:lnTo>
                    <a:pt x="10010305" y="2324"/>
                  </a:lnTo>
                  <a:lnTo>
                    <a:pt x="10008451" y="457"/>
                  </a:lnTo>
                  <a:lnTo>
                    <a:pt x="10007321" y="0"/>
                  </a:lnTo>
                  <a:lnTo>
                    <a:pt x="10004692" y="0"/>
                  </a:lnTo>
                  <a:lnTo>
                    <a:pt x="10003574" y="457"/>
                  </a:lnTo>
                  <a:lnTo>
                    <a:pt x="10001720" y="2324"/>
                  </a:lnTo>
                  <a:lnTo>
                    <a:pt x="10001250" y="3441"/>
                  </a:lnTo>
                  <a:lnTo>
                    <a:pt x="10001250" y="6070"/>
                  </a:lnTo>
                  <a:lnTo>
                    <a:pt x="10001720" y="7188"/>
                  </a:lnTo>
                  <a:lnTo>
                    <a:pt x="10003574" y="9055"/>
                  </a:lnTo>
                  <a:lnTo>
                    <a:pt x="10004692" y="9525"/>
                  </a:lnTo>
                  <a:lnTo>
                    <a:pt x="10007321" y="9525"/>
                  </a:lnTo>
                  <a:lnTo>
                    <a:pt x="10008451" y="9055"/>
                  </a:lnTo>
                  <a:lnTo>
                    <a:pt x="10010305" y="7188"/>
                  </a:lnTo>
                  <a:lnTo>
                    <a:pt x="10010775" y="6070"/>
                  </a:lnTo>
                  <a:lnTo>
                    <a:pt x="10010775" y="3441"/>
                  </a:lnTo>
                  <a:close/>
                </a:path>
                <a:path w="11031855" h="209550">
                  <a:moveTo>
                    <a:pt x="10058400" y="3441"/>
                  </a:moveTo>
                  <a:lnTo>
                    <a:pt x="10057930" y="2324"/>
                  </a:lnTo>
                  <a:lnTo>
                    <a:pt x="10056076" y="457"/>
                  </a:lnTo>
                  <a:lnTo>
                    <a:pt x="10054946" y="0"/>
                  </a:lnTo>
                  <a:lnTo>
                    <a:pt x="10052317" y="0"/>
                  </a:lnTo>
                  <a:lnTo>
                    <a:pt x="10051199" y="457"/>
                  </a:lnTo>
                  <a:lnTo>
                    <a:pt x="10049332" y="2324"/>
                  </a:lnTo>
                  <a:lnTo>
                    <a:pt x="10048875" y="3441"/>
                  </a:lnTo>
                  <a:lnTo>
                    <a:pt x="10048875" y="6070"/>
                  </a:lnTo>
                  <a:lnTo>
                    <a:pt x="10049332" y="7188"/>
                  </a:lnTo>
                  <a:lnTo>
                    <a:pt x="10051199" y="9055"/>
                  </a:lnTo>
                  <a:lnTo>
                    <a:pt x="10052317" y="9525"/>
                  </a:lnTo>
                  <a:lnTo>
                    <a:pt x="10054946" y="9525"/>
                  </a:lnTo>
                  <a:lnTo>
                    <a:pt x="10056076" y="9055"/>
                  </a:lnTo>
                  <a:lnTo>
                    <a:pt x="10057930" y="7188"/>
                  </a:lnTo>
                  <a:lnTo>
                    <a:pt x="10058400" y="6070"/>
                  </a:lnTo>
                  <a:lnTo>
                    <a:pt x="10058400" y="3441"/>
                  </a:lnTo>
                  <a:close/>
                </a:path>
                <a:path w="11031855" h="209550">
                  <a:moveTo>
                    <a:pt x="10106025" y="3441"/>
                  </a:moveTo>
                  <a:lnTo>
                    <a:pt x="10105555" y="2324"/>
                  </a:lnTo>
                  <a:lnTo>
                    <a:pt x="10103701" y="457"/>
                  </a:lnTo>
                  <a:lnTo>
                    <a:pt x="10102571" y="0"/>
                  </a:lnTo>
                  <a:lnTo>
                    <a:pt x="10099942" y="0"/>
                  </a:lnTo>
                  <a:lnTo>
                    <a:pt x="10098824" y="457"/>
                  </a:lnTo>
                  <a:lnTo>
                    <a:pt x="10096970" y="2324"/>
                  </a:lnTo>
                  <a:lnTo>
                    <a:pt x="10096500" y="3441"/>
                  </a:lnTo>
                  <a:lnTo>
                    <a:pt x="10096500" y="6070"/>
                  </a:lnTo>
                  <a:lnTo>
                    <a:pt x="10096970" y="7188"/>
                  </a:lnTo>
                  <a:lnTo>
                    <a:pt x="10098824" y="9055"/>
                  </a:lnTo>
                  <a:lnTo>
                    <a:pt x="10099942" y="9525"/>
                  </a:lnTo>
                  <a:lnTo>
                    <a:pt x="10102571" y="9525"/>
                  </a:lnTo>
                  <a:lnTo>
                    <a:pt x="10103701" y="9055"/>
                  </a:lnTo>
                  <a:lnTo>
                    <a:pt x="10105555" y="7188"/>
                  </a:lnTo>
                  <a:lnTo>
                    <a:pt x="10106025" y="6070"/>
                  </a:lnTo>
                  <a:lnTo>
                    <a:pt x="10106025" y="3441"/>
                  </a:lnTo>
                  <a:close/>
                </a:path>
                <a:path w="11031855" h="209550">
                  <a:moveTo>
                    <a:pt x="10153650" y="3441"/>
                  </a:moveTo>
                  <a:lnTo>
                    <a:pt x="10153180" y="2324"/>
                  </a:lnTo>
                  <a:lnTo>
                    <a:pt x="10151326" y="457"/>
                  </a:lnTo>
                  <a:lnTo>
                    <a:pt x="10150196" y="0"/>
                  </a:lnTo>
                  <a:lnTo>
                    <a:pt x="10147567" y="0"/>
                  </a:lnTo>
                  <a:lnTo>
                    <a:pt x="10146449" y="457"/>
                  </a:lnTo>
                  <a:lnTo>
                    <a:pt x="10144595" y="2324"/>
                  </a:lnTo>
                  <a:lnTo>
                    <a:pt x="10144125" y="3441"/>
                  </a:lnTo>
                  <a:lnTo>
                    <a:pt x="10144125" y="6070"/>
                  </a:lnTo>
                  <a:lnTo>
                    <a:pt x="10144595" y="7188"/>
                  </a:lnTo>
                  <a:lnTo>
                    <a:pt x="10146449" y="9055"/>
                  </a:lnTo>
                  <a:lnTo>
                    <a:pt x="10147567" y="9525"/>
                  </a:lnTo>
                  <a:lnTo>
                    <a:pt x="10150196" y="9525"/>
                  </a:lnTo>
                  <a:lnTo>
                    <a:pt x="10151326" y="9055"/>
                  </a:lnTo>
                  <a:lnTo>
                    <a:pt x="10153180" y="7188"/>
                  </a:lnTo>
                  <a:lnTo>
                    <a:pt x="10153650" y="6070"/>
                  </a:lnTo>
                  <a:lnTo>
                    <a:pt x="10153650" y="3441"/>
                  </a:lnTo>
                  <a:close/>
                </a:path>
                <a:path w="11031855" h="209550">
                  <a:moveTo>
                    <a:pt x="10201275" y="3441"/>
                  </a:moveTo>
                  <a:lnTo>
                    <a:pt x="10200805" y="2324"/>
                  </a:lnTo>
                  <a:lnTo>
                    <a:pt x="10198951" y="457"/>
                  </a:lnTo>
                  <a:lnTo>
                    <a:pt x="10197821" y="0"/>
                  </a:lnTo>
                  <a:lnTo>
                    <a:pt x="10195192" y="0"/>
                  </a:lnTo>
                  <a:lnTo>
                    <a:pt x="10194074" y="457"/>
                  </a:lnTo>
                  <a:lnTo>
                    <a:pt x="10192207" y="2324"/>
                  </a:lnTo>
                  <a:lnTo>
                    <a:pt x="10191750" y="3441"/>
                  </a:lnTo>
                  <a:lnTo>
                    <a:pt x="10191750" y="6070"/>
                  </a:lnTo>
                  <a:lnTo>
                    <a:pt x="10192207" y="7188"/>
                  </a:lnTo>
                  <a:lnTo>
                    <a:pt x="10194074" y="9055"/>
                  </a:lnTo>
                  <a:lnTo>
                    <a:pt x="10195192" y="9525"/>
                  </a:lnTo>
                  <a:lnTo>
                    <a:pt x="10197821" y="9525"/>
                  </a:lnTo>
                  <a:lnTo>
                    <a:pt x="10198951" y="9055"/>
                  </a:lnTo>
                  <a:lnTo>
                    <a:pt x="10200805" y="7188"/>
                  </a:lnTo>
                  <a:lnTo>
                    <a:pt x="10201275" y="6070"/>
                  </a:lnTo>
                  <a:lnTo>
                    <a:pt x="10201275" y="3441"/>
                  </a:lnTo>
                  <a:close/>
                </a:path>
                <a:path w="11031855" h="209550">
                  <a:moveTo>
                    <a:pt x="10248900" y="3441"/>
                  </a:moveTo>
                  <a:lnTo>
                    <a:pt x="10248430" y="2324"/>
                  </a:lnTo>
                  <a:lnTo>
                    <a:pt x="10246576" y="457"/>
                  </a:lnTo>
                  <a:lnTo>
                    <a:pt x="10245446" y="0"/>
                  </a:lnTo>
                  <a:lnTo>
                    <a:pt x="10242817" y="0"/>
                  </a:lnTo>
                  <a:lnTo>
                    <a:pt x="10241699" y="457"/>
                  </a:lnTo>
                  <a:lnTo>
                    <a:pt x="10239832" y="2324"/>
                  </a:lnTo>
                  <a:lnTo>
                    <a:pt x="10239375" y="3441"/>
                  </a:lnTo>
                  <a:lnTo>
                    <a:pt x="10239375" y="6070"/>
                  </a:lnTo>
                  <a:lnTo>
                    <a:pt x="10239832" y="7188"/>
                  </a:lnTo>
                  <a:lnTo>
                    <a:pt x="10241699" y="9055"/>
                  </a:lnTo>
                  <a:lnTo>
                    <a:pt x="10242817" y="9525"/>
                  </a:lnTo>
                  <a:lnTo>
                    <a:pt x="10245446" y="9525"/>
                  </a:lnTo>
                  <a:lnTo>
                    <a:pt x="10246576" y="9055"/>
                  </a:lnTo>
                  <a:lnTo>
                    <a:pt x="10248430" y="7188"/>
                  </a:lnTo>
                  <a:lnTo>
                    <a:pt x="10248900" y="6070"/>
                  </a:lnTo>
                  <a:lnTo>
                    <a:pt x="10248900" y="3441"/>
                  </a:lnTo>
                  <a:close/>
                </a:path>
                <a:path w="11031855" h="209550">
                  <a:moveTo>
                    <a:pt x="10296525" y="3441"/>
                  </a:moveTo>
                  <a:lnTo>
                    <a:pt x="10296055" y="2324"/>
                  </a:lnTo>
                  <a:lnTo>
                    <a:pt x="10294201" y="457"/>
                  </a:lnTo>
                  <a:lnTo>
                    <a:pt x="10293071" y="0"/>
                  </a:lnTo>
                  <a:lnTo>
                    <a:pt x="10290442" y="0"/>
                  </a:lnTo>
                  <a:lnTo>
                    <a:pt x="10289324" y="457"/>
                  </a:lnTo>
                  <a:lnTo>
                    <a:pt x="10287457" y="2324"/>
                  </a:lnTo>
                  <a:lnTo>
                    <a:pt x="10287000" y="3441"/>
                  </a:lnTo>
                  <a:lnTo>
                    <a:pt x="10287000" y="6070"/>
                  </a:lnTo>
                  <a:lnTo>
                    <a:pt x="10287457" y="7188"/>
                  </a:lnTo>
                  <a:lnTo>
                    <a:pt x="10289324" y="9055"/>
                  </a:lnTo>
                  <a:lnTo>
                    <a:pt x="10290442" y="9525"/>
                  </a:lnTo>
                  <a:lnTo>
                    <a:pt x="10293071" y="9525"/>
                  </a:lnTo>
                  <a:lnTo>
                    <a:pt x="10294201" y="9055"/>
                  </a:lnTo>
                  <a:lnTo>
                    <a:pt x="10296055" y="7188"/>
                  </a:lnTo>
                  <a:lnTo>
                    <a:pt x="10296525" y="6070"/>
                  </a:lnTo>
                  <a:lnTo>
                    <a:pt x="10296525" y="3441"/>
                  </a:lnTo>
                  <a:close/>
                </a:path>
                <a:path w="11031855" h="209550">
                  <a:moveTo>
                    <a:pt x="10344150" y="3441"/>
                  </a:moveTo>
                  <a:lnTo>
                    <a:pt x="10343680" y="2324"/>
                  </a:lnTo>
                  <a:lnTo>
                    <a:pt x="10341826" y="457"/>
                  </a:lnTo>
                  <a:lnTo>
                    <a:pt x="10340696" y="0"/>
                  </a:lnTo>
                  <a:lnTo>
                    <a:pt x="10338067" y="0"/>
                  </a:lnTo>
                  <a:lnTo>
                    <a:pt x="10336949" y="457"/>
                  </a:lnTo>
                  <a:lnTo>
                    <a:pt x="10335095" y="2324"/>
                  </a:lnTo>
                  <a:lnTo>
                    <a:pt x="10334625" y="3441"/>
                  </a:lnTo>
                  <a:lnTo>
                    <a:pt x="10334625" y="6070"/>
                  </a:lnTo>
                  <a:lnTo>
                    <a:pt x="10335095" y="7188"/>
                  </a:lnTo>
                  <a:lnTo>
                    <a:pt x="10336949" y="9055"/>
                  </a:lnTo>
                  <a:lnTo>
                    <a:pt x="10338067" y="9525"/>
                  </a:lnTo>
                  <a:lnTo>
                    <a:pt x="10340696" y="9525"/>
                  </a:lnTo>
                  <a:lnTo>
                    <a:pt x="10341826" y="9055"/>
                  </a:lnTo>
                  <a:lnTo>
                    <a:pt x="10343680" y="7188"/>
                  </a:lnTo>
                  <a:lnTo>
                    <a:pt x="10344150" y="6070"/>
                  </a:lnTo>
                  <a:lnTo>
                    <a:pt x="10344150" y="3441"/>
                  </a:lnTo>
                  <a:close/>
                </a:path>
                <a:path w="11031855" h="209550">
                  <a:moveTo>
                    <a:pt x="10391775" y="3441"/>
                  </a:moveTo>
                  <a:lnTo>
                    <a:pt x="10391305" y="2324"/>
                  </a:lnTo>
                  <a:lnTo>
                    <a:pt x="10389451" y="457"/>
                  </a:lnTo>
                  <a:lnTo>
                    <a:pt x="10388321" y="0"/>
                  </a:lnTo>
                  <a:lnTo>
                    <a:pt x="10385692" y="0"/>
                  </a:lnTo>
                  <a:lnTo>
                    <a:pt x="10384574" y="457"/>
                  </a:lnTo>
                  <a:lnTo>
                    <a:pt x="10382720" y="2324"/>
                  </a:lnTo>
                  <a:lnTo>
                    <a:pt x="10382250" y="3441"/>
                  </a:lnTo>
                  <a:lnTo>
                    <a:pt x="10382250" y="6070"/>
                  </a:lnTo>
                  <a:lnTo>
                    <a:pt x="10382720" y="7188"/>
                  </a:lnTo>
                  <a:lnTo>
                    <a:pt x="10384574" y="9055"/>
                  </a:lnTo>
                  <a:lnTo>
                    <a:pt x="10385692" y="9525"/>
                  </a:lnTo>
                  <a:lnTo>
                    <a:pt x="10388321" y="9525"/>
                  </a:lnTo>
                  <a:lnTo>
                    <a:pt x="10389451" y="9055"/>
                  </a:lnTo>
                  <a:lnTo>
                    <a:pt x="10391305" y="7188"/>
                  </a:lnTo>
                  <a:lnTo>
                    <a:pt x="10391775" y="6070"/>
                  </a:lnTo>
                  <a:lnTo>
                    <a:pt x="10391775" y="3441"/>
                  </a:lnTo>
                  <a:close/>
                </a:path>
                <a:path w="11031855" h="209550">
                  <a:moveTo>
                    <a:pt x="10439400" y="3441"/>
                  </a:moveTo>
                  <a:lnTo>
                    <a:pt x="10438930" y="2324"/>
                  </a:lnTo>
                  <a:lnTo>
                    <a:pt x="10437076" y="457"/>
                  </a:lnTo>
                  <a:lnTo>
                    <a:pt x="10435946" y="0"/>
                  </a:lnTo>
                  <a:lnTo>
                    <a:pt x="10433317" y="0"/>
                  </a:lnTo>
                  <a:lnTo>
                    <a:pt x="10432199" y="457"/>
                  </a:lnTo>
                  <a:lnTo>
                    <a:pt x="10430332" y="2324"/>
                  </a:lnTo>
                  <a:lnTo>
                    <a:pt x="10429875" y="3441"/>
                  </a:lnTo>
                  <a:lnTo>
                    <a:pt x="10429875" y="6070"/>
                  </a:lnTo>
                  <a:lnTo>
                    <a:pt x="10430332" y="7188"/>
                  </a:lnTo>
                  <a:lnTo>
                    <a:pt x="10432199" y="9055"/>
                  </a:lnTo>
                  <a:lnTo>
                    <a:pt x="10433317" y="9525"/>
                  </a:lnTo>
                  <a:lnTo>
                    <a:pt x="10435946" y="9525"/>
                  </a:lnTo>
                  <a:lnTo>
                    <a:pt x="10437076" y="9055"/>
                  </a:lnTo>
                  <a:lnTo>
                    <a:pt x="10438930" y="7188"/>
                  </a:lnTo>
                  <a:lnTo>
                    <a:pt x="10439400" y="6070"/>
                  </a:lnTo>
                  <a:lnTo>
                    <a:pt x="10439400" y="3441"/>
                  </a:lnTo>
                  <a:close/>
                </a:path>
                <a:path w="11031855" h="209550">
                  <a:moveTo>
                    <a:pt x="10487025" y="3441"/>
                  </a:moveTo>
                  <a:lnTo>
                    <a:pt x="10486555" y="2324"/>
                  </a:lnTo>
                  <a:lnTo>
                    <a:pt x="10484701" y="457"/>
                  </a:lnTo>
                  <a:lnTo>
                    <a:pt x="10483571" y="0"/>
                  </a:lnTo>
                  <a:lnTo>
                    <a:pt x="10480942" y="0"/>
                  </a:lnTo>
                  <a:lnTo>
                    <a:pt x="10479824" y="457"/>
                  </a:lnTo>
                  <a:lnTo>
                    <a:pt x="10477970" y="2324"/>
                  </a:lnTo>
                  <a:lnTo>
                    <a:pt x="10477500" y="3441"/>
                  </a:lnTo>
                  <a:lnTo>
                    <a:pt x="10477500" y="6070"/>
                  </a:lnTo>
                  <a:lnTo>
                    <a:pt x="10477970" y="7188"/>
                  </a:lnTo>
                  <a:lnTo>
                    <a:pt x="10479824" y="9055"/>
                  </a:lnTo>
                  <a:lnTo>
                    <a:pt x="10480942" y="9525"/>
                  </a:lnTo>
                  <a:lnTo>
                    <a:pt x="10483571" y="9525"/>
                  </a:lnTo>
                  <a:lnTo>
                    <a:pt x="10484701" y="9055"/>
                  </a:lnTo>
                  <a:lnTo>
                    <a:pt x="10486555" y="7188"/>
                  </a:lnTo>
                  <a:lnTo>
                    <a:pt x="10487025" y="6070"/>
                  </a:lnTo>
                  <a:lnTo>
                    <a:pt x="10487025" y="3441"/>
                  </a:lnTo>
                  <a:close/>
                </a:path>
                <a:path w="11031855" h="209550">
                  <a:moveTo>
                    <a:pt x="10534650" y="3441"/>
                  </a:moveTo>
                  <a:lnTo>
                    <a:pt x="10534180" y="2324"/>
                  </a:lnTo>
                  <a:lnTo>
                    <a:pt x="10532326" y="457"/>
                  </a:lnTo>
                  <a:lnTo>
                    <a:pt x="10531196" y="0"/>
                  </a:lnTo>
                  <a:lnTo>
                    <a:pt x="10528567" y="0"/>
                  </a:lnTo>
                  <a:lnTo>
                    <a:pt x="10527449" y="457"/>
                  </a:lnTo>
                  <a:lnTo>
                    <a:pt x="10525595" y="2324"/>
                  </a:lnTo>
                  <a:lnTo>
                    <a:pt x="10525125" y="3441"/>
                  </a:lnTo>
                  <a:lnTo>
                    <a:pt x="10525125" y="6070"/>
                  </a:lnTo>
                  <a:lnTo>
                    <a:pt x="10525595" y="7188"/>
                  </a:lnTo>
                  <a:lnTo>
                    <a:pt x="10527449" y="9055"/>
                  </a:lnTo>
                  <a:lnTo>
                    <a:pt x="10528567" y="9525"/>
                  </a:lnTo>
                  <a:lnTo>
                    <a:pt x="10531196" y="9525"/>
                  </a:lnTo>
                  <a:lnTo>
                    <a:pt x="10532326" y="9055"/>
                  </a:lnTo>
                  <a:lnTo>
                    <a:pt x="10534180" y="7188"/>
                  </a:lnTo>
                  <a:lnTo>
                    <a:pt x="10534650" y="6070"/>
                  </a:lnTo>
                  <a:lnTo>
                    <a:pt x="10534650" y="3441"/>
                  </a:lnTo>
                  <a:close/>
                </a:path>
                <a:path w="11031855" h="209550">
                  <a:moveTo>
                    <a:pt x="10582275" y="3441"/>
                  </a:moveTo>
                  <a:lnTo>
                    <a:pt x="10581805" y="2324"/>
                  </a:lnTo>
                  <a:lnTo>
                    <a:pt x="10579951" y="457"/>
                  </a:lnTo>
                  <a:lnTo>
                    <a:pt x="10578821" y="0"/>
                  </a:lnTo>
                  <a:lnTo>
                    <a:pt x="10576192" y="0"/>
                  </a:lnTo>
                  <a:lnTo>
                    <a:pt x="10575074" y="457"/>
                  </a:lnTo>
                  <a:lnTo>
                    <a:pt x="10573207" y="2324"/>
                  </a:lnTo>
                  <a:lnTo>
                    <a:pt x="10572750" y="3441"/>
                  </a:lnTo>
                  <a:lnTo>
                    <a:pt x="10572750" y="6070"/>
                  </a:lnTo>
                  <a:lnTo>
                    <a:pt x="10573207" y="7188"/>
                  </a:lnTo>
                  <a:lnTo>
                    <a:pt x="10575074" y="9055"/>
                  </a:lnTo>
                  <a:lnTo>
                    <a:pt x="10576192" y="9525"/>
                  </a:lnTo>
                  <a:lnTo>
                    <a:pt x="10578821" y="9525"/>
                  </a:lnTo>
                  <a:lnTo>
                    <a:pt x="10579951" y="9055"/>
                  </a:lnTo>
                  <a:lnTo>
                    <a:pt x="10581805" y="7188"/>
                  </a:lnTo>
                  <a:lnTo>
                    <a:pt x="10582275" y="6070"/>
                  </a:lnTo>
                  <a:lnTo>
                    <a:pt x="10582275" y="3441"/>
                  </a:lnTo>
                  <a:close/>
                </a:path>
                <a:path w="11031855" h="209550">
                  <a:moveTo>
                    <a:pt x="10629900" y="3441"/>
                  </a:moveTo>
                  <a:lnTo>
                    <a:pt x="10629430" y="2324"/>
                  </a:lnTo>
                  <a:lnTo>
                    <a:pt x="10627576" y="457"/>
                  </a:lnTo>
                  <a:lnTo>
                    <a:pt x="10626446" y="0"/>
                  </a:lnTo>
                  <a:lnTo>
                    <a:pt x="10623817" y="0"/>
                  </a:lnTo>
                  <a:lnTo>
                    <a:pt x="10622699" y="457"/>
                  </a:lnTo>
                  <a:lnTo>
                    <a:pt x="10620832" y="2324"/>
                  </a:lnTo>
                  <a:lnTo>
                    <a:pt x="10620375" y="3441"/>
                  </a:lnTo>
                  <a:lnTo>
                    <a:pt x="10620375" y="6070"/>
                  </a:lnTo>
                  <a:lnTo>
                    <a:pt x="10620832" y="7188"/>
                  </a:lnTo>
                  <a:lnTo>
                    <a:pt x="10622699" y="9055"/>
                  </a:lnTo>
                  <a:lnTo>
                    <a:pt x="10623817" y="9525"/>
                  </a:lnTo>
                  <a:lnTo>
                    <a:pt x="10626446" y="9525"/>
                  </a:lnTo>
                  <a:lnTo>
                    <a:pt x="10627576" y="9055"/>
                  </a:lnTo>
                  <a:lnTo>
                    <a:pt x="10629430" y="7188"/>
                  </a:lnTo>
                  <a:lnTo>
                    <a:pt x="10629900" y="6070"/>
                  </a:lnTo>
                  <a:lnTo>
                    <a:pt x="10629900" y="3441"/>
                  </a:lnTo>
                  <a:close/>
                </a:path>
                <a:path w="11031855" h="209550">
                  <a:moveTo>
                    <a:pt x="10677525" y="3441"/>
                  </a:moveTo>
                  <a:lnTo>
                    <a:pt x="10677055" y="2324"/>
                  </a:lnTo>
                  <a:lnTo>
                    <a:pt x="10675201" y="457"/>
                  </a:lnTo>
                  <a:lnTo>
                    <a:pt x="10674071" y="0"/>
                  </a:lnTo>
                  <a:lnTo>
                    <a:pt x="10671442" y="0"/>
                  </a:lnTo>
                  <a:lnTo>
                    <a:pt x="10670324" y="457"/>
                  </a:lnTo>
                  <a:lnTo>
                    <a:pt x="10668457" y="2324"/>
                  </a:lnTo>
                  <a:lnTo>
                    <a:pt x="10668000" y="3441"/>
                  </a:lnTo>
                  <a:lnTo>
                    <a:pt x="10668000" y="6070"/>
                  </a:lnTo>
                  <a:lnTo>
                    <a:pt x="10668457" y="7188"/>
                  </a:lnTo>
                  <a:lnTo>
                    <a:pt x="10670324" y="9055"/>
                  </a:lnTo>
                  <a:lnTo>
                    <a:pt x="10671442" y="9525"/>
                  </a:lnTo>
                  <a:lnTo>
                    <a:pt x="10674071" y="9525"/>
                  </a:lnTo>
                  <a:lnTo>
                    <a:pt x="10675201" y="9055"/>
                  </a:lnTo>
                  <a:lnTo>
                    <a:pt x="10677055" y="7188"/>
                  </a:lnTo>
                  <a:lnTo>
                    <a:pt x="10677525" y="6070"/>
                  </a:lnTo>
                  <a:lnTo>
                    <a:pt x="10677525" y="3441"/>
                  </a:lnTo>
                  <a:close/>
                </a:path>
                <a:path w="11031855" h="209550">
                  <a:moveTo>
                    <a:pt x="10725150" y="3441"/>
                  </a:moveTo>
                  <a:lnTo>
                    <a:pt x="10724680" y="2324"/>
                  </a:lnTo>
                  <a:lnTo>
                    <a:pt x="10722826" y="457"/>
                  </a:lnTo>
                  <a:lnTo>
                    <a:pt x="10721696" y="0"/>
                  </a:lnTo>
                  <a:lnTo>
                    <a:pt x="10719067" y="0"/>
                  </a:lnTo>
                  <a:lnTo>
                    <a:pt x="10717949" y="457"/>
                  </a:lnTo>
                  <a:lnTo>
                    <a:pt x="10716082" y="2324"/>
                  </a:lnTo>
                  <a:lnTo>
                    <a:pt x="10715625" y="3441"/>
                  </a:lnTo>
                  <a:lnTo>
                    <a:pt x="10715625" y="6070"/>
                  </a:lnTo>
                  <a:lnTo>
                    <a:pt x="10716082" y="7188"/>
                  </a:lnTo>
                  <a:lnTo>
                    <a:pt x="10717949" y="9055"/>
                  </a:lnTo>
                  <a:lnTo>
                    <a:pt x="10719067" y="9525"/>
                  </a:lnTo>
                  <a:lnTo>
                    <a:pt x="10721696" y="9525"/>
                  </a:lnTo>
                  <a:lnTo>
                    <a:pt x="10722826" y="9055"/>
                  </a:lnTo>
                  <a:lnTo>
                    <a:pt x="10724680" y="7188"/>
                  </a:lnTo>
                  <a:lnTo>
                    <a:pt x="10725150" y="6070"/>
                  </a:lnTo>
                  <a:lnTo>
                    <a:pt x="10725150" y="3441"/>
                  </a:lnTo>
                  <a:close/>
                </a:path>
                <a:path w="11031855" h="209550">
                  <a:moveTo>
                    <a:pt x="10772775" y="3441"/>
                  </a:moveTo>
                  <a:lnTo>
                    <a:pt x="10772305" y="2324"/>
                  </a:lnTo>
                  <a:lnTo>
                    <a:pt x="10770451" y="457"/>
                  </a:lnTo>
                  <a:lnTo>
                    <a:pt x="10769321" y="0"/>
                  </a:lnTo>
                  <a:lnTo>
                    <a:pt x="10766692" y="0"/>
                  </a:lnTo>
                  <a:lnTo>
                    <a:pt x="10765574" y="457"/>
                  </a:lnTo>
                  <a:lnTo>
                    <a:pt x="10763707" y="2324"/>
                  </a:lnTo>
                  <a:lnTo>
                    <a:pt x="10763250" y="3441"/>
                  </a:lnTo>
                  <a:lnTo>
                    <a:pt x="10763250" y="6070"/>
                  </a:lnTo>
                  <a:lnTo>
                    <a:pt x="10763707" y="7188"/>
                  </a:lnTo>
                  <a:lnTo>
                    <a:pt x="10765574" y="9055"/>
                  </a:lnTo>
                  <a:lnTo>
                    <a:pt x="10766692" y="9525"/>
                  </a:lnTo>
                  <a:lnTo>
                    <a:pt x="10769321" y="9525"/>
                  </a:lnTo>
                  <a:lnTo>
                    <a:pt x="10770451" y="9055"/>
                  </a:lnTo>
                  <a:lnTo>
                    <a:pt x="10772305" y="7188"/>
                  </a:lnTo>
                  <a:lnTo>
                    <a:pt x="10772775" y="6070"/>
                  </a:lnTo>
                  <a:lnTo>
                    <a:pt x="10772775" y="3441"/>
                  </a:lnTo>
                  <a:close/>
                </a:path>
                <a:path w="11031855" h="209550">
                  <a:moveTo>
                    <a:pt x="10820400" y="3441"/>
                  </a:moveTo>
                  <a:lnTo>
                    <a:pt x="10819930" y="2324"/>
                  </a:lnTo>
                  <a:lnTo>
                    <a:pt x="10818076" y="457"/>
                  </a:lnTo>
                  <a:lnTo>
                    <a:pt x="10816946" y="0"/>
                  </a:lnTo>
                  <a:lnTo>
                    <a:pt x="10814317" y="0"/>
                  </a:lnTo>
                  <a:lnTo>
                    <a:pt x="10813199" y="457"/>
                  </a:lnTo>
                  <a:lnTo>
                    <a:pt x="10811332" y="2324"/>
                  </a:lnTo>
                  <a:lnTo>
                    <a:pt x="10810875" y="3441"/>
                  </a:lnTo>
                  <a:lnTo>
                    <a:pt x="10810875" y="6070"/>
                  </a:lnTo>
                  <a:lnTo>
                    <a:pt x="10811332" y="7188"/>
                  </a:lnTo>
                  <a:lnTo>
                    <a:pt x="10813199" y="9055"/>
                  </a:lnTo>
                  <a:lnTo>
                    <a:pt x="10814317" y="9525"/>
                  </a:lnTo>
                  <a:lnTo>
                    <a:pt x="10816946" y="9525"/>
                  </a:lnTo>
                  <a:lnTo>
                    <a:pt x="10818076" y="9055"/>
                  </a:lnTo>
                  <a:lnTo>
                    <a:pt x="10819930" y="7188"/>
                  </a:lnTo>
                  <a:lnTo>
                    <a:pt x="10820400" y="6070"/>
                  </a:lnTo>
                  <a:lnTo>
                    <a:pt x="10820400" y="3441"/>
                  </a:lnTo>
                  <a:close/>
                </a:path>
                <a:path w="11031855" h="209550">
                  <a:moveTo>
                    <a:pt x="10868025" y="3441"/>
                  </a:moveTo>
                  <a:lnTo>
                    <a:pt x="10867555" y="2324"/>
                  </a:lnTo>
                  <a:lnTo>
                    <a:pt x="10865701" y="457"/>
                  </a:lnTo>
                  <a:lnTo>
                    <a:pt x="10864571" y="0"/>
                  </a:lnTo>
                  <a:lnTo>
                    <a:pt x="10861942" y="0"/>
                  </a:lnTo>
                  <a:lnTo>
                    <a:pt x="10860824" y="457"/>
                  </a:lnTo>
                  <a:lnTo>
                    <a:pt x="10858957" y="2324"/>
                  </a:lnTo>
                  <a:lnTo>
                    <a:pt x="10858500" y="3441"/>
                  </a:lnTo>
                  <a:lnTo>
                    <a:pt x="10858500" y="6070"/>
                  </a:lnTo>
                  <a:lnTo>
                    <a:pt x="10858957" y="7188"/>
                  </a:lnTo>
                  <a:lnTo>
                    <a:pt x="10860824" y="9055"/>
                  </a:lnTo>
                  <a:lnTo>
                    <a:pt x="10861942" y="9525"/>
                  </a:lnTo>
                  <a:lnTo>
                    <a:pt x="10864571" y="9525"/>
                  </a:lnTo>
                  <a:lnTo>
                    <a:pt x="10865701" y="9055"/>
                  </a:lnTo>
                  <a:lnTo>
                    <a:pt x="10867555" y="7188"/>
                  </a:lnTo>
                  <a:lnTo>
                    <a:pt x="10868025" y="6070"/>
                  </a:lnTo>
                  <a:lnTo>
                    <a:pt x="10868025" y="3441"/>
                  </a:lnTo>
                  <a:close/>
                </a:path>
                <a:path w="11031855" h="209550">
                  <a:moveTo>
                    <a:pt x="10915650" y="3441"/>
                  </a:moveTo>
                  <a:lnTo>
                    <a:pt x="10915180" y="2324"/>
                  </a:lnTo>
                  <a:lnTo>
                    <a:pt x="10913326" y="457"/>
                  </a:lnTo>
                  <a:lnTo>
                    <a:pt x="10912196" y="0"/>
                  </a:lnTo>
                  <a:lnTo>
                    <a:pt x="10909567" y="0"/>
                  </a:lnTo>
                  <a:lnTo>
                    <a:pt x="10908449" y="457"/>
                  </a:lnTo>
                  <a:lnTo>
                    <a:pt x="10906582" y="2324"/>
                  </a:lnTo>
                  <a:lnTo>
                    <a:pt x="10906125" y="3441"/>
                  </a:lnTo>
                  <a:lnTo>
                    <a:pt x="10906125" y="6070"/>
                  </a:lnTo>
                  <a:lnTo>
                    <a:pt x="10906582" y="7188"/>
                  </a:lnTo>
                  <a:lnTo>
                    <a:pt x="10908449" y="9055"/>
                  </a:lnTo>
                  <a:lnTo>
                    <a:pt x="10909567" y="9525"/>
                  </a:lnTo>
                  <a:lnTo>
                    <a:pt x="10912196" y="9525"/>
                  </a:lnTo>
                  <a:lnTo>
                    <a:pt x="10913326" y="9055"/>
                  </a:lnTo>
                  <a:lnTo>
                    <a:pt x="10915180" y="7188"/>
                  </a:lnTo>
                  <a:lnTo>
                    <a:pt x="10915650" y="6070"/>
                  </a:lnTo>
                  <a:lnTo>
                    <a:pt x="10915650" y="3441"/>
                  </a:lnTo>
                  <a:close/>
                </a:path>
                <a:path w="11031855" h="209550">
                  <a:moveTo>
                    <a:pt x="10963275" y="3441"/>
                  </a:moveTo>
                  <a:lnTo>
                    <a:pt x="10962805" y="2324"/>
                  </a:lnTo>
                  <a:lnTo>
                    <a:pt x="10960951" y="457"/>
                  </a:lnTo>
                  <a:lnTo>
                    <a:pt x="10959821" y="0"/>
                  </a:lnTo>
                  <a:lnTo>
                    <a:pt x="10957192" y="0"/>
                  </a:lnTo>
                  <a:lnTo>
                    <a:pt x="10956074" y="457"/>
                  </a:lnTo>
                  <a:lnTo>
                    <a:pt x="10954207" y="2324"/>
                  </a:lnTo>
                  <a:lnTo>
                    <a:pt x="10953750" y="3441"/>
                  </a:lnTo>
                  <a:lnTo>
                    <a:pt x="10953750" y="6070"/>
                  </a:lnTo>
                  <a:lnTo>
                    <a:pt x="10954207" y="7188"/>
                  </a:lnTo>
                  <a:lnTo>
                    <a:pt x="10956074" y="9055"/>
                  </a:lnTo>
                  <a:lnTo>
                    <a:pt x="10957192" y="9525"/>
                  </a:lnTo>
                  <a:lnTo>
                    <a:pt x="10959821" y="9525"/>
                  </a:lnTo>
                  <a:lnTo>
                    <a:pt x="10960951" y="9055"/>
                  </a:lnTo>
                  <a:lnTo>
                    <a:pt x="10962805" y="7188"/>
                  </a:lnTo>
                  <a:lnTo>
                    <a:pt x="10963275" y="6070"/>
                  </a:lnTo>
                  <a:lnTo>
                    <a:pt x="10963275" y="3441"/>
                  </a:lnTo>
                  <a:close/>
                </a:path>
                <a:path w="11031855" h="209550">
                  <a:moveTo>
                    <a:pt x="11010900" y="3441"/>
                  </a:moveTo>
                  <a:lnTo>
                    <a:pt x="11010430" y="2324"/>
                  </a:lnTo>
                  <a:lnTo>
                    <a:pt x="11008576" y="457"/>
                  </a:lnTo>
                  <a:lnTo>
                    <a:pt x="11007446" y="0"/>
                  </a:lnTo>
                  <a:lnTo>
                    <a:pt x="11004817" y="0"/>
                  </a:lnTo>
                  <a:lnTo>
                    <a:pt x="11003699" y="457"/>
                  </a:lnTo>
                  <a:lnTo>
                    <a:pt x="11001845" y="2324"/>
                  </a:lnTo>
                  <a:lnTo>
                    <a:pt x="11001375" y="3441"/>
                  </a:lnTo>
                  <a:lnTo>
                    <a:pt x="11001375" y="6070"/>
                  </a:lnTo>
                  <a:lnTo>
                    <a:pt x="11001845" y="7188"/>
                  </a:lnTo>
                  <a:lnTo>
                    <a:pt x="11003699" y="9055"/>
                  </a:lnTo>
                  <a:lnTo>
                    <a:pt x="11004817" y="9525"/>
                  </a:lnTo>
                  <a:lnTo>
                    <a:pt x="11007446" y="9525"/>
                  </a:lnTo>
                  <a:lnTo>
                    <a:pt x="11008576" y="9055"/>
                  </a:lnTo>
                  <a:lnTo>
                    <a:pt x="11010430" y="7188"/>
                  </a:lnTo>
                  <a:lnTo>
                    <a:pt x="11010900" y="6070"/>
                  </a:lnTo>
                  <a:lnTo>
                    <a:pt x="11010900" y="3441"/>
                  </a:lnTo>
                  <a:close/>
                </a:path>
                <a:path w="11031855" h="209550">
                  <a:moveTo>
                    <a:pt x="11031309" y="203466"/>
                  </a:moveTo>
                  <a:lnTo>
                    <a:pt x="11030839" y="202349"/>
                  </a:lnTo>
                  <a:lnTo>
                    <a:pt x="11028985" y="200482"/>
                  </a:lnTo>
                  <a:lnTo>
                    <a:pt x="11027867" y="200025"/>
                  </a:lnTo>
                  <a:lnTo>
                    <a:pt x="11025226" y="200025"/>
                  </a:lnTo>
                  <a:lnTo>
                    <a:pt x="11024108" y="200482"/>
                  </a:lnTo>
                  <a:lnTo>
                    <a:pt x="11022254" y="202349"/>
                  </a:lnTo>
                  <a:lnTo>
                    <a:pt x="11021784" y="203466"/>
                  </a:lnTo>
                  <a:lnTo>
                    <a:pt x="11021784" y="206095"/>
                  </a:lnTo>
                  <a:lnTo>
                    <a:pt x="11022254" y="207213"/>
                  </a:lnTo>
                  <a:lnTo>
                    <a:pt x="11024108" y="209080"/>
                  </a:lnTo>
                  <a:lnTo>
                    <a:pt x="11025226" y="209550"/>
                  </a:lnTo>
                  <a:lnTo>
                    <a:pt x="11027867" y="209550"/>
                  </a:lnTo>
                  <a:lnTo>
                    <a:pt x="11028985" y="209080"/>
                  </a:lnTo>
                  <a:lnTo>
                    <a:pt x="11030839" y="207213"/>
                  </a:lnTo>
                  <a:lnTo>
                    <a:pt x="11031309" y="206095"/>
                  </a:lnTo>
                  <a:lnTo>
                    <a:pt x="11031309" y="203466"/>
                  </a:lnTo>
                  <a:close/>
                </a:path>
                <a:path w="11031855" h="209550">
                  <a:moveTo>
                    <a:pt x="11031309" y="155841"/>
                  </a:moveTo>
                  <a:lnTo>
                    <a:pt x="11030839" y="154724"/>
                  </a:lnTo>
                  <a:lnTo>
                    <a:pt x="11028985" y="152857"/>
                  </a:lnTo>
                  <a:lnTo>
                    <a:pt x="11027867" y="152400"/>
                  </a:lnTo>
                  <a:lnTo>
                    <a:pt x="11025226" y="152400"/>
                  </a:lnTo>
                  <a:lnTo>
                    <a:pt x="11024108" y="152857"/>
                  </a:lnTo>
                  <a:lnTo>
                    <a:pt x="11022254" y="154724"/>
                  </a:lnTo>
                  <a:lnTo>
                    <a:pt x="11021784" y="155841"/>
                  </a:lnTo>
                  <a:lnTo>
                    <a:pt x="11021784" y="158470"/>
                  </a:lnTo>
                  <a:lnTo>
                    <a:pt x="11022254" y="159588"/>
                  </a:lnTo>
                  <a:lnTo>
                    <a:pt x="11024108" y="161455"/>
                  </a:lnTo>
                  <a:lnTo>
                    <a:pt x="11025226" y="161925"/>
                  </a:lnTo>
                  <a:lnTo>
                    <a:pt x="11027867" y="161925"/>
                  </a:lnTo>
                  <a:lnTo>
                    <a:pt x="11028985" y="161455"/>
                  </a:lnTo>
                  <a:lnTo>
                    <a:pt x="11030839" y="159588"/>
                  </a:lnTo>
                  <a:lnTo>
                    <a:pt x="11031309" y="158470"/>
                  </a:lnTo>
                  <a:lnTo>
                    <a:pt x="11031309" y="155841"/>
                  </a:lnTo>
                  <a:close/>
                </a:path>
                <a:path w="11031855" h="209550">
                  <a:moveTo>
                    <a:pt x="11031309" y="108216"/>
                  </a:moveTo>
                  <a:lnTo>
                    <a:pt x="11030839" y="107099"/>
                  </a:lnTo>
                  <a:lnTo>
                    <a:pt x="11028985" y="105232"/>
                  </a:lnTo>
                  <a:lnTo>
                    <a:pt x="11027867" y="104775"/>
                  </a:lnTo>
                  <a:lnTo>
                    <a:pt x="11025226" y="104775"/>
                  </a:lnTo>
                  <a:lnTo>
                    <a:pt x="11024108" y="105232"/>
                  </a:lnTo>
                  <a:lnTo>
                    <a:pt x="11022254" y="107099"/>
                  </a:lnTo>
                  <a:lnTo>
                    <a:pt x="11021784" y="108216"/>
                  </a:lnTo>
                  <a:lnTo>
                    <a:pt x="11021784" y="110845"/>
                  </a:lnTo>
                  <a:lnTo>
                    <a:pt x="11022254" y="111963"/>
                  </a:lnTo>
                  <a:lnTo>
                    <a:pt x="11024108" y="113830"/>
                  </a:lnTo>
                  <a:lnTo>
                    <a:pt x="11025226" y="114300"/>
                  </a:lnTo>
                  <a:lnTo>
                    <a:pt x="11027867" y="114300"/>
                  </a:lnTo>
                  <a:lnTo>
                    <a:pt x="11028985" y="113830"/>
                  </a:lnTo>
                  <a:lnTo>
                    <a:pt x="11030839" y="111963"/>
                  </a:lnTo>
                  <a:lnTo>
                    <a:pt x="11031309" y="110845"/>
                  </a:lnTo>
                  <a:lnTo>
                    <a:pt x="11031309" y="108216"/>
                  </a:lnTo>
                  <a:close/>
                </a:path>
                <a:path w="11031855" h="209550">
                  <a:moveTo>
                    <a:pt x="11031309" y="60591"/>
                  </a:moveTo>
                  <a:lnTo>
                    <a:pt x="11030839" y="59474"/>
                  </a:lnTo>
                  <a:lnTo>
                    <a:pt x="11028985" y="57607"/>
                  </a:lnTo>
                  <a:lnTo>
                    <a:pt x="11027867" y="57150"/>
                  </a:lnTo>
                  <a:lnTo>
                    <a:pt x="11025226" y="57150"/>
                  </a:lnTo>
                  <a:lnTo>
                    <a:pt x="11024108" y="57607"/>
                  </a:lnTo>
                  <a:lnTo>
                    <a:pt x="11022254" y="59474"/>
                  </a:lnTo>
                  <a:lnTo>
                    <a:pt x="11021784" y="60591"/>
                  </a:lnTo>
                  <a:lnTo>
                    <a:pt x="11021784" y="63220"/>
                  </a:lnTo>
                  <a:lnTo>
                    <a:pt x="11022254" y="64338"/>
                  </a:lnTo>
                  <a:lnTo>
                    <a:pt x="11024108" y="66205"/>
                  </a:lnTo>
                  <a:lnTo>
                    <a:pt x="11025226" y="66675"/>
                  </a:lnTo>
                  <a:lnTo>
                    <a:pt x="11027867" y="66675"/>
                  </a:lnTo>
                  <a:lnTo>
                    <a:pt x="11028985" y="66205"/>
                  </a:lnTo>
                  <a:lnTo>
                    <a:pt x="11030839" y="64338"/>
                  </a:lnTo>
                  <a:lnTo>
                    <a:pt x="11031309" y="63220"/>
                  </a:lnTo>
                  <a:lnTo>
                    <a:pt x="11031309" y="60591"/>
                  </a:lnTo>
                  <a:close/>
                </a:path>
                <a:path w="11031855" h="209550">
                  <a:moveTo>
                    <a:pt x="11031309" y="12966"/>
                  </a:moveTo>
                  <a:lnTo>
                    <a:pt x="11030839" y="11849"/>
                  </a:lnTo>
                  <a:lnTo>
                    <a:pt x="11028985" y="9982"/>
                  </a:lnTo>
                  <a:lnTo>
                    <a:pt x="11027867" y="9525"/>
                  </a:lnTo>
                  <a:lnTo>
                    <a:pt x="11025226" y="9525"/>
                  </a:lnTo>
                  <a:lnTo>
                    <a:pt x="11024108" y="9982"/>
                  </a:lnTo>
                  <a:lnTo>
                    <a:pt x="11022254" y="11849"/>
                  </a:lnTo>
                  <a:lnTo>
                    <a:pt x="11021784" y="12966"/>
                  </a:lnTo>
                  <a:lnTo>
                    <a:pt x="11021784" y="15595"/>
                  </a:lnTo>
                  <a:lnTo>
                    <a:pt x="11022254" y="16713"/>
                  </a:lnTo>
                  <a:lnTo>
                    <a:pt x="11024108" y="18580"/>
                  </a:lnTo>
                  <a:lnTo>
                    <a:pt x="11025226" y="19050"/>
                  </a:lnTo>
                  <a:lnTo>
                    <a:pt x="11027867" y="19050"/>
                  </a:lnTo>
                  <a:lnTo>
                    <a:pt x="11028985" y="18580"/>
                  </a:lnTo>
                  <a:lnTo>
                    <a:pt x="11030839" y="16713"/>
                  </a:lnTo>
                  <a:lnTo>
                    <a:pt x="11031309" y="15595"/>
                  </a:lnTo>
                  <a:lnTo>
                    <a:pt x="11031309" y="12966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67485" y="6245174"/>
              <a:ext cx="10248265" cy="29209"/>
            </a:xfrm>
            <a:custGeom>
              <a:avLst/>
              <a:gdLst/>
              <a:ahLst/>
              <a:cxnLst/>
              <a:rect l="l" t="t" r="r" b="b"/>
              <a:pathLst>
                <a:path w="10248265" h="29210">
                  <a:moveTo>
                    <a:pt x="144665" y="7924"/>
                  </a:moveTo>
                  <a:lnTo>
                    <a:pt x="0" y="7924"/>
                  </a:lnTo>
                  <a:lnTo>
                    <a:pt x="0" y="28625"/>
                  </a:lnTo>
                  <a:lnTo>
                    <a:pt x="144665" y="28625"/>
                  </a:lnTo>
                  <a:lnTo>
                    <a:pt x="144665" y="7924"/>
                  </a:lnTo>
                  <a:close/>
                </a:path>
                <a:path w="10248265" h="29210">
                  <a:moveTo>
                    <a:pt x="1063142" y="15227"/>
                  </a:moveTo>
                  <a:lnTo>
                    <a:pt x="918476" y="15227"/>
                  </a:lnTo>
                  <a:lnTo>
                    <a:pt x="918476" y="28625"/>
                  </a:lnTo>
                  <a:lnTo>
                    <a:pt x="1063142" y="28625"/>
                  </a:lnTo>
                  <a:lnTo>
                    <a:pt x="1063142" y="15227"/>
                  </a:lnTo>
                  <a:close/>
                </a:path>
                <a:path w="10248265" h="29210">
                  <a:moveTo>
                    <a:pt x="1981631" y="16624"/>
                  </a:moveTo>
                  <a:lnTo>
                    <a:pt x="1836966" y="16624"/>
                  </a:lnTo>
                  <a:lnTo>
                    <a:pt x="1836966" y="28625"/>
                  </a:lnTo>
                  <a:lnTo>
                    <a:pt x="1981631" y="28625"/>
                  </a:lnTo>
                  <a:lnTo>
                    <a:pt x="1981631" y="16624"/>
                  </a:lnTo>
                  <a:close/>
                </a:path>
                <a:path w="10248265" h="29210">
                  <a:moveTo>
                    <a:pt x="2900108" y="6959"/>
                  </a:moveTo>
                  <a:lnTo>
                    <a:pt x="2755442" y="6959"/>
                  </a:lnTo>
                  <a:lnTo>
                    <a:pt x="2755442" y="28625"/>
                  </a:lnTo>
                  <a:lnTo>
                    <a:pt x="2900108" y="28625"/>
                  </a:lnTo>
                  <a:lnTo>
                    <a:pt x="2900108" y="6959"/>
                  </a:lnTo>
                  <a:close/>
                </a:path>
                <a:path w="10248265" h="29210">
                  <a:moveTo>
                    <a:pt x="3818585" y="14668"/>
                  </a:moveTo>
                  <a:lnTo>
                    <a:pt x="3673932" y="14668"/>
                  </a:lnTo>
                  <a:lnTo>
                    <a:pt x="3673932" y="28625"/>
                  </a:lnTo>
                  <a:lnTo>
                    <a:pt x="3818585" y="28625"/>
                  </a:lnTo>
                  <a:lnTo>
                    <a:pt x="3818585" y="14668"/>
                  </a:lnTo>
                  <a:close/>
                </a:path>
                <a:path w="10248265" h="29210">
                  <a:moveTo>
                    <a:pt x="4737074" y="0"/>
                  </a:moveTo>
                  <a:lnTo>
                    <a:pt x="4592409" y="0"/>
                  </a:lnTo>
                  <a:lnTo>
                    <a:pt x="4592409" y="28625"/>
                  </a:lnTo>
                  <a:lnTo>
                    <a:pt x="4737074" y="28625"/>
                  </a:lnTo>
                  <a:lnTo>
                    <a:pt x="4737074" y="0"/>
                  </a:lnTo>
                  <a:close/>
                </a:path>
                <a:path w="10248265" h="29210">
                  <a:moveTo>
                    <a:pt x="5655551" y="13589"/>
                  </a:moveTo>
                  <a:lnTo>
                    <a:pt x="5510898" y="13589"/>
                  </a:lnTo>
                  <a:lnTo>
                    <a:pt x="5510898" y="28625"/>
                  </a:lnTo>
                  <a:lnTo>
                    <a:pt x="5655551" y="28625"/>
                  </a:lnTo>
                  <a:lnTo>
                    <a:pt x="5655551" y="13589"/>
                  </a:lnTo>
                  <a:close/>
                </a:path>
                <a:path w="10248265" h="29210">
                  <a:moveTo>
                    <a:pt x="6574041" y="10807"/>
                  </a:moveTo>
                  <a:lnTo>
                    <a:pt x="6429375" y="10807"/>
                  </a:lnTo>
                  <a:lnTo>
                    <a:pt x="6429375" y="28625"/>
                  </a:lnTo>
                  <a:lnTo>
                    <a:pt x="6574041" y="28625"/>
                  </a:lnTo>
                  <a:lnTo>
                    <a:pt x="6574041" y="10807"/>
                  </a:lnTo>
                  <a:close/>
                </a:path>
                <a:path w="10248265" h="29210">
                  <a:moveTo>
                    <a:pt x="7492517" y="13601"/>
                  </a:moveTo>
                  <a:lnTo>
                    <a:pt x="7347852" y="13601"/>
                  </a:lnTo>
                  <a:lnTo>
                    <a:pt x="7347852" y="28625"/>
                  </a:lnTo>
                  <a:lnTo>
                    <a:pt x="7492517" y="28625"/>
                  </a:lnTo>
                  <a:lnTo>
                    <a:pt x="7492517" y="13601"/>
                  </a:lnTo>
                  <a:close/>
                </a:path>
                <a:path w="10248265" h="29210">
                  <a:moveTo>
                    <a:pt x="8411007" y="6832"/>
                  </a:moveTo>
                  <a:lnTo>
                    <a:pt x="8266341" y="6832"/>
                  </a:lnTo>
                  <a:lnTo>
                    <a:pt x="8266341" y="28625"/>
                  </a:lnTo>
                  <a:lnTo>
                    <a:pt x="8411007" y="28625"/>
                  </a:lnTo>
                  <a:lnTo>
                    <a:pt x="8411007" y="6832"/>
                  </a:lnTo>
                  <a:close/>
                </a:path>
                <a:path w="10248265" h="29210">
                  <a:moveTo>
                    <a:pt x="9329483" y="10147"/>
                  </a:moveTo>
                  <a:lnTo>
                    <a:pt x="9184818" y="10147"/>
                  </a:lnTo>
                  <a:lnTo>
                    <a:pt x="9184818" y="28625"/>
                  </a:lnTo>
                  <a:lnTo>
                    <a:pt x="9329483" y="28625"/>
                  </a:lnTo>
                  <a:lnTo>
                    <a:pt x="9329483" y="10147"/>
                  </a:lnTo>
                  <a:close/>
                </a:path>
                <a:path w="10248265" h="29210">
                  <a:moveTo>
                    <a:pt x="10247960" y="5638"/>
                  </a:moveTo>
                  <a:lnTo>
                    <a:pt x="10103307" y="5638"/>
                  </a:lnTo>
                  <a:lnTo>
                    <a:pt x="10103307" y="28625"/>
                  </a:lnTo>
                  <a:lnTo>
                    <a:pt x="10247960" y="28625"/>
                  </a:lnTo>
                  <a:lnTo>
                    <a:pt x="10247960" y="563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12151" y="5909894"/>
              <a:ext cx="10248265" cy="364490"/>
            </a:xfrm>
            <a:custGeom>
              <a:avLst/>
              <a:gdLst/>
              <a:ahLst/>
              <a:cxnLst/>
              <a:rect l="l" t="t" r="r" b="b"/>
              <a:pathLst>
                <a:path w="10248265" h="364489">
                  <a:moveTo>
                    <a:pt x="144653" y="222885"/>
                  </a:moveTo>
                  <a:lnTo>
                    <a:pt x="0" y="222885"/>
                  </a:lnTo>
                  <a:lnTo>
                    <a:pt x="0" y="363905"/>
                  </a:lnTo>
                  <a:lnTo>
                    <a:pt x="144653" y="363905"/>
                  </a:lnTo>
                  <a:lnTo>
                    <a:pt x="144653" y="222885"/>
                  </a:lnTo>
                  <a:close/>
                </a:path>
                <a:path w="10248265" h="364489">
                  <a:moveTo>
                    <a:pt x="1063142" y="217614"/>
                  </a:moveTo>
                  <a:lnTo>
                    <a:pt x="918476" y="217614"/>
                  </a:lnTo>
                  <a:lnTo>
                    <a:pt x="918476" y="363905"/>
                  </a:lnTo>
                  <a:lnTo>
                    <a:pt x="1063142" y="363905"/>
                  </a:lnTo>
                  <a:lnTo>
                    <a:pt x="1063142" y="217614"/>
                  </a:lnTo>
                  <a:close/>
                </a:path>
                <a:path w="10248265" h="364489">
                  <a:moveTo>
                    <a:pt x="1981619" y="193776"/>
                  </a:moveTo>
                  <a:lnTo>
                    <a:pt x="1836966" y="193776"/>
                  </a:lnTo>
                  <a:lnTo>
                    <a:pt x="1836966" y="363905"/>
                  </a:lnTo>
                  <a:lnTo>
                    <a:pt x="1981619" y="363905"/>
                  </a:lnTo>
                  <a:lnTo>
                    <a:pt x="1981619" y="193776"/>
                  </a:lnTo>
                  <a:close/>
                </a:path>
                <a:path w="10248265" h="364489">
                  <a:moveTo>
                    <a:pt x="2900108" y="103378"/>
                  </a:moveTo>
                  <a:lnTo>
                    <a:pt x="2755442" y="103378"/>
                  </a:lnTo>
                  <a:lnTo>
                    <a:pt x="2755442" y="363905"/>
                  </a:lnTo>
                  <a:lnTo>
                    <a:pt x="2900108" y="363905"/>
                  </a:lnTo>
                  <a:lnTo>
                    <a:pt x="2900108" y="103378"/>
                  </a:lnTo>
                  <a:close/>
                </a:path>
                <a:path w="10248265" h="364489">
                  <a:moveTo>
                    <a:pt x="3818585" y="210134"/>
                  </a:moveTo>
                  <a:lnTo>
                    <a:pt x="3673919" y="210134"/>
                  </a:lnTo>
                  <a:lnTo>
                    <a:pt x="3673919" y="363905"/>
                  </a:lnTo>
                  <a:lnTo>
                    <a:pt x="3818585" y="363905"/>
                  </a:lnTo>
                  <a:lnTo>
                    <a:pt x="3818585" y="210134"/>
                  </a:lnTo>
                  <a:close/>
                </a:path>
                <a:path w="10248265" h="364489">
                  <a:moveTo>
                    <a:pt x="4737062" y="164579"/>
                  </a:moveTo>
                  <a:lnTo>
                    <a:pt x="4592409" y="164579"/>
                  </a:lnTo>
                  <a:lnTo>
                    <a:pt x="4592409" y="363905"/>
                  </a:lnTo>
                  <a:lnTo>
                    <a:pt x="4737062" y="363905"/>
                  </a:lnTo>
                  <a:lnTo>
                    <a:pt x="4737062" y="164579"/>
                  </a:lnTo>
                  <a:close/>
                </a:path>
                <a:path w="10248265" h="364489">
                  <a:moveTo>
                    <a:pt x="5655551" y="86474"/>
                  </a:moveTo>
                  <a:lnTo>
                    <a:pt x="5510885" y="86474"/>
                  </a:lnTo>
                  <a:lnTo>
                    <a:pt x="5510885" y="363905"/>
                  </a:lnTo>
                  <a:lnTo>
                    <a:pt x="5655551" y="363905"/>
                  </a:lnTo>
                  <a:lnTo>
                    <a:pt x="5655551" y="86474"/>
                  </a:lnTo>
                  <a:close/>
                </a:path>
                <a:path w="10248265" h="364489">
                  <a:moveTo>
                    <a:pt x="6574028" y="196049"/>
                  </a:moveTo>
                  <a:lnTo>
                    <a:pt x="6429375" y="196049"/>
                  </a:lnTo>
                  <a:lnTo>
                    <a:pt x="6429375" y="363905"/>
                  </a:lnTo>
                  <a:lnTo>
                    <a:pt x="6574028" y="363905"/>
                  </a:lnTo>
                  <a:lnTo>
                    <a:pt x="6574028" y="196049"/>
                  </a:lnTo>
                  <a:close/>
                </a:path>
                <a:path w="10248265" h="364489">
                  <a:moveTo>
                    <a:pt x="7492517" y="237998"/>
                  </a:moveTo>
                  <a:lnTo>
                    <a:pt x="7347852" y="237998"/>
                  </a:lnTo>
                  <a:lnTo>
                    <a:pt x="7347852" y="363905"/>
                  </a:lnTo>
                  <a:lnTo>
                    <a:pt x="7492517" y="363905"/>
                  </a:lnTo>
                  <a:lnTo>
                    <a:pt x="7492517" y="237998"/>
                  </a:lnTo>
                  <a:close/>
                </a:path>
                <a:path w="10248265" h="364489">
                  <a:moveTo>
                    <a:pt x="8410994" y="57531"/>
                  </a:moveTo>
                  <a:lnTo>
                    <a:pt x="8266341" y="57531"/>
                  </a:lnTo>
                  <a:lnTo>
                    <a:pt x="8266341" y="363905"/>
                  </a:lnTo>
                  <a:lnTo>
                    <a:pt x="8410994" y="363905"/>
                  </a:lnTo>
                  <a:lnTo>
                    <a:pt x="8410994" y="57531"/>
                  </a:lnTo>
                  <a:close/>
                </a:path>
                <a:path w="10248265" h="364489">
                  <a:moveTo>
                    <a:pt x="9329483" y="218389"/>
                  </a:moveTo>
                  <a:lnTo>
                    <a:pt x="9184818" y="218389"/>
                  </a:lnTo>
                  <a:lnTo>
                    <a:pt x="9184818" y="363905"/>
                  </a:lnTo>
                  <a:lnTo>
                    <a:pt x="9329483" y="363905"/>
                  </a:lnTo>
                  <a:lnTo>
                    <a:pt x="9329483" y="218389"/>
                  </a:lnTo>
                  <a:close/>
                </a:path>
                <a:path w="10248265" h="364489">
                  <a:moveTo>
                    <a:pt x="10247960" y="0"/>
                  </a:moveTo>
                  <a:lnTo>
                    <a:pt x="10103294" y="0"/>
                  </a:lnTo>
                  <a:lnTo>
                    <a:pt x="10103294" y="363905"/>
                  </a:lnTo>
                  <a:lnTo>
                    <a:pt x="10247960" y="363905"/>
                  </a:lnTo>
                  <a:lnTo>
                    <a:pt x="10247960" y="0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56804" y="5302351"/>
              <a:ext cx="10248265" cy="971550"/>
            </a:xfrm>
            <a:custGeom>
              <a:avLst/>
              <a:gdLst/>
              <a:ahLst/>
              <a:cxnLst/>
              <a:rect l="l" t="t" r="r" b="b"/>
              <a:pathLst>
                <a:path w="10248265" h="971550">
                  <a:moveTo>
                    <a:pt x="144665" y="545973"/>
                  </a:moveTo>
                  <a:lnTo>
                    <a:pt x="0" y="545973"/>
                  </a:lnTo>
                  <a:lnTo>
                    <a:pt x="0" y="971448"/>
                  </a:lnTo>
                  <a:lnTo>
                    <a:pt x="144665" y="971448"/>
                  </a:lnTo>
                  <a:lnTo>
                    <a:pt x="144665" y="545973"/>
                  </a:lnTo>
                  <a:close/>
                </a:path>
                <a:path w="10248265" h="971550">
                  <a:moveTo>
                    <a:pt x="1063142" y="499300"/>
                  </a:moveTo>
                  <a:lnTo>
                    <a:pt x="918489" y="499300"/>
                  </a:lnTo>
                  <a:lnTo>
                    <a:pt x="918489" y="971448"/>
                  </a:lnTo>
                  <a:lnTo>
                    <a:pt x="1063142" y="971448"/>
                  </a:lnTo>
                  <a:lnTo>
                    <a:pt x="1063142" y="499300"/>
                  </a:lnTo>
                  <a:close/>
                </a:path>
                <a:path w="10248265" h="971550">
                  <a:moveTo>
                    <a:pt x="1981631" y="616508"/>
                  </a:moveTo>
                  <a:lnTo>
                    <a:pt x="1836966" y="616508"/>
                  </a:lnTo>
                  <a:lnTo>
                    <a:pt x="1836966" y="971448"/>
                  </a:lnTo>
                  <a:lnTo>
                    <a:pt x="1981631" y="971448"/>
                  </a:lnTo>
                  <a:lnTo>
                    <a:pt x="1981631" y="616508"/>
                  </a:lnTo>
                  <a:close/>
                </a:path>
                <a:path w="10248265" h="971550">
                  <a:moveTo>
                    <a:pt x="2900108" y="662470"/>
                  </a:moveTo>
                  <a:lnTo>
                    <a:pt x="2755455" y="662470"/>
                  </a:lnTo>
                  <a:lnTo>
                    <a:pt x="2755455" y="971448"/>
                  </a:lnTo>
                  <a:lnTo>
                    <a:pt x="2900108" y="971448"/>
                  </a:lnTo>
                  <a:lnTo>
                    <a:pt x="2900108" y="662470"/>
                  </a:lnTo>
                  <a:close/>
                </a:path>
                <a:path w="10248265" h="971550">
                  <a:moveTo>
                    <a:pt x="3818598" y="528180"/>
                  </a:moveTo>
                  <a:lnTo>
                    <a:pt x="3673932" y="528180"/>
                  </a:lnTo>
                  <a:lnTo>
                    <a:pt x="3673932" y="971448"/>
                  </a:lnTo>
                  <a:lnTo>
                    <a:pt x="3818598" y="971448"/>
                  </a:lnTo>
                  <a:lnTo>
                    <a:pt x="3818598" y="528180"/>
                  </a:lnTo>
                  <a:close/>
                </a:path>
                <a:path w="10248265" h="971550">
                  <a:moveTo>
                    <a:pt x="4737074" y="246227"/>
                  </a:moveTo>
                  <a:lnTo>
                    <a:pt x="4592409" y="246227"/>
                  </a:lnTo>
                  <a:lnTo>
                    <a:pt x="4592409" y="971448"/>
                  </a:lnTo>
                  <a:lnTo>
                    <a:pt x="4737074" y="971448"/>
                  </a:lnTo>
                  <a:lnTo>
                    <a:pt x="4737074" y="246227"/>
                  </a:lnTo>
                  <a:close/>
                </a:path>
                <a:path w="10248265" h="971550">
                  <a:moveTo>
                    <a:pt x="5655551" y="492861"/>
                  </a:moveTo>
                  <a:lnTo>
                    <a:pt x="5510898" y="492861"/>
                  </a:lnTo>
                  <a:lnTo>
                    <a:pt x="5510898" y="971448"/>
                  </a:lnTo>
                  <a:lnTo>
                    <a:pt x="5655551" y="971448"/>
                  </a:lnTo>
                  <a:lnTo>
                    <a:pt x="5655551" y="492861"/>
                  </a:lnTo>
                  <a:close/>
                </a:path>
                <a:path w="10248265" h="971550">
                  <a:moveTo>
                    <a:pt x="6574041" y="641286"/>
                  </a:moveTo>
                  <a:lnTo>
                    <a:pt x="6429375" y="641286"/>
                  </a:lnTo>
                  <a:lnTo>
                    <a:pt x="6429375" y="971448"/>
                  </a:lnTo>
                  <a:lnTo>
                    <a:pt x="6574041" y="971448"/>
                  </a:lnTo>
                  <a:lnTo>
                    <a:pt x="6574041" y="641286"/>
                  </a:lnTo>
                  <a:close/>
                </a:path>
                <a:path w="10248265" h="971550">
                  <a:moveTo>
                    <a:pt x="7492517" y="459435"/>
                  </a:moveTo>
                  <a:lnTo>
                    <a:pt x="7347864" y="459435"/>
                  </a:lnTo>
                  <a:lnTo>
                    <a:pt x="7347864" y="971448"/>
                  </a:lnTo>
                  <a:lnTo>
                    <a:pt x="7492517" y="971448"/>
                  </a:lnTo>
                  <a:lnTo>
                    <a:pt x="7492517" y="459435"/>
                  </a:lnTo>
                  <a:close/>
                </a:path>
                <a:path w="10248265" h="971550">
                  <a:moveTo>
                    <a:pt x="8411007" y="0"/>
                  </a:moveTo>
                  <a:lnTo>
                    <a:pt x="8266341" y="0"/>
                  </a:lnTo>
                  <a:lnTo>
                    <a:pt x="8266341" y="971448"/>
                  </a:lnTo>
                  <a:lnTo>
                    <a:pt x="8411007" y="971448"/>
                  </a:lnTo>
                  <a:lnTo>
                    <a:pt x="8411007" y="0"/>
                  </a:lnTo>
                  <a:close/>
                </a:path>
                <a:path w="10248265" h="971550">
                  <a:moveTo>
                    <a:pt x="9329483" y="702868"/>
                  </a:moveTo>
                  <a:lnTo>
                    <a:pt x="9184830" y="702868"/>
                  </a:lnTo>
                  <a:lnTo>
                    <a:pt x="9184830" y="971448"/>
                  </a:lnTo>
                  <a:lnTo>
                    <a:pt x="9329483" y="971448"/>
                  </a:lnTo>
                  <a:lnTo>
                    <a:pt x="9329483" y="702868"/>
                  </a:lnTo>
                  <a:close/>
                </a:path>
                <a:path w="10248265" h="971550">
                  <a:moveTo>
                    <a:pt x="10247973" y="35941"/>
                  </a:moveTo>
                  <a:lnTo>
                    <a:pt x="10103307" y="35941"/>
                  </a:lnTo>
                  <a:lnTo>
                    <a:pt x="10103307" y="971448"/>
                  </a:lnTo>
                  <a:lnTo>
                    <a:pt x="10247973" y="971448"/>
                  </a:lnTo>
                  <a:lnTo>
                    <a:pt x="10247973" y="3594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01470" y="6224320"/>
              <a:ext cx="10248265" cy="49530"/>
            </a:xfrm>
            <a:custGeom>
              <a:avLst/>
              <a:gdLst/>
              <a:ahLst/>
              <a:cxnLst/>
              <a:rect l="l" t="t" r="r" b="b"/>
              <a:pathLst>
                <a:path w="10248265" h="49529">
                  <a:moveTo>
                    <a:pt x="144665" y="31292"/>
                  </a:moveTo>
                  <a:lnTo>
                    <a:pt x="0" y="31292"/>
                  </a:lnTo>
                  <a:lnTo>
                    <a:pt x="0" y="49479"/>
                  </a:lnTo>
                  <a:lnTo>
                    <a:pt x="144665" y="49479"/>
                  </a:lnTo>
                  <a:lnTo>
                    <a:pt x="144665" y="31292"/>
                  </a:lnTo>
                  <a:close/>
                </a:path>
                <a:path w="10248265" h="49529">
                  <a:moveTo>
                    <a:pt x="1063142" y="32181"/>
                  </a:moveTo>
                  <a:lnTo>
                    <a:pt x="918476" y="32181"/>
                  </a:lnTo>
                  <a:lnTo>
                    <a:pt x="918476" y="49479"/>
                  </a:lnTo>
                  <a:lnTo>
                    <a:pt x="1063142" y="49479"/>
                  </a:lnTo>
                  <a:lnTo>
                    <a:pt x="1063142" y="32181"/>
                  </a:lnTo>
                  <a:close/>
                </a:path>
                <a:path w="10248265" h="49529">
                  <a:moveTo>
                    <a:pt x="1981619" y="30772"/>
                  </a:moveTo>
                  <a:lnTo>
                    <a:pt x="1836966" y="30772"/>
                  </a:lnTo>
                  <a:lnTo>
                    <a:pt x="1836966" y="49479"/>
                  </a:lnTo>
                  <a:lnTo>
                    <a:pt x="1981619" y="49479"/>
                  </a:lnTo>
                  <a:lnTo>
                    <a:pt x="1981619" y="30772"/>
                  </a:lnTo>
                  <a:close/>
                </a:path>
                <a:path w="10248265" h="49529">
                  <a:moveTo>
                    <a:pt x="2900108" y="23088"/>
                  </a:moveTo>
                  <a:lnTo>
                    <a:pt x="2755442" y="23088"/>
                  </a:lnTo>
                  <a:lnTo>
                    <a:pt x="2755442" y="49479"/>
                  </a:lnTo>
                  <a:lnTo>
                    <a:pt x="2900108" y="49479"/>
                  </a:lnTo>
                  <a:lnTo>
                    <a:pt x="2900108" y="23088"/>
                  </a:lnTo>
                  <a:close/>
                </a:path>
                <a:path w="10248265" h="49529">
                  <a:moveTo>
                    <a:pt x="3818585" y="35394"/>
                  </a:moveTo>
                  <a:lnTo>
                    <a:pt x="3673932" y="35394"/>
                  </a:lnTo>
                  <a:lnTo>
                    <a:pt x="3673932" y="49479"/>
                  </a:lnTo>
                  <a:lnTo>
                    <a:pt x="3818585" y="49479"/>
                  </a:lnTo>
                  <a:lnTo>
                    <a:pt x="3818585" y="35394"/>
                  </a:lnTo>
                  <a:close/>
                </a:path>
                <a:path w="10248265" h="49529">
                  <a:moveTo>
                    <a:pt x="4737074" y="0"/>
                  </a:moveTo>
                  <a:lnTo>
                    <a:pt x="4592409" y="0"/>
                  </a:lnTo>
                  <a:lnTo>
                    <a:pt x="4592409" y="49479"/>
                  </a:lnTo>
                  <a:lnTo>
                    <a:pt x="4737074" y="49479"/>
                  </a:lnTo>
                  <a:lnTo>
                    <a:pt x="4737074" y="0"/>
                  </a:lnTo>
                  <a:close/>
                </a:path>
                <a:path w="10248265" h="49529">
                  <a:moveTo>
                    <a:pt x="5655551" y="28790"/>
                  </a:moveTo>
                  <a:lnTo>
                    <a:pt x="5510885" y="28790"/>
                  </a:lnTo>
                  <a:lnTo>
                    <a:pt x="5510885" y="49479"/>
                  </a:lnTo>
                  <a:lnTo>
                    <a:pt x="5655551" y="49479"/>
                  </a:lnTo>
                  <a:lnTo>
                    <a:pt x="5655551" y="28790"/>
                  </a:lnTo>
                  <a:close/>
                </a:path>
                <a:path w="10248265" h="49529">
                  <a:moveTo>
                    <a:pt x="6574041" y="26746"/>
                  </a:moveTo>
                  <a:lnTo>
                    <a:pt x="6429375" y="26746"/>
                  </a:lnTo>
                  <a:lnTo>
                    <a:pt x="6429375" y="49479"/>
                  </a:lnTo>
                  <a:lnTo>
                    <a:pt x="6574041" y="49479"/>
                  </a:lnTo>
                  <a:lnTo>
                    <a:pt x="6574041" y="26746"/>
                  </a:lnTo>
                  <a:close/>
                </a:path>
                <a:path w="10248265" h="49529">
                  <a:moveTo>
                    <a:pt x="7492517" y="31877"/>
                  </a:moveTo>
                  <a:lnTo>
                    <a:pt x="7347852" y="31877"/>
                  </a:lnTo>
                  <a:lnTo>
                    <a:pt x="7347852" y="49479"/>
                  </a:lnTo>
                  <a:lnTo>
                    <a:pt x="7492517" y="49479"/>
                  </a:lnTo>
                  <a:lnTo>
                    <a:pt x="7492517" y="31877"/>
                  </a:lnTo>
                  <a:close/>
                </a:path>
                <a:path w="10248265" h="49529">
                  <a:moveTo>
                    <a:pt x="8410994" y="18630"/>
                  </a:moveTo>
                  <a:lnTo>
                    <a:pt x="8266341" y="18630"/>
                  </a:lnTo>
                  <a:lnTo>
                    <a:pt x="8266341" y="49479"/>
                  </a:lnTo>
                  <a:lnTo>
                    <a:pt x="8410994" y="49479"/>
                  </a:lnTo>
                  <a:lnTo>
                    <a:pt x="8410994" y="18630"/>
                  </a:lnTo>
                  <a:close/>
                </a:path>
                <a:path w="10248265" h="49529">
                  <a:moveTo>
                    <a:pt x="9329483" y="28917"/>
                  </a:moveTo>
                  <a:lnTo>
                    <a:pt x="9184818" y="28917"/>
                  </a:lnTo>
                  <a:lnTo>
                    <a:pt x="9184818" y="49479"/>
                  </a:lnTo>
                  <a:lnTo>
                    <a:pt x="9329483" y="49479"/>
                  </a:lnTo>
                  <a:lnTo>
                    <a:pt x="9329483" y="28917"/>
                  </a:lnTo>
                  <a:close/>
                </a:path>
                <a:path w="10248265" h="49529">
                  <a:moveTo>
                    <a:pt x="10247960" y="16167"/>
                  </a:moveTo>
                  <a:lnTo>
                    <a:pt x="10103307" y="16167"/>
                  </a:lnTo>
                  <a:lnTo>
                    <a:pt x="10103307" y="49479"/>
                  </a:lnTo>
                  <a:lnTo>
                    <a:pt x="10247960" y="49479"/>
                  </a:lnTo>
                  <a:lnTo>
                    <a:pt x="10247960" y="1616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746135" y="5649455"/>
              <a:ext cx="10248265" cy="624840"/>
            </a:xfrm>
            <a:custGeom>
              <a:avLst/>
              <a:gdLst/>
              <a:ahLst/>
              <a:cxnLst/>
              <a:rect l="l" t="t" r="r" b="b"/>
              <a:pathLst>
                <a:path w="10248265" h="624839">
                  <a:moveTo>
                    <a:pt x="144653" y="186004"/>
                  </a:moveTo>
                  <a:lnTo>
                    <a:pt x="0" y="186004"/>
                  </a:lnTo>
                  <a:lnTo>
                    <a:pt x="0" y="624344"/>
                  </a:lnTo>
                  <a:lnTo>
                    <a:pt x="144653" y="624344"/>
                  </a:lnTo>
                  <a:lnTo>
                    <a:pt x="144653" y="186004"/>
                  </a:lnTo>
                  <a:close/>
                </a:path>
                <a:path w="10248265" h="624839">
                  <a:moveTo>
                    <a:pt x="1063142" y="120815"/>
                  </a:moveTo>
                  <a:lnTo>
                    <a:pt x="918476" y="120815"/>
                  </a:lnTo>
                  <a:lnTo>
                    <a:pt x="918476" y="624344"/>
                  </a:lnTo>
                  <a:lnTo>
                    <a:pt x="1063142" y="624344"/>
                  </a:lnTo>
                  <a:lnTo>
                    <a:pt x="1063142" y="120815"/>
                  </a:lnTo>
                  <a:close/>
                </a:path>
                <a:path w="10248265" h="624839">
                  <a:moveTo>
                    <a:pt x="1981619" y="297662"/>
                  </a:moveTo>
                  <a:lnTo>
                    <a:pt x="1836953" y="297662"/>
                  </a:lnTo>
                  <a:lnTo>
                    <a:pt x="1836953" y="624344"/>
                  </a:lnTo>
                  <a:lnTo>
                    <a:pt x="1981619" y="624344"/>
                  </a:lnTo>
                  <a:lnTo>
                    <a:pt x="1981619" y="297662"/>
                  </a:lnTo>
                  <a:close/>
                </a:path>
                <a:path w="10248265" h="624839">
                  <a:moveTo>
                    <a:pt x="2900095" y="141808"/>
                  </a:moveTo>
                  <a:lnTo>
                    <a:pt x="2755442" y="141808"/>
                  </a:lnTo>
                  <a:lnTo>
                    <a:pt x="2755442" y="624344"/>
                  </a:lnTo>
                  <a:lnTo>
                    <a:pt x="2900095" y="624344"/>
                  </a:lnTo>
                  <a:lnTo>
                    <a:pt x="2900095" y="141808"/>
                  </a:lnTo>
                  <a:close/>
                </a:path>
                <a:path w="10248265" h="624839">
                  <a:moveTo>
                    <a:pt x="3818585" y="268516"/>
                  </a:moveTo>
                  <a:lnTo>
                    <a:pt x="3673919" y="268516"/>
                  </a:lnTo>
                  <a:lnTo>
                    <a:pt x="3673919" y="624344"/>
                  </a:lnTo>
                  <a:lnTo>
                    <a:pt x="3818585" y="624344"/>
                  </a:lnTo>
                  <a:lnTo>
                    <a:pt x="3818585" y="268516"/>
                  </a:lnTo>
                  <a:close/>
                </a:path>
                <a:path w="10248265" h="624839">
                  <a:moveTo>
                    <a:pt x="4737062" y="123456"/>
                  </a:moveTo>
                  <a:lnTo>
                    <a:pt x="4592409" y="123456"/>
                  </a:lnTo>
                  <a:lnTo>
                    <a:pt x="4592409" y="624344"/>
                  </a:lnTo>
                  <a:lnTo>
                    <a:pt x="4737062" y="624344"/>
                  </a:lnTo>
                  <a:lnTo>
                    <a:pt x="4737062" y="123456"/>
                  </a:lnTo>
                  <a:close/>
                </a:path>
                <a:path w="10248265" h="624839">
                  <a:moveTo>
                    <a:pt x="5655551" y="136207"/>
                  </a:moveTo>
                  <a:lnTo>
                    <a:pt x="5510885" y="136207"/>
                  </a:lnTo>
                  <a:lnTo>
                    <a:pt x="5510885" y="624344"/>
                  </a:lnTo>
                  <a:lnTo>
                    <a:pt x="5655551" y="624344"/>
                  </a:lnTo>
                  <a:lnTo>
                    <a:pt x="5655551" y="136207"/>
                  </a:lnTo>
                  <a:close/>
                </a:path>
                <a:path w="10248265" h="624839">
                  <a:moveTo>
                    <a:pt x="6574028" y="236601"/>
                  </a:moveTo>
                  <a:lnTo>
                    <a:pt x="6429375" y="236601"/>
                  </a:lnTo>
                  <a:lnTo>
                    <a:pt x="6429375" y="624344"/>
                  </a:lnTo>
                  <a:lnTo>
                    <a:pt x="6574028" y="624344"/>
                  </a:lnTo>
                  <a:lnTo>
                    <a:pt x="6574028" y="236601"/>
                  </a:lnTo>
                  <a:close/>
                </a:path>
                <a:path w="10248265" h="624839">
                  <a:moveTo>
                    <a:pt x="7492517" y="284200"/>
                  </a:moveTo>
                  <a:lnTo>
                    <a:pt x="7347852" y="284200"/>
                  </a:lnTo>
                  <a:lnTo>
                    <a:pt x="7347852" y="624344"/>
                  </a:lnTo>
                  <a:lnTo>
                    <a:pt x="7492517" y="624344"/>
                  </a:lnTo>
                  <a:lnTo>
                    <a:pt x="7492517" y="284200"/>
                  </a:lnTo>
                  <a:close/>
                </a:path>
                <a:path w="10248265" h="624839">
                  <a:moveTo>
                    <a:pt x="8410994" y="0"/>
                  </a:moveTo>
                  <a:lnTo>
                    <a:pt x="8266328" y="0"/>
                  </a:lnTo>
                  <a:lnTo>
                    <a:pt x="8266328" y="624344"/>
                  </a:lnTo>
                  <a:lnTo>
                    <a:pt x="8410994" y="624344"/>
                  </a:lnTo>
                  <a:lnTo>
                    <a:pt x="8410994" y="0"/>
                  </a:lnTo>
                  <a:close/>
                </a:path>
                <a:path w="10248265" h="624839">
                  <a:moveTo>
                    <a:pt x="9329471" y="227037"/>
                  </a:moveTo>
                  <a:lnTo>
                    <a:pt x="9184818" y="227037"/>
                  </a:lnTo>
                  <a:lnTo>
                    <a:pt x="9184818" y="624344"/>
                  </a:lnTo>
                  <a:lnTo>
                    <a:pt x="9329471" y="624344"/>
                  </a:lnTo>
                  <a:lnTo>
                    <a:pt x="9329471" y="227037"/>
                  </a:lnTo>
                  <a:close/>
                </a:path>
                <a:path w="10248265" h="624839">
                  <a:moveTo>
                    <a:pt x="10247960" y="84797"/>
                  </a:moveTo>
                  <a:lnTo>
                    <a:pt x="10103294" y="84797"/>
                  </a:lnTo>
                  <a:lnTo>
                    <a:pt x="10103294" y="624344"/>
                  </a:lnTo>
                  <a:lnTo>
                    <a:pt x="10247960" y="624344"/>
                  </a:lnTo>
                  <a:lnTo>
                    <a:pt x="10247960" y="84797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459" y="4745862"/>
              <a:ext cx="95249" cy="9524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0409" y="4745862"/>
              <a:ext cx="95249" cy="95249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3835" y="4745862"/>
              <a:ext cx="95249" cy="95249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263525" y="4381563"/>
            <a:ext cx="3298825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C_Sales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105">
                <a:solidFill>
                  <a:srgbClr val="252423"/>
                </a:solidFill>
                <a:latin typeface="Tahoma"/>
                <a:cs typeface="Tahoma"/>
              </a:rPr>
              <a:t>Ano,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Trimestre,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e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52423"/>
                </a:solidFill>
                <a:latin typeface="Tahoma"/>
                <a:cs typeface="Tahoma"/>
              </a:rPr>
              <a:t>Segment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738505" algn="l"/>
                <a:tab pos="1857375" algn="l"/>
                <a:tab pos="2590165" algn="l"/>
              </a:tabLst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Segment</a:t>
            </a:r>
            <a:r>
              <a:rPr dirty="0" sz="1000" b="1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Channel</a:t>
            </a:r>
            <a:r>
              <a:rPr dirty="0" sz="1000" spc="-2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Partners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Enterprise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10609" y="4745862"/>
            <a:ext cx="95249" cy="95249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3710086" y="4699031"/>
            <a:ext cx="6356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Midmarket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1659" y="4745862"/>
            <a:ext cx="95249" cy="95249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4493517" y="4699031"/>
            <a:ext cx="8388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Small</a:t>
            </a:r>
            <a:r>
              <a:rPr dirty="0" sz="10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Business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2471724" y="1019174"/>
            <a:ext cx="9867900" cy="3000375"/>
          </a:xfrm>
          <a:custGeom>
            <a:avLst/>
            <a:gdLst/>
            <a:ahLst/>
            <a:cxnLst/>
            <a:rect l="l" t="t" r="r" b="b"/>
            <a:pathLst>
              <a:path w="9867900" h="3000375">
                <a:moveTo>
                  <a:pt x="9525" y="2994304"/>
                </a:moveTo>
                <a:lnTo>
                  <a:pt x="9067" y="2993186"/>
                </a:lnTo>
                <a:lnTo>
                  <a:pt x="7200" y="2991320"/>
                </a:lnTo>
                <a:lnTo>
                  <a:pt x="6083" y="2990850"/>
                </a:lnTo>
                <a:lnTo>
                  <a:pt x="3454" y="2990850"/>
                </a:lnTo>
                <a:lnTo>
                  <a:pt x="2336" y="2991320"/>
                </a:lnTo>
                <a:lnTo>
                  <a:pt x="469" y="2993186"/>
                </a:lnTo>
                <a:lnTo>
                  <a:pt x="0" y="2994304"/>
                </a:lnTo>
                <a:lnTo>
                  <a:pt x="0" y="2996933"/>
                </a:lnTo>
                <a:lnTo>
                  <a:pt x="469" y="2998051"/>
                </a:lnTo>
                <a:lnTo>
                  <a:pt x="2336" y="2999917"/>
                </a:lnTo>
                <a:lnTo>
                  <a:pt x="3454" y="3000375"/>
                </a:lnTo>
                <a:lnTo>
                  <a:pt x="6083" y="3000375"/>
                </a:lnTo>
                <a:lnTo>
                  <a:pt x="7200" y="2999917"/>
                </a:lnTo>
                <a:lnTo>
                  <a:pt x="9067" y="2998051"/>
                </a:lnTo>
                <a:lnTo>
                  <a:pt x="9525" y="2996933"/>
                </a:lnTo>
                <a:lnTo>
                  <a:pt x="9525" y="2994304"/>
                </a:lnTo>
                <a:close/>
              </a:path>
              <a:path w="9867900" h="3000375">
                <a:moveTo>
                  <a:pt x="9525" y="2567038"/>
                </a:moveTo>
                <a:lnTo>
                  <a:pt x="9067" y="2565920"/>
                </a:lnTo>
                <a:lnTo>
                  <a:pt x="7200" y="2564053"/>
                </a:lnTo>
                <a:lnTo>
                  <a:pt x="6083" y="2563596"/>
                </a:lnTo>
                <a:lnTo>
                  <a:pt x="3454" y="2563596"/>
                </a:lnTo>
                <a:lnTo>
                  <a:pt x="2336" y="2564053"/>
                </a:lnTo>
                <a:lnTo>
                  <a:pt x="469" y="2565920"/>
                </a:lnTo>
                <a:lnTo>
                  <a:pt x="0" y="2567038"/>
                </a:lnTo>
                <a:lnTo>
                  <a:pt x="0" y="2569667"/>
                </a:lnTo>
                <a:lnTo>
                  <a:pt x="469" y="2570797"/>
                </a:lnTo>
                <a:lnTo>
                  <a:pt x="2336" y="2572651"/>
                </a:lnTo>
                <a:lnTo>
                  <a:pt x="3454" y="2573121"/>
                </a:lnTo>
                <a:lnTo>
                  <a:pt x="6083" y="2573121"/>
                </a:lnTo>
                <a:lnTo>
                  <a:pt x="7200" y="2572651"/>
                </a:lnTo>
                <a:lnTo>
                  <a:pt x="9067" y="2570797"/>
                </a:lnTo>
                <a:lnTo>
                  <a:pt x="9525" y="2569667"/>
                </a:lnTo>
                <a:lnTo>
                  <a:pt x="9525" y="2567038"/>
                </a:lnTo>
                <a:close/>
              </a:path>
              <a:path w="9867900" h="3000375">
                <a:moveTo>
                  <a:pt x="9525" y="2139772"/>
                </a:moveTo>
                <a:lnTo>
                  <a:pt x="9067" y="2138654"/>
                </a:lnTo>
                <a:lnTo>
                  <a:pt x="7200" y="2136787"/>
                </a:lnTo>
                <a:lnTo>
                  <a:pt x="6083" y="2136330"/>
                </a:lnTo>
                <a:lnTo>
                  <a:pt x="3454" y="2136330"/>
                </a:lnTo>
                <a:lnTo>
                  <a:pt x="2336" y="2136787"/>
                </a:lnTo>
                <a:lnTo>
                  <a:pt x="469" y="2138654"/>
                </a:lnTo>
                <a:lnTo>
                  <a:pt x="0" y="2139772"/>
                </a:lnTo>
                <a:lnTo>
                  <a:pt x="0" y="2142401"/>
                </a:lnTo>
                <a:lnTo>
                  <a:pt x="469" y="2143531"/>
                </a:lnTo>
                <a:lnTo>
                  <a:pt x="2336" y="2145385"/>
                </a:lnTo>
                <a:lnTo>
                  <a:pt x="3454" y="2145855"/>
                </a:lnTo>
                <a:lnTo>
                  <a:pt x="6083" y="2145855"/>
                </a:lnTo>
                <a:lnTo>
                  <a:pt x="7200" y="2145385"/>
                </a:lnTo>
                <a:lnTo>
                  <a:pt x="9067" y="2143531"/>
                </a:lnTo>
                <a:lnTo>
                  <a:pt x="9525" y="2142401"/>
                </a:lnTo>
                <a:lnTo>
                  <a:pt x="9525" y="2139772"/>
                </a:lnTo>
                <a:close/>
              </a:path>
              <a:path w="9867900" h="3000375">
                <a:moveTo>
                  <a:pt x="9525" y="1712506"/>
                </a:moveTo>
                <a:lnTo>
                  <a:pt x="9067" y="1711388"/>
                </a:lnTo>
                <a:lnTo>
                  <a:pt x="7200" y="1709534"/>
                </a:lnTo>
                <a:lnTo>
                  <a:pt x="6083" y="1709064"/>
                </a:lnTo>
                <a:lnTo>
                  <a:pt x="3454" y="1709064"/>
                </a:lnTo>
                <a:lnTo>
                  <a:pt x="2336" y="1709534"/>
                </a:lnTo>
                <a:lnTo>
                  <a:pt x="469" y="1711388"/>
                </a:lnTo>
                <a:lnTo>
                  <a:pt x="0" y="1712506"/>
                </a:lnTo>
                <a:lnTo>
                  <a:pt x="0" y="1715135"/>
                </a:lnTo>
                <a:lnTo>
                  <a:pt x="469" y="1716265"/>
                </a:lnTo>
                <a:lnTo>
                  <a:pt x="2336" y="1718119"/>
                </a:lnTo>
                <a:lnTo>
                  <a:pt x="3454" y="1718589"/>
                </a:lnTo>
                <a:lnTo>
                  <a:pt x="6083" y="1718589"/>
                </a:lnTo>
                <a:lnTo>
                  <a:pt x="7200" y="1718119"/>
                </a:lnTo>
                <a:lnTo>
                  <a:pt x="9067" y="1716265"/>
                </a:lnTo>
                <a:lnTo>
                  <a:pt x="9525" y="1715135"/>
                </a:lnTo>
                <a:lnTo>
                  <a:pt x="9525" y="1712506"/>
                </a:lnTo>
                <a:close/>
              </a:path>
              <a:path w="9867900" h="3000375">
                <a:moveTo>
                  <a:pt x="9525" y="1285252"/>
                </a:moveTo>
                <a:lnTo>
                  <a:pt x="9067" y="1284122"/>
                </a:lnTo>
                <a:lnTo>
                  <a:pt x="7200" y="1282268"/>
                </a:lnTo>
                <a:lnTo>
                  <a:pt x="6083" y="1281798"/>
                </a:lnTo>
                <a:lnTo>
                  <a:pt x="3454" y="1281798"/>
                </a:lnTo>
                <a:lnTo>
                  <a:pt x="2336" y="1282268"/>
                </a:lnTo>
                <a:lnTo>
                  <a:pt x="469" y="1284122"/>
                </a:lnTo>
                <a:lnTo>
                  <a:pt x="0" y="1285252"/>
                </a:lnTo>
                <a:lnTo>
                  <a:pt x="0" y="1287881"/>
                </a:lnTo>
                <a:lnTo>
                  <a:pt x="469" y="1288999"/>
                </a:lnTo>
                <a:lnTo>
                  <a:pt x="2336" y="1290853"/>
                </a:lnTo>
                <a:lnTo>
                  <a:pt x="3454" y="1291323"/>
                </a:lnTo>
                <a:lnTo>
                  <a:pt x="6083" y="1291323"/>
                </a:lnTo>
                <a:lnTo>
                  <a:pt x="7200" y="1290853"/>
                </a:lnTo>
                <a:lnTo>
                  <a:pt x="9067" y="1288999"/>
                </a:lnTo>
                <a:lnTo>
                  <a:pt x="9525" y="1287881"/>
                </a:lnTo>
                <a:lnTo>
                  <a:pt x="9525" y="1285252"/>
                </a:lnTo>
                <a:close/>
              </a:path>
              <a:path w="9867900" h="3000375">
                <a:moveTo>
                  <a:pt x="9525" y="857986"/>
                </a:moveTo>
                <a:lnTo>
                  <a:pt x="9067" y="856856"/>
                </a:lnTo>
                <a:lnTo>
                  <a:pt x="7200" y="855002"/>
                </a:lnTo>
                <a:lnTo>
                  <a:pt x="6083" y="854532"/>
                </a:lnTo>
                <a:lnTo>
                  <a:pt x="3454" y="854532"/>
                </a:lnTo>
                <a:lnTo>
                  <a:pt x="2336" y="855002"/>
                </a:lnTo>
                <a:lnTo>
                  <a:pt x="469" y="856856"/>
                </a:lnTo>
                <a:lnTo>
                  <a:pt x="0" y="857986"/>
                </a:lnTo>
                <a:lnTo>
                  <a:pt x="0" y="860615"/>
                </a:lnTo>
                <a:lnTo>
                  <a:pt x="469" y="861733"/>
                </a:lnTo>
                <a:lnTo>
                  <a:pt x="2336" y="863600"/>
                </a:lnTo>
                <a:lnTo>
                  <a:pt x="3454" y="864057"/>
                </a:lnTo>
                <a:lnTo>
                  <a:pt x="6083" y="864057"/>
                </a:lnTo>
                <a:lnTo>
                  <a:pt x="7200" y="863600"/>
                </a:lnTo>
                <a:lnTo>
                  <a:pt x="9067" y="861733"/>
                </a:lnTo>
                <a:lnTo>
                  <a:pt x="9525" y="860615"/>
                </a:lnTo>
                <a:lnTo>
                  <a:pt x="9525" y="857986"/>
                </a:lnTo>
                <a:close/>
              </a:path>
              <a:path w="9867900" h="3000375">
                <a:moveTo>
                  <a:pt x="9525" y="430720"/>
                </a:moveTo>
                <a:lnTo>
                  <a:pt x="9067" y="429590"/>
                </a:lnTo>
                <a:lnTo>
                  <a:pt x="7200" y="427736"/>
                </a:lnTo>
                <a:lnTo>
                  <a:pt x="6083" y="427266"/>
                </a:lnTo>
                <a:lnTo>
                  <a:pt x="3454" y="427266"/>
                </a:lnTo>
                <a:lnTo>
                  <a:pt x="2336" y="427736"/>
                </a:lnTo>
                <a:lnTo>
                  <a:pt x="469" y="429590"/>
                </a:lnTo>
                <a:lnTo>
                  <a:pt x="0" y="430720"/>
                </a:lnTo>
                <a:lnTo>
                  <a:pt x="0" y="433349"/>
                </a:lnTo>
                <a:lnTo>
                  <a:pt x="469" y="434467"/>
                </a:lnTo>
                <a:lnTo>
                  <a:pt x="2336" y="436333"/>
                </a:lnTo>
                <a:lnTo>
                  <a:pt x="3454" y="436791"/>
                </a:lnTo>
                <a:lnTo>
                  <a:pt x="6083" y="436791"/>
                </a:lnTo>
                <a:lnTo>
                  <a:pt x="7200" y="436333"/>
                </a:lnTo>
                <a:lnTo>
                  <a:pt x="9067" y="434467"/>
                </a:lnTo>
                <a:lnTo>
                  <a:pt x="9525" y="433349"/>
                </a:lnTo>
                <a:lnTo>
                  <a:pt x="9525" y="430720"/>
                </a:lnTo>
                <a:close/>
              </a:path>
              <a:path w="9867900" h="300037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9867900" h="3000375">
                <a:moveTo>
                  <a:pt x="57150" y="2994304"/>
                </a:moveTo>
                <a:lnTo>
                  <a:pt x="56692" y="2993186"/>
                </a:lnTo>
                <a:lnTo>
                  <a:pt x="54825" y="2991320"/>
                </a:lnTo>
                <a:lnTo>
                  <a:pt x="53708" y="2990850"/>
                </a:lnTo>
                <a:lnTo>
                  <a:pt x="51079" y="2990850"/>
                </a:lnTo>
                <a:lnTo>
                  <a:pt x="49961" y="2991320"/>
                </a:lnTo>
                <a:lnTo>
                  <a:pt x="48094" y="2993186"/>
                </a:lnTo>
                <a:lnTo>
                  <a:pt x="47625" y="2994304"/>
                </a:lnTo>
                <a:lnTo>
                  <a:pt x="47625" y="2996933"/>
                </a:lnTo>
                <a:lnTo>
                  <a:pt x="48094" y="2998051"/>
                </a:lnTo>
                <a:lnTo>
                  <a:pt x="49961" y="2999917"/>
                </a:lnTo>
                <a:lnTo>
                  <a:pt x="51079" y="3000375"/>
                </a:lnTo>
                <a:lnTo>
                  <a:pt x="53708" y="3000375"/>
                </a:lnTo>
                <a:lnTo>
                  <a:pt x="54825" y="2999917"/>
                </a:lnTo>
                <a:lnTo>
                  <a:pt x="56692" y="2998051"/>
                </a:lnTo>
                <a:lnTo>
                  <a:pt x="57150" y="2996933"/>
                </a:lnTo>
                <a:lnTo>
                  <a:pt x="57150" y="2994304"/>
                </a:lnTo>
                <a:close/>
              </a:path>
              <a:path w="9867900" h="3000375">
                <a:moveTo>
                  <a:pt x="57150" y="2567038"/>
                </a:moveTo>
                <a:lnTo>
                  <a:pt x="56692" y="2565920"/>
                </a:lnTo>
                <a:lnTo>
                  <a:pt x="54825" y="2564053"/>
                </a:lnTo>
                <a:lnTo>
                  <a:pt x="53708" y="2563596"/>
                </a:lnTo>
                <a:lnTo>
                  <a:pt x="51079" y="2563596"/>
                </a:lnTo>
                <a:lnTo>
                  <a:pt x="49961" y="2564053"/>
                </a:lnTo>
                <a:lnTo>
                  <a:pt x="48094" y="2565920"/>
                </a:lnTo>
                <a:lnTo>
                  <a:pt x="47625" y="2567038"/>
                </a:lnTo>
                <a:lnTo>
                  <a:pt x="47625" y="2569667"/>
                </a:lnTo>
                <a:lnTo>
                  <a:pt x="48094" y="2570797"/>
                </a:lnTo>
                <a:lnTo>
                  <a:pt x="49961" y="2572651"/>
                </a:lnTo>
                <a:lnTo>
                  <a:pt x="51079" y="2573121"/>
                </a:lnTo>
                <a:lnTo>
                  <a:pt x="53708" y="2573121"/>
                </a:lnTo>
                <a:lnTo>
                  <a:pt x="54825" y="2572651"/>
                </a:lnTo>
                <a:lnTo>
                  <a:pt x="56692" y="2570797"/>
                </a:lnTo>
                <a:lnTo>
                  <a:pt x="57150" y="2569667"/>
                </a:lnTo>
                <a:lnTo>
                  <a:pt x="57150" y="2567038"/>
                </a:lnTo>
                <a:close/>
              </a:path>
              <a:path w="9867900" h="3000375">
                <a:moveTo>
                  <a:pt x="57150" y="2139772"/>
                </a:moveTo>
                <a:lnTo>
                  <a:pt x="56692" y="2138654"/>
                </a:lnTo>
                <a:lnTo>
                  <a:pt x="54825" y="2136787"/>
                </a:lnTo>
                <a:lnTo>
                  <a:pt x="53708" y="2136330"/>
                </a:lnTo>
                <a:lnTo>
                  <a:pt x="51079" y="2136330"/>
                </a:lnTo>
                <a:lnTo>
                  <a:pt x="49961" y="2136787"/>
                </a:lnTo>
                <a:lnTo>
                  <a:pt x="48094" y="2138654"/>
                </a:lnTo>
                <a:lnTo>
                  <a:pt x="47625" y="2139772"/>
                </a:lnTo>
                <a:lnTo>
                  <a:pt x="47625" y="2142401"/>
                </a:lnTo>
                <a:lnTo>
                  <a:pt x="48094" y="2143531"/>
                </a:lnTo>
                <a:lnTo>
                  <a:pt x="49961" y="2145385"/>
                </a:lnTo>
                <a:lnTo>
                  <a:pt x="51079" y="2145855"/>
                </a:lnTo>
                <a:lnTo>
                  <a:pt x="53708" y="2145855"/>
                </a:lnTo>
                <a:lnTo>
                  <a:pt x="54825" y="2145385"/>
                </a:lnTo>
                <a:lnTo>
                  <a:pt x="56692" y="2143531"/>
                </a:lnTo>
                <a:lnTo>
                  <a:pt x="57150" y="2142401"/>
                </a:lnTo>
                <a:lnTo>
                  <a:pt x="57150" y="2139772"/>
                </a:lnTo>
                <a:close/>
              </a:path>
              <a:path w="9867900" h="3000375">
                <a:moveTo>
                  <a:pt x="57150" y="1712506"/>
                </a:moveTo>
                <a:lnTo>
                  <a:pt x="56692" y="1711388"/>
                </a:lnTo>
                <a:lnTo>
                  <a:pt x="54825" y="1709534"/>
                </a:lnTo>
                <a:lnTo>
                  <a:pt x="53708" y="1709064"/>
                </a:lnTo>
                <a:lnTo>
                  <a:pt x="51079" y="1709064"/>
                </a:lnTo>
                <a:lnTo>
                  <a:pt x="49961" y="1709534"/>
                </a:lnTo>
                <a:lnTo>
                  <a:pt x="48094" y="1711388"/>
                </a:lnTo>
                <a:lnTo>
                  <a:pt x="47625" y="1712506"/>
                </a:lnTo>
                <a:lnTo>
                  <a:pt x="47625" y="1715135"/>
                </a:lnTo>
                <a:lnTo>
                  <a:pt x="48094" y="1716265"/>
                </a:lnTo>
                <a:lnTo>
                  <a:pt x="49961" y="1718119"/>
                </a:lnTo>
                <a:lnTo>
                  <a:pt x="51079" y="1718589"/>
                </a:lnTo>
                <a:lnTo>
                  <a:pt x="53708" y="1718589"/>
                </a:lnTo>
                <a:lnTo>
                  <a:pt x="54825" y="1718119"/>
                </a:lnTo>
                <a:lnTo>
                  <a:pt x="56692" y="1716265"/>
                </a:lnTo>
                <a:lnTo>
                  <a:pt x="57150" y="1715135"/>
                </a:lnTo>
                <a:lnTo>
                  <a:pt x="57150" y="1712506"/>
                </a:lnTo>
                <a:close/>
              </a:path>
              <a:path w="9867900" h="3000375">
                <a:moveTo>
                  <a:pt x="57150" y="1285252"/>
                </a:moveTo>
                <a:lnTo>
                  <a:pt x="56692" y="1284122"/>
                </a:lnTo>
                <a:lnTo>
                  <a:pt x="54825" y="1282268"/>
                </a:lnTo>
                <a:lnTo>
                  <a:pt x="53708" y="1281798"/>
                </a:lnTo>
                <a:lnTo>
                  <a:pt x="51079" y="1281798"/>
                </a:lnTo>
                <a:lnTo>
                  <a:pt x="49961" y="1282268"/>
                </a:lnTo>
                <a:lnTo>
                  <a:pt x="48094" y="1284122"/>
                </a:lnTo>
                <a:lnTo>
                  <a:pt x="47625" y="1285252"/>
                </a:lnTo>
                <a:lnTo>
                  <a:pt x="47625" y="1287881"/>
                </a:lnTo>
                <a:lnTo>
                  <a:pt x="48094" y="1288999"/>
                </a:lnTo>
                <a:lnTo>
                  <a:pt x="49961" y="1290853"/>
                </a:lnTo>
                <a:lnTo>
                  <a:pt x="51079" y="1291323"/>
                </a:lnTo>
                <a:lnTo>
                  <a:pt x="53708" y="1291323"/>
                </a:lnTo>
                <a:lnTo>
                  <a:pt x="54825" y="1290853"/>
                </a:lnTo>
                <a:lnTo>
                  <a:pt x="56692" y="1288999"/>
                </a:lnTo>
                <a:lnTo>
                  <a:pt x="57150" y="1287881"/>
                </a:lnTo>
                <a:lnTo>
                  <a:pt x="57150" y="1285252"/>
                </a:lnTo>
                <a:close/>
              </a:path>
              <a:path w="9867900" h="3000375">
                <a:moveTo>
                  <a:pt x="57150" y="857986"/>
                </a:moveTo>
                <a:lnTo>
                  <a:pt x="56692" y="856856"/>
                </a:lnTo>
                <a:lnTo>
                  <a:pt x="54825" y="855002"/>
                </a:lnTo>
                <a:lnTo>
                  <a:pt x="53708" y="854532"/>
                </a:lnTo>
                <a:lnTo>
                  <a:pt x="51079" y="854532"/>
                </a:lnTo>
                <a:lnTo>
                  <a:pt x="49961" y="855002"/>
                </a:lnTo>
                <a:lnTo>
                  <a:pt x="48094" y="856856"/>
                </a:lnTo>
                <a:lnTo>
                  <a:pt x="47625" y="857986"/>
                </a:lnTo>
                <a:lnTo>
                  <a:pt x="47625" y="860615"/>
                </a:lnTo>
                <a:lnTo>
                  <a:pt x="48094" y="861733"/>
                </a:lnTo>
                <a:lnTo>
                  <a:pt x="49961" y="863600"/>
                </a:lnTo>
                <a:lnTo>
                  <a:pt x="51079" y="864057"/>
                </a:lnTo>
                <a:lnTo>
                  <a:pt x="53708" y="864057"/>
                </a:lnTo>
                <a:lnTo>
                  <a:pt x="54825" y="863600"/>
                </a:lnTo>
                <a:lnTo>
                  <a:pt x="56692" y="861733"/>
                </a:lnTo>
                <a:lnTo>
                  <a:pt x="57150" y="860615"/>
                </a:lnTo>
                <a:lnTo>
                  <a:pt x="57150" y="857986"/>
                </a:lnTo>
                <a:close/>
              </a:path>
              <a:path w="9867900" h="3000375">
                <a:moveTo>
                  <a:pt x="57150" y="430720"/>
                </a:moveTo>
                <a:lnTo>
                  <a:pt x="56692" y="429590"/>
                </a:lnTo>
                <a:lnTo>
                  <a:pt x="54825" y="427736"/>
                </a:lnTo>
                <a:lnTo>
                  <a:pt x="53708" y="427266"/>
                </a:lnTo>
                <a:lnTo>
                  <a:pt x="51079" y="427266"/>
                </a:lnTo>
                <a:lnTo>
                  <a:pt x="49961" y="427736"/>
                </a:lnTo>
                <a:lnTo>
                  <a:pt x="48094" y="429590"/>
                </a:lnTo>
                <a:lnTo>
                  <a:pt x="47625" y="430720"/>
                </a:lnTo>
                <a:lnTo>
                  <a:pt x="47625" y="433349"/>
                </a:lnTo>
                <a:lnTo>
                  <a:pt x="48094" y="434467"/>
                </a:lnTo>
                <a:lnTo>
                  <a:pt x="49961" y="436333"/>
                </a:lnTo>
                <a:lnTo>
                  <a:pt x="51079" y="436791"/>
                </a:lnTo>
                <a:lnTo>
                  <a:pt x="53708" y="436791"/>
                </a:lnTo>
                <a:lnTo>
                  <a:pt x="54825" y="436333"/>
                </a:lnTo>
                <a:lnTo>
                  <a:pt x="56692" y="434467"/>
                </a:lnTo>
                <a:lnTo>
                  <a:pt x="57150" y="433349"/>
                </a:lnTo>
                <a:lnTo>
                  <a:pt x="57150" y="430720"/>
                </a:lnTo>
                <a:close/>
              </a:path>
              <a:path w="9867900" h="300037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9867900" h="3000375">
                <a:moveTo>
                  <a:pt x="104775" y="2994304"/>
                </a:moveTo>
                <a:lnTo>
                  <a:pt x="104317" y="2993186"/>
                </a:lnTo>
                <a:lnTo>
                  <a:pt x="102450" y="2991320"/>
                </a:lnTo>
                <a:lnTo>
                  <a:pt x="101333" y="2990850"/>
                </a:lnTo>
                <a:lnTo>
                  <a:pt x="98704" y="2990850"/>
                </a:lnTo>
                <a:lnTo>
                  <a:pt x="97586" y="2991320"/>
                </a:lnTo>
                <a:lnTo>
                  <a:pt x="95719" y="2993186"/>
                </a:lnTo>
                <a:lnTo>
                  <a:pt x="95250" y="2994304"/>
                </a:lnTo>
                <a:lnTo>
                  <a:pt x="95250" y="2996933"/>
                </a:lnTo>
                <a:lnTo>
                  <a:pt x="95719" y="2998051"/>
                </a:lnTo>
                <a:lnTo>
                  <a:pt x="97586" y="2999917"/>
                </a:lnTo>
                <a:lnTo>
                  <a:pt x="98704" y="3000375"/>
                </a:lnTo>
                <a:lnTo>
                  <a:pt x="101333" y="3000375"/>
                </a:lnTo>
                <a:lnTo>
                  <a:pt x="102450" y="2999917"/>
                </a:lnTo>
                <a:lnTo>
                  <a:pt x="104317" y="2998051"/>
                </a:lnTo>
                <a:lnTo>
                  <a:pt x="104775" y="2996933"/>
                </a:lnTo>
                <a:lnTo>
                  <a:pt x="104775" y="2994304"/>
                </a:lnTo>
                <a:close/>
              </a:path>
              <a:path w="9867900" h="3000375">
                <a:moveTo>
                  <a:pt x="104775" y="2567038"/>
                </a:moveTo>
                <a:lnTo>
                  <a:pt x="104317" y="2565920"/>
                </a:lnTo>
                <a:lnTo>
                  <a:pt x="102450" y="2564053"/>
                </a:lnTo>
                <a:lnTo>
                  <a:pt x="101333" y="2563596"/>
                </a:lnTo>
                <a:lnTo>
                  <a:pt x="98704" y="2563596"/>
                </a:lnTo>
                <a:lnTo>
                  <a:pt x="97586" y="2564053"/>
                </a:lnTo>
                <a:lnTo>
                  <a:pt x="95719" y="2565920"/>
                </a:lnTo>
                <a:lnTo>
                  <a:pt x="95250" y="2567038"/>
                </a:lnTo>
                <a:lnTo>
                  <a:pt x="95250" y="2569667"/>
                </a:lnTo>
                <a:lnTo>
                  <a:pt x="95719" y="2570797"/>
                </a:lnTo>
                <a:lnTo>
                  <a:pt x="97586" y="2572651"/>
                </a:lnTo>
                <a:lnTo>
                  <a:pt x="98704" y="2573121"/>
                </a:lnTo>
                <a:lnTo>
                  <a:pt x="101333" y="2573121"/>
                </a:lnTo>
                <a:lnTo>
                  <a:pt x="102450" y="2572651"/>
                </a:lnTo>
                <a:lnTo>
                  <a:pt x="104317" y="2570797"/>
                </a:lnTo>
                <a:lnTo>
                  <a:pt x="104775" y="2569667"/>
                </a:lnTo>
                <a:lnTo>
                  <a:pt x="104775" y="2567038"/>
                </a:lnTo>
                <a:close/>
              </a:path>
              <a:path w="9867900" h="3000375">
                <a:moveTo>
                  <a:pt x="104775" y="2139772"/>
                </a:moveTo>
                <a:lnTo>
                  <a:pt x="104317" y="2138654"/>
                </a:lnTo>
                <a:lnTo>
                  <a:pt x="102450" y="2136787"/>
                </a:lnTo>
                <a:lnTo>
                  <a:pt x="101333" y="2136330"/>
                </a:lnTo>
                <a:lnTo>
                  <a:pt x="98704" y="2136330"/>
                </a:lnTo>
                <a:lnTo>
                  <a:pt x="97586" y="2136787"/>
                </a:lnTo>
                <a:lnTo>
                  <a:pt x="95719" y="2138654"/>
                </a:lnTo>
                <a:lnTo>
                  <a:pt x="95250" y="2139772"/>
                </a:lnTo>
                <a:lnTo>
                  <a:pt x="95250" y="2142401"/>
                </a:lnTo>
                <a:lnTo>
                  <a:pt x="95719" y="2143531"/>
                </a:lnTo>
                <a:lnTo>
                  <a:pt x="97586" y="2145385"/>
                </a:lnTo>
                <a:lnTo>
                  <a:pt x="98704" y="2145855"/>
                </a:lnTo>
                <a:lnTo>
                  <a:pt x="101333" y="2145855"/>
                </a:lnTo>
                <a:lnTo>
                  <a:pt x="102450" y="2145385"/>
                </a:lnTo>
                <a:lnTo>
                  <a:pt x="104317" y="2143531"/>
                </a:lnTo>
                <a:lnTo>
                  <a:pt x="104775" y="2142401"/>
                </a:lnTo>
                <a:lnTo>
                  <a:pt x="104775" y="2139772"/>
                </a:lnTo>
                <a:close/>
              </a:path>
              <a:path w="9867900" h="3000375">
                <a:moveTo>
                  <a:pt x="104775" y="1712506"/>
                </a:moveTo>
                <a:lnTo>
                  <a:pt x="104317" y="1711388"/>
                </a:lnTo>
                <a:lnTo>
                  <a:pt x="102450" y="1709534"/>
                </a:lnTo>
                <a:lnTo>
                  <a:pt x="101333" y="1709064"/>
                </a:lnTo>
                <a:lnTo>
                  <a:pt x="98704" y="1709064"/>
                </a:lnTo>
                <a:lnTo>
                  <a:pt x="97586" y="1709534"/>
                </a:lnTo>
                <a:lnTo>
                  <a:pt x="95719" y="1711388"/>
                </a:lnTo>
                <a:lnTo>
                  <a:pt x="95250" y="1712506"/>
                </a:lnTo>
                <a:lnTo>
                  <a:pt x="95250" y="1715135"/>
                </a:lnTo>
                <a:lnTo>
                  <a:pt x="95719" y="1716265"/>
                </a:lnTo>
                <a:lnTo>
                  <a:pt x="97586" y="1718119"/>
                </a:lnTo>
                <a:lnTo>
                  <a:pt x="98704" y="1718589"/>
                </a:lnTo>
                <a:lnTo>
                  <a:pt x="101333" y="1718589"/>
                </a:lnTo>
                <a:lnTo>
                  <a:pt x="102450" y="1718119"/>
                </a:lnTo>
                <a:lnTo>
                  <a:pt x="104317" y="1716265"/>
                </a:lnTo>
                <a:lnTo>
                  <a:pt x="104775" y="1715135"/>
                </a:lnTo>
                <a:lnTo>
                  <a:pt x="104775" y="1712506"/>
                </a:lnTo>
                <a:close/>
              </a:path>
              <a:path w="9867900" h="3000375">
                <a:moveTo>
                  <a:pt x="104775" y="1285252"/>
                </a:moveTo>
                <a:lnTo>
                  <a:pt x="104317" y="1284122"/>
                </a:lnTo>
                <a:lnTo>
                  <a:pt x="102450" y="1282268"/>
                </a:lnTo>
                <a:lnTo>
                  <a:pt x="101333" y="1281798"/>
                </a:lnTo>
                <a:lnTo>
                  <a:pt x="98704" y="1281798"/>
                </a:lnTo>
                <a:lnTo>
                  <a:pt x="97586" y="1282268"/>
                </a:lnTo>
                <a:lnTo>
                  <a:pt x="95719" y="1284122"/>
                </a:lnTo>
                <a:lnTo>
                  <a:pt x="95250" y="1285252"/>
                </a:lnTo>
                <a:lnTo>
                  <a:pt x="95250" y="1287881"/>
                </a:lnTo>
                <a:lnTo>
                  <a:pt x="95719" y="1288999"/>
                </a:lnTo>
                <a:lnTo>
                  <a:pt x="97586" y="1290853"/>
                </a:lnTo>
                <a:lnTo>
                  <a:pt x="98704" y="1291323"/>
                </a:lnTo>
                <a:lnTo>
                  <a:pt x="101333" y="1291323"/>
                </a:lnTo>
                <a:lnTo>
                  <a:pt x="102450" y="1290853"/>
                </a:lnTo>
                <a:lnTo>
                  <a:pt x="104317" y="1288999"/>
                </a:lnTo>
                <a:lnTo>
                  <a:pt x="104775" y="1287881"/>
                </a:lnTo>
                <a:lnTo>
                  <a:pt x="104775" y="1285252"/>
                </a:lnTo>
                <a:close/>
              </a:path>
              <a:path w="9867900" h="3000375">
                <a:moveTo>
                  <a:pt x="104775" y="857986"/>
                </a:moveTo>
                <a:lnTo>
                  <a:pt x="104317" y="856856"/>
                </a:lnTo>
                <a:lnTo>
                  <a:pt x="102450" y="855002"/>
                </a:lnTo>
                <a:lnTo>
                  <a:pt x="101333" y="854532"/>
                </a:lnTo>
                <a:lnTo>
                  <a:pt x="98704" y="854532"/>
                </a:lnTo>
                <a:lnTo>
                  <a:pt x="97586" y="855002"/>
                </a:lnTo>
                <a:lnTo>
                  <a:pt x="95719" y="856856"/>
                </a:lnTo>
                <a:lnTo>
                  <a:pt x="95250" y="857986"/>
                </a:lnTo>
                <a:lnTo>
                  <a:pt x="95250" y="860615"/>
                </a:lnTo>
                <a:lnTo>
                  <a:pt x="95719" y="861733"/>
                </a:lnTo>
                <a:lnTo>
                  <a:pt x="97586" y="863600"/>
                </a:lnTo>
                <a:lnTo>
                  <a:pt x="98704" y="864057"/>
                </a:lnTo>
                <a:lnTo>
                  <a:pt x="101333" y="864057"/>
                </a:lnTo>
                <a:lnTo>
                  <a:pt x="102450" y="863600"/>
                </a:lnTo>
                <a:lnTo>
                  <a:pt x="104317" y="861733"/>
                </a:lnTo>
                <a:lnTo>
                  <a:pt x="104775" y="860615"/>
                </a:lnTo>
                <a:lnTo>
                  <a:pt x="104775" y="857986"/>
                </a:lnTo>
                <a:close/>
              </a:path>
              <a:path w="9867900" h="3000375">
                <a:moveTo>
                  <a:pt x="104775" y="430720"/>
                </a:moveTo>
                <a:lnTo>
                  <a:pt x="104317" y="429590"/>
                </a:lnTo>
                <a:lnTo>
                  <a:pt x="102450" y="427736"/>
                </a:lnTo>
                <a:lnTo>
                  <a:pt x="101333" y="427266"/>
                </a:lnTo>
                <a:lnTo>
                  <a:pt x="98704" y="427266"/>
                </a:lnTo>
                <a:lnTo>
                  <a:pt x="97586" y="427736"/>
                </a:lnTo>
                <a:lnTo>
                  <a:pt x="95719" y="429590"/>
                </a:lnTo>
                <a:lnTo>
                  <a:pt x="95250" y="430720"/>
                </a:lnTo>
                <a:lnTo>
                  <a:pt x="95250" y="433349"/>
                </a:lnTo>
                <a:lnTo>
                  <a:pt x="95719" y="434467"/>
                </a:lnTo>
                <a:lnTo>
                  <a:pt x="97586" y="436333"/>
                </a:lnTo>
                <a:lnTo>
                  <a:pt x="98704" y="436791"/>
                </a:lnTo>
                <a:lnTo>
                  <a:pt x="101333" y="436791"/>
                </a:lnTo>
                <a:lnTo>
                  <a:pt x="102450" y="436333"/>
                </a:lnTo>
                <a:lnTo>
                  <a:pt x="104317" y="434467"/>
                </a:lnTo>
                <a:lnTo>
                  <a:pt x="104775" y="433349"/>
                </a:lnTo>
                <a:lnTo>
                  <a:pt x="104775" y="430720"/>
                </a:lnTo>
                <a:close/>
              </a:path>
              <a:path w="9867900" h="300037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9867900" h="3000375">
                <a:moveTo>
                  <a:pt x="152400" y="2994304"/>
                </a:moveTo>
                <a:lnTo>
                  <a:pt x="151942" y="2993186"/>
                </a:lnTo>
                <a:lnTo>
                  <a:pt x="150075" y="2991320"/>
                </a:lnTo>
                <a:lnTo>
                  <a:pt x="148958" y="2990850"/>
                </a:lnTo>
                <a:lnTo>
                  <a:pt x="146329" y="2990850"/>
                </a:lnTo>
                <a:lnTo>
                  <a:pt x="145211" y="2991320"/>
                </a:lnTo>
                <a:lnTo>
                  <a:pt x="143344" y="2993186"/>
                </a:lnTo>
                <a:lnTo>
                  <a:pt x="142875" y="2994304"/>
                </a:lnTo>
                <a:lnTo>
                  <a:pt x="142875" y="2996933"/>
                </a:lnTo>
                <a:lnTo>
                  <a:pt x="143344" y="2998051"/>
                </a:lnTo>
                <a:lnTo>
                  <a:pt x="145211" y="2999917"/>
                </a:lnTo>
                <a:lnTo>
                  <a:pt x="146329" y="3000375"/>
                </a:lnTo>
                <a:lnTo>
                  <a:pt x="148958" y="3000375"/>
                </a:lnTo>
                <a:lnTo>
                  <a:pt x="150075" y="2999917"/>
                </a:lnTo>
                <a:lnTo>
                  <a:pt x="151942" y="2998051"/>
                </a:lnTo>
                <a:lnTo>
                  <a:pt x="152400" y="2996933"/>
                </a:lnTo>
                <a:lnTo>
                  <a:pt x="152400" y="2994304"/>
                </a:lnTo>
                <a:close/>
              </a:path>
              <a:path w="9867900" h="3000375">
                <a:moveTo>
                  <a:pt x="152400" y="2567038"/>
                </a:moveTo>
                <a:lnTo>
                  <a:pt x="151942" y="2565920"/>
                </a:lnTo>
                <a:lnTo>
                  <a:pt x="150075" y="2564053"/>
                </a:lnTo>
                <a:lnTo>
                  <a:pt x="148958" y="2563596"/>
                </a:lnTo>
                <a:lnTo>
                  <a:pt x="146329" y="2563596"/>
                </a:lnTo>
                <a:lnTo>
                  <a:pt x="145211" y="2564053"/>
                </a:lnTo>
                <a:lnTo>
                  <a:pt x="143344" y="2565920"/>
                </a:lnTo>
                <a:lnTo>
                  <a:pt x="142875" y="2567038"/>
                </a:lnTo>
                <a:lnTo>
                  <a:pt x="142875" y="2569667"/>
                </a:lnTo>
                <a:lnTo>
                  <a:pt x="143344" y="2570797"/>
                </a:lnTo>
                <a:lnTo>
                  <a:pt x="145211" y="2572651"/>
                </a:lnTo>
                <a:lnTo>
                  <a:pt x="146329" y="2573121"/>
                </a:lnTo>
                <a:lnTo>
                  <a:pt x="148958" y="2573121"/>
                </a:lnTo>
                <a:lnTo>
                  <a:pt x="150075" y="2572651"/>
                </a:lnTo>
                <a:lnTo>
                  <a:pt x="151942" y="2570797"/>
                </a:lnTo>
                <a:lnTo>
                  <a:pt x="152400" y="2569667"/>
                </a:lnTo>
                <a:lnTo>
                  <a:pt x="152400" y="2567038"/>
                </a:lnTo>
                <a:close/>
              </a:path>
              <a:path w="9867900" h="3000375">
                <a:moveTo>
                  <a:pt x="152400" y="2139772"/>
                </a:moveTo>
                <a:lnTo>
                  <a:pt x="151942" y="2138654"/>
                </a:lnTo>
                <a:lnTo>
                  <a:pt x="150075" y="2136787"/>
                </a:lnTo>
                <a:lnTo>
                  <a:pt x="148958" y="2136330"/>
                </a:lnTo>
                <a:lnTo>
                  <a:pt x="146329" y="2136330"/>
                </a:lnTo>
                <a:lnTo>
                  <a:pt x="145211" y="2136787"/>
                </a:lnTo>
                <a:lnTo>
                  <a:pt x="143344" y="2138654"/>
                </a:lnTo>
                <a:lnTo>
                  <a:pt x="142875" y="2139772"/>
                </a:lnTo>
                <a:lnTo>
                  <a:pt x="142875" y="2142401"/>
                </a:lnTo>
                <a:lnTo>
                  <a:pt x="143344" y="2143531"/>
                </a:lnTo>
                <a:lnTo>
                  <a:pt x="145211" y="2145385"/>
                </a:lnTo>
                <a:lnTo>
                  <a:pt x="146329" y="2145855"/>
                </a:lnTo>
                <a:lnTo>
                  <a:pt x="148958" y="2145855"/>
                </a:lnTo>
                <a:lnTo>
                  <a:pt x="150075" y="2145385"/>
                </a:lnTo>
                <a:lnTo>
                  <a:pt x="151942" y="2143531"/>
                </a:lnTo>
                <a:lnTo>
                  <a:pt x="152400" y="2142401"/>
                </a:lnTo>
                <a:lnTo>
                  <a:pt x="152400" y="2139772"/>
                </a:lnTo>
                <a:close/>
              </a:path>
              <a:path w="9867900" h="3000375">
                <a:moveTo>
                  <a:pt x="152400" y="1712506"/>
                </a:moveTo>
                <a:lnTo>
                  <a:pt x="151942" y="1711388"/>
                </a:lnTo>
                <a:lnTo>
                  <a:pt x="150075" y="1709534"/>
                </a:lnTo>
                <a:lnTo>
                  <a:pt x="148958" y="1709064"/>
                </a:lnTo>
                <a:lnTo>
                  <a:pt x="146329" y="1709064"/>
                </a:lnTo>
                <a:lnTo>
                  <a:pt x="145211" y="1709534"/>
                </a:lnTo>
                <a:lnTo>
                  <a:pt x="143344" y="1711388"/>
                </a:lnTo>
                <a:lnTo>
                  <a:pt x="142875" y="1712506"/>
                </a:lnTo>
                <a:lnTo>
                  <a:pt x="142875" y="1715135"/>
                </a:lnTo>
                <a:lnTo>
                  <a:pt x="143344" y="1716265"/>
                </a:lnTo>
                <a:lnTo>
                  <a:pt x="145211" y="1718119"/>
                </a:lnTo>
                <a:lnTo>
                  <a:pt x="146329" y="1718589"/>
                </a:lnTo>
                <a:lnTo>
                  <a:pt x="148958" y="1718589"/>
                </a:lnTo>
                <a:lnTo>
                  <a:pt x="150075" y="1718119"/>
                </a:lnTo>
                <a:lnTo>
                  <a:pt x="151942" y="1716265"/>
                </a:lnTo>
                <a:lnTo>
                  <a:pt x="152400" y="1715135"/>
                </a:lnTo>
                <a:lnTo>
                  <a:pt x="152400" y="1712506"/>
                </a:lnTo>
                <a:close/>
              </a:path>
              <a:path w="9867900" h="3000375">
                <a:moveTo>
                  <a:pt x="152400" y="1285252"/>
                </a:moveTo>
                <a:lnTo>
                  <a:pt x="151942" y="1284122"/>
                </a:lnTo>
                <a:lnTo>
                  <a:pt x="150075" y="1282268"/>
                </a:lnTo>
                <a:lnTo>
                  <a:pt x="148958" y="1281798"/>
                </a:lnTo>
                <a:lnTo>
                  <a:pt x="146329" y="1281798"/>
                </a:lnTo>
                <a:lnTo>
                  <a:pt x="145211" y="1282268"/>
                </a:lnTo>
                <a:lnTo>
                  <a:pt x="143344" y="1284122"/>
                </a:lnTo>
                <a:lnTo>
                  <a:pt x="142875" y="1285252"/>
                </a:lnTo>
                <a:lnTo>
                  <a:pt x="142875" y="1287881"/>
                </a:lnTo>
                <a:lnTo>
                  <a:pt x="143344" y="1288999"/>
                </a:lnTo>
                <a:lnTo>
                  <a:pt x="145211" y="1290853"/>
                </a:lnTo>
                <a:lnTo>
                  <a:pt x="146329" y="1291323"/>
                </a:lnTo>
                <a:lnTo>
                  <a:pt x="148958" y="1291323"/>
                </a:lnTo>
                <a:lnTo>
                  <a:pt x="150075" y="1290853"/>
                </a:lnTo>
                <a:lnTo>
                  <a:pt x="151942" y="1288999"/>
                </a:lnTo>
                <a:lnTo>
                  <a:pt x="152400" y="1287881"/>
                </a:lnTo>
                <a:lnTo>
                  <a:pt x="152400" y="1285252"/>
                </a:lnTo>
                <a:close/>
              </a:path>
              <a:path w="9867900" h="3000375">
                <a:moveTo>
                  <a:pt x="152400" y="857986"/>
                </a:moveTo>
                <a:lnTo>
                  <a:pt x="151942" y="856856"/>
                </a:lnTo>
                <a:lnTo>
                  <a:pt x="150075" y="855002"/>
                </a:lnTo>
                <a:lnTo>
                  <a:pt x="148958" y="854532"/>
                </a:lnTo>
                <a:lnTo>
                  <a:pt x="146329" y="854532"/>
                </a:lnTo>
                <a:lnTo>
                  <a:pt x="145211" y="855002"/>
                </a:lnTo>
                <a:lnTo>
                  <a:pt x="143344" y="856856"/>
                </a:lnTo>
                <a:lnTo>
                  <a:pt x="142875" y="857986"/>
                </a:lnTo>
                <a:lnTo>
                  <a:pt x="142875" y="860615"/>
                </a:lnTo>
                <a:lnTo>
                  <a:pt x="143344" y="861733"/>
                </a:lnTo>
                <a:lnTo>
                  <a:pt x="145211" y="863600"/>
                </a:lnTo>
                <a:lnTo>
                  <a:pt x="146329" y="864057"/>
                </a:lnTo>
                <a:lnTo>
                  <a:pt x="148958" y="864057"/>
                </a:lnTo>
                <a:lnTo>
                  <a:pt x="150075" y="863600"/>
                </a:lnTo>
                <a:lnTo>
                  <a:pt x="151942" y="861733"/>
                </a:lnTo>
                <a:lnTo>
                  <a:pt x="152400" y="860615"/>
                </a:lnTo>
                <a:lnTo>
                  <a:pt x="152400" y="857986"/>
                </a:lnTo>
                <a:close/>
              </a:path>
              <a:path w="9867900" h="3000375">
                <a:moveTo>
                  <a:pt x="152400" y="430720"/>
                </a:moveTo>
                <a:lnTo>
                  <a:pt x="151942" y="429590"/>
                </a:lnTo>
                <a:lnTo>
                  <a:pt x="150075" y="427736"/>
                </a:lnTo>
                <a:lnTo>
                  <a:pt x="148958" y="427266"/>
                </a:lnTo>
                <a:lnTo>
                  <a:pt x="146329" y="427266"/>
                </a:lnTo>
                <a:lnTo>
                  <a:pt x="145211" y="427736"/>
                </a:lnTo>
                <a:lnTo>
                  <a:pt x="143344" y="429590"/>
                </a:lnTo>
                <a:lnTo>
                  <a:pt x="142875" y="430720"/>
                </a:lnTo>
                <a:lnTo>
                  <a:pt x="142875" y="433349"/>
                </a:lnTo>
                <a:lnTo>
                  <a:pt x="143344" y="434467"/>
                </a:lnTo>
                <a:lnTo>
                  <a:pt x="145211" y="436333"/>
                </a:lnTo>
                <a:lnTo>
                  <a:pt x="146329" y="436791"/>
                </a:lnTo>
                <a:lnTo>
                  <a:pt x="148958" y="436791"/>
                </a:lnTo>
                <a:lnTo>
                  <a:pt x="150075" y="436333"/>
                </a:lnTo>
                <a:lnTo>
                  <a:pt x="151942" y="434467"/>
                </a:lnTo>
                <a:lnTo>
                  <a:pt x="152400" y="433349"/>
                </a:lnTo>
                <a:lnTo>
                  <a:pt x="152400" y="430720"/>
                </a:lnTo>
                <a:close/>
              </a:path>
              <a:path w="9867900" h="300037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9867900" h="3000375">
                <a:moveTo>
                  <a:pt x="200025" y="2994304"/>
                </a:moveTo>
                <a:lnTo>
                  <a:pt x="199567" y="2993186"/>
                </a:lnTo>
                <a:lnTo>
                  <a:pt x="197700" y="2991320"/>
                </a:lnTo>
                <a:lnTo>
                  <a:pt x="196583" y="2990850"/>
                </a:lnTo>
                <a:lnTo>
                  <a:pt x="193954" y="2990850"/>
                </a:lnTo>
                <a:lnTo>
                  <a:pt x="192836" y="2991320"/>
                </a:lnTo>
                <a:lnTo>
                  <a:pt x="190969" y="2993186"/>
                </a:lnTo>
                <a:lnTo>
                  <a:pt x="190500" y="2994304"/>
                </a:lnTo>
                <a:lnTo>
                  <a:pt x="190500" y="2996933"/>
                </a:lnTo>
                <a:lnTo>
                  <a:pt x="190969" y="2998051"/>
                </a:lnTo>
                <a:lnTo>
                  <a:pt x="192836" y="2999917"/>
                </a:lnTo>
                <a:lnTo>
                  <a:pt x="193954" y="3000375"/>
                </a:lnTo>
                <a:lnTo>
                  <a:pt x="196583" y="3000375"/>
                </a:lnTo>
                <a:lnTo>
                  <a:pt x="197700" y="2999917"/>
                </a:lnTo>
                <a:lnTo>
                  <a:pt x="199567" y="2998051"/>
                </a:lnTo>
                <a:lnTo>
                  <a:pt x="200025" y="2996933"/>
                </a:lnTo>
                <a:lnTo>
                  <a:pt x="200025" y="2994304"/>
                </a:lnTo>
                <a:close/>
              </a:path>
              <a:path w="9867900" h="3000375">
                <a:moveTo>
                  <a:pt x="200025" y="2567038"/>
                </a:moveTo>
                <a:lnTo>
                  <a:pt x="199567" y="2565920"/>
                </a:lnTo>
                <a:lnTo>
                  <a:pt x="197700" y="2564053"/>
                </a:lnTo>
                <a:lnTo>
                  <a:pt x="196583" y="2563596"/>
                </a:lnTo>
                <a:lnTo>
                  <a:pt x="193954" y="2563596"/>
                </a:lnTo>
                <a:lnTo>
                  <a:pt x="192836" y="2564053"/>
                </a:lnTo>
                <a:lnTo>
                  <a:pt x="190969" y="2565920"/>
                </a:lnTo>
                <a:lnTo>
                  <a:pt x="190500" y="2567038"/>
                </a:lnTo>
                <a:lnTo>
                  <a:pt x="190500" y="2569667"/>
                </a:lnTo>
                <a:lnTo>
                  <a:pt x="190969" y="2570797"/>
                </a:lnTo>
                <a:lnTo>
                  <a:pt x="192836" y="2572651"/>
                </a:lnTo>
                <a:lnTo>
                  <a:pt x="193954" y="2573121"/>
                </a:lnTo>
                <a:lnTo>
                  <a:pt x="196583" y="2573121"/>
                </a:lnTo>
                <a:lnTo>
                  <a:pt x="197700" y="2572651"/>
                </a:lnTo>
                <a:lnTo>
                  <a:pt x="199567" y="2570797"/>
                </a:lnTo>
                <a:lnTo>
                  <a:pt x="200025" y="2569667"/>
                </a:lnTo>
                <a:lnTo>
                  <a:pt x="200025" y="2567038"/>
                </a:lnTo>
                <a:close/>
              </a:path>
              <a:path w="9867900" h="3000375">
                <a:moveTo>
                  <a:pt x="200025" y="2139772"/>
                </a:moveTo>
                <a:lnTo>
                  <a:pt x="199567" y="2138654"/>
                </a:lnTo>
                <a:lnTo>
                  <a:pt x="197700" y="2136787"/>
                </a:lnTo>
                <a:lnTo>
                  <a:pt x="196583" y="2136330"/>
                </a:lnTo>
                <a:lnTo>
                  <a:pt x="193954" y="2136330"/>
                </a:lnTo>
                <a:lnTo>
                  <a:pt x="192836" y="2136787"/>
                </a:lnTo>
                <a:lnTo>
                  <a:pt x="190969" y="2138654"/>
                </a:lnTo>
                <a:lnTo>
                  <a:pt x="190500" y="2139772"/>
                </a:lnTo>
                <a:lnTo>
                  <a:pt x="190500" y="2142401"/>
                </a:lnTo>
                <a:lnTo>
                  <a:pt x="190969" y="2143531"/>
                </a:lnTo>
                <a:lnTo>
                  <a:pt x="192836" y="2145385"/>
                </a:lnTo>
                <a:lnTo>
                  <a:pt x="193954" y="2145855"/>
                </a:lnTo>
                <a:lnTo>
                  <a:pt x="196583" y="2145855"/>
                </a:lnTo>
                <a:lnTo>
                  <a:pt x="197700" y="2145385"/>
                </a:lnTo>
                <a:lnTo>
                  <a:pt x="199567" y="2143531"/>
                </a:lnTo>
                <a:lnTo>
                  <a:pt x="200025" y="2142401"/>
                </a:lnTo>
                <a:lnTo>
                  <a:pt x="200025" y="2139772"/>
                </a:lnTo>
                <a:close/>
              </a:path>
              <a:path w="9867900" h="3000375">
                <a:moveTo>
                  <a:pt x="200025" y="1712506"/>
                </a:moveTo>
                <a:lnTo>
                  <a:pt x="199567" y="1711388"/>
                </a:lnTo>
                <a:lnTo>
                  <a:pt x="197700" y="1709534"/>
                </a:lnTo>
                <a:lnTo>
                  <a:pt x="196583" y="1709064"/>
                </a:lnTo>
                <a:lnTo>
                  <a:pt x="193954" y="1709064"/>
                </a:lnTo>
                <a:lnTo>
                  <a:pt x="192836" y="1709534"/>
                </a:lnTo>
                <a:lnTo>
                  <a:pt x="190969" y="1711388"/>
                </a:lnTo>
                <a:lnTo>
                  <a:pt x="190500" y="1712506"/>
                </a:lnTo>
                <a:lnTo>
                  <a:pt x="190500" y="1715135"/>
                </a:lnTo>
                <a:lnTo>
                  <a:pt x="190969" y="1716265"/>
                </a:lnTo>
                <a:lnTo>
                  <a:pt x="192836" y="1718119"/>
                </a:lnTo>
                <a:lnTo>
                  <a:pt x="193954" y="1718589"/>
                </a:lnTo>
                <a:lnTo>
                  <a:pt x="196583" y="1718589"/>
                </a:lnTo>
                <a:lnTo>
                  <a:pt x="197700" y="1718119"/>
                </a:lnTo>
                <a:lnTo>
                  <a:pt x="199567" y="1716265"/>
                </a:lnTo>
                <a:lnTo>
                  <a:pt x="200025" y="1715135"/>
                </a:lnTo>
                <a:lnTo>
                  <a:pt x="200025" y="1712506"/>
                </a:lnTo>
                <a:close/>
              </a:path>
              <a:path w="9867900" h="3000375">
                <a:moveTo>
                  <a:pt x="200025" y="1285252"/>
                </a:moveTo>
                <a:lnTo>
                  <a:pt x="199567" y="1284122"/>
                </a:lnTo>
                <a:lnTo>
                  <a:pt x="197700" y="1282268"/>
                </a:lnTo>
                <a:lnTo>
                  <a:pt x="196583" y="1281798"/>
                </a:lnTo>
                <a:lnTo>
                  <a:pt x="193954" y="1281798"/>
                </a:lnTo>
                <a:lnTo>
                  <a:pt x="192836" y="1282268"/>
                </a:lnTo>
                <a:lnTo>
                  <a:pt x="190969" y="1284122"/>
                </a:lnTo>
                <a:lnTo>
                  <a:pt x="190500" y="1285252"/>
                </a:lnTo>
                <a:lnTo>
                  <a:pt x="190500" y="1287881"/>
                </a:lnTo>
                <a:lnTo>
                  <a:pt x="190969" y="1288999"/>
                </a:lnTo>
                <a:lnTo>
                  <a:pt x="192836" y="1290853"/>
                </a:lnTo>
                <a:lnTo>
                  <a:pt x="193954" y="1291323"/>
                </a:lnTo>
                <a:lnTo>
                  <a:pt x="196583" y="1291323"/>
                </a:lnTo>
                <a:lnTo>
                  <a:pt x="197700" y="1290853"/>
                </a:lnTo>
                <a:lnTo>
                  <a:pt x="199567" y="1288999"/>
                </a:lnTo>
                <a:lnTo>
                  <a:pt x="200025" y="1287881"/>
                </a:lnTo>
                <a:lnTo>
                  <a:pt x="200025" y="1285252"/>
                </a:lnTo>
                <a:close/>
              </a:path>
              <a:path w="9867900" h="3000375">
                <a:moveTo>
                  <a:pt x="200025" y="857986"/>
                </a:moveTo>
                <a:lnTo>
                  <a:pt x="199567" y="856856"/>
                </a:lnTo>
                <a:lnTo>
                  <a:pt x="197700" y="855002"/>
                </a:lnTo>
                <a:lnTo>
                  <a:pt x="196583" y="854532"/>
                </a:lnTo>
                <a:lnTo>
                  <a:pt x="193954" y="854532"/>
                </a:lnTo>
                <a:lnTo>
                  <a:pt x="192836" y="855002"/>
                </a:lnTo>
                <a:lnTo>
                  <a:pt x="190969" y="856856"/>
                </a:lnTo>
                <a:lnTo>
                  <a:pt x="190500" y="857986"/>
                </a:lnTo>
                <a:lnTo>
                  <a:pt x="190500" y="860615"/>
                </a:lnTo>
                <a:lnTo>
                  <a:pt x="190969" y="861733"/>
                </a:lnTo>
                <a:lnTo>
                  <a:pt x="192836" y="863600"/>
                </a:lnTo>
                <a:lnTo>
                  <a:pt x="193954" y="864057"/>
                </a:lnTo>
                <a:lnTo>
                  <a:pt x="196583" y="864057"/>
                </a:lnTo>
                <a:lnTo>
                  <a:pt x="197700" y="863600"/>
                </a:lnTo>
                <a:lnTo>
                  <a:pt x="199567" y="861733"/>
                </a:lnTo>
                <a:lnTo>
                  <a:pt x="200025" y="860615"/>
                </a:lnTo>
                <a:lnTo>
                  <a:pt x="200025" y="857986"/>
                </a:lnTo>
                <a:close/>
              </a:path>
              <a:path w="9867900" h="3000375">
                <a:moveTo>
                  <a:pt x="200025" y="430720"/>
                </a:moveTo>
                <a:lnTo>
                  <a:pt x="199567" y="429590"/>
                </a:lnTo>
                <a:lnTo>
                  <a:pt x="197700" y="427736"/>
                </a:lnTo>
                <a:lnTo>
                  <a:pt x="196583" y="427266"/>
                </a:lnTo>
                <a:lnTo>
                  <a:pt x="193954" y="427266"/>
                </a:lnTo>
                <a:lnTo>
                  <a:pt x="192836" y="427736"/>
                </a:lnTo>
                <a:lnTo>
                  <a:pt x="190969" y="429590"/>
                </a:lnTo>
                <a:lnTo>
                  <a:pt x="190500" y="430720"/>
                </a:lnTo>
                <a:lnTo>
                  <a:pt x="190500" y="433349"/>
                </a:lnTo>
                <a:lnTo>
                  <a:pt x="190969" y="434467"/>
                </a:lnTo>
                <a:lnTo>
                  <a:pt x="192836" y="436333"/>
                </a:lnTo>
                <a:lnTo>
                  <a:pt x="193954" y="436791"/>
                </a:lnTo>
                <a:lnTo>
                  <a:pt x="196583" y="436791"/>
                </a:lnTo>
                <a:lnTo>
                  <a:pt x="197700" y="436333"/>
                </a:lnTo>
                <a:lnTo>
                  <a:pt x="199567" y="434467"/>
                </a:lnTo>
                <a:lnTo>
                  <a:pt x="200025" y="433349"/>
                </a:lnTo>
                <a:lnTo>
                  <a:pt x="200025" y="430720"/>
                </a:lnTo>
                <a:close/>
              </a:path>
              <a:path w="9867900" h="300037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9867900" h="3000375">
                <a:moveTo>
                  <a:pt x="247650" y="2994304"/>
                </a:moveTo>
                <a:lnTo>
                  <a:pt x="247192" y="2993186"/>
                </a:lnTo>
                <a:lnTo>
                  <a:pt x="245325" y="2991320"/>
                </a:lnTo>
                <a:lnTo>
                  <a:pt x="244208" y="2990850"/>
                </a:lnTo>
                <a:lnTo>
                  <a:pt x="241579" y="2990850"/>
                </a:lnTo>
                <a:lnTo>
                  <a:pt x="240461" y="2991320"/>
                </a:lnTo>
                <a:lnTo>
                  <a:pt x="238594" y="2993186"/>
                </a:lnTo>
                <a:lnTo>
                  <a:pt x="238125" y="2994304"/>
                </a:lnTo>
                <a:lnTo>
                  <a:pt x="238125" y="2996933"/>
                </a:lnTo>
                <a:lnTo>
                  <a:pt x="238594" y="2998051"/>
                </a:lnTo>
                <a:lnTo>
                  <a:pt x="240461" y="2999917"/>
                </a:lnTo>
                <a:lnTo>
                  <a:pt x="241579" y="3000375"/>
                </a:lnTo>
                <a:lnTo>
                  <a:pt x="244208" y="3000375"/>
                </a:lnTo>
                <a:lnTo>
                  <a:pt x="245325" y="2999917"/>
                </a:lnTo>
                <a:lnTo>
                  <a:pt x="247192" y="2998051"/>
                </a:lnTo>
                <a:lnTo>
                  <a:pt x="247650" y="2996933"/>
                </a:lnTo>
                <a:lnTo>
                  <a:pt x="247650" y="2994304"/>
                </a:lnTo>
                <a:close/>
              </a:path>
              <a:path w="9867900" h="3000375">
                <a:moveTo>
                  <a:pt x="247650" y="2567038"/>
                </a:moveTo>
                <a:lnTo>
                  <a:pt x="247192" y="2565920"/>
                </a:lnTo>
                <a:lnTo>
                  <a:pt x="245325" y="2564053"/>
                </a:lnTo>
                <a:lnTo>
                  <a:pt x="244208" y="2563596"/>
                </a:lnTo>
                <a:lnTo>
                  <a:pt x="241579" y="2563596"/>
                </a:lnTo>
                <a:lnTo>
                  <a:pt x="240461" y="2564053"/>
                </a:lnTo>
                <a:lnTo>
                  <a:pt x="238594" y="2565920"/>
                </a:lnTo>
                <a:lnTo>
                  <a:pt x="238125" y="2567038"/>
                </a:lnTo>
                <a:lnTo>
                  <a:pt x="238125" y="2569667"/>
                </a:lnTo>
                <a:lnTo>
                  <a:pt x="238594" y="2570797"/>
                </a:lnTo>
                <a:lnTo>
                  <a:pt x="240461" y="2572651"/>
                </a:lnTo>
                <a:lnTo>
                  <a:pt x="241579" y="2573121"/>
                </a:lnTo>
                <a:lnTo>
                  <a:pt x="244208" y="2573121"/>
                </a:lnTo>
                <a:lnTo>
                  <a:pt x="245325" y="2572651"/>
                </a:lnTo>
                <a:lnTo>
                  <a:pt x="247192" y="2570797"/>
                </a:lnTo>
                <a:lnTo>
                  <a:pt x="247650" y="2569667"/>
                </a:lnTo>
                <a:lnTo>
                  <a:pt x="247650" y="2567038"/>
                </a:lnTo>
                <a:close/>
              </a:path>
              <a:path w="9867900" h="3000375">
                <a:moveTo>
                  <a:pt x="247650" y="2139772"/>
                </a:moveTo>
                <a:lnTo>
                  <a:pt x="247192" y="2138654"/>
                </a:lnTo>
                <a:lnTo>
                  <a:pt x="245325" y="2136787"/>
                </a:lnTo>
                <a:lnTo>
                  <a:pt x="244208" y="2136330"/>
                </a:lnTo>
                <a:lnTo>
                  <a:pt x="241579" y="2136330"/>
                </a:lnTo>
                <a:lnTo>
                  <a:pt x="240461" y="2136787"/>
                </a:lnTo>
                <a:lnTo>
                  <a:pt x="238594" y="2138654"/>
                </a:lnTo>
                <a:lnTo>
                  <a:pt x="238125" y="2139772"/>
                </a:lnTo>
                <a:lnTo>
                  <a:pt x="238125" y="2142401"/>
                </a:lnTo>
                <a:lnTo>
                  <a:pt x="238594" y="2143531"/>
                </a:lnTo>
                <a:lnTo>
                  <a:pt x="240461" y="2145385"/>
                </a:lnTo>
                <a:lnTo>
                  <a:pt x="241579" y="2145855"/>
                </a:lnTo>
                <a:lnTo>
                  <a:pt x="244208" y="2145855"/>
                </a:lnTo>
                <a:lnTo>
                  <a:pt x="245325" y="2145385"/>
                </a:lnTo>
                <a:lnTo>
                  <a:pt x="247192" y="2143531"/>
                </a:lnTo>
                <a:lnTo>
                  <a:pt x="247650" y="2142401"/>
                </a:lnTo>
                <a:lnTo>
                  <a:pt x="247650" y="2139772"/>
                </a:lnTo>
                <a:close/>
              </a:path>
              <a:path w="9867900" h="3000375">
                <a:moveTo>
                  <a:pt x="247650" y="1712506"/>
                </a:moveTo>
                <a:lnTo>
                  <a:pt x="247192" y="1711388"/>
                </a:lnTo>
                <a:lnTo>
                  <a:pt x="245325" y="1709534"/>
                </a:lnTo>
                <a:lnTo>
                  <a:pt x="244208" y="1709064"/>
                </a:lnTo>
                <a:lnTo>
                  <a:pt x="241579" y="1709064"/>
                </a:lnTo>
                <a:lnTo>
                  <a:pt x="240461" y="1709534"/>
                </a:lnTo>
                <a:lnTo>
                  <a:pt x="238594" y="1711388"/>
                </a:lnTo>
                <a:lnTo>
                  <a:pt x="238125" y="1712506"/>
                </a:lnTo>
                <a:lnTo>
                  <a:pt x="238125" y="1715135"/>
                </a:lnTo>
                <a:lnTo>
                  <a:pt x="238594" y="1716265"/>
                </a:lnTo>
                <a:lnTo>
                  <a:pt x="240461" y="1718119"/>
                </a:lnTo>
                <a:lnTo>
                  <a:pt x="241579" y="1718589"/>
                </a:lnTo>
                <a:lnTo>
                  <a:pt x="244208" y="1718589"/>
                </a:lnTo>
                <a:lnTo>
                  <a:pt x="245325" y="1718119"/>
                </a:lnTo>
                <a:lnTo>
                  <a:pt x="247192" y="1716265"/>
                </a:lnTo>
                <a:lnTo>
                  <a:pt x="247650" y="1715135"/>
                </a:lnTo>
                <a:lnTo>
                  <a:pt x="247650" y="1712506"/>
                </a:lnTo>
                <a:close/>
              </a:path>
              <a:path w="9867900" h="3000375">
                <a:moveTo>
                  <a:pt x="247650" y="1285252"/>
                </a:moveTo>
                <a:lnTo>
                  <a:pt x="247192" y="1284122"/>
                </a:lnTo>
                <a:lnTo>
                  <a:pt x="245325" y="1282268"/>
                </a:lnTo>
                <a:lnTo>
                  <a:pt x="244208" y="1281798"/>
                </a:lnTo>
                <a:lnTo>
                  <a:pt x="241579" y="1281798"/>
                </a:lnTo>
                <a:lnTo>
                  <a:pt x="240461" y="1282268"/>
                </a:lnTo>
                <a:lnTo>
                  <a:pt x="238594" y="1284122"/>
                </a:lnTo>
                <a:lnTo>
                  <a:pt x="238125" y="1285252"/>
                </a:lnTo>
                <a:lnTo>
                  <a:pt x="238125" y="1287881"/>
                </a:lnTo>
                <a:lnTo>
                  <a:pt x="238594" y="1288999"/>
                </a:lnTo>
                <a:lnTo>
                  <a:pt x="240461" y="1290853"/>
                </a:lnTo>
                <a:lnTo>
                  <a:pt x="241579" y="1291323"/>
                </a:lnTo>
                <a:lnTo>
                  <a:pt x="244208" y="1291323"/>
                </a:lnTo>
                <a:lnTo>
                  <a:pt x="245325" y="1290853"/>
                </a:lnTo>
                <a:lnTo>
                  <a:pt x="247192" y="1288999"/>
                </a:lnTo>
                <a:lnTo>
                  <a:pt x="247650" y="1287881"/>
                </a:lnTo>
                <a:lnTo>
                  <a:pt x="247650" y="1285252"/>
                </a:lnTo>
                <a:close/>
              </a:path>
              <a:path w="9867900" h="3000375">
                <a:moveTo>
                  <a:pt x="247650" y="857986"/>
                </a:moveTo>
                <a:lnTo>
                  <a:pt x="247192" y="856856"/>
                </a:lnTo>
                <a:lnTo>
                  <a:pt x="245325" y="855002"/>
                </a:lnTo>
                <a:lnTo>
                  <a:pt x="244208" y="854532"/>
                </a:lnTo>
                <a:lnTo>
                  <a:pt x="241579" y="854532"/>
                </a:lnTo>
                <a:lnTo>
                  <a:pt x="240461" y="855002"/>
                </a:lnTo>
                <a:lnTo>
                  <a:pt x="238594" y="856856"/>
                </a:lnTo>
                <a:lnTo>
                  <a:pt x="238125" y="857986"/>
                </a:lnTo>
                <a:lnTo>
                  <a:pt x="238125" y="860615"/>
                </a:lnTo>
                <a:lnTo>
                  <a:pt x="238594" y="861733"/>
                </a:lnTo>
                <a:lnTo>
                  <a:pt x="240461" y="863600"/>
                </a:lnTo>
                <a:lnTo>
                  <a:pt x="241579" y="864057"/>
                </a:lnTo>
                <a:lnTo>
                  <a:pt x="244208" y="864057"/>
                </a:lnTo>
                <a:lnTo>
                  <a:pt x="245325" y="863600"/>
                </a:lnTo>
                <a:lnTo>
                  <a:pt x="247192" y="861733"/>
                </a:lnTo>
                <a:lnTo>
                  <a:pt x="247650" y="860615"/>
                </a:lnTo>
                <a:lnTo>
                  <a:pt x="247650" y="857986"/>
                </a:lnTo>
                <a:close/>
              </a:path>
              <a:path w="9867900" h="3000375">
                <a:moveTo>
                  <a:pt x="247650" y="430720"/>
                </a:moveTo>
                <a:lnTo>
                  <a:pt x="247192" y="429590"/>
                </a:lnTo>
                <a:lnTo>
                  <a:pt x="245325" y="427736"/>
                </a:lnTo>
                <a:lnTo>
                  <a:pt x="244208" y="427266"/>
                </a:lnTo>
                <a:lnTo>
                  <a:pt x="241579" y="427266"/>
                </a:lnTo>
                <a:lnTo>
                  <a:pt x="240461" y="427736"/>
                </a:lnTo>
                <a:lnTo>
                  <a:pt x="238594" y="429590"/>
                </a:lnTo>
                <a:lnTo>
                  <a:pt x="238125" y="430720"/>
                </a:lnTo>
                <a:lnTo>
                  <a:pt x="238125" y="433349"/>
                </a:lnTo>
                <a:lnTo>
                  <a:pt x="238594" y="434467"/>
                </a:lnTo>
                <a:lnTo>
                  <a:pt x="240461" y="436333"/>
                </a:lnTo>
                <a:lnTo>
                  <a:pt x="241579" y="436791"/>
                </a:lnTo>
                <a:lnTo>
                  <a:pt x="244208" y="436791"/>
                </a:lnTo>
                <a:lnTo>
                  <a:pt x="245325" y="436333"/>
                </a:lnTo>
                <a:lnTo>
                  <a:pt x="247192" y="434467"/>
                </a:lnTo>
                <a:lnTo>
                  <a:pt x="247650" y="433349"/>
                </a:lnTo>
                <a:lnTo>
                  <a:pt x="247650" y="430720"/>
                </a:lnTo>
                <a:close/>
              </a:path>
              <a:path w="9867900" h="300037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9867900" h="3000375">
                <a:moveTo>
                  <a:pt x="295275" y="2994304"/>
                </a:moveTo>
                <a:lnTo>
                  <a:pt x="294817" y="2993186"/>
                </a:lnTo>
                <a:lnTo>
                  <a:pt x="292950" y="2991320"/>
                </a:lnTo>
                <a:lnTo>
                  <a:pt x="291833" y="2990850"/>
                </a:lnTo>
                <a:lnTo>
                  <a:pt x="289204" y="2990850"/>
                </a:lnTo>
                <a:lnTo>
                  <a:pt x="288086" y="2991320"/>
                </a:lnTo>
                <a:lnTo>
                  <a:pt x="286219" y="2993186"/>
                </a:lnTo>
                <a:lnTo>
                  <a:pt x="285750" y="2994304"/>
                </a:lnTo>
                <a:lnTo>
                  <a:pt x="285750" y="2996933"/>
                </a:lnTo>
                <a:lnTo>
                  <a:pt x="286219" y="2998051"/>
                </a:lnTo>
                <a:lnTo>
                  <a:pt x="288086" y="2999917"/>
                </a:lnTo>
                <a:lnTo>
                  <a:pt x="289204" y="3000375"/>
                </a:lnTo>
                <a:lnTo>
                  <a:pt x="291833" y="3000375"/>
                </a:lnTo>
                <a:lnTo>
                  <a:pt x="292950" y="2999917"/>
                </a:lnTo>
                <a:lnTo>
                  <a:pt x="294817" y="2998051"/>
                </a:lnTo>
                <a:lnTo>
                  <a:pt x="295275" y="2996933"/>
                </a:lnTo>
                <a:lnTo>
                  <a:pt x="295275" y="2994304"/>
                </a:lnTo>
                <a:close/>
              </a:path>
              <a:path w="9867900" h="3000375">
                <a:moveTo>
                  <a:pt x="295275" y="2567038"/>
                </a:moveTo>
                <a:lnTo>
                  <a:pt x="294817" y="2565920"/>
                </a:lnTo>
                <a:lnTo>
                  <a:pt x="292950" y="2564053"/>
                </a:lnTo>
                <a:lnTo>
                  <a:pt x="291833" y="2563596"/>
                </a:lnTo>
                <a:lnTo>
                  <a:pt x="289204" y="2563596"/>
                </a:lnTo>
                <a:lnTo>
                  <a:pt x="288086" y="2564053"/>
                </a:lnTo>
                <a:lnTo>
                  <a:pt x="286219" y="2565920"/>
                </a:lnTo>
                <a:lnTo>
                  <a:pt x="285750" y="2567038"/>
                </a:lnTo>
                <a:lnTo>
                  <a:pt x="285750" y="2569667"/>
                </a:lnTo>
                <a:lnTo>
                  <a:pt x="286219" y="2570797"/>
                </a:lnTo>
                <a:lnTo>
                  <a:pt x="288086" y="2572651"/>
                </a:lnTo>
                <a:lnTo>
                  <a:pt x="289204" y="2573121"/>
                </a:lnTo>
                <a:lnTo>
                  <a:pt x="291833" y="2573121"/>
                </a:lnTo>
                <a:lnTo>
                  <a:pt x="292950" y="2572651"/>
                </a:lnTo>
                <a:lnTo>
                  <a:pt x="294817" y="2570797"/>
                </a:lnTo>
                <a:lnTo>
                  <a:pt x="295275" y="2569667"/>
                </a:lnTo>
                <a:lnTo>
                  <a:pt x="295275" y="2567038"/>
                </a:lnTo>
                <a:close/>
              </a:path>
              <a:path w="9867900" h="3000375">
                <a:moveTo>
                  <a:pt x="295275" y="2139772"/>
                </a:moveTo>
                <a:lnTo>
                  <a:pt x="294817" y="2138654"/>
                </a:lnTo>
                <a:lnTo>
                  <a:pt x="292950" y="2136787"/>
                </a:lnTo>
                <a:lnTo>
                  <a:pt x="291833" y="2136330"/>
                </a:lnTo>
                <a:lnTo>
                  <a:pt x="289204" y="2136330"/>
                </a:lnTo>
                <a:lnTo>
                  <a:pt x="288086" y="2136787"/>
                </a:lnTo>
                <a:lnTo>
                  <a:pt x="286219" y="2138654"/>
                </a:lnTo>
                <a:lnTo>
                  <a:pt x="285750" y="2139772"/>
                </a:lnTo>
                <a:lnTo>
                  <a:pt x="285750" y="2142401"/>
                </a:lnTo>
                <a:lnTo>
                  <a:pt x="286219" y="2143531"/>
                </a:lnTo>
                <a:lnTo>
                  <a:pt x="288086" y="2145385"/>
                </a:lnTo>
                <a:lnTo>
                  <a:pt x="289204" y="2145855"/>
                </a:lnTo>
                <a:lnTo>
                  <a:pt x="291833" y="2145855"/>
                </a:lnTo>
                <a:lnTo>
                  <a:pt x="292950" y="2145385"/>
                </a:lnTo>
                <a:lnTo>
                  <a:pt x="294817" y="2143531"/>
                </a:lnTo>
                <a:lnTo>
                  <a:pt x="295275" y="2142401"/>
                </a:lnTo>
                <a:lnTo>
                  <a:pt x="295275" y="2139772"/>
                </a:lnTo>
                <a:close/>
              </a:path>
              <a:path w="9867900" h="3000375">
                <a:moveTo>
                  <a:pt x="295275" y="1712506"/>
                </a:moveTo>
                <a:lnTo>
                  <a:pt x="294817" y="1711388"/>
                </a:lnTo>
                <a:lnTo>
                  <a:pt x="292950" y="1709534"/>
                </a:lnTo>
                <a:lnTo>
                  <a:pt x="291833" y="1709064"/>
                </a:lnTo>
                <a:lnTo>
                  <a:pt x="289204" y="1709064"/>
                </a:lnTo>
                <a:lnTo>
                  <a:pt x="288086" y="1709534"/>
                </a:lnTo>
                <a:lnTo>
                  <a:pt x="286219" y="1711388"/>
                </a:lnTo>
                <a:lnTo>
                  <a:pt x="285750" y="1712506"/>
                </a:lnTo>
                <a:lnTo>
                  <a:pt x="285750" y="1715135"/>
                </a:lnTo>
                <a:lnTo>
                  <a:pt x="286219" y="1716265"/>
                </a:lnTo>
                <a:lnTo>
                  <a:pt x="288086" y="1718119"/>
                </a:lnTo>
                <a:lnTo>
                  <a:pt x="289204" y="1718589"/>
                </a:lnTo>
                <a:lnTo>
                  <a:pt x="291833" y="1718589"/>
                </a:lnTo>
                <a:lnTo>
                  <a:pt x="292950" y="1718119"/>
                </a:lnTo>
                <a:lnTo>
                  <a:pt x="294817" y="1716265"/>
                </a:lnTo>
                <a:lnTo>
                  <a:pt x="295275" y="1715135"/>
                </a:lnTo>
                <a:lnTo>
                  <a:pt x="295275" y="1712506"/>
                </a:lnTo>
                <a:close/>
              </a:path>
              <a:path w="9867900" h="3000375">
                <a:moveTo>
                  <a:pt x="295275" y="1285252"/>
                </a:moveTo>
                <a:lnTo>
                  <a:pt x="294817" y="1284122"/>
                </a:lnTo>
                <a:lnTo>
                  <a:pt x="292950" y="1282268"/>
                </a:lnTo>
                <a:lnTo>
                  <a:pt x="291833" y="1281798"/>
                </a:lnTo>
                <a:lnTo>
                  <a:pt x="289204" y="1281798"/>
                </a:lnTo>
                <a:lnTo>
                  <a:pt x="288086" y="1282268"/>
                </a:lnTo>
                <a:lnTo>
                  <a:pt x="286219" y="1284122"/>
                </a:lnTo>
                <a:lnTo>
                  <a:pt x="285750" y="1285252"/>
                </a:lnTo>
                <a:lnTo>
                  <a:pt x="285750" y="1287881"/>
                </a:lnTo>
                <a:lnTo>
                  <a:pt x="286219" y="1288999"/>
                </a:lnTo>
                <a:lnTo>
                  <a:pt x="288086" y="1290853"/>
                </a:lnTo>
                <a:lnTo>
                  <a:pt x="289204" y="1291323"/>
                </a:lnTo>
                <a:lnTo>
                  <a:pt x="291833" y="1291323"/>
                </a:lnTo>
                <a:lnTo>
                  <a:pt x="292950" y="1290853"/>
                </a:lnTo>
                <a:lnTo>
                  <a:pt x="294817" y="1288999"/>
                </a:lnTo>
                <a:lnTo>
                  <a:pt x="295275" y="1287881"/>
                </a:lnTo>
                <a:lnTo>
                  <a:pt x="295275" y="1285252"/>
                </a:lnTo>
                <a:close/>
              </a:path>
              <a:path w="9867900" h="3000375">
                <a:moveTo>
                  <a:pt x="295275" y="857986"/>
                </a:moveTo>
                <a:lnTo>
                  <a:pt x="294817" y="856856"/>
                </a:lnTo>
                <a:lnTo>
                  <a:pt x="292950" y="855002"/>
                </a:lnTo>
                <a:lnTo>
                  <a:pt x="291833" y="854532"/>
                </a:lnTo>
                <a:lnTo>
                  <a:pt x="289204" y="854532"/>
                </a:lnTo>
                <a:lnTo>
                  <a:pt x="288086" y="855002"/>
                </a:lnTo>
                <a:lnTo>
                  <a:pt x="286219" y="856856"/>
                </a:lnTo>
                <a:lnTo>
                  <a:pt x="285750" y="857986"/>
                </a:lnTo>
                <a:lnTo>
                  <a:pt x="285750" y="860615"/>
                </a:lnTo>
                <a:lnTo>
                  <a:pt x="286219" y="861733"/>
                </a:lnTo>
                <a:lnTo>
                  <a:pt x="288086" y="863600"/>
                </a:lnTo>
                <a:lnTo>
                  <a:pt x="289204" y="864057"/>
                </a:lnTo>
                <a:lnTo>
                  <a:pt x="291833" y="864057"/>
                </a:lnTo>
                <a:lnTo>
                  <a:pt x="292950" y="863600"/>
                </a:lnTo>
                <a:lnTo>
                  <a:pt x="294817" y="861733"/>
                </a:lnTo>
                <a:lnTo>
                  <a:pt x="295275" y="860615"/>
                </a:lnTo>
                <a:lnTo>
                  <a:pt x="295275" y="857986"/>
                </a:lnTo>
                <a:close/>
              </a:path>
              <a:path w="9867900" h="3000375">
                <a:moveTo>
                  <a:pt x="295275" y="430720"/>
                </a:moveTo>
                <a:lnTo>
                  <a:pt x="294817" y="429590"/>
                </a:lnTo>
                <a:lnTo>
                  <a:pt x="292950" y="427736"/>
                </a:lnTo>
                <a:lnTo>
                  <a:pt x="291833" y="427266"/>
                </a:lnTo>
                <a:lnTo>
                  <a:pt x="289204" y="427266"/>
                </a:lnTo>
                <a:lnTo>
                  <a:pt x="288086" y="427736"/>
                </a:lnTo>
                <a:lnTo>
                  <a:pt x="286219" y="429590"/>
                </a:lnTo>
                <a:lnTo>
                  <a:pt x="285750" y="430720"/>
                </a:lnTo>
                <a:lnTo>
                  <a:pt x="285750" y="433349"/>
                </a:lnTo>
                <a:lnTo>
                  <a:pt x="286219" y="434467"/>
                </a:lnTo>
                <a:lnTo>
                  <a:pt x="288086" y="436333"/>
                </a:lnTo>
                <a:lnTo>
                  <a:pt x="289204" y="436791"/>
                </a:lnTo>
                <a:lnTo>
                  <a:pt x="291833" y="436791"/>
                </a:lnTo>
                <a:lnTo>
                  <a:pt x="292950" y="436333"/>
                </a:lnTo>
                <a:lnTo>
                  <a:pt x="294817" y="434467"/>
                </a:lnTo>
                <a:lnTo>
                  <a:pt x="295275" y="433349"/>
                </a:lnTo>
                <a:lnTo>
                  <a:pt x="295275" y="430720"/>
                </a:lnTo>
                <a:close/>
              </a:path>
              <a:path w="9867900" h="300037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9867900" h="3000375">
                <a:moveTo>
                  <a:pt x="342900" y="2994304"/>
                </a:moveTo>
                <a:lnTo>
                  <a:pt x="342442" y="2993186"/>
                </a:lnTo>
                <a:lnTo>
                  <a:pt x="340575" y="2991320"/>
                </a:lnTo>
                <a:lnTo>
                  <a:pt x="339458" y="2990850"/>
                </a:lnTo>
                <a:lnTo>
                  <a:pt x="336829" y="2990850"/>
                </a:lnTo>
                <a:lnTo>
                  <a:pt x="335711" y="2991320"/>
                </a:lnTo>
                <a:lnTo>
                  <a:pt x="333844" y="2993186"/>
                </a:lnTo>
                <a:lnTo>
                  <a:pt x="333375" y="2994304"/>
                </a:lnTo>
                <a:lnTo>
                  <a:pt x="333375" y="2996933"/>
                </a:lnTo>
                <a:lnTo>
                  <a:pt x="333844" y="2998051"/>
                </a:lnTo>
                <a:lnTo>
                  <a:pt x="335711" y="2999917"/>
                </a:lnTo>
                <a:lnTo>
                  <a:pt x="336829" y="3000375"/>
                </a:lnTo>
                <a:lnTo>
                  <a:pt x="339458" y="3000375"/>
                </a:lnTo>
                <a:lnTo>
                  <a:pt x="340575" y="2999917"/>
                </a:lnTo>
                <a:lnTo>
                  <a:pt x="342442" y="2998051"/>
                </a:lnTo>
                <a:lnTo>
                  <a:pt x="342900" y="2996933"/>
                </a:lnTo>
                <a:lnTo>
                  <a:pt x="342900" y="2994304"/>
                </a:lnTo>
                <a:close/>
              </a:path>
              <a:path w="9867900" h="3000375">
                <a:moveTo>
                  <a:pt x="342900" y="2567038"/>
                </a:moveTo>
                <a:lnTo>
                  <a:pt x="342442" y="2565920"/>
                </a:lnTo>
                <a:lnTo>
                  <a:pt x="340575" y="2564053"/>
                </a:lnTo>
                <a:lnTo>
                  <a:pt x="339458" y="2563596"/>
                </a:lnTo>
                <a:lnTo>
                  <a:pt x="336829" y="2563596"/>
                </a:lnTo>
                <a:lnTo>
                  <a:pt x="335711" y="2564053"/>
                </a:lnTo>
                <a:lnTo>
                  <a:pt x="333844" y="2565920"/>
                </a:lnTo>
                <a:lnTo>
                  <a:pt x="333375" y="2567038"/>
                </a:lnTo>
                <a:lnTo>
                  <a:pt x="333375" y="2569667"/>
                </a:lnTo>
                <a:lnTo>
                  <a:pt x="333844" y="2570797"/>
                </a:lnTo>
                <a:lnTo>
                  <a:pt x="335711" y="2572651"/>
                </a:lnTo>
                <a:lnTo>
                  <a:pt x="336829" y="2573121"/>
                </a:lnTo>
                <a:lnTo>
                  <a:pt x="339458" y="2573121"/>
                </a:lnTo>
                <a:lnTo>
                  <a:pt x="340575" y="2572651"/>
                </a:lnTo>
                <a:lnTo>
                  <a:pt x="342442" y="2570797"/>
                </a:lnTo>
                <a:lnTo>
                  <a:pt x="342900" y="2569667"/>
                </a:lnTo>
                <a:lnTo>
                  <a:pt x="342900" y="2567038"/>
                </a:lnTo>
                <a:close/>
              </a:path>
              <a:path w="9867900" h="3000375">
                <a:moveTo>
                  <a:pt x="342900" y="2139772"/>
                </a:moveTo>
                <a:lnTo>
                  <a:pt x="342442" y="2138654"/>
                </a:lnTo>
                <a:lnTo>
                  <a:pt x="340575" y="2136787"/>
                </a:lnTo>
                <a:lnTo>
                  <a:pt x="339458" y="2136330"/>
                </a:lnTo>
                <a:lnTo>
                  <a:pt x="336829" y="2136330"/>
                </a:lnTo>
                <a:lnTo>
                  <a:pt x="335711" y="2136787"/>
                </a:lnTo>
                <a:lnTo>
                  <a:pt x="333844" y="2138654"/>
                </a:lnTo>
                <a:lnTo>
                  <a:pt x="333375" y="2139772"/>
                </a:lnTo>
                <a:lnTo>
                  <a:pt x="333375" y="2142401"/>
                </a:lnTo>
                <a:lnTo>
                  <a:pt x="333844" y="2143531"/>
                </a:lnTo>
                <a:lnTo>
                  <a:pt x="335711" y="2145385"/>
                </a:lnTo>
                <a:lnTo>
                  <a:pt x="336829" y="2145855"/>
                </a:lnTo>
                <a:lnTo>
                  <a:pt x="339458" y="2145855"/>
                </a:lnTo>
                <a:lnTo>
                  <a:pt x="340575" y="2145385"/>
                </a:lnTo>
                <a:lnTo>
                  <a:pt x="342442" y="2143531"/>
                </a:lnTo>
                <a:lnTo>
                  <a:pt x="342900" y="2142401"/>
                </a:lnTo>
                <a:lnTo>
                  <a:pt x="342900" y="2139772"/>
                </a:lnTo>
                <a:close/>
              </a:path>
              <a:path w="9867900" h="3000375">
                <a:moveTo>
                  <a:pt x="342900" y="1712506"/>
                </a:moveTo>
                <a:lnTo>
                  <a:pt x="342442" y="1711388"/>
                </a:lnTo>
                <a:lnTo>
                  <a:pt x="340575" y="1709534"/>
                </a:lnTo>
                <a:lnTo>
                  <a:pt x="339458" y="1709064"/>
                </a:lnTo>
                <a:lnTo>
                  <a:pt x="336829" y="1709064"/>
                </a:lnTo>
                <a:lnTo>
                  <a:pt x="335711" y="1709534"/>
                </a:lnTo>
                <a:lnTo>
                  <a:pt x="333844" y="1711388"/>
                </a:lnTo>
                <a:lnTo>
                  <a:pt x="333375" y="1712506"/>
                </a:lnTo>
                <a:lnTo>
                  <a:pt x="333375" y="1715135"/>
                </a:lnTo>
                <a:lnTo>
                  <a:pt x="333844" y="1716265"/>
                </a:lnTo>
                <a:lnTo>
                  <a:pt x="335711" y="1718119"/>
                </a:lnTo>
                <a:lnTo>
                  <a:pt x="336829" y="1718589"/>
                </a:lnTo>
                <a:lnTo>
                  <a:pt x="339458" y="1718589"/>
                </a:lnTo>
                <a:lnTo>
                  <a:pt x="340575" y="1718119"/>
                </a:lnTo>
                <a:lnTo>
                  <a:pt x="342442" y="1716265"/>
                </a:lnTo>
                <a:lnTo>
                  <a:pt x="342900" y="1715135"/>
                </a:lnTo>
                <a:lnTo>
                  <a:pt x="342900" y="1712506"/>
                </a:lnTo>
                <a:close/>
              </a:path>
              <a:path w="9867900" h="3000375">
                <a:moveTo>
                  <a:pt x="342900" y="1285252"/>
                </a:moveTo>
                <a:lnTo>
                  <a:pt x="342442" y="1284122"/>
                </a:lnTo>
                <a:lnTo>
                  <a:pt x="340575" y="1282268"/>
                </a:lnTo>
                <a:lnTo>
                  <a:pt x="339458" y="1281798"/>
                </a:lnTo>
                <a:lnTo>
                  <a:pt x="336829" y="1281798"/>
                </a:lnTo>
                <a:lnTo>
                  <a:pt x="335711" y="1282268"/>
                </a:lnTo>
                <a:lnTo>
                  <a:pt x="333844" y="1284122"/>
                </a:lnTo>
                <a:lnTo>
                  <a:pt x="333375" y="1285252"/>
                </a:lnTo>
                <a:lnTo>
                  <a:pt x="333375" y="1287881"/>
                </a:lnTo>
                <a:lnTo>
                  <a:pt x="333844" y="1288999"/>
                </a:lnTo>
                <a:lnTo>
                  <a:pt x="335711" y="1290853"/>
                </a:lnTo>
                <a:lnTo>
                  <a:pt x="336829" y="1291323"/>
                </a:lnTo>
                <a:lnTo>
                  <a:pt x="339458" y="1291323"/>
                </a:lnTo>
                <a:lnTo>
                  <a:pt x="340575" y="1290853"/>
                </a:lnTo>
                <a:lnTo>
                  <a:pt x="342442" y="1288999"/>
                </a:lnTo>
                <a:lnTo>
                  <a:pt x="342900" y="1287881"/>
                </a:lnTo>
                <a:lnTo>
                  <a:pt x="342900" y="1285252"/>
                </a:lnTo>
                <a:close/>
              </a:path>
              <a:path w="9867900" h="3000375">
                <a:moveTo>
                  <a:pt x="342900" y="857986"/>
                </a:moveTo>
                <a:lnTo>
                  <a:pt x="342442" y="856856"/>
                </a:lnTo>
                <a:lnTo>
                  <a:pt x="340575" y="855002"/>
                </a:lnTo>
                <a:lnTo>
                  <a:pt x="339458" y="854532"/>
                </a:lnTo>
                <a:lnTo>
                  <a:pt x="336829" y="854532"/>
                </a:lnTo>
                <a:lnTo>
                  <a:pt x="335711" y="855002"/>
                </a:lnTo>
                <a:lnTo>
                  <a:pt x="333844" y="856856"/>
                </a:lnTo>
                <a:lnTo>
                  <a:pt x="333375" y="857986"/>
                </a:lnTo>
                <a:lnTo>
                  <a:pt x="333375" y="860615"/>
                </a:lnTo>
                <a:lnTo>
                  <a:pt x="333844" y="861733"/>
                </a:lnTo>
                <a:lnTo>
                  <a:pt x="335711" y="863600"/>
                </a:lnTo>
                <a:lnTo>
                  <a:pt x="336829" y="864057"/>
                </a:lnTo>
                <a:lnTo>
                  <a:pt x="339458" y="864057"/>
                </a:lnTo>
                <a:lnTo>
                  <a:pt x="340575" y="863600"/>
                </a:lnTo>
                <a:lnTo>
                  <a:pt x="342442" y="861733"/>
                </a:lnTo>
                <a:lnTo>
                  <a:pt x="342900" y="860615"/>
                </a:lnTo>
                <a:lnTo>
                  <a:pt x="342900" y="857986"/>
                </a:lnTo>
                <a:close/>
              </a:path>
              <a:path w="9867900" h="3000375">
                <a:moveTo>
                  <a:pt x="342900" y="430720"/>
                </a:moveTo>
                <a:lnTo>
                  <a:pt x="342442" y="429590"/>
                </a:lnTo>
                <a:lnTo>
                  <a:pt x="340575" y="427736"/>
                </a:lnTo>
                <a:lnTo>
                  <a:pt x="339458" y="427266"/>
                </a:lnTo>
                <a:lnTo>
                  <a:pt x="336829" y="427266"/>
                </a:lnTo>
                <a:lnTo>
                  <a:pt x="335711" y="427736"/>
                </a:lnTo>
                <a:lnTo>
                  <a:pt x="333844" y="429590"/>
                </a:lnTo>
                <a:lnTo>
                  <a:pt x="333375" y="430720"/>
                </a:lnTo>
                <a:lnTo>
                  <a:pt x="333375" y="433349"/>
                </a:lnTo>
                <a:lnTo>
                  <a:pt x="333844" y="434467"/>
                </a:lnTo>
                <a:lnTo>
                  <a:pt x="335711" y="436333"/>
                </a:lnTo>
                <a:lnTo>
                  <a:pt x="336829" y="436791"/>
                </a:lnTo>
                <a:lnTo>
                  <a:pt x="339458" y="436791"/>
                </a:lnTo>
                <a:lnTo>
                  <a:pt x="340575" y="436333"/>
                </a:lnTo>
                <a:lnTo>
                  <a:pt x="342442" y="434467"/>
                </a:lnTo>
                <a:lnTo>
                  <a:pt x="342900" y="433349"/>
                </a:lnTo>
                <a:lnTo>
                  <a:pt x="342900" y="430720"/>
                </a:lnTo>
                <a:close/>
              </a:path>
              <a:path w="9867900" h="300037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9867900" h="3000375">
                <a:moveTo>
                  <a:pt x="390525" y="2994304"/>
                </a:moveTo>
                <a:lnTo>
                  <a:pt x="390067" y="2993186"/>
                </a:lnTo>
                <a:lnTo>
                  <a:pt x="388200" y="2991320"/>
                </a:lnTo>
                <a:lnTo>
                  <a:pt x="387083" y="2990850"/>
                </a:lnTo>
                <a:lnTo>
                  <a:pt x="384454" y="2990850"/>
                </a:lnTo>
                <a:lnTo>
                  <a:pt x="383336" y="2991320"/>
                </a:lnTo>
                <a:lnTo>
                  <a:pt x="381469" y="2993186"/>
                </a:lnTo>
                <a:lnTo>
                  <a:pt x="381000" y="2994304"/>
                </a:lnTo>
                <a:lnTo>
                  <a:pt x="381000" y="2996933"/>
                </a:lnTo>
                <a:lnTo>
                  <a:pt x="381469" y="2998051"/>
                </a:lnTo>
                <a:lnTo>
                  <a:pt x="383336" y="2999917"/>
                </a:lnTo>
                <a:lnTo>
                  <a:pt x="384454" y="3000375"/>
                </a:lnTo>
                <a:lnTo>
                  <a:pt x="387083" y="3000375"/>
                </a:lnTo>
                <a:lnTo>
                  <a:pt x="388200" y="2999917"/>
                </a:lnTo>
                <a:lnTo>
                  <a:pt x="390067" y="2998051"/>
                </a:lnTo>
                <a:lnTo>
                  <a:pt x="390525" y="2996933"/>
                </a:lnTo>
                <a:lnTo>
                  <a:pt x="390525" y="2994304"/>
                </a:lnTo>
                <a:close/>
              </a:path>
              <a:path w="9867900" h="3000375">
                <a:moveTo>
                  <a:pt x="390525" y="2567038"/>
                </a:moveTo>
                <a:lnTo>
                  <a:pt x="390067" y="2565920"/>
                </a:lnTo>
                <a:lnTo>
                  <a:pt x="388200" y="2564053"/>
                </a:lnTo>
                <a:lnTo>
                  <a:pt x="387083" y="2563596"/>
                </a:lnTo>
                <a:lnTo>
                  <a:pt x="384454" y="2563596"/>
                </a:lnTo>
                <a:lnTo>
                  <a:pt x="383336" y="2564053"/>
                </a:lnTo>
                <a:lnTo>
                  <a:pt x="381469" y="2565920"/>
                </a:lnTo>
                <a:lnTo>
                  <a:pt x="381000" y="2567038"/>
                </a:lnTo>
                <a:lnTo>
                  <a:pt x="381000" y="2569667"/>
                </a:lnTo>
                <a:lnTo>
                  <a:pt x="381469" y="2570797"/>
                </a:lnTo>
                <a:lnTo>
                  <a:pt x="383336" y="2572651"/>
                </a:lnTo>
                <a:lnTo>
                  <a:pt x="384454" y="2573121"/>
                </a:lnTo>
                <a:lnTo>
                  <a:pt x="387083" y="2573121"/>
                </a:lnTo>
                <a:lnTo>
                  <a:pt x="388200" y="2572651"/>
                </a:lnTo>
                <a:lnTo>
                  <a:pt x="390067" y="2570797"/>
                </a:lnTo>
                <a:lnTo>
                  <a:pt x="390525" y="2569667"/>
                </a:lnTo>
                <a:lnTo>
                  <a:pt x="390525" y="2567038"/>
                </a:lnTo>
                <a:close/>
              </a:path>
              <a:path w="9867900" h="3000375">
                <a:moveTo>
                  <a:pt x="390525" y="2139772"/>
                </a:moveTo>
                <a:lnTo>
                  <a:pt x="390067" y="2138654"/>
                </a:lnTo>
                <a:lnTo>
                  <a:pt x="388200" y="2136787"/>
                </a:lnTo>
                <a:lnTo>
                  <a:pt x="387083" y="2136330"/>
                </a:lnTo>
                <a:lnTo>
                  <a:pt x="384454" y="2136330"/>
                </a:lnTo>
                <a:lnTo>
                  <a:pt x="383336" y="2136787"/>
                </a:lnTo>
                <a:lnTo>
                  <a:pt x="381469" y="2138654"/>
                </a:lnTo>
                <a:lnTo>
                  <a:pt x="381000" y="2139772"/>
                </a:lnTo>
                <a:lnTo>
                  <a:pt x="381000" y="2142401"/>
                </a:lnTo>
                <a:lnTo>
                  <a:pt x="381469" y="2143531"/>
                </a:lnTo>
                <a:lnTo>
                  <a:pt x="383336" y="2145385"/>
                </a:lnTo>
                <a:lnTo>
                  <a:pt x="384454" y="2145855"/>
                </a:lnTo>
                <a:lnTo>
                  <a:pt x="387083" y="2145855"/>
                </a:lnTo>
                <a:lnTo>
                  <a:pt x="388200" y="2145385"/>
                </a:lnTo>
                <a:lnTo>
                  <a:pt x="390067" y="2143531"/>
                </a:lnTo>
                <a:lnTo>
                  <a:pt x="390525" y="2142401"/>
                </a:lnTo>
                <a:lnTo>
                  <a:pt x="390525" y="2139772"/>
                </a:lnTo>
                <a:close/>
              </a:path>
              <a:path w="9867900" h="3000375">
                <a:moveTo>
                  <a:pt x="390525" y="1712506"/>
                </a:moveTo>
                <a:lnTo>
                  <a:pt x="390067" y="1711388"/>
                </a:lnTo>
                <a:lnTo>
                  <a:pt x="388200" y="1709534"/>
                </a:lnTo>
                <a:lnTo>
                  <a:pt x="387083" y="1709064"/>
                </a:lnTo>
                <a:lnTo>
                  <a:pt x="384454" y="1709064"/>
                </a:lnTo>
                <a:lnTo>
                  <a:pt x="383336" y="1709534"/>
                </a:lnTo>
                <a:lnTo>
                  <a:pt x="381469" y="1711388"/>
                </a:lnTo>
                <a:lnTo>
                  <a:pt x="381000" y="1712506"/>
                </a:lnTo>
                <a:lnTo>
                  <a:pt x="381000" y="1715135"/>
                </a:lnTo>
                <a:lnTo>
                  <a:pt x="381469" y="1716265"/>
                </a:lnTo>
                <a:lnTo>
                  <a:pt x="383336" y="1718119"/>
                </a:lnTo>
                <a:lnTo>
                  <a:pt x="384454" y="1718589"/>
                </a:lnTo>
                <a:lnTo>
                  <a:pt x="387083" y="1718589"/>
                </a:lnTo>
                <a:lnTo>
                  <a:pt x="388200" y="1718119"/>
                </a:lnTo>
                <a:lnTo>
                  <a:pt x="390067" y="1716265"/>
                </a:lnTo>
                <a:lnTo>
                  <a:pt x="390525" y="1715135"/>
                </a:lnTo>
                <a:lnTo>
                  <a:pt x="390525" y="1712506"/>
                </a:lnTo>
                <a:close/>
              </a:path>
              <a:path w="9867900" h="3000375">
                <a:moveTo>
                  <a:pt x="390525" y="1285252"/>
                </a:moveTo>
                <a:lnTo>
                  <a:pt x="390067" y="1284122"/>
                </a:lnTo>
                <a:lnTo>
                  <a:pt x="388200" y="1282268"/>
                </a:lnTo>
                <a:lnTo>
                  <a:pt x="387083" y="1281798"/>
                </a:lnTo>
                <a:lnTo>
                  <a:pt x="384454" y="1281798"/>
                </a:lnTo>
                <a:lnTo>
                  <a:pt x="383336" y="1282268"/>
                </a:lnTo>
                <a:lnTo>
                  <a:pt x="381469" y="1284122"/>
                </a:lnTo>
                <a:lnTo>
                  <a:pt x="381000" y="1285252"/>
                </a:lnTo>
                <a:lnTo>
                  <a:pt x="381000" y="1287881"/>
                </a:lnTo>
                <a:lnTo>
                  <a:pt x="381469" y="1288999"/>
                </a:lnTo>
                <a:lnTo>
                  <a:pt x="383336" y="1290853"/>
                </a:lnTo>
                <a:lnTo>
                  <a:pt x="384454" y="1291323"/>
                </a:lnTo>
                <a:lnTo>
                  <a:pt x="387083" y="1291323"/>
                </a:lnTo>
                <a:lnTo>
                  <a:pt x="388200" y="1290853"/>
                </a:lnTo>
                <a:lnTo>
                  <a:pt x="390067" y="1288999"/>
                </a:lnTo>
                <a:lnTo>
                  <a:pt x="390525" y="1287881"/>
                </a:lnTo>
                <a:lnTo>
                  <a:pt x="390525" y="1285252"/>
                </a:lnTo>
                <a:close/>
              </a:path>
              <a:path w="9867900" h="3000375">
                <a:moveTo>
                  <a:pt x="390525" y="857986"/>
                </a:moveTo>
                <a:lnTo>
                  <a:pt x="390067" y="856856"/>
                </a:lnTo>
                <a:lnTo>
                  <a:pt x="388200" y="855002"/>
                </a:lnTo>
                <a:lnTo>
                  <a:pt x="387083" y="854532"/>
                </a:lnTo>
                <a:lnTo>
                  <a:pt x="384454" y="854532"/>
                </a:lnTo>
                <a:lnTo>
                  <a:pt x="383336" y="855002"/>
                </a:lnTo>
                <a:lnTo>
                  <a:pt x="381469" y="856856"/>
                </a:lnTo>
                <a:lnTo>
                  <a:pt x="381000" y="857986"/>
                </a:lnTo>
                <a:lnTo>
                  <a:pt x="381000" y="860615"/>
                </a:lnTo>
                <a:lnTo>
                  <a:pt x="381469" y="861733"/>
                </a:lnTo>
                <a:lnTo>
                  <a:pt x="383336" y="863600"/>
                </a:lnTo>
                <a:lnTo>
                  <a:pt x="384454" y="864057"/>
                </a:lnTo>
                <a:lnTo>
                  <a:pt x="387083" y="864057"/>
                </a:lnTo>
                <a:lnTo>
                  <a:pt x="388200" y="863600"/>
                </a:lnTo>
                <a:lnTo>
                  <a:pt x="390067" y="861733"/>
                </a:lnTo>
                <a:lnTo>
                  <a:pt x="390525" y="860615"/>
                </a:lnTo>
                <a:lnTo>
                  <a:pt x="390525" y="857986"/>
                </a:lnTo>
                <a:close/>
              </a:path>
              <a:path w="9867900" h="3000375">
                <a:moveTo>
                  <a:pt x="390525" y="430720"/>
                </a:moveTo>
                <a:lnTo>
                  <a:pt x="390067" y="429590"/>
                </a:lnTo>
                <a:lnTo>
                  <a:pt x="388200" y="427736"/>
                </a:lnTo>
                <a:lnTo>
                  <a:pt x="387083" y="427266"/>
                </a:lnTo>
                <a:lnTo>
                  <a:pt x="384454" y="427266"/>
                </a:lnTo>
                <a:lnTo>
                  <a:pt x="383336" y="427736"/>
                </a:lnTo>
                <a:lnTo>
                  <a:pt x="381469" y="429590"/>
                </a:lnTo>
                <a:lnTo>
                  <a:pt x="381000" y="430720"/>
                </a:lnTo>
                <a:lnTo>
                  <a:pt x="381000" y="433349"/>
                </a:lnTo>
                <a:lnTo>
                  <a:pt x="381469" y="434467"/>
                </a:lnTo>
                <a:lnTo>
                  <a:pt x="383336" y="436333"/>
                </a:lnTo>
                <a:lnTo>
                  <a:pt x="384454" y="436791"/>
                </a:lnTo>
                <a:lnTo>
                  <a:pt x="387083" y="436791"/>
                </a:lnTo>
                <a:lnTo>
                  <a:pt x="388200" y="436333"/>
                </a:lnTo>
                <a:lnTo>
                  <a:pt x="390067" y="434467"/>
                </a:lnTo>
                <a:lnTo>
                  <a:pt x="390525" y="433349"/>
                </a:lnTo>
                <a:lnTo>
                  <a:pt x="390525" y="430720"/>
                </a:lnTo>
                <a:close/>
              </a:path>
              <a:path w="9867900" h="300037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9867900" h="3000375">
                <a:moveTo>
                  <a:pt x="438150" y="2994304"/>
                </a:moveTo>
                <a:lnTo>
                  <a:pt x="437692" y="2993186"/>
                </a:lnTo>
                <a:lnTo>
                  <a:pt x="435825" y="2991320"/>
                </a:lnTo>
                <a:lnTo>
                  <a:pt x="434708" y="2990850"/>
                </a:lnTo>
                <a:lnTo>
                  <a:pt x="432079" y="2990850"/>
                </a:lnTo>
                <a:lnTo>
                  <a:pt x="430961" y="2991320"/>
                </a:lnTo>
                <a:lnTo>
                  <a:pt x="429094" y="2993186"/>
                </a:lnTo>
                <a:lnTo>
                  <a:pt x="428625" y="2994304"/>
                </a:lnTo>
                <a:lnTo>
                  <a:pt x="428625" y="2996933"/>
                </a:lnTo>
                <a:lnTo>
                  <a:pt x="429094" y="2998051"/>
                </a:lnTo>
                <a:lnTo>
                  <a:pt x="430961" y="2999917"/>
                </a:lnTo>
                <a:lnTo>
                  <a:pt x="432079" y="3000375"/>
                </a:lnTo>
                <a:lnTo>
                  <a:pt x="434708" y="3000375"/>
                </a:lnTo>
                <a:lnTo>
                  <a:pt x="435825" y="2999917"/>
                </a:lnTo>
                <a:lnTo>
                  <a:pt x="437692" y="2998051"/>
                </a:lnTo>
                <a:lnTo>
                  <a:pt x="438150" y="2996933"/>
                </a:lnTo>
                <a:lnTo>
                  <a:pt x="438150" y="2994304"/>
                </a:lnTo>
                <a:close/>
              </a:path>
              <a:path w="9867900" h="3000375">
                <a:moveTo>
                  <a:pt x="438150" y="2567038"/>
                </a:moveTo>
                <a:lnTo>
                  <a:pt x="437692" y="2565920"/>
                </a:lnTo>
                <a:lnTo>
                  <a:pt x="435825" y="2564053"/>
                </a:lnTo>
                <a:lnTo>
                  <a:pt x="434708" y="2563596"/>
                </a:lnTo>
                <a:lnTo>
                  <a:pt x="432079" y="2563596"/>
                </a:lnTo>
                <a:lnTo>
                  <a:pt x="430961" y="2564053"/>
                </a:lnTo>
                <a:lnTo>
                  <a:pt x="429094" y="2565920"/>
                </a:lnTo>
                <a:lnTo>
                  <a:pt x="428625" y="2567038"/>
                </a:lnTo>
                <a:lnTo>
                  <a:pt x="428625" y="2569667"/>
                </a:lnTo>
                <a:lnTo>
                  <a:pt x="429094" y="2570797"/>
                </a:lnTo>
                <a:lnTo>
                  <a:pt x="430961" y="2572651"/>
                </a:lnTo>
                <a:lnTo>
                  <a:pt x="432079" y="2573121"/>
                </a:lnTo>
                <a:lnTo>
                  <a:pt x="434708" y="2573121"/>
                </a:lnTo>
                <a:lnTo>
                  <a:pt x="435825" y="2572651"/>
                </a:lnTo>
                <a:lnTo>
                  <a:pt x="437692" y="2570797"/>
                </a:lnTo>
                <a:lnTo>
                  <a:pt x="438150" y="2569667"/>
                </a:lnTo>
                <a:lnTo>
                  <a:pt x="438150" y="2567038"/>
                </a:lnTo>
                <a:close/>
              </a:path>
              <a:path w="9867900" h="3000375">
                <a:moveTo>
                  <a:pt x="438150" y="2139772"/>
                </a:moveTo>
                <a:lnTo>
                  <a:pt x="437692" y="2138654"/>
                </a:lnTo>
                <a:lnTo>
                  <a:pt x="435825" y="2136787"/>
                </a:lnTo>
                <a:lnTo>
                  <a:pt x="434708" y="2136330"/>
                </a:lnTo>
                <a:lnTo>
                  <a:pt x="432079" y="2136330"/>
                </a:lnTo>
                <a:lnTo>
                  <a:pt x="430961" y="2136787"/>
                </a:lnTo>
                <a:lnTo>
                  <a:pt x="429094" y="2138654"/>
                </a:lnTo>
                <a:lnTo>
                  <a:pt x="428625" y="2139772"/>
                </a:lnTo>
                <a:lnTo>
                  <a:pt x="428625" y="2142401"/>
                </a:lnTo>
                <a:lnTo>
                  <a:pt x="429094" y="2143531"/>
                </a:lnTo>
                <a:lnTo>
                  <a:pt x="430961" y="2145385"/>
                </a:lnTo>
                <a:lnTo>
                  <a:pt x="432079" y="2145855"/>
                </a:lnTo>
                <a:lnTo>
                  <a:pt x="434708" y="2145855"/>
                </a:lnTo>
                <a:lnTo>
                  <a:pt x="435825" y="2145385"/>
                </a:lnTo>
                <a:lnTo>
                  <a:pt x="437692" y="2143531"/>
                </a:lnTo>
                <a:lnTo>
                  <a:pt x="438150" y="2142401"/>
                </a:lnTo>
                <a:lnTo>
                  <a:pt x="438150" y="2139772"/>
                </a:lnTo>
                <a:close/>
              </a:path>
              <a:path w="9867900" h="3000375">
                <a:moveTo>
                  <a:pt x="438150" y="1712506"/>
                </a:moveTo>
                <a:lnTo>
                  <a:pt x="437692" y="1711388"/>
                </a:lnTo>
                <a:lnTo>
                  <a:pt x="435825" y="1709534"/>
                </a:lnTo>
                <a:lnTo>
                  <a:pt x="434708" y="1709064"/>
                </a:lnTo>
                <a:lnTo>
                  <a:pt x="432079" y="1709064"/>
                </a:lnTo>
                <a:lnTo>
                  <a:pt x="430961" y="1709534"/>
                </a:lnTo>
                <a:lnTo>
                  <a:pt x="429094" y="1711388"/>
                </a:lnTo>
                <a:lnTo>
                  <a:pt x="428625" y="1712506"/>
                </a:lnTo>
                <a:lnTo>
                  <a:pt x="428625" y="1715135"/>
                </a:lnTo>
                <a:lnTo>
                  <a:pt x="429094" y="1716265"/>
                </a:lnTo>
                <a:lnTo>
                  <a:pt x="430961" y="1718119"/>
                </a:lnTo>
                <a:lnTo>
                  <a:pt x="432079" y="1718589"/>
                </a:lnTo>
                <a:lnTo>
                  <a:pt x="434708" y="1718589"/>
                </a:lnTo>
                <a:lnTo>
                  <a:pt x="435825" y="1718119"/>
                </a:lnTo>
                <a:lnTo>
                  <a:pt x="437692" y="1716265"/>
                </a:lnTo>
                <a:lnTo>
                  <a:pt x="438150" y="1715135"/>
                </a:lnTo>
                <a:lnTo>
                  <a:pt x="438150" y="1712506"/>
                </a:lnTo>
                <a:close/>
              </a:path>
              <a:path w="9867900" h="3000375">
                <a:moveTo>
                  <a:pt x="438150" y="1285252"/>
                </a:moveTo>
                <a:lnTo>
                  <a:pt x="437692" y="1284122"/>
                </a:lnTo>
                <a:lnTo>
                  <a:pt x="435825" y="1282268"/>
                </a:lnTo>
                <a:lnTo>
                  <a:pt x="434708" y="1281798"/>
                </a:lnTo>
                <a:lnTo>
                  <a:pt x="432079" y="1281798"/>
                </a:lnTo>
                <a:lnTo>
                  <a:pt x="430961" y="1282268"/>
                </a:lnTo>
                <a:lnTo>
                  <a:pt x="429094" y="1284122"/>
                </a:lnTo>
                <a:lnTo>
                  <a:pt x="428625" y="1285252"/>
                </a:lnTo>
                <a:lnTo>
                  <a:pt x="428625" y="1287881"/>
                </a:lnTo>
                <a:lnTo>
                  <a:pt x="429094" y="1288999"/>
                </a:lnTo>
                <a:lnTo>
                  <a:pt x="430961" y="1290853"/>
                </a:lnTo>
                <a:lnTo>
                  <a:pt x="432079" y="1291323"/>
                </a:lnTo>
                <a:lnTo>
                  <a:pt x="434708" y="1291323"/>
                </a:lnTo>
                <a:lnTo>
                  <a:pt x="435825" y="1290853"/>
                </a:lnTo>
                <a:lnTo>
                  <a:pt x="437692" y="1288999"/>
                </a:lnTo>
                <a:lnTo>
                  <a:pt x="438150" y="1287881"/>
                </a:lnTo>
                <a:lnTo>
                  <a:pt x="438150" y="1285252"/>
                </a:lnTo>
                <a:close/>
              </a:path>
              <a:path w="9867900" h="3000375">
                <a:moveTo>
                  <a:pt x="438150" y="857986"/>
                </a:moveTo>
                <a:lnTo>
                  <a:pt x="437692" y="856856"/>
                </a:lnTo>
                <a:lnTo>
                  <a:pt x="435825" y="855002"/>
                </a:lnTo>
                <a:lnTo>
                  <a:pt x="434708" y="854532"/>
                </a:lnTo>
                <a:lnTo>
                  <a:pt x="432079" y="854532"/>
                </a:lnTo>
                <a:lnTo>
                  <a:pt x="430961" y="855002"/>
                </a:lnTo>
                <a:lnTo>
                  <a:pt x="429094" y="856856"/>
                </a:lnTo>
                <a:lnTo>
                  <a:pt x="428625" y="857986"/>
                </a:lnTo>
                <a:lnTo>
                  <a:pt x="428625" y="860615"/>
                </a:lnTo>
                <a:lnTo>
                  <a:pt x="429094" y="861733"/>
                </a:lnTo>
                <a:lnTo>
                  <a:pt x="430961" y="863600"/>
                </a:lnTo>
                <a:lnTo>
                  <a:pt x="432079" y="864057"/>
                </a:lnTo>
                <a:lnTo>
                  <a:pt x="434708" y="864057"/>
                </a:lnTo>
                <a:lnTo>
                  <a:pt x="435825" y="863600"/>
                </a:lnTo>
                <a:lnTo>
                  <a:pt x="437692" y="861733"/>
                </a:lnTo>
                <a:lnTo>
                  <a:pt x="438150" y="860615"/>
                </a:lnTo>
                <a:lnTo>
                  <a:pt x="438150" y="857986"/>
                </a:lnTo>
                <a:close/>
              </a:path>
              <a:path w="9867900" h="3000375">
                <a:moveTo>
                  <a:pt x="438150" y="430720"/>
                </a:moveTo>
                <a:lnTo>
                  <a:pt x="437692" y="429590"/>
                </a:lnTo>
                <a:lnTo>
                  <a:pt x="435825" y="427736"/>
                </a:lnTo>
                <a:lnTo>
                  <a:pt x="434708" y="427266"/>
                </a:lnTo>
                <a:lnTo>
                  <a:pt x="432079" y="427266"/>
                </a:lnTo>
                <a:lnTo>
                  <a:pt x="430961" y="427736"/>
                </a:lnTo>
                <a:lnTo>
                  <a:pt x="429094" y="429590"/>
                </a:lnTo>
                <a:lnTo>
                  <a:pt x="428625" y="430720"/>
                </a:lnTo>
                <a:lnTo>
                  <a:pt x="428625" y="433349"/>
                </a:lnTo>
                <a:lnTo>
                  <a:pt x="429094" y="434467"/>
                </a:lnTo>
                <a:lnTo>
                  <a:pt x="430961" y="436333"/>
                </a:lnTo>
                <a:lnTo>
                  <a:pt x="432079" y="436791"/>
                </a:lnTo>
                <a:lnTo>
                  <a:pt x="434708" y="436791"/>
                </a:lnTo>
                <a:lnTo>
                  <a:pt x="435825" y="436333"/>
                </a:lnTo>
                <a:lnTo>
                  <a:pt x="437692" y="434467"/>
                </a:lnTo>
                <a:lnTo>
                  <a:pt x="438150" y="433349"/>
                </a:lnTo>
                <a:lnTo>
                  <a:pt x="438150" y="430720"/>
                </a:lnTo>
                <a:close/>
              </a:path>
              <a:path w="9867900" h="300037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9867900" h="3000375">
                <a:moveTo>
                  <a:pt x="485775" y="2994304"/>
                </a:moveTo>
                <a:lnTo>
                  <a:pt x="485317" y="2993186"/>
                </a:lnTo>
                <a:lnTo>
                  <a:pt x="483450" y="2991320"/>
                </a:lnTo>
                <a:lnTo>
                  <a:pt x="482333" y="2990850"/>
                </a:lnTo>
                <a:lnTo>
                  <a:pt x="479704" y="2990850"/>
                </a:lnTo>
                <a:lnTo>
                  <a:pt x="478586" y="2991320"/>
                </a:lnTo>
                <a:lnTo>
                  <a:pt x="476719" y="2993186"/>
                </a:lnTo>
                <a:lnTo>
                  <a:pt x="476250" y="2994304"/>
                </a:lnTo>
                <a:lnTo>
                  <a:pt x="476250" y="2996933"/>
                </a:lnTo>
                <a:lnTo>
                  <a:pt x="476719" y="2998051"/>
                </a:lnTo>
                <a:lnTo>
                  <a:pt x="478586" y="2999917"/>
                </a:lnTo>
                <a:lnTo>
                  <a:pt x="479704" y="3000375"/>
                </a:lnTo>
                <a:lnTo>
                  <a:pt x="482333" y="3000375"/>
                </a:lnTo>
                <a:lnTo>
                  <a:pt x="483450" y="2999917"/>
                </a:lnTo>
                <a:lnTo>
                  <a:pt x="485317" y="2998051"/>
                </a:lnTo>
                <a:lnTo>
                  <a:pt x="485775" y="2996933"/>
                </a:lnTo>
                <a:lnTo>
                  <a:pt x="485775" y="2994304"/>
                </a:lnTo>
                <a:close/>
              </a:path>
              <a:path w="9867900" h="3000375">
                <a:moveTo>
                  <a:pt x="485775" y="2567038"/>
                </a:moveTo>
                <a:lnTo>
                  <a:pt x="485317" y="2565920"/>
                </a:lnTo>
                <a:lnTo>
                  <a:pt x="483450" y="2564053"/>
                </a:lnTo>
                <a:lnTo>
                  <a:pt x="482333" y="2563596"/>
                </a:lnTo>
                <a:lnTo>
                  <a:pt x="479704" y="2563596"/>
                </a:lnTo>
                <a:lnTo>
                  <a:pt x="478586" y="2564053"/>
                </a:lnTo>
                <a:lnTo>
                  <a:pt x="476719" y="2565920"/>
                </a:lnTo>
                <a:lnTo>
                  <a:pt x="476250" y="2567038"/>
                </a:lnTo>
                <a:lnTo>
                  <a:pt x="476250" y="2569667"/>
                </a:lnTo>
                <a:lnTo>
                  <a:pt x="476719" y="2570797"/>
                </a:lnTo>
                <a:lnTo>
                  <a:pt x="478586" y="2572651"/>
                </a:lnTo>
                <a:lnTo>
                  <a:pt x="479704" y="2573121"/>
                </a:lnTo>
                <a:lnTo>
                  <a:pt x="482333" y="2573121"/>
                </a:lnTo>
                <a:lnTo>
                  <a:pt x="483450" y="2572651"/>
                </a:lnTo>
                <a:lnTo>
                  <a:pt x="485317" y="2570797"/>
                </a:lnTo>
                <a:lnTo>
                  <a:pt x="485775" y="2569667"/>
                </a:lnTo>
                <a:lnTo>
                  <a:pt x="485775" y="2567038"/>
                </a:lnTo>
                <a:close/>
              </a:path>
              <a:path w="9867900" h="3000375">
                <a:moveTo>
                  <a:pt x="485775" y="2139772"/>
                </a:moveTo>
                <a:lnTo>
                  <a:pt x="485317" y="2138654"/>
                </a:lnTo>
                <a:lnTo>
                  <a:pt x="483450" y="2136787"/>
                </a:lnTo>
                <a:lnTo>
                  <a:pt x="482333" y="2136330"/>
                </a:lnTo>
                <a:lnTo>
                  <a:pt x="479704" y="2136330"/>
                </a:lnTo>
                <a:lnTo>
                  <a:pt x="478586" y="2136787"/>
                </a:lnTo>
                <a:lnTo>
                  <a:pt x="476719" y="2138654"/>
                </a:lnTo>
                <a:lnTo>
                  <a:pt x="476250" y="2139772"/>
                </a:lnTo>
                <a:lnTo>
                  <a:pt x="476250" y="2142401"/>
                </a:lnTo>
                <a:lnTo>
                  <a:pt x="476719" y="2143531"/>
                </a:lnTo>
                <a:lnTo>
                  <a:pt x="478586" y="2145385"/>
                </a:lnTo>
                <a:lnTo>
                  <a:pt x="479704" y="2145855"/>
                </a:lnTo>
                <a:lnTo>
                  <a:pt x="482333" y="2145855"/>
                </a:lnTo>
                <a:lnTo>
                  <a:pt x="483450" y="2145385"/>
                </a:lnTo>
                <a:lnTo>
                  <a:pt x="485317" y="2143531"/>
                </a:lnTo>
                <a:lnTo>
                  <a:pt x="485775" y="2142401"/>
                </a:lnTo>
                <a:lnTo>
                  <a:pt x="485775" y="2139772"/>
                </a:lnTo>
                <a:close/>
              </a:path>
              <a:path w="9867900" h="3000375">
                <a:moveTo>
                  <a:pt x="485775" y="1712506"/>
                </a:moveTo>
                <a:lnTo>
                  <a:pt x="485317" y="1711388"/>
                </a:lnTo>
                <a:lnTo>
                  <a:pt x="483450" y="1709534"/>
                </a:lnTo>
                <a:lnTo>
                  <a:pt x="482333" y="1709064"/>
                </a:lnTo>
                <a:lnTo>
                  <a:pt x="479704" y="1709064"/>
                </a:lnTo>
                <a:lnTo>
                  <a:pt x="478586" y="1709534"/>
                </a:lnTo>
                <a:lnTo>
                  <a:pt x="476719" y="1711388"/>
                </a:lnTo>
                <a:lnTo>
                  <a:pt x="476250" y="1712506"/>
                </a:lnTo>
                <a:lnTo>
                  <a:pt x="476250" y="1715135"/>
                </a:lnTo>
                <a:lnTo>
                  <a:pt x="476719" y="1716265"/>
                </a:lnTo>
                <a:lnTo>
                  <a:pt x="478586" y="1718119"/>
                </a:lnTo>
                <a:lnTo>
                  <a:pt x="479704" y="1718589"/>
                </a:lnTo>
                <a:lnTo>
                  <a:pt x="482333" y="1718589"/>
                </a:lnTo>
                <a:lnTo>
                  <a:pt x="483450" y="1718119"/>
                </a:lnTo>
                <a:lnTo>
                  <a:pt x="485317" y="1716265"/>
                </a:lnTo>
                <a:lnTo>
                  <a:pt x="485775" y="1715135"/>
                </a:lnTo>
                <a:lnTo>
                  <a:pt x="485775" y="1712506"/>
                </a:lnTo>
                <a:close/>
              </a:path>
              <a:path w="9867900" h="3000375">
                <a:moveTo>
                  <a:pt x="485775" y="1285252"/>
                </a:moveTo>
                <a:lnTo>
                  <a:pt x="485317" y="1284122"/>
                </a:lnTo>
                <a:lnTo>
                  <a:pt x="483450" y="1282268"/>
                </a:lnTo>
                <a:lnTo>
                  <a:pt x="482333" y="1281798"/>
                </a:lnTo>
                <a:lnTo>
                  <a:pt x="479704" y="1281798"/>
                </a:lnTo>
                <a:lnTo>
                  <a:pt x="478586" y="1282268"/>
                </a:lnTo>
                <a:lnTo>
                  <a:pt x="476719" y="1284122"/>
                </a:lnTo>
                <a:lnTo>
                  <a:pt x="476250" y="1285252"/>
                </a:lnTo>
                <a:lnTo>
                  <a:pt x="476250" y="1287881"/>
                </a:lnTo>
                <a:lnTo>
                  <a:pt x="476719" y="1288999"/>
                </a:lnTo>
                <a:lnTo>
                  <a:pt x="478586" y="1290853"/>
                </a:lnTo>
                <a:lnTo>
                  <a:pt x="479704" y="1291323"/>
                </a:lnTo>
                <a:lnTo>
                  <a:pt x="482333" y="1291323"/>
                </a:lnTo>
                <a:lnTo>
                  <a:pt x="483450" y="1290853"/>
                </a:lnTo>
                <a:lnTo>
                  <a:pt x="485317" y="1288999"/>
                </a:lnTo>
                <a:lnTo>
                  <a:pt x="485775" y="1287881"/>
                </a:lnTo>
                <a:lnTo>
                  <a:pt x="485775" y="1285252"/>
                </a:lnTo>
                <a:close/>
              </a:path>
              <a:path w="9867900" h="3000375">
                <a:moveTo>
                  <a:pt x="485775" y="857986"/>
                </a:moveTo>
                <a:lnTo>
                  <a:pt x="485317" y="856856"/>
                </a:lnTo>
                <a:lnTo>
                  <a:pt x="483450" y="855002"/>
                </a:lnTo>
                <a:lnTo>
                  <a:pt x="482333" y="854532"/>
                </a:lnTo>
                <a:lnTo>
                  <a:pt x="479704" y="854532"/>
                </a:lnTo>
                <a:lnTo>
                  <a:pt x="478586" y="855002"/>
                </a:lnTo>
                <a:lnTo>
                  <a:pt x="476719" y="856856"/>
                </a:lnTo>
                <a:lnTo>
                  <a:pt x="476250" y="857986"/>
                </a:lnTo>
                <a:lnTo>
                  <a:pt x="476250" y="860615"/>
                </a:lnTo>
                <a:lnTo>
                  <a:pt x="476719" y="861733"/>
                </a:lnTo>
                <a:lnTo>
                  <a:pt x="478586" y="863600"/>
                </a:lnTo>
                <a:lnTo>
                  <a:pt x="479704" y="864057"/>
                </a:lnTo>
                <a:lnTo>
                  <a:pt x="482333" y="864057"/>
                </a:lnTo>
                <a:lnTo>
                  <a:pt x="483450" y="863600"/>
                </a:lnTo>
                <a:lnTo>
                  <a:pt x="485317" y="861733"/>
                </a:lnTo>
                <a:lnTo>
                  <a:pt x="485775" y="860615"/>
                </a:lnTo>
                <a:lnTo>
                  <a:pt x="485775" y="857986"/>
                </a:lnTo>
                <a:close/>
              </a:path>
              <a:path w="9867900" h="3000375">
                <a:moveTo>
                  <a:pt x="485775" y="430720"/>
                </a:moveTo>
                <a:lnTo>
                  <a:pt x="485317" y="429590"/>
                </a:lnTo>
                <a:lnTo>
                  <a:pt x="483450" y="427736"/>
                </a:lnTo>
                <a:lnTo>
                  <a:pt x="482333" y="427266"/>
                </a:lnTo>
                <a:lnTo>
                  <a:pt x="479704" y="427266"/>
                </a:lnTo>
                <a:lnTo>
                  <a:pt x="478586" y="427736"/>
                </a:lnTo>
                <a:lnTo>
                  <a:pt x="476719" y="429590"/>
                </a:lnTo>
                <a:lnTo>
                  <a:pt x="476250" y="430720"/>
                </a:lnTo>
                <a:lnTo>
                  <a:pt x="476250" y="433349"/>
                </a:lnTo>
                <a:lnTo>
                  <a:pt x="476719" y="434467"/>
                </a:lnTo>
                <a:lnTo>
                  <a:pt x="478586" y="436333"/>
                </a:lnTo>
                <a:lnTo>
                  <a:pt x="479704" y="436791"/>
                </a:lnTo>
                <a:lnTo>
                  <a:pt x="482333" y="436791"/>
                </a:lnTo>
                <a:lnTo>
                  <a:pt x="483450" y="436333"/>
                </a:lnTo>
                <a:lnTo>
                  <a:pt x="485317" y="434467"/>
                </a:lnTo>
                <a:lnTo>
                  <a:pt x="485775" y="433349"/>
                </a:lnTo>
                <a:lnTo>
                  <a:pt x="485775" y="430720"/>
                </a:lnTo>
                <a:close/>
              </a:path>
              <a:path w="9867900" h="300037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9867900" h="3000375">
                <a:moveTo>
                  <a:pt x="533400" y="2994304"/>
                </a:moveTo>
                <a:lnTo>
                  <a:pt x="532942" y="2993186"/>
                </a:lnTo>
                <a:lnTo>
                  <a:pt x="531075" y="2991320"/>
                </a:lnTo>
                <a:lnTo>
                  <a:pt x="529958" y="2990850"/>
                </a:lnTo>
                <a:lnTo>
                  <a:pt x="527329" y="2990850"/>
                </a:lnTo>
                <a:lnTo>
                  <a:pt x="526211" y="2991320"/>
                </a:lnTo>
                <a:lnTo>
                  <a:pt x="524344" y="2993186"/>
                </a:lnTo>
                <a:lnTo>
                  <a:pt x="523875" y="2994304"/>
                </a:lnTo>
                <a:lnTo>
                  <a:pt x="523875" y="2996933"/>
                </a:lnTo>
                <a:lnTo>
                  <a:pt x="524344" y="2998051"/>
                </a:lnTo>
                <a:lnTo>
                  <a:pt x="526211" y="2999917"/>
                </a:lnTo>
                <a:lnTo>
                  <a:pt x="527329" y="3000375"/>
                </a:lnTo>
                <a:lnTo>
                  <a:pt x="529958" y="3000375"/>
                </a:lnTo>
                <a:lnTo>
                  <a:pt x="531075" y="2999917"/>
                </a:lnTo>
                <a:lnTo>
                  <a:pt x="532942" y="2998051"/>
                </a:lnTo>
                <a:lnTo>
                  <a:pt x="533400" y="2996933"/>
                </a:lnTo>
                <a:lnTo>
                  <a:pt x="533400" y="2994304"/>
                </a:lnTo>
                <a:close/>
              </a:path>
              <a:path w="9867900" h="3000375">
                <a:moveTo>
                  <a:pt x="533400" y="2567038"/>
                </a:moveTo>
                <a:lnTo>
                  <a:pt x="532942" y="2565920"/>
                </a:lnTo>
                <a:lnTo>
                  <a:pt x="531075" y="2564053"/>
                </a:lnTo>
                <a:lnTo>
                  <a:pt x="529958" y="2563596"/>
                </a:lnTo>
                <a:lnTo>
                  <a:pt x="527329" y="2563596"/>
                </a:lnTo>
                <a:lnTo>
                  <a:pt x="526211" y="2564053"/>
                </a:lnTo>
                <a:lnTo>
                  <a:pt x="524344" y="2565920"/>
                </a:lnTo>
                <a:lnTo>
                  <a:pt x="523875" y="2567038"/>
                </a:lnTo>
                <a:lnTo>
                  <a:pt x="523875" y="2569667"/>
                </a:lnTo>
                <a:lnTo>
                  <a:pt x="524344" y="2570797"/>
                </a:lnTo>
                <a:lnTo>
                  <a:pt x="526211" y="2572651"/>
                </a:lnTo>
                <a:lnTo>
                  <a:pt x="527329" y="2573121"/>
                </a:lnTo>
                <a:lnTo>
                  <a:pt x="529958" y="2573121"/>
                </a:lnTo>
                <a:lnTo>
                  <a:pt x="531075" y="2572651"/>
                </a:lnTo>
                <a:lnTo>
                  <a:pt x="532942" y="2570797"/>
                </a:lnTo>
                <a:lnTo>
                  <a:pt x="533400" y="2569667"/>
                </a:lnTo>
                <a:lnTo>
                  <a:pt x="533400" y="2567038"/>
                </a:lnTo>
                <a:close/>
              </a:path>
              <a:path w="9867900" h="3000375">
                <a:moveTo>
                  <a:pt x="533400" y="2139772"/>
                </a:moveTo>
                <a:lnTo>
                  <a:pt x="532942" y="2138654"/>
                </a:lnTo>
                <a:lnTo>
                  <a:pt x="531075" y="2136787"/>
                </a:lnTo>
                <a:lnTo>
                  <a:pt x="529958" y="2136330"/>
                </a:lnTo>
                <a:lnTo>
                  <a:pt x="527329" y="2136330"/>
                </a:lnTo>
                <a:lnTo>
                  <a:pt x="526211" y="2136787"/>
                </a:lnTo>
                <a:lnTo>
                  <a:pt x="524344" y="2138654"/>
                </a:lnTo>
                <a:lnTo>
                  <a:pt x="523875" y="2139772"/>
                </a:lnTo>
                <a:lnTo>
                  <a:pt x="523875" y="2142401"/>
                </a:lnTo>
                <a:lnTo>
                  <a:pt x="524344" y="2143531"/>
                </a:lnTo>
                <a:lnTo>
                  <a:pt x="526211" y="2145385"/>
                </a:lnTo>
                <a:lnTo>
                  <a:pt x="527329" y="2145855"/>
                </a:lnTo>
                <a:lnTo>
                  <a:pt x="529958" y="2145855"/>
                </a:lnTo>
                <a:lnTo>
                  <a:pt x="531075" y="2145385"/>
                </a:lnTo>
                <a:lnTo>
                  <a:pt x="532942" y="2143531"/>
                </a:lnTo>
                <a:lnTo>
                  <a:pt x="533400" y="2142401"/>
                </a:lnTo>
                <a:lnTo>
                  <a:pt x="533400" y="2139772"/>
                </a:lnTo>
                <a:close/>
              </a:path>
              <a:path w="9867900" h="3000375">
                <a:moveTo>
                  <a:pt x="533400" y="1712506"/>
                </a:moveTo>
                <a:lnTo>
                  <a:pt x="532942" y="1711388"/>
                </a:lnTo>
                <a:lnTo>
                  <a:pt x="531075" y="1709534"/>
                </a:lnTo>
                <a:lnTo>
                  <a:pt x="529958" y="1709064"/>
                </a:lnTo>
                <a:lnTo>
                  <a:pt x="527329" y="1709064"/>
                </a:lnTo>
                <a:lnTo>
                  <a:pt x="526211" y="1709534"/>
                </a:lnTo>
                <a:lnTo>
                  <a:pt x="524344" y="1711388"/>
                </a:lnTo>
                <a:lnTo>
                  <a:pt x="523875" y="1712506"/>
                </a:lnTo>
                <a:lnTo>
                  <a:pt x="523875" y="1715135"/>
                </a:lnTo>
                <a:lnTo>
                  <a:pt x="524344" y="1716265"/>
                </a:lnTo>
                <a:lnTo>
                  <a:pt x="526211" y="1718119"/>
                </a:lnTo>
                <a:lnTo>
                  <a:pt x="527329" y="1718589"/>
                </a:lnTo>
                <a:lnTo>
                  <a:pt x="529958" y="1718589"/>
                </a:lnTo>
                <a:lnTo>
                  <a:pt x="531075" y="1718119"/>
                </a:lnTo>
                <a:lnTo>
                  <a:pt x="532942" y="1716265"/>
                </a:lnTo>
                <a:lnTo>
                  <a:pt x="533400" y="1715135"/>
                </a:lnTo>
                <a:lnTo>
                  <a:pt x="533400" y="1712506"/>
                </a:lnTo>
                <a:close/>
              </a:path>
              <a:path w="9867900" h="3000375">
                <a:moveTo>
                  <a:pt x="533400" y="1285252"/>
                </a:moveTo>
                <a:lnTo>
                  <a:pt x="532942" y="1284122"/>
                </a:lnTo>
                <a:lnTo>
                  <a:pt x="531075" y="1282268"/>
                </a:lnTo>
                <a:lnTo>
                  <a:pt x="529958" y="1281798"/>
                </a:lnTo>
                <a:lnTo>
                  <a:pt x="527329" y="1281798"/>
                </a:lnTo>
                <a:lnTo>
                  <a:pt x="526211" y="1282268"/>
                </a:lnTo>
                <a:lnTo>
                  <a:pt x="524344" y="1284122"/>
                </a:lnTo>
                <a:lnTo>
                  <a:pt x="523875" y="1285252"/>
                </a:lnTo>
                <a:lnTo>
                  <a:pt x="523875" y="1287881"/>
                </a:lnTo>
                <a:lnTo>
                  <a:pt x="524344" y="1288999"/>
                </a:lnTo>
                <a:lnTo>
                  <a:pt x="526211" y="1290853"/>
                </a:lnTo>
                <a:lnTo>
                  <a:pt x="527329" y="1291323"/>
                </a:lnTo>
                <a:lnTo>
                  <a:pt x="529958" y="1291323"/>
                </a:lnTo>
                <a:lnTo>
                  <a:pt x="531075" y="1290853"/>
                </a:lnTo>
                <a:lnTo>
                  <a:pt x="532942" y="1288999"/>
                </a:lnTo>
                <a:lnTo>
                  <a:pt x="533400" y="1287881"/>
                </a:lnTo>
                <a:lnTo>
                  <a:pt x="533400" y="1285252"/>
                </a:lnTo>
                <a:close/>
              </a:path>
              <a:path w="9867900" h="3000375">
                <a:moveTo>
                  <a:pt x="533400" y="857986"/>
                </a:moveTo>
                <a:lnTo>
                  <a:pt x="532942" y="856856"/>
                </a:lnTo>
                <a:lnTo>
                  <a:pt x="531075" y="855002"/>
                </a:lnTo>
                <a:lnTo>
                  <a:pt x="529958" y="854532"/>
                </a:lnTo>
                <a:lnTo>
                  <a:pt x="527329" y="854532"/>
                </a:lnTo>
                <a:lnTo>
                  <a:pt x="526211" y="855002"/>
                </a:lnTo>
                <a:lnTo>
                  <a:pt x="524344" y="856856"/>
                </a:lnTo>
                <a:lnTo>
                  <a:pt x="523875" y="857986"/>
                </a:lnTo>
                <a:lnTo>
                  <a:pt x="523875" y="860615"/>
                </a:lnTo>
                <a:lnTo>
                  <a:pt x="524344" y="861733"/>
                </a:lnTo>
                <a:lnTo>
                  <a:pt x="526211" y="863600"/>
                </a:lnTo>
                <a:lnTo>
                  <a:pt x="527329" y="864057"/>
                </a:lnTo>
                <a:lnTo>
                  <a:pt x="529958" y="864057"/>
                </a:lnTo>
                <a:lnTo>
                  <a:pt x="531075" y="863600"/>
                </a:lnTo>
                <a:lnTo>
                  <a:pt x="532942" y="861733"/>
                </a:lnTo>
                <a:lnTo>
                  <a:pt x="533400" y="860615"/>
                </a:lnTo>
                <a:lnTo>
                  <a:pt x="533400" y="857986"/>
                </a:lnTo>
                <a:close/>
              </a:path>
              <a:path w="9867900" h="3000375">
                <a:moveTo>
                  <a:pt x="533400" y="430720"/>
                </a:moveTo>
                <a:lnTo>
                  <a:pt x="532942" y="429590"/>
                </a:lnTo>
                <a:lnTo>
                  <a:pt x="531075" y="427736"/>
                </a:lnTo>
                <a:lnTo>
                  <a:pt x="529958" y="427266"/>
                </a:lnTo>
                <a:lnTo>
                  <a:pt x="527329" y="427266"/>
                </a:lnTo>
                <a:lnTo>
                  <a:pt x="526211" y="427736"/>
                </a:lnTo>
                <a:lnTo>
                  <a:pt x="524344" y="429590"/>
                </a:lnTo>
                <a:lnTo>
                  <a:pt x="523875" y="430720"/>
                </a:lnTo>
                <a:lnTo>
                  <a:pt x="523875" y="433349"/>
                </a:lnTo>
                <a:lnTo>
                  <a:pt x="524344" y="434467"/>
                </a:lnTo>
                <a:lnTo>
                  <a:pt x="526211" y="436333"/>
                </a:lnTo>
                <a:lnTo>
                  <a:pt x="527329" y="436791"/>
                </a:lnTo>
                <a:lnTo>
                  <a:pt x="529958" y="436791"/>
                </a:lnTo>
                <a:lnTo>
                  <a:pt x="531075" y="436333"/>
                </a:lnTo>
                <a:lnTo>
                  <a:pt x="532942" y="434467"/>
                </a:lnTo>
                <a:lnTo>
                  <a:pt x="533400" y="433349"/>
                </a:lnTo>
                <a:lnTo>
                  <a:pt x="533400" y="430720"/>
                </a:lnTo>
                <a:close/>
              </a:path>
              <a:path w="9867900" h="300037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9867900" h="3000375">
                <a:moveTo>
                  <a:pt x="581025" y="2994304"/>
                </a:moveTo>
                <a:lnTo>
                  <a:pt x="580567" y="2993186"/>
                </a:lnTo>
                <a:lnTo>
                  <a:pt x="578700" y="2991320"/>
                </a:lnTo>
                <a:lnTo>
                  <a:pt x="577583" y="2990850"/>
                </a:lnTo>
                <a:lnTo>
                  <a:pt x="574954" y="2990850"/>
                </a:lnTo>
                <a:lnTo>
                  <a:pt x="573836" y="2991320"/>
                </a:lnTo>
                <a:lnTo>
                  <a:pt x="571969" y="2993186"/>
                </a:lnTo>
                <a:lnTo>
                  <a:pt x="571500" y="2994304"/>
                </a:lnTo>
                <a:lnTo>
                  <a:pt x="571500" y="2996933"/>
                </a:lnTo>
                <a:lnTo>
                  <a:pt x="571969" y="2998051"/>
                </a:lnTo>
                <a:lnTo>
                  <a:pt x="573836" y="2999917"/>
                </a:lnTo>
                <a:lnTo>
                  <a:pt x="574954" y="3000375"/>
                </a:lnTo>
                <a:lnTo>
                  <a:pt x="577583" y="3000375"/>
                </a:lnTo>
                <a:lnTo>
                  <a:pt x="578700" y="2999917"/>
                </a:lnTo>
                <a:lnTo>
                  <a:pt x="580567" y="2998051"/>
                </a:lnTo>
                <a:lnTo>
                  <a:pt x="581025" y="2996933"/>
                </a:lnTo>
                <a:lnTo>
                  <a:pt x="581025" y="2994304"/>
                </a:lnTo>
                <a:close/>
              </a:path>
              <a:path w="9867900" h="3000375">
                <a:moveTo>
                  <a:pt x="581025" y="2567038"/>
                </a:moveTo>
                <a:lnTo>
                  <a:pt x="580567" y="2565920"/>
                </a:lnTo>
                <a:lnTo>
                  <a:pt x="578700" y="2564053"/>
                </a:lnTo>
                <a:lnTo>
                  <a:pt x="577583" y="2563596"/>
                </a:lnTo>
                <a:lnTo>
                  <a:pt x="574954" y="2563596"/>
                </a:lnTo>
                <a:lnTo>
                  <a:pt x="573836" y="2564053"/>
                </a:lnTo>
                <a:lnTo>
                  <a:pt x="571969" y="2565920"/>
                </a:lnTo>
                <a:lnTo>
                  <a:pt x="571500" y="2567038"/>
                </a:lnTo>
                <a:lnTo>
                  <a:pt x="571500" y="2569667"/>
                </a:lnTo>
                <a:lnTo>
                  <a:pt x="571969" y="2570797"/>
                </a:lnTo>
                <a:lnTo>
                  <a:pt x="573836" y="2572651"/>
                </a:lnTo>
                <a:lnTo>
                  <a:pt x="574954" y="2573121"/>
                </a:lnTo>
                <a:lnTo>
                  <a:pt x="577583" y="2573121"/>
                </a:lnTo>
                <a:lnTo>
                  <a:pt x="578700" y="2572651"/>
                </a:lnTo>
                <a:lnTo>
                  <a:pt x="580567" y="2570797"/>
                </a:lnTo>
                <a:lnTo>
                  <a:pt x="581025" y="2569667"/>
                </a:lnTo>
                <a:lnTo>
                  <a:pt x="581025" y="2567038"/>
                </a:lnTo>
                <a:close/>
              </a:path>
              <a:path w="9867900" h="3000375">
                <a:moveTo>
                  <a:pt x="581025" y="2139772"/>
                </a:moveTo>
                <a:lnTo>
                  <a:pt x="580567" y="2138654"/>
                </a:lnTo>
                <a:lnTo>
                  <a:pt x="578700" y="2136787"/>
                </a:lnTo>
                <a:lnTo>
                  <a:pt x="577583" y="2136330"/>
                </a:lnTo>
                <a:lnTo>
                  <a:pt x="574954" y="2136330"/>
                </a:lnTo>
                <a:lnTo>
                  <a:pt x="573836" y="2136787"/>
                </a:lnTo>
                <a:lnTo>
                  <a:pt x="571969" y="2138654"/>
                </a:lnTo>
                <a:lnTo>
                  <a:pt x="571500" y="2139772"/>
                </a:lnTo>
                <a:lnTo>
                  <a:pt x="571500" y="2142401"/>
                </a:lnTo>
                <a:lnTo>
                  <a:pt x="571969" y="2143531"/>
                </a:lnTo>
                <a:lnTo>
                  <a:pt x="573836" y="2145385"/>
                </a:lnTo>
                <a:lnTo>
                  <a:pt x="574954" y="2145855"/>
                </a:lnTo>
                <a:lnTo>
                  <a:pt x="577583" y="2145855"/>
                </a:lnTo>
                <a:lnTo>
                  <a:pt x="578700" y="2145385"/>
                </a:lnTo>
                <a:lnTo>
                  <a:pt x="580567" y="2143531"/>
                </a:lnTo>
                <a:lnTo>
                  <a:pt x="581025" y="2142401"/>
                </a:lnTo>
                <a:lnTo>
                  <a:pt x="581025" y="2139772"/>
                </a:lnTo>
                <a:close/>
              </a:path>
              <a:path w="9867900" h="3000375">
                <a:moveTo>
                  <a:pt x="581025" y="1712506"/>
                </a:moveTo>
                <a:lnTo>
                  <a:pt x="580567" y="1711388"/>
                </a:lnTo>
                <a:lnTo>
                  <a:pt x="578700" y="1709534"/>
                </a:lnTo>
                <a:lnTo>
                  <a:pt x="577583" y="1709064"/>
                </a:lnTo>
                <a:lnTo>
                  <a:pt x="574954" y="1709064"/>
                </a:lnTo>
                <a:lnTo>
                  <a:pt x="573836" y="1709534"/>
                </a:lnTo>
                <a:lnTo>
                  <a:pt x="571969" y="1711388"/>
                </a:lnTo>
                <a:lnTo>
                  <a:pt x="571500" y="1712506"/>
                </a:lnTo>
                <a:lnTo>
                  <a:pt x="571500" y="1715135"/>
                </a:lnTo>
                <a:lnTo>
                  <a:pt x="571969" y="1716265"/>
                </a:lnTo>
                <a:lnTo>
                  <a:pt x="573836" y="1718119"/>
                </a:lnTo>
                <a:lnTo>
                  <a:pt x="574954" y="1718589"/>
                </a:lnTo>
                <a:lnTo>
                  <a:pt x="577583" y="1718589"/>
                </a:lnTo>
                <a:lnTo>
                  <a:pt x="578700" y="1718119"/>
                </a:lnTo>
                <a:lnTo>
                  <a:pt x="580567" y="1716265"/>
                </a:lnTo>
                <a:lnTo>
                  <a:pt x="581025" y="1715135"/>
                </a:lnTo>
                <a:lnTo>
                  <a:pt x="581025" y="1712506"/>
                </a:lnTo>
                <a:close/>
              </a:path>
              <a:path w="9867900" h="3000375">
                <a:moveTo>
                  <a:pt x="581025" y="1285252"/>
                </a:moveTo>
                <a:lnTo>
                  <a:pt x="580567" y="1284122"/>
                </a:lnTo>
                <a:lnTo>
                  <a:pt x="578700" y="1282268"/>
                </a:lnTo>
                <a:lnTo>
                  <a:pt x="577583" y="1281798"/>
                </a:lnTo>
                <a:lnTo>
                  <a:pt x="574954" y="1281798"/>
                </a:lnTo>
                <a:lnTo>
                  <a:pt x="573836" y="1282268"/>
                </a:lnTo>
                <a:lnTo>
                  <a:pt x="571969" y="1284122"/>
                </a:lnTo>
                <a:lnTo>
                  <a:pt x="571500" y="1285252"/>
                </a:lnTo>
                <a:lnTo>
                  <a:pt x="571500" y="1287881"/>
                </a:lnTo>
                <a:lnTo>
                  <a:pt x="571969" y="1288999"/>
                </a:lnTo>
                <a:lnTo>
                  <a:pt x="573836" y="1290853"/>
                </a:lnTo>
                <a:lnTo>
                  <a:pt x="574954" y="1291323"/>
                </a:lnTo>
                <a:lnTo>
                  <a:pt x="577583" y="1291323"/>
                </a:lnTo>
                <a:lnTo>
                  <a:pt x="578700" y="1290853"/>
                </a:lnTo>
                <a:lnTo>
                  <a:pt x="580567" y="1288999"/>
                </a:lnTo>
                <a:lnTo>
                  <a:pt x="581025" y="1287881"/>
                </a:lnTo>
                <a:lnTo>
                  <a:pt x="581025" y="1285252"/>
                </a:lnTo>
                <a:close/>
              </a:path>
              <a:path w="9867900" h="3000375">
                <a:moveTo>
                  <a:pt x="581025" y="857986"/>
                </a:moveTo>
                <a:lnTo>
                  <a:pt x="580567" y="856856"/>
                </a:lnTo>
                <a:lnTo>
                  <a:pt x="578700" y="855002"/>
                </a:lnTo>
                <a:lnTo>
                  <a:pt x="577583" y="854532"/>
                </a:lnTo>
                <a:lnTo>
                  <a:pt x="574954" y="854532"/>
                </a:lnTo>
                <a:lnTo>
                  <a:pt x="573836" y="855002"/>
                </a:lnTo>
                <a:lnTo>
                  <a:pt x="571969" y="856856"/>
                </a:lnTo>
                <a:lnTo>
                  <a:pt x="571500" y="857986"/>
                </a:lnTo>
                <a:lnTo>
                  <a:pt x="571500" y="860615"/>
                </a:lnTo>
                <a:lnTo>
                  <a:pt x="571969" y="861733"/>
                </a:lnTo>
                <a:lnTo>
                  <a:pt x="573836" y="863600"/>
                </a:lnTo>
                <a:lnTo>
                  <a:pt x="574954" y="864057"/>
                </a:lnTo>
                <a:lnTo>
                  <a:pt x="577583" y="864057"/>
                </a:lnTo>
                <a:lnTo>
                  <a:pt x="578700" y="863600"/>
                </a:lnTo>
                <a:lnTo>
                  <a:pt x="580567" y="861733"/>
                </a:lnTo>
                <a:lnTo>
                  <a:pt x="581025" y="860615"/>
                </a:lnTo>
                <a:lnTo>
                  <a:pt x="581025" y="857986"/>
                </a:lnTo>
                <a:close/>
              </a:path>
              <a:path w="9867900" h="3000375">
                <a:moveTo>
                  <a:pt x="581025" y="430720"/>
                </a:moveTo>
                <a:lnTo>
                  <a:pt x="580567" y="429590"/>
                </a:lnTo>
                <a:lnTo>
                  <a:pt x="578700" y="427736"/>
                </a:lnTo>
                <a:lnTo>
                  <a:pt x="577583" y="427266"/>
                </a:lnTo>
                <a:lnTo>
                  <a:pt x="574954" y="427266"/>
                </a:lnTo>
                <a:lnTo>
                  <a:pt x="573836" y="427736"/>
                </a:lnTo>
                <a:lnTo>
                  <a:pt x="571969" y="429590"/>
                </a:lnTo>
                <a:lnTo>
                  <a:pt x="571500" y="430720"/>
                </a:lnTo>
                <a:lnTo>
                  <a:pt x="571500" y="433349"/>
                </a:lnTo>
                <a:lnTo>
                  <a:pt x="571969" y="434467"/>
                </a:lnTo>
                <a:lnTo>
                  <a:pt x="573836" y="436333"/>
                </a:lnTo>
                <a:lnTo>
                  <a:pt x="574954" y="436791"/>
                </a:lnTo>
                <a:lnTo>
                  <a:pt x="577583" y="436791"/>
                </a:lnTo>
                <a:lnTo>
                  <a:pt x="578700" y="436333"/>
                </a:lnTo>
                <a:lnTo>
                  <a:pt x="580567" y="434467"/>
                </a:lnTo>
                <a:lnTo>
                  <a:pt x="581025" y="433349"/>
                </a:lnTo>
                <a:lnTo>
                  <a:pt x="581025" y="430720"/>
                </a:lnTo>
                <a:close/>
              </a:path>
              <a:path w="9867900" h="300037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9867900" h="3000375">
                <a:moveTo>
                  <a:pt x="628650" y="2994304"/>
                </a:moveTo>
                <a:lnTo>
                  <a:pt x="628192" y="2993186"/>
                </a:lnTo>
                <a:lnTo>
                  <a:pt x="626325" y="2991320"/>
                </a:lnTo>
                <a:lnTo>
                  <a:pt x="625208" y="2990850"/>
                </a:lnTo>
                <a:lnTo>
                  <a:pt x="622579" y="2990850"/>
                </a:lnTo>
                <a:lnTo>
                  <a:pt x="621461" y="2991320"/>
                </a:lnTo>
                <a:lnTo>
                  <a:pt x="619594" y="2993186"/>
                </a:lnTo>
                <a:lnTo>
                  <a:pt x="619125" y="2994304"/>
                </a:lnTo>
                <a:lnTo>
                  <a:pt x="619125" y="2996933"/>
                </a:lnTo>
                <a:lnTo>
                  <a:pt x="619594" y="2998051"/>
                </a:lnTo>
                <a:lnTo>
                  <a:pt x="621461" y="2999917"/>
                </a:lnTo>
                <a:lnTo>
                  <a:pt x="622579" y="3000375"/>
                </a:lnTo>
                <a:lnTo>
                  <a:pt x="625208" y="3000375"/>
                </a:lnTo>
                <a:lnTo>
                  <a:pt x="626325" y="2999917"/>
                </a:lnTo>
                <a:lnTo>
                  <a:pt x="628192" y="2998051"/>
                </a:lnTo>
                <a:lnTo>
                  <a:pt x="628650" y="2996933"/>
                </a:lnTo>
                <a:lnTo>
                  <a:pt x="628650" y="2994304"/>
                </a:lnTo>
                <a:close/>
              </a:path>
              <a:path w="9867900" h="3000375">
                <a:moveTo>
                  <a:pt x="628650" y="2567038"/>
                </a:moveTo>
                <a:lnTo>
                  <a:pt x="628192" y="2565920"/>
                </a:lnTo>
                <a:lnTo>
                  <a:pt x="626325" y="2564053"/>
                </a:lnTo>
                <a:lnTo>
                  <a:pt x="625208" y="2563596"/>
                </a:lnTo>
                <a:lnTo>
                  <a:pt x="622579" y="2563596"/>
                </a:lnTo>
                <a:lnTo>
                  <a:pt x="621461" y="2564053"/>
                </a:lnTo>
                <a:lnTo>
                  <a:pt x="619594" y="2565920"/>
                </a:lnTo>
                <a:lnTo>
                  <a:pt x="619125" y="2567038"/>
                </a:lnTo>
                <a:lnTo>
                  <a:pt x="619125" y="2569667"/>
                </a:lnTo>
                <a:lnTo>
                  <a:pt x="619594" y="2570797"/>
                </a:lnTo>
                <a:lnTo>
                  <a:pt x="621461" y="2572651"/>
                </a:lnTo>
                <a:lnTo>
                  <a:pt x="622579" y="2573121"/>
                </a:lnTo>
                <a:lnTo>
                  <a:pt x="625208" y="2573121"/>
                </a:lnTo>
                <a:lnTo>
                  <a:pt x="626325" y="2572651"/>
                </a:lnTo>
                <a:lnTo>
                  <a:pt x="628192" y="2570797"/>
                </a:lnTo>
                <a:lnTo>
                  <a:pt x="628650" y="2569667"/>
                </a:lnTo>
                <a:lnTo>
                  <a:pt x="628650" y="2567038"/>
                </a:lnTo>
                <a:close/>
              </a:path>
              <a:path w="9867900" h="3000375">
                <a:moveTo>
                  <a:pt x="628650" y="2139772"/>
                </a:moveTo>
                <a:lnTo>
                  <a:pt x="628192" y="2138654"/>
                </a:lnTo>
                <a:lnTo>
                  <a:pt x="626325" y="2136787"/>
                </a:lnTo>
                <a:lnTo>
                  <a:pt x="625208" y="2136330"/>
                </a:lnTo>
                <a:lnTo>
                  <a:pt x="622579" y="2136330"/>
                </a:lnTo>
                <a:lnTo>
                  <a:pt x="621461" y="2136787"/>
                </a:lnTo>
                <a:lnTo>
                  <a:pt x="619594" y="2138654"/>
                </a:lnTo>
                <a:lnTo>
                  <a:pt x="619125" y="2139772"/>
                </a:lnTo>
                <a:lnTo>
                  <a:pt x="619125" y="2142401"/>
                </a:lnTo>
                <a:lnTo>
                  <a:pt x="619594" y="2143531"/>
                </a:lnTo>
                <a:lnTo>
                  <a:pt x="621461" y="2145385"/>
                </a:lnTo>
                <a:lnTo>
                  <a:pt x="622579" y="2145855"/>
                </a:lnTo>
                <a:lnTo>
                  <a:pt x="625208" y="2145855"/>
                </a:lnTo>
                <a:lnTo>
                  <a:pt x="626325" y="2145385"/>
                </a:lnTo>
                <a:lnTo>
                  <a:pt x="628192" y="2143531"/>
                </a:lnTo>
                <a:lnTo>
                  <a:pt x="628650" y="2142401"/>
                </a:lnTo>
                <a:lnTo>
                  <a:pt x="628650" y="2139772"/>
                </a:lnTo>
                <a:close/>
              </a:path>
              <a:path w="9867900" h="3000375">
                <a:moveTo>
                  <a:pt x="628650" y="1712506"/>
                </a:moveTo>
                <a:lnTo>
                  <a:pt x="628192" y="1711388"/>
                </a:lnTo>
                <a:lnTo>
                  <a:pt x="626325" y="1709534"/>
                </a:lnTo>
                <a:lnTo>
                  <a:pt x="625208" y="1709064"/>
                </a:lnTo>
                <a:lnTo>
                  <a:pt x="622579" y="1709064"/>
                </a:lnTo>
                <a:lnTo>
                  <a:pt x="621461" y="1709534"/>
                </a:lnTo>
                <a:lnTo>
                  <a:pt x="619594" y="1711388"/>
                </a:lnTo>
                <a:lnTo>
                  <a:pt x="619125" y="1712506"/>
                </a:lnTo>
                <a:lnTo>
                  <a:pt x="619125" y="1715135"/>
                </a:lnTo>
                <a:lnTo>
                  <a:pt x="619594" y="1716265"/>
                </a:lnTo>
                <a:lnTo>
                  <a:pt x="621461" y="1718119"/>
                </a:lnTo>
                <a:lnTo>
                  <a:pt x="622579" y="1718589"/>
                </a:lnTo>
                <a:lnTo>
                  <a:pt x="625208" y="1718589"/>
                </a:lnTo>
                <a:lnTo>
                  <a:pt x="626325" y="1718119"/>
                </a:lnTo>
                <a:lnTo>
                  <a:pt x="628192" y="1716265"/>
                </a:lnTo>
                <a:lnTo>
                  <a:pt x="628650" y="1715135"/>
                </a:lnTo>
                <a:lnTo>
                  <a:pt x="628650" y="1712506"/>
                </a:lnTo>
                <a:close/>
              </a:path>
              <a:path w="9867900" h="3000375">
                <a:moveTo>
                  <a:pt x="628650" y="1285252"/>
                </a:moveTo>
                <a:lnTo>
                  <a:pt x="628192" y="1284122"/>
                </a:lnTo>
                <a:lnTo>
                  <a:pt x="626325" y="1282268"/>
                </a:lnTo>
                <a:lnTo>
                  <a:pt x="625208" y="1281798"/>
                </a:lnTo>
                <a:lnTo>
                  <a:pt x="622579" y="1281798"/>
                </a:lnTo>
                <a:lnTo>
                  <a:pt x="621461" y="1282268"/>
                </a:lnTo>
                <a:lnTo>
                  <a:pt x="619594" y="1284122"/>
                </a:lnTo>
                <a:lnTo>
                  <a:pt x="619125" y="1285252"/>
                </a:lnTo>
                <a:lnTo>
                  <a:pt x="619125" y="1287881"/>
                </a:lnTo>
                <a:lnTo>
                  <a:pt x="619594" y="1288999"/>
                </a:lnTo>
                <a:lnTo>
                  <a:pt x="621461" y="1290853"/>
                </a:lnTo>
                <a:lnTo>
                  <a:pt x="622579" y="1291323"/>
                </a:lnTo>
                <a:lnTo>
                  <a:pt x="625208" y="1291323"/>
                </a:lnTo>
                <a:lnTo>
                  <a:pt x="626325" y="1290853"/>
                </a:lnTo>
                <a:lnTo>
                  <a:pt x="628192" y="1288999"/>
                </a:lnTo>
                <a:lnTo>
                  <a:pt x="628650" y="1287881"/>
                </a:lnTo>
                <a:lnTo>
                  <a:pt x="628650" y="1285252"/>
                </a:lnTo>
                <a:close/>
              </a:path>
              <a:path w="9867900" h="3000375">
                <a:moveTo>
                  <a:pt x="628650" y="857986"/>
                </a:moveTo>
                <a:lnTo>
                  <a:pt x="628192" y="856856"/>
                </a:lnTo>
                <a:lnTo>
                  <a:pt x="626325" y="855002"/>
                </a:lnTo>
                <a:lnTo>
                  <a:pt x="625208" y="854532"/>
                </a:lnTo>
                <a:lnTo>
                  <a:pt x="622579" y="854532"/>
                </a:lnTo>
                <a:lnTo>
                  <a:pt x="621461" y="855002"/>
                </a:lnTo>
                <a:lnTo>
                  <a:pt x="619594" y="856856"/>
                </a:lnTo>
                <a:lnTo>
                  <a:pt x="619125" y="857986"/>
                </a:lnTo>
                <a:lnTo>
                  <a:pt x="619125" y="860615"/>
                </a:lnTo>
                <a:lnTo>
                  <a:pt x="619594" y="861733"/>
                </a:lnTo>
                <a:lnTo>
                  <a:pt x="621461" y="863600"/>
                </a:lnTo>
                <a:lnTo>
                  <a:pt x="622579" y="864057"/>
                </a:lnTo>
                <a:lnTo>
                  <a:pt x="625208" y="864057"/>
                </a:lnTo>
                <a:lnTo>
                  <a:pt x="626325" y="863600"/>
                </a:lnTo>
                <a:lnTo>
                  <a:pt x="628192" y="861733"/>
                </a:lnTo>
                <a:lnTo>
                  <a:pt x="628650" y="860615"/>
                </a:lnTo>
                <a:lnTo>
                  <a:pt x="628650" y="857986"/>
                </a:lnTo>
                <a:close/>
              </a:path>
              <a:path w="9867900" h="3000375">
                <a:moveTo>
                  <a:pt x="628650" y="430720"/>
                </a:moveTo>
                <a:lnTo>
                  <a:pt x="628192" y="429590"/>
                </a:lnTo>
                <a:lnTo>
                  <a:pt x="626325" y="427736"/>
                </a:lnTo>
                <a:lnTo>
                  <a:pt x="625208" y="427266"/>
                </a:lnTo>
                <a:lnTo>
                  <a:pt x="622579" y="427266"/>
                </a:lnTo>
                <a:lnTo>
                  <a:pt x="621461" y="427736"/>
                </a:lnTo>
                <a:lnTo>
                  <a:pt x="619594" y="429590"/>
                </a:lnTo>
                <a:lnTo>
                  <a:pt x="619125" y="430720"/>
                </a:lnTo>
                <a:lnTo>
                  <a:pt x="619125" y="433349"/>
                </a:lnTo>
                <a:lnTo>
                  <a:pt x="619594" y="434467"/>
                </a:lnTo>
                <a:lnTo>
                  <a:pt x="621461" y="436333"/>
                </a:lnTo>
                <a:lnTo>
                  <a:pt x="622579" y="436791"/>
                </a:lnTo>
                <a:lnTo>
                  <a:pt x="625208" y="436791"/>
                </a:lnTo>
                <a:lnTo>
                  <a:pt x="626325" y="436333"/>
                </a:lnTo>
                <a:lnTo>
                  <a:pt x="628192" y="434467"/>
                </a:lnTo>
                <a:lnTo>
                  <a:pt x="628650" y="433349"/>
                </a:lnTo>
                <a:lnTo>
                  <a:pt x="628650" y="430720"/>
                </a:lnTo>
                <a:close/>
              </a:path>
              <a:path w="9867900" h="300037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9867900" h="3000375">
                <a:moveTo>
                  <a:pt x="676275" y="2994304"/>
                </a:moveTo>
                <a:lnTo>
                  <a:pt x="675817" y="2993186"/>
                </a:lnTo>
                <a:lnTo>
                  <a:pt x="673950" y="2991320"/>
                </a:lnTo>
                <a:lnTo>
                  <a:pt x="672833" y="2990850"/>
                </a:lnTo>
                <a:lnTo>
                  <a:pt x="670204" y="2990850"/>
                </a:lnTo>
                <a:lnTo>
                  <a:pt x="669086" y="2991320"/>
                </a:lnTo>
                <a:lnTo>
                  <a:pt x="667219" y="2993186"/>
                </a:lnTo>
                <a:lnTo>
                  <a:pt x="666750" y="2994304"/>
                </a:lnTo>
                <a:lnTo>
                  <a:pt x="666750" y="2996933"/>
                </a:lnTo>
                <a:lnTo>
                  <a:pt x="667219" y="2998051"/>
                </a:lnTo>
                <a:lnTo>
                  <a:pt x="669086" y="2999917"/>
                </a:lnTo>
                <a:lnTo>
                  <a:pt x="670204" y="3000375"/>
                </a:lnTo>
                <a:lnTo>
                  <a:pt x="672833" y="3000375"/>
                </a:lnTo>
                <a:lnTo>
                  <a:pt x="673950" y="2999917"/>
                </a:lnTo>
                <a:lnTo>
                  <a:pt x="675817" y="2998051"/>
                </a:lnTo>
                <a:lnTo>
                  <a:pt x="676275" y="2996933"/>
                </a:lnTo>
                <a:lnTo>
                  <a:pt x="676275" y="2994304"/>
                </a:lnTo>
                <a:close/>
              </a:path>
              <a:path w="9867900" h="3000375">
                <a:moveTo>
                  <a:pt x="676275" y="2567038"/>
                </a:moveTo>
                <a:lnTo>
                  <a:pt x="675817" y="2565920"/>
                </a:lnTo>
                <a:lnTo>
                  <a:pt x="673950" y="2564053"/>
                </a:lnTo>
                <a:lnTo>
                  <a:pt x="672833" y="2563596"/>
                </a:lnTo>
                <a:lnTo>
                  <a:pt x="670204" y="2563596"/>
                </a:lnTo>
                <a:lnTo>
                  <a:pt x="669086" y="2564053"/>
                </a:lnTo>
                <a:lnTo>
                  <a:pt x="667219" y="2565920"/>
                </a:lnTo>
                <a:lnTo>
                  <a:pt x="666750" y="2567038"/>
                </a:lnTo>
                <a:lnTo>
                  <a:pt x="666750" y="2569667"/>
                </a:lnTo>
                <a:lnTo>
                  <a:pt x="667219" y="2570797"/>
                </a:lnTo>
                <a:lnTo>
                  <a:pt x="669086" y="2572651"/>
                </a:lnTo>
                <a:lnTo>
                  <a:pt x="670204" y="2573121"/>
                </a:lnTo>
                <a:lnTo>
                  <a:pt x="672833" y="2573121"/>
                </a:lnTo>
                <a:lnTo>
                  <a:pt x="673950" y="2572651"/>
                </a:lnTo>
                <a:lnTo>
                  <a:pt x="675817" y="2570797"/>
                </a:lnTo>
                <a:lnTo>
                  <a:pt x="676275" y="2569667"/>
                </a:lnTo>
                <a:lnTo>
                  <a:pt x="676275" y="2567038"/>
                </a:lnTo>
                <a:close/>
              </a:path>
              <a:path w="9867900" h="3000375">
                <a:moveTo>
                  <a:pt x="676275" y="2139772"/>
                </a:moveTo>
                <a:lnTo>
                  <a:pt x="675817" y="2138654"/>
                </a:lnTo>
                <a:lnTo>
                  <a:pt x="673950" y="2136787"/>
                </a:lnTo>
                <a:lnTo>
                  <a:pt x="672833" y="2136330"/>
                </a:lnTo>
                <a:lnTo>
                  <a:pt x="670204" y="2136330"/>
                </a:lnTo>
                <a:lnTo>
                  <a:pt x="669086" y="2136787"/>
                </a:lnTo>
                <a:lnTo>
                  <a:pt x="667219" y="2138654"/>
                </a:lnTo>
                <a:lnTo>
                  <a:pt x="666750" y="2139772"/>
                </a:lnTo>
                <a:lnTo>
                  <a:pt x="666750" y="2142401"/>
                </a:lnTo>
                <a:lnTo>
                  <a:pt x="667219" y="2143531"/>
                </a:lnTo>
                <a:lnTo>
                  <a:pt x="669086" y="2145385"/>
                </a:lnTo>
                <a:lnTo>
                  <a:pt x="670204" y="2145855"/>
                </a:lnTo>
                <a:lnTo>
                  <a:pt x="672833" y="2145855"/>
                </a:lnTo>
                <a:lnTo>
                  <a:pt x="673950" y="2145385"/>
                </a:lnTo>
                <a:lnTo>
                  <a:pt x="675817" y="2143531"/>
                </a:lnTo>
                <a:lnTo>
                  <a:pt x="676275" y="2142401"/>
                </a:lnTo>
                <a:lnTo>
                  <a:pt x="676275" y="2139772"/>
                </a:lnTo>
                <a:close/>
              </a:path>
              <a:path w="9867900" h="3000375">
                <a:moveTo>
                  <a:pt x="676275" y="1712506"/>
                </a:moveTo>
                <a:lnTo>
                  <a:pt x="675817" y="1711388"/>
                </a:lnTo>
                <a:lnTo>
                  <a:pt x="673950" y="1709534"/>
                </a:lnTo>
                <a:lnTo>
                  <a:pt x="672833" y="1709064"/>
                </a:lnTo>
                <a:lnTo>
                  <a:pt x="670204" y="1709064"/>
                </a:lnTo>
                <a:lnTo>
                  <a:pt x="669086" y="1709534"/>
                </a:lnTo>
                <a:lnTo>
                  <a:pt x="667219" y="1711388"/>
                </a:lnTo>
                <a:lnTo>
                  <a:pt x="666750" y="1712506"/>
                </a:lnTo>
                <a:lnTo>
                  <a:pt x="666750" y="1715135"/>
                </a:lnTo>
                <a:lnTo>
                  <a:pt x="667219" y="1716265"/>
                </a:lnTo>
                <a:lnTo>
                  <a:pt x="669086" y="1718119"/>
                </a:lnTo>
                <a:lnTo>
                  <a:pt x="670204" y="1718589"/>
                </a:lnTo>
                <a:lnTo>
                  <a:pt x="672833" y="1718589"/>
                </a:lnTo>
                <a:lnTo>
                  <a:pt x="673950" y="1718119"/>
                </a:lnTo>
                <a:lnTo>
                  <a:pt x="675817" y="1716265"/>
                </a:lnTo>
                <a:lnTo>
                  <a:pt x="676275" y="1715135"/>
                </a:lnTo>
                <a:lnTo>
                  <a:pt x="676275" y="1712506"/>
                </a:lnTo>
                <a:close/>
              </a:path>
              <a:path w="9867900" h="3000375">
                <a:moveTo>
                  <a:pt x="676275" y="1285252"/>
                </a:moveTo>
                <a:lnTo>
                  <a:pt x="675817" y="1284122"/>
                </a:lnTo>
                <a:lnTo>
                  <a:pt x="673950" y="1282268"/>
                </a:lnTo>
                <a:lnTo>
                  <a:pt x="672833" y="1281798"/>
                </a:lnTo>
                <a:lnTo>
                  <a:pt x="670204" y="1281798"/>
                </a:lnTo>
                <a:lnTo>
                  <a:pt x="669086" y="1282268"/>
                </a:lnTo>
                <a:lnTo>
                  <a:pt x="667219" y="1284122"/>
                </a:lnTo>
                <a:lnTo>
                  <a:pt x="666750" y="1285252"/>
                </a:lnTo>
                <a:lnTo>
                  <a:pt x="666750" y="1287881"/>
                </a:lnTo>
                <a:lnTo>
                  <a:pt x="667219" y="1288999"/>
                </a:lnTo>
                <a:lnTo>
                  <a:pt x="669086" y="1290853"/>
                </a:lnTo>
                <a:lnTo>
                  <a:pt x="670204" y="1291323"/>
                </a:lnTo>
                <a:lnTo>
                  <a:pt x="672833" y="1291323"/>
                </a:lnTo>
                <a:lnTo>
                  <a:pt x="673950" y="1290853"/>
                </a:lnTo>
                <a:lnTo>
                  <a:pt x="675817" y="1288999"/>
                </a:lnTo>
                <a:lnTo>
                  <a:pt x="676275" y="1287881"/>
                </a:lnTo>
                <a:lnTo>
                  <a:pt x="676275" y="1285252"/>
                </a:lnTo>
                <a:close/>
              </a:path>
              <a:path w="9867900" h="3000375">
                <a:moveTo>
                  <a:pt x="676275" y="857986"/>
                </a:moveTo>
                <a:lnTo>
                  <a:pt x="675817" y="856856"/>
                </a:lnTo>
                <a:lnTo>
                  <a:pt x="673950" y="855002"/>
                </a:lnTo>
                <a:lnTo>
                  <a:pt x="672833" y="854532"/>
                </a:lnTo>
                <a:lnTo>
                  <a:pt x="670204" y="854532"/>
                </a:lnTo>
                <a:lnTo>
                  <a:pt x="669086" y="855002"/>
                </a:lnTo>
                <a:lnTo>
                  <a:pt x="667219" y="856856"/>
                </a:lnTo>
                <a:lnTo>
                  <a:pt x="666750" y="857986"/>
                </a:lnTo>
                <a:lnTo>
                  <a:pt x="666750" y="860615"/>
                </a:lnTo>
                <a:lnTo>
                  <a:pt x="667219" y="861733"/>
                </a:lnTo>
                <a:lnTo>
                  <a:pt x="669086" y="863600"/>
                </a:lnTo>
                <a:lnTo>
                  <a:pt x="670204" y="864057"/>
                </a:lnTo>
                <a:lnTo>
                  <a:pt x="672833" y="864057"/>
                </a:lnTo>
                <a:lnTo>
                  <a:pt x="673950" y="863600"/>
                </a:lnTo>
                <a:lnTo>
                  <a:pt x="675817" y="861733"/>
                </a:lnTo>
                <a:lnTo>
                  <a:pt x="676275" y="860615"/>
                </a:lnTo>
                <a:lnTo>
                  <a:pt x="676275" y="857986"/>
                </a:lnTo>
                <a:close/>
              </a:path>
              <a:path w="9867900" h="3000375">
                <a:moveTo>
                  <a:pt x="676275" y="430720"/>
                </a:moveTo>
                <a:lnTo>
                  <a:pt x="675817" y="429590"/>
                </a:lnTo>
                <a:lnTo>
                  <a:pt x="673950" y="427736"/>
                </a:lnTo>
                <a:lnTo>
                  <a:pt x="672833" y="427266"/>
                </a:lnTo>
                <a:lnTo>
                  <a:pt x="670204" y="427266"/>
                </a:lnTo>
                <a:lnTo>
                  <a:pt x="669086" y="427736"/>
                </a:lnTo>
                <a:lnTo>
                  <a:pt x="667219" y="429590"/>
                </a:lnTo>
                <a:lnTo>
                  <a:pt x="666750" y="430720"/>
                </a:lnTo>
                <a:lnTo>
                  <a:pt x="666750" y="433349"/>
                </a:lnTo>
                <a:lnTo>
                  <a:pt x="667219" y="434467"/>
                </a:lnTo>
                <a:lnTo>
                  <a:pt x="669086" y="436333"/>
                </a:lnTo>
                <a:lnTo>
                  <a:pt x="670204" y="436791"/>
                </a:lnTo>
                <a:lnTo>
                  <a:pt x="672833" y="436791"/>
                </a:lnTo>
                <a:lnTo>
                  <a:pt x="673950" y="436333"/>
                </a:lnTo>
                <a:lnTo>
                  <a:pt x="675817" y="434467"/>
                </a:lnTo>
                <a:lnTo>
                  <a:pt x="676275" y="433349"/>
                </a:lnTo>
                <a:lnTo>
                  <a:pt x="676275" y="430720"/>
                </a:lnTo>
                <a:close/>
              </a:path>
              <a:path w="9867900" h="300037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9867900" h="3000375">
                <a:moveTo>
                  <a:pt x="723900" y="2994304"/>
                </a:moveTo>
                <a:lnTo>
                  <a:pt x="723442" y="2993186"/>
                </a:lnTo>
                <a:lnTo>
                  <a:pt x="721575" y="2991320"/>
                </a:lnTo>
                <a:lnTo>
                  <a:pt x="720458" y="2990850"/>
                </a:lnTo>
                <a:lnTo>
                  <a:pt x="717829" y="2990850"/>
                </a:lnTo>
                <a:lnTo>
                  <a:pt x="716711" y="2991320"/>
                </a:lnTo>
                <a:lnTo>
                  <a:pt x="714844" y="2993186"/>
                </a:lnTo>
                <a:lnTo>
                  <a:pt x="714375" y="2994304"/>
                </a:lnTo>
                <a:lnTo>
                  <a:pt x="714375" y="2996933"/>
                </a:lnTo>
                <a:lnTo>
                  <a:pt x="714844" y="2998051"/>
                </a:lnTo>
                <a:lnTo>
                  <a:pt x="716711" y="2999917"/>
                </a:lnTo>
                <a:lnTo>
                  <a:pt x="717829" y="3000375"/>
                </a:lnTo>
                <a:lnTo>
                  <a:pt x="720458" y="3000375"/>
                </a:lnTo>
                <a:lnTo>
                  <a:pt x="721575" y="2999917"/>
                </a:lnTo>
                <a:lnTo>
                  <a:pt x="723442" y="2998051"/>
                </a:lnTo>
                <a:lnTo>
                  <a:pt x="723900" y="2996933"/>
                </a:lnTo>
                <a:lnTo>
                  <a:pt x="723900" y="2994304"/>
                </a:lnTo>
                <a:close/>
              </a:path>
              <a:path w="9867900" h="3000375">
                <a:moveTo>
                  <a:pt x="723900" y="2567038"/>
                </a:moveTo>
                <a:lnTo>
                  <a:pt x="723442" y="2565920"/>
                </a:lnTo>
                <a:lnTo>
                  <a:pt x="721575" y="2564053"/>
                </a:lnTo>
                <a:lnTo>
                  <a:pt x="720458" y="2563596"/>
                </a:lnTo>
                <a:lnTo>
                  <a:pt x="717829" y="2563596"/>
                </a:lnTo>
                <a:lnTo>
                  <a:pt x="716711" y="2564053"/>
                </a:lnTo>
                <a:lnTo>
                  <a:pt x="714844" y="2565920"/>
                </a:lnTo>
                <a:lnTo>
                  <a:pt x="714375" y="2567038"/>
                </a:lnTo>
                <a:lnTo>
                  <a:pt x="714375" y="2569667"/>
                </a:lnTo>
                <a:lnTo>
                  <a:pt x="714844" y="2570797"/>
                </a:lnTo>
                <a:lnTo>
                  <a:pt x="716711" y="2572651"/>
                </a:lnTo>
                <a:lnTo>
                  <a:pt x="717829" y="2573121"/>
                </a:lnTo>
                <a:lnTo>
                  <a:pt x="720458" y="2573121"/>
                </a:lnTo>
                <a:lnTo>
                  <a:pt x="721575" y="2572651"/>
                </a:lnTo>
                <a:lnTo>
                  <a:pt x="723442" y="2570797"/>
                </a:lnTo>
                <a:lnTo>
                  <a:pt x="723900" y="2569667"/>
                </a:lnTo>
                <a:lnTo>
                  <a:pt x="723900" y="2567038"/>
                </a:lnTo>
                <a:close/>
              </a:path>
              <a:path w="9867900" h="3000375">
                <a:moveTo>
                  <a:pt x="723900" y="2139772"/>
                </a:moveTo>
                <a:lnTo>
                  <a:pt x="723442" y="2138654"/>
                </a:lnTo>
                <a:lnTo>
                  <a:pt x="721575" y="2136787"/>
                </a:lnTo>
                <a:lnTo>
                  <a:pt x="720458" y="2136330"/>
                </a:lnTo>
                <a:lnTo>
                  <a:pt x="717829" y="2136330"/>
                </a:lnTo>
                <a:lnTo>
                  <a:pt x="716711" y="2136787"/>
                </a:lnTo>
                <a:lnTo>
                  <a:pt x="714844" y="2138654"/>
                </a:lnTo>
                <a:lnTo>
                  <a:pt x="714375" y="2139772"/>
                </a:lnTo>
                <a:lnTo>
                  <a:pt x="714375" y="2142401"/>
                </a:lnTo>
                <a:lnTo>
                  <a:pt x="714844" y="2143531"/>
                </a:lnTo>
                <a:lnTo>
                  <a:pt x="716711" y="2145385"/>
                </a:lnTo>
                <a:lnTo>
                  <a:pt x="717829" y="2145855"/>
                </a:lnTo>
                <a:lnTo>
                  <a:pt x="720458" y="2145855"/>
                </a:lnTo>
                <a:lnTo>
                  <a:pt x="721575" y="2145385"/>
                </a:lnTo>
                <a:lnTo>
                  <a:pt x="723442" y="2143531"/>
                </a:lnTo>
                <a:lnTo>
                  <a:pt x="723900" y="2142401"/>
                </a:lnTo>
                <a:lnTo>
                  <a:pt x="723900" y="2139772"/>
                </a:lnTo>
                <a:close/>
              </a:path>
              <a:path w="9867900" h="3000375">
                <a:moveTo>
                  <a:pt x="723900" y="1712506"/>
                </a:moveTo>
                <a:lnTo>
                  <a:pt x="723442" y="1711388"/>
                </a:lnTo>
                <a:lnTo>
                  <a:pt x="721575" y="1709534"/>
                </a:lnTo>
                <a:lnTo>
                  <a:pt x="720458" y="1709064"/>
                </a:lnTo>
                <a:lnTo>
                  <a:pt x="717829" y="1709064"/>
                </a:lnTo>
                <a:lnTo>
                  <a:pt x="716711" y="1709534"/>
                </a:lnTo>
                <a:lnTo>
                  <a:pt x="714844" y="1711388"/>
                </a:lnTo>
                <a:lnTo>
                  <a:pt x="714375" y="1712506"/>
                </a:lnTo>
                <a:lnTo>
                  <a:pt x="714375" y="1715135"/>
                </a:lnTo>
                <a:lnTo>
                  <a:pt x="714844" y="1716265"/>
                </a:lnTo>
                <a:lnTo>
                  <a:pt x="716711" y="1718119"/>
                </a:lnTo>
                <a:lnTo>
                  <a:pt x="717829" y="1718589"/>
                </a:lnTo>
                <a:lnTo>
                  <a:pt x="720458" y="1718589"/>
                </a:lnTo>
                <a:lnTo>
                  <a:pt x="721575" y="1718119"/>
                </a:lnTo>
                <a:lnTo>
                  <a:pt x="723442" y="1716265"/>
                </a:lnTo>
                <a:lnTo>
                  <a:pt x="723900" y="1715135"/>
                </a:lnTo>
                <a:lnTo>
                  <a:pt x="723900" y="1712506"/>
                </a:lnTo>
                <a:close/>
              </a:path>
              <a:path w="9867900" h="3000375">
                <a:moveTo>
                  <a:pt x="723900" y="1285252"/>
                </a:moveTo>
                <a:lnTo>
                  <a:pt x="723442" y="1284122"/>
                </a:lnTo>
                <a:lnTo>
                  <a:pt x="721575" y="1282268"/>
                </a:lnTo>
                <a:lnTo>
                  <a:pt x="720458" y="1281798"/>
                </a:lnTo>
                <a:lnTo>
                  <a:pt x="717829" y="1281798"/>
                </a:lnTo>
                <a:lnTo>
                  <a:pt x="716711" y="1282268"/>
                </a:lnTo>
                <a:lnTo>
                  <a:pt x="714844" y="1284122"/>
                </a:lnTo>
                <a:lnTo>
                  <a:pt x="714375" y="1285252"/>
                </a:lnTo>
                <a:lnTo>
                  <a:pt x="714375" y="1287881"/>
                </a:lnTo>
                <a:lnTo>
                  <a:pt x="714844" y="1288999"/>
                </a:lnTo>
                <a:lnTo>
                  <a:pt x="716711" y="1290853"/>
                </a:lnTo>
                <a:lnTo>
                  <a:pt x="717829" y="1291323"/>
                </a:lnTo>
                <a:lnTo>
                  <a:pt x="720458" y="1291323"/>
                </a:lnTo>
                <a:lnTo>
                  <a:pt x="721575" y="1290853"/>
                </a:lnTo>
                <a:lnTo>
                  <a:pt x="723442" y="1288999"/>
                </a:lnTo>
                <a:lnTo>
                  <a:pt x="723900" y="1287881"/>
                </a:lnTo>
                <a:lnTo>
                  <a:pt x="723900" y="1285252"/>
                </a:lnTo>
                <a:close/>
              </a:path>
              <a:path w="9867900" h="3000375">
                <a:moveTo>
                  <a:pt x="723900" y="857986"/>
                </a:moveTo>
                <a:lnTo>
                  <a:pt x="723442" y="856856"/>
                </a:lnTo>
                <a:lnTo>
                  <a:pt x="721575" y="855002"/>
                </a:lnTo>
                <a:lnTo>
                  <a:pt x="720458" y="854532"/>
                </a:lnTo>
                <a:lnTo>
                  <a:pt x="717829" y="854532"/>
                </a:lnTo>
                <a:lnTo>
                  <a:pt x="716711" y="855002"/>
                </a:lnTo>
                <a:lnTo>
                  <a:pt x="714844" y="856856"/>
                </a:lnTo>
                <a:lnTo>
                  <a:pt x="714375" y="857986"/>
                </a:lnTo>
                <a:lnTo>
                  <a:pt x="714375" y="860615"/>
                </a:lnTo>
                <a:lnTo>
                  <a:pt x="714844" y="861733"/>
                </a:lnTo>
                <a:lnTo>
                  <a:pt x="716711" y="863600"/>
                </a:lnTo>
                <a:lnTo>
                  <a:pt x="717829" y="864057"/>
                </a:lnTo>
                <a:lnTo>
                  <a:pt x="720458" y="864057"/>
                </a:lnTo>
                <a:lnTo>
                  <a:pt x="721575" y="863600"/>
                </a:lnTo>
                <a:lnTo>
                  <a:pt x="723442" y="861733"/>
                </a:lnTo>
                <a:lnTo>
                  <a:pt x="723900" y="860615"/>
                </a:lnTo>
                <a:lnTo>
                  <a:pt x="723900" y="857986"/>
                </a:lnTo>
                <a:close/>
              </a:path>
              <a:path w="9867900" h="3000375">
                <a:moveTo>
                  <a:pt x="723900" y="430720"/>
                </a:moveTo>
                <a:lnTo>
                  <a:pt x="723442" y="429590"/>
                </a:lnTo>
                <a:lnTo>
                  <a:pt x="721575" y="427736"/>
                </a:lnTo>
                <a:lnTo>
                  <a:pt x="720458" y="427266"/>
                </a:lnTo>
                <a:lnTo>
                  <a:pt x="717829" y="427266"/>
                </a:lnTo>
                <a:lnTo>
                  <a:pt x="716711" y="427736"/>
                </a:lnTo>
                <a:lnTo>
                  <a:pt x="714844" y="429590"/>
                </a:lnTo>
                <a:lnTo>
                  <a:pt x="714375" y="430720"/>
                </a:lnTo>
                <a:lnTo>
                  <a:pt x="714375" y="433349"/>
                </a:lnTo>
                <a:lnTo>
                  <a:pt x="714844" y="434467"/>
                </a:lnTo>
                <a:lnTo>
                  <a:pt x="716711" y="436333"/>
                </a:lnTo>
                <a:lnTo>
                  <a:pt x="717829" y="436791"/>
                </a:lnTo>
                <a:lnTo>
                  <a:pt x="720458" y="436791"/>
                </a:lnTo>
                <a:lnTo>
                  <a:pt x="721575" y="436333"/>
                </a:lnTo>
                <a:lnTo>
                  <a:pt x="723442" y="434467"/>
                </a:lnTo>
                <a:lnTo>
                  <a:pt x="723900" y="433349"/>
                </a:lnTo>
                <a:lnTo>
                  <a:pt x="723900" y="430720"/>
                </a:lnTo>
                <a:close/>
              </a:path>
              <a:path w="9867900" h="300037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9867900" h="3000375">
                <a:moveTo>
                  <a:pt x="771525" y="2994304"/>
                </a:moveTo>
                <a:lnTo>
                  <a:pt x="771067" y="2993186"/>
                </a:lnTo>
                <a:lnTo>
                  <a:pt x="769200" y="2991320"/>
                </a:lnTo>
                <a:lnTo>
                  <a:pt x="768083" y="2990850"/>
                </a:lnTo>
                <a:lnTo>
                  <a:pt x="765454" y="2990850"/>
                </a:lnTo>
                <a:lnTo>
                  <a:pt x="764336" y="2991320"/>
                </a:lnTo>
                <a:lnTo>
                  <a:pt x="762469" y="2993186"/>
                </a:lnTo>
                <a:lnTo>
                  <a:pt x="762000" y="2994304"/>
                </a:lnTo>
                <a:lnTo>
                  <a:pt x="762000" y="2996933"/>
                </a:lnTo>
                <a:lnTo>
                  <a:pt x="762469" y="2998051"/>
                </a:lnTo>
                <a:lnTo>
                  <a:pt x="764336" y="2999917"/>
                </a:lnTo>
                <a:lnTo>
                  <a:pt x="765454" y="3000375"/>
                </a:lnTo>
                <a:lnTo>
                  <a:pt x="768083" y="3000375"/>
                </a:lnTo>
                <a:lnTo>
                  <a:pt x="769200" y="2999917"/>
                </a:lnTo>
                <a:lnTo>
                  <a:pt x="771067" y="2998051"/>
                </a:lnTo>
                <a:lnTo>
                  <a:pt x="771525" y="2996933"/>
                </a:lnTo>
                <a:lnTo>
                  <a:pt x="771525" y="2994304"/>
                </a:lnTo>
                <a:close/>
              </a:path>
              <a:path w="9867900" h="3000375">
                <a:moveTo>
                  <a:pt x="771525" y="2567038"/>
                </a:moveTo>
                <a:lnTo>
                  <a:pt x="771067" y="2565920"/>
                </a:lnTo>
                <a:lnTo>
                  <a:pt x="769200" y="2564053"/>
                </a:lnTo>
                <a:lnTo>
                  <a:pt x="768083" y="2563596"/>
                </a:lnTo>
                <a:lnTo>
                  <a:pt x="765454" y="2563596"/>
                </a:lnTo>
                <a:lnTo>
                  <a:pt x="764336" y="2564053"/>
                </a:lnTo>
                <a:lnTo>
                  <a:pt x="762469" y="2565920"/>
                </a:lnTo>
                <a:lnTo>
                  <a:pt x="762000" y="2567038"/>
                </a:lnTo>
                <a:lnTo>
                  <a:pt x="762000" y="2569667"/>
                </a:lnTo>
                <a:lnTo>
                  <a:pt x="762469" y="2570797"/>
                </a:lnTo>
                <a:lnTo>
                  <a:pt x="764336" y="2572651"/>
                </a:lnTo>
                <a:lnTo>
                  <a:pt x="765454" y="2573121"/>
                </a:lnTo>
                <a:lnTo>
                  <a:pt x="768083" y="2573121"/>
                </a:lnTo>
                <a:lnTo>
                  <a:pt x="769200" y="2572651"/>
                </a:lnTo>
                <a:lnTo>
                  <a:pt x="771067" y="2570797"/>
                </a:lnTo>
                <a:lnTo>
                  <a:pt x="771525" y="2569667"/>
                </a:lnTo>
                <a:lnTo>
                  <a:pt x="771525" y="2567038"/>
                </a:lnTo>
                <a:close/>
              </a:path>
              <a:path w="9867900" h="3000375">
                <a:moveTo>
                  <a:pt x="771525" y="2139772"/>
                </a:moveTo>
                <a:lnTo>
                  <a:pt x="771067" y="2138654"/>
                </a:lnTo>
                <a:lnTo>
                  <a:pt x="769200" y="2136787"/>
                </a:lnTo>
                <a:lnTo>
                  <a:pt x="768083" y="2136330"/>
                </a:lnTo>
                <a:lnTo>
                  <a:pt x="765454" y="2136330"/>
                </a:lnTo>
                <a:lnTo>
                  <a:pt x="764336" y="2136787"/>
                </a:lnTo>
                <a:lnTo>
                  <a:pt x="762469" y="2138654"/>
                </a:lnTo>
                <a:lnTo>
                  <a:pt x="762000" y="2139772"/>
                </a:lnTo>
                <a:lnTo>
                  <a:pt x="762000" y="2142401"/>
                </a:lnTo>
                <a:lnTo>
                  <a:pt x="762469" y="2143531"/>
                </a:lnTo>
                <a:lnTo>
                  <a:pt x="764336" y="2145385"/>
                </a:lnTo>
                <a:lnTo>
                  <a:pt x="765454" y="2145855"/>
                </a:lnTo>
                <a:lnTo>
                  <a:pt x="768083" y="2145855"/>
                </a:lnTo>
                <a:lnTo>
                  <a:pt x="769200" y="2145385"/>
                </a:lnTo>
                <a:lnTo>
                  <a:pt x="771067" y="2143531"/>
                </a:lnTo>
                <a:lnTo>
                  <a:pt x="771525" y="2142401"/>
                </a:lnTo>
                <a:lnTo>
                  <a:pt x="771525" y="2139772"/>
                </a:lnTo>
                <a:close/>
              </a:path>
              <a:path w="9867900" h="3000375">
                <a:moveTo>
                  <a:pt x="771525" y="1712506"/>
                </a:moveTo>
                <a:lnTo>
                  <a:pt x="771067" y="1711388"/>
                </a:lnTo>
                <a:lnTo>
                  <a:pt x="769200" y="1709534"/>
                </a:lnTo>
                <a:lnTo>
                  <a:pt x="768083" y="1709064"/>
                </a:lnTo>
                <a:lnTo>
                  <a:pt x="765454" y="1709064"/>
                </a:lnTo>
                <a:lnTo>
                  <a:pt x="764336" y="1709534"/>
                </a:lnTo>
                <a:lnTo>
                  <a:pt x="762469" y="1711388"/>
                </a:lnTo>
                <a:lnTo>
                  <a:pt x="762000" y="1712506"/>
                </a:lnTo>
                <a:lnTo>
                  <a:pt x="762000" y="1715135"/>
                </a:lnTo>
                <a:lnTo>
                  <a:pt x="762469" y="1716265"/>
                </a:lnTo>
                <a:lnTo>
                  <a:pt x="764336" y="1718119"/>
                </a:lnTo>
                <a:lnTo>
                  <a:pt x="765454" y="1718589"/>
                </a:lnTo>
                <a:lnTo>
                  <a:pt x="768083" y="1718589"/>
                </a:lnTo>
                <a:lnTo>
                  <a:pt x="769200" y="1718119"/>
                </a:lnTo>
                <a:lnTo>
                  <a:pt x="771067" y="1716265"/>
                </a:lnTo>
                <a:lnTo>
                  <a:pt x="771525" y="1715135"/>
                </a:lnTo>
                <a:lnTo>
                  <a:pt x="771525" y="1712506"/>
                </a:lnTo>
                <a:close/>
              </a:path>
              <a:path w="9867900" h="3000375">
                <a:moveTo>
                  <a:pt x="771525" y="1285252"/>
                </a:moveTo>
                <a:lnTo>
                  <a:pt x="771067" y="1284122"/>
                </a:lnTo>
                <a:lnTo>
                  <a:pt x="769200" y="1282268"/>
                </a:lnTo>
                <a:lnTo>
                  <a:pt x="768083" y="1281798"/>
                </a:lnTo>
                <a:lnTo>
                  <a:pt x="765454" y="1281798"/>
                </a:lnTo>
                <a:lnTo>
                  <a:pt x="764336" y="1282268"/>
                </a:lnTo>
                <a:lnTo>
                  <a:pt x="762469" y="1284122"/>
                </a:lnTo>
                <a:lnTo>
                  <a:pt x="762000" y="1285252"/>
                </a:lnTo>
                <a:lnTo>
                  <a:pt x="762000" y="1287881"/>
                </a:lnTo>
                <a:lnTo>
                  <a:pt x="762469" y="1288999"/>
                </a:lnTo>
                <a:lnTo>
                  <a:pt x="764336" y="1290853"/>
                </a:lnTo>
                <a:lnTo>
                  <a:pt x="765454" y="1291323"/>
                </a:lnTo>
                <a:lnTo>
                  <a:pt x="768083" y="1291323"/>
                </a:lnTo>
                <a:lnTo>
                  <a:pt x="769200" y="1290853"/>
                </a:lnTo>
                <a:lnTo>
                  <a:pt x="771067" y="1288999"/>
                </a:lnTo>
                <a:lnTo>
                  <a:pt x="771525" y="1287881"/>
                </a:lnTo>
                <a:lnTo>
                  <a:pt x="771525" y="1285252"/>
                </a:lnTo>
                <a:close/>
              </a:path>
              <a:path w="9867900" h="3000375">
                <a:moveTo>
                  <a:pt x="771525" y="857986"/>
                </a:moveTo>
                <a:lnTo>
                  <a:pt x="771067" y="856856"/>
                </a:lnTo>
                <a:lnTo>
                  <a:pt x="769200" y="855002"/>
                </a:lnTo>
                <a:lnTo>
                  <a:pt x="768083" y="854532"/>
                </a:lnTo>
                <a:lnTo>
                  <a:pt x="765454" y="854532"/>
                </a:lnTo>
                <a:lnTo>
                  <a:pt x="764336" y="855002"/>
                </a:lnTo>
                <a:lnTo>
                  <a:pt x="762469" y="856856"/>
                </a:lnTo>
                <a:lnTo>
                  <a:pt x="762000" y="857986"/>
                </a:lnTo>
                <a:lnTo>
                  <a:pt x="762000" y="860615"/>
                </a:lnTo>
                <a:lnTo>
                  <a:pt x="762469" y="861733"/>
                </a:lnTo>
                <a:lnTo>
                  <a:pt x="764336" y="863600"/>
                </a:lnTo>
                <a:lnTo>
                  <a:pt x="765454" y="864057"/>
                </a:lnTo>
                <a:lnTo>
                  <a:pt x="768083" y="864057"/>
                </a:lnTo>
                <a:lnTo>
                  <a:pt x="769200" y="863600"/>
                </a:lnTo>
                <a:lnTo>
                  <a:pt x="771067" y="861733"/>
                </a:lnTo>
                <a:lnTo>
                  <a:pt x="771525" y="860615"/>
                </a:lnTo>
                <a:lnTo>
                  <a:pt x="771525" y="857986"/>
                </a:lnTo>
                <a:close/>
              </a:path>
              <a:path w="9867900" h="3000375">
                <a:moveTo>
                  <a:pt x="771525" y="430720"/>
                </a:moveTo>
                <a:lnTo>
                  <a:pt x="771067" y="429590"/>
                </a:lnTo>
                <a:lnTo>
                  <a:pt x="769200" y="427736"/>
                </a:lnTo>
                <a:lnTo>
                  <a:pt x="768083" y="427266"/>
                </a:lnTo>
                <a:lnTo>
                  <a:pt x="765454" y="427266"/>
                </a:lnTo>
                <a:lnTo>
                  <a:pt x="764336" y="427736"/>
                </a:lnTo>
                <a:lnTo>
                  <a:pt x="762469" y="429590"/>
                </a:lnTo>
                <a:lnTo>
                  <a:pt x="762000" y="430720"/>
                </a:lnTo>
                <a:lnTo>
                  <a:pt x="762000" y="433349"/>
                </a:lnTo>
                <a:lnTo>
                  <a:pt x="762469" y="434467"/>
                </a:lnTo>
                <a:lnTo>
                  <a:pt x="764336" y="436333"/>
                </a:lnTo>
                <a:lnTo>
                  <a:pt x="765454" y="436791"/>
                </a:lnTo>
                <a:lnTo>
                  <a:pt x="768083" y="436791"/>
                </a:lnTo>
                <a:lnTo>
                  <a:pt x="769200" y="436333"/>
                </a:lnTo>
                <a:lnTo>
                  <a:pt x="771067" y="434467"/>
                </a:lnTo>
                <a:lnTo>
                  <a:pt x="771525" y="433349"/>
                </a:lnTo>
                <a:lnTo>
                  <a:pt x="771525" y="430720"/>
                </a:lnTo>
                <a:close/>
              </a:path>
              <a:path w="9867900" h="300037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9867900" h="3000375">
                <a:moveTo>
                  <a:pt x="819150" y="2994304"/>
                </a:moveTo>
                <a:lnTo>
                  <a:pt x="818692" y="2993186"/>
                </a:lnTo>
                <a:lnTo>
                  <a:pt x="816825" y="2991320"/>
                </a:lnTo>
                <a:lnTo>
                  <a:pt x="815708" y="2990850"/>
                </a:lnTo>
                <a:lnTo>
                  <a:pt x="813079" y="2990850"/>
                </a:lnTo>
                <a:lnTo>
                  <a:pt x="811961" y="2991320"/>
                </a:lnTo>
                <a:lnTo>
                  <a:pt x="810094" y="2993186"/>
                </a:lnTo>
                <a:lnTo>
                  <a:pt x="809625" y="2994304"/>
                </a:lnTo>
                <a:lnTo>
                  <a:pt x="809625" y="2996933"/>
                </a:lnTo>
                <a:lnTo>
                  <a:pt x="810094" y="2998051"/>
                </a:lnTo>
                <a:lnTo>
                  <a:pt x="811961" y="2999917"/>
                </a:lnTo>
                <a:lnTo>
                  <a:pt x="813079" y="3000375"/>
                </a:lnTo>
                <a:lnTo>
                  <a:pt x="815708" y="3000375"/>
                </a:lnTo>
                <a:lnTo>
                  <a:pt x="816825" y="2999917"/>
                </a:lnTo>
                <a:lnTo>
                  <a:pt x="818692" y="2998051"/>
                </a:lnTo>
                <a:lnTo>
                  <a:pt x="819150" y="2996933"/>
                </a:lnTo>
                <a:lnTo>
                  <a:pt x="819150" y="2994304"/>
                </a:lnTo>
                <a:close/>
              </a:path>
              <a:path w="9867900" h="3000375">
                <a:moveTo>
                  <a:pt x="819150" y="2567038"/>
                </a:moveTo>
                <a:lnTo>
                  <a:pt x="818692" y="2565920"/>
                </a:lnTo>
                <a:lnTo>
                  <a:pt x="816825" y="2564053"/>
                </a:lnTo>
                <a:lnTo>
                  <a:pt x="815708" y="2563596"/>
                </a:lnTo>
                <a:lnTo>
                  <a:pt x="813079" y="2563596"/>
                </a:lnTo>
                <a:lnTo>
                  <a:pt x="811961" y="2564053"/>
                </a:lnTo>
                <a:lnTo>
                  <a:pt x="810094" y="2565920"/>
                </a:lnTo>
                <a:lnTo>
                  <a:pt x="809625" y="2567038"/>
                </a:lnTo>
                <a:lnTo>
                  <a:pt x="809625" y="2569667"/>
                </a:lnTo>
                <a:lnTo>
                  <a:pt x="810094" y="2570797"/>
                </a:lnTo>
                <a:lnTo>
                  <a:pt x="811961" y="2572651"/>
                </a:lnTo>
                <a:lnTo>
                  <a:pt x="813079" y="2573121"/>
                </a:lnTo>
                <a:lnTo>
                  <a:pt x="815708" y="2573121"/>
                </a:lnTo>
                <a:lnTo>
                  <a:pt x="816825" y="2572651"/>
                </a:lnTo>
                <a:lnTo>
                  <a:pt x="818692" y="2570797"/>
                </a:lnTo>
                <a:lnTo>
                  <a:pt x="819150" y="2569667"/>
                </a:lnTo>
                <a:lnTo>
                  <a:pt x="819150" y="2567038"/>
                </a:lnTo>
                <a:close/>
              </a:path>
              <a:path w="9867900" h="3000375">
                <a:moveTo>
                  <a:pt x="819150" y="2139772"/>
                </a:moveTo>
                <a:lnTo>
                  <a:pt x="818692" y="2138654"/>
                </a:lnTo>
                <a:lnTo>
                  <a:pt x="816825" y="2136787"/>
                </a:lnTo>
                <a:lnTo>
                  <a:pt x="815708" y="2136330"/>
                </a:lnTo>
                <a:lnTo>
                  <a:pt x="813079" y="2136330"/>
                </a:lnTo>
                <a:lnTo>
                  <a:pt x="811961" y="2136787"/>
                </a:lnTo>
                <a:lnTo>
                  <a:pt x="810094" y="2138654"/>
                </a:lnTo>
                <a:lnTo>
                  <a:pt x="809625" y="2139772"/>
                </a:lnTo>
                <a:lnTo>
                  <a:pt x="809625" y="2142401"/>
                </a:lnTo>
                <a:lnTo>
                  <a:pt x="810094" y="2143531"/>
                </a:lnTo>
                <a:lnTo>
                  <a:pt x="811961" y="2145385"/>
                </a:lnTo>
                <a:lnTo>
                  <a:pt x="813079" y="2145855"/>
                </a:lnTo>
                <a:lnTo>
                  <a:pt x="815708" y="2145855"/>
                </a:lnTo>
                <a:lnTo>
                  <a:pt x="816825" y="2145385"/>
                </a:lnTo>
                <a:lnTo>
                  <a:pt x="818692" y="2143531"/>
                </a:lnTo>
                <a:lnTo>
                  <a:pt x="819150" y="2142401"/>
                </a:lnTo>
                <a:lnTo>
                  <a:pt x="819150" y="2139772"/>
                </a:lnTo>
                <a:close/>
              </a:path>
              <a:path w="9867900" h="3000375">
                <a:moveTo>
                  <a:pt x="819150" y="1712506"/>
                </a:moveTo>
                <a:lnTo>
                  <a:pt x="818692" y="1711388"/>
                </a:lnTo>
                <a:lnTo>
                  <a:pt x="816825" y="1709534"/>
                </a:lnTo>
                <a:lnTo>
                  <a:pt x="815708" y="1709064"/>
                </a:lnTo>
                <a:lnTo>
                  <a:pt x="813079" y="1709064"/>
                </a:lnTo>
                <a:lnTo>
                  <a:pt x="811961" y="1709534"/>
                </a:lnTo>
                <a:lnTo>
                  <a:pt x="810094" y="1711388"/>
                </a:lnTo>
                <a:lnTo>
                  <a:pt x="809625" y="1712506"/>
                </a:lnTo>
                <a:lnTo>
                  <a:pt x="809625" y="1715135"/>
                </a:lnTo>
                <a:lnTo>
                  <a:pt x="810094" y="1716265"/>
                </a:lnTo>
                <a:lnTo>
                  <a:pt x="811961" y="1718119"/>
                </a:lnTo>
                <a:lnTo>
                  <a:pt x="813079" y="1718589"/>
                </a:lnTo>
                <a:lnTo>
                  <a:pt x="815708" y="1718589"/>
                </a:lnTo>
                <a:lnTo>
                  <a:pt x="816825" y="1718119"/>
                </a:lnTo>
                <a:lnTo>
                  <a:pt x="818692" y="1716265"/>
                </a:lnTo>
                <a:lnTo>
                  <a:pt x="819150" y="1715135"/>
                </a:lnTo>
                <a:lnTo>
                  <a:pt x="819150" y="1712506"/>
                </a:lnTo>
                <a:close/>
              </a:path>
              <a:path w="9867900" h="3000375">
                <a:moveTo>
                  <a:pt x="819150" y="1285252"/>
                </a:moveTo>
                <a:lnTo>
                  <a:pt x="818692" y="1284122"/>
                </a:lnTo>
                <a:lnTo>
                  <a:pt x="816825" y="1282268"/>
                </a:lnTo>
                <a:lnTo>
                  <a:pt x="815708" y="1281798"/>
                </a:lnTo>
                <a:lnTo>
                  <a:pt x="813079" y="1281798"/>
                </a:lnTo>
                <a:lnTo>
                  <a:pt x="811961" y="1282268"/>
                </a:lnTo>
                <a:lnTo>
                  <a:pt x="810094" y="1284122"/>
                </a:lnTo>
                <a:lnTo>
                  <a:pt x="809625" y="1285252"/>
                </a:lnTo>
                <a:lnTo>
                  <a:pt x="809625" y="1287881"/>
                </a:lnTo>
                <a:lnTo>
                  <a:pt x="810094" y="1288999"/>
                </a:lnTo>
                <a:lnTo>
                  <a:pt x="811961" y="1290853"/>
                </a:lnTo>
                <a:lnTo>
                  <a:pt x="813079" y="1291323"/>
                </a:lnTo>
                <a:lnTo>
                  <a:pt x="815708" y="1291323"/>
                </a:lnTo>
                <a:lnTo>
                  <a:pt x="816825" y="1290853"/>
                </a:lnTo>
                <a:lnTo>
                  <a:pt x="818692" y="1288999"/>
                </a:lnTo>
                <a:lnTo>
                  <a:pt x="819150" y="1287881"/>
                </a:lnTo>
                <a:lnTo>
                  <a:pt x="819150" y="1285252"/>
                </a:lnTo>
                <a:close/>
              </a:path>
              <a:path w="9867900" h="3000375">
                <a:moveTo>
                  <a:pt x="819150" y="857986"/>
                </a:moveTo>
                <a:lnTo>
                  <a:pt x="818692" y="856856"/>
                </a:lnTo>
                <a:lnTo>
                  <a:pt x="816825" y="855002"/>
                </a:lnTo>
                <a:lnTo>
                  <a:pt x="815708" y="854532"/>
                </a:lnTo>
                <a:lnTo>
                  <a:pt x="813079" y="854532"/>
                </a:lnTo>
                <a:lnTo>
                  <a:pt x="811961" y="855002"/>
                </a:lnTo>
                <a:lnTo>
                  <a:pt x="810094" y="856856"/>
                </a:lnTo>
                <a:lnTo>
                  <a:pt x="809625" y="857986"/>
                </a:lnTo>
                <a:lnTo>
                  <a:pt x="809625" y="860615"/>
                </a:lnTo>
                <a:lnTo>
                  <a:pt x="810094" y="861733"/>
                </a:lnTo>
                <a:lnTo>
                  <a:pt x="811961" y="863600"/>
                </a:lnTo>
                <a:lnTo>
                  <a:pt x="813079" y="864057"/>
                </a:lnTo>
                <a:lnTo>
                  <a:pt x="815708" y="864057"/>
                </a:lnTo>
                <a:lnTo>
                  <a:pt x="816825" y="863600"/>
                </a:lnTo>
                <a:lnTo>
                  <a:pt x="818692" y="861733"/>
                </a:lnTo>
                <a:lnTo>
                  <a:pt x="819150" y="860615"/>
                </a:lnTo>
                <a:lnTo>
                  <a:pt x="819150" y="857986"/>
                </a:lnTo>
                <a:close/>
              </a:path>
              <a:path w="9867900" h="3000375">
                <a:moveTo>
                  <a:pt x="819150" y="430720"/>
                </a:moveTo>
                <a:lnTo>
                  <a:pt x="818692" y="429590"/>
                </a:lnTo>
                <a:lnTo>
                  <a:pt x="816825" y="427736"/>
                </a:lnTo>
                <a:lnTo>
                  <a:pt x="815708" y="427266"/>
                </a:lnTo>
                <a:lnTo>
                  <a:pt x="813079" y="427266"/>
                </a:lnTo>
                <a:lnTo>
                  <a:pt x="811961" y="427736"/>
                </a:lnTo>
                <a:lnTo>
                  <a:pt x="810094" y="429590"/>
                </a:lnTo>
                <a:lnTo>
                  <a:pt x="809625" y="430720"/>
                </a:lnTo>
                <a:lnTo>
                  <a:pt x="809625" y="433349"/>
                </a:lnTo>
                <a:lnTo>
                  <a:pt x="810094" y="434467"/>
                </a:lnTo>
                <a:lnTo>
                  <a:pt x="811961" y="436333"/>
                </a:lnTo>
                <a:lnTo>
                  <a:pt x="813079" y="436791"/>
                </a:lnTo>
                <a:lnTo>
                  <a:pt x="815708" y="436791"/>
                </a:lnTo>
                <a:lnTo>
                  <a:pt x="816825" y="436333"/>
                </a:lnTo>
                <a:lnTo>
                  <a:pt x="818692" y="434467"/>
                </a:lnTo>
                <a:lnTo>
                  <a:pt x="819150" y="433349"/>
                </a:lnTo>
                <a:lnTo>
                  <a:pt x="819150" y="430720"/>
                </a:lnTo>
                <a:close/>
              </a:path>
              <a:path w="9867900" h="300037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9867900" h="3000375">
                <a:moveTo>
                  <a:pt x="866775" y="2994304"/>
                </a:moveTo>
                <a:lnTo>
                  <a:pt x="866317" y="2993186"/>
                </a:lnTo>
                <a:lnTo>
                  <a:pt x="864450" y="2991320"/>
                </a:lnTo>
                <a:lnTo>
                  <a:pt x="863333" y="2990850"/>
                </a:lnTo>
                <a:lnTo>
                  <a:pt x="860704" y="2990850"/>
                </a:lnTo>
                <a:lnTo>
                  <a:pt x="859586" y="2991320"/>
                </a:lnTo>
                <a:lnTo>
                  <a:pt x="857719" y="2993186"/>
                </a:lnTo>
                <a:lnTo>
                  <a:pt x="857250" y="2994304"/>
                </a:lnTo>
                <a:lnTo>
                  <a:pt x="857250" y="2996933"/>
                </a:lnTo>
                <a:lnTo>
                  <a:pt x="857719" y="2998051"/>
                </a:lnTo>
                <a:lnTo>
                  <a:pt x="859586" y="2999917"/>
                </a:lnTo>
                <a:lnTo>
                  <a:pt x="860704" y="3000375"/>
                </a:lnTo>
                <a:lnTo>
                  <a:pt x="863333" y="3000375"/>
                </a:lnTo>
                <a:lnTo>
                  <a:pt x="864450" y="2999917"/>
                </a:lnTo>
                <a:lnTo>
                  <a:pt x="866317" y="2998051"/>
                </a:lnTo>
                <a:lnTo>
                  <a:pt x="866775" y="2996933"/>
                </a:lnTo>
                <a:lnTo>
                  <a:pt x="866775" y="2994304"/>
                </a:lnTo>
                <a:close/>
              </a:path>
              <a:path w="9867900" h="3000375">
                <a:moveTo>
                  <a:pt x="866775" y="2567038"/>
                </a:moveTo>
                <a:lnTo>
                  <a:pt x="866317" y="2565920"/>
                </a:lnTo>
                <a:lnTo>
                  <a:pt x="864450" y="2564053"/>
                </a:lnTo>
                <a:lnTo>
                  <a:pt x="863333" y="2563596"/>
                </a:lnTo>
                <a:lnTo>
                  <a:pt x="860704" y="2563596"/>
                </a:lnTo>
                <a:lnTo>
                  <a:pt x="859586" y="2564053"/>
                </a:lnTo>
                <a:lnTo>
                  <a:pt x="857719" y="2565920"/>
                </a:lnTo>
                <a:lnTo>
                  <a:pt x="857250" y="2567038"/>
                </a:lnTo>
                <a:lnTo>
                  <a:pt x="857250" y="2569667"/>
                </a:lnTo>
                <a:lnTo>
                  <a:pt x="857719" y="2570797"/>
                </a:lnTo>
                <a:lnTo>
                  <a:pt x="859586" y="2572651"/>
                </a:lnTo>
                <a:lnTo>
                  <a:pt x="860704" y="2573121"/>
                </a:lnTo>
                <a:lnTo>
                  <a:pt x="863333" y="2573121"/>
                </a:lnTo>
                <a:lnTo>
                  <a:pt x="864450" y="2572651"/>
                </a:lnTo>
                <a:lnTo>
                  <a:pt x="866317" y="2570797"/>
                </a:lnTo>
                <a:lnTo>
                  <a:pt x="866775" y="2569667"/>
                </a:lnTo>
                <a:lnTo>
                  <a:pt x="866775" y="2567038"/>
                </a:lnTo>
                <a:close/>
              </a:path>
              <a:path w="9867900" h="3000375">
                <a:moveTo>
                  <a:pt x="866775" y="2139772"/>
                </a:moveTo>
                <a:lnTo>
                  <a:pt x="866317" y="2138654"/>
                </a:lnTo>
                <a:lnTo>
                  <a:pt x="864450" y="2136787"/>
                </a:lnTo>
                <a:lnTo>
                  <a:pt x="863333" y="2136330"/>
                </a:lnTo>
                <a:lnTo>
                  <a:pt x="860704" y="2136330"/>
                </a:lnTo>
                <a:lnTo>
                  <a:pt x="859586" y="2136787"/>
                </a:lnTo>
                <a:lnTo>
                  <a:pt x="857719" y="2138654"/>
                </a:lnTo>
                <a:lnTo>
                  <a:pt x="857250" y="2139772"/>
                </a:lnTo>
                <a:lnTo>
                  <a:pt x="857250" y="2142401"/>
                </a:lnTo>
                <a:lnTo>
                  <a:pt x="857719" y="2143531"/>
                </a:lnTo>
                <a:lnTo>
                  <a:pt x="859586" y="2145385"/>
                </a:lnTo>
                <a:lnTo>
                  <a:pt x="860704" y="2145855"/>
                </a:lnTo>
                <a:lnTo>
                  <a:pt x="863333" y="2145855"/>
                </a:lnTo>
                <a:lnTo>
                  <a:pt x="864450" y="2145385"/>
                </a:lnTo>
                <a:lnTo>
                  <a:pt x="866317" y="2143531"/>
                </a:lnTo>
                <a:lnTo>
                  <a:pt x="866775" y="2142401"/>
                </a:lnTo>
                <a:lnTo>
                  <a:pt x="866775" y="2139772"/>
                </a:lnTo>
                <a:close/>
              </a:path>
              <a:path w="9867900" h="3000375">
                <a:moveTo>
                  <a:pt x="866775" y="1712506"/>
                </a:moveTo>
                <a:lnTo>
                  <a:pt x="866317" y="1711388"/>
                </a:lnTo>
                <a:lnTo>
                  <a:pt x="864450" y="1709534"/>
                </a:lnTo>
                <a:lnTo>
                  <a:pt x="863333" y="1709064"/>
                </a:lnTo>
                <a:lnTo>
                  <a:pt x="860704" y="1709064"/>
                </a:lnTo>
                <a:lnTo>
                  <a:pt x="859586" y="1709534"/>
                </a:lnTo>
                <a:lnTo>
                  <a:pt x="857719" y="1711388"/>
                </a:lnTo>
                <a:lnTo>
                  <a:pt x="857250" y="1712506"/>
                </a:lnTo>
                <a:lnTo>
                  <a:pt x="857250" y="1715135"/>
                </a:lnTo>
                <a:lnTo>
                  <a:pt x="857719" y="1716265"/>
                </a:lnTo>
                <a:lnTo>
                  <a:pt x="859586" y="1718119"/>
                </a:lnTo>
                <a:lnTo>
                  <a:pt x="860704" y="1718589"/>
                </a:lnTo>
                <a:lnTo>
                  <a:pt x="863333" y="1718589"/>
                </a:lnTo>
                <a:lnTo>
                  <a:pt x="864450" y="1718119"/>
                </a:lnTo>
                <a:lnTo>
                  <a:pt x="866317" y="1716265"/>
                </a:lnTo>
                <a:lnTo>
                  <a:pt x="866775" y="1715135"/>
                </a:lnTo>
                <a:lnTo>
                  <a:pt x="866775" y="1712506"/>
                </a:lnTo>
                <a:close/>
              </a:path>
              <a:path w="9867900" h="3000375">
                <a:moveTo>
                  <a:pt x="866775" y="1285252"/>
                </a:moveTo>
                <a:lnTo>
                  <a:pt x="866317" y="1284122"/>
                </a:lnTo>
                <a:lnTo>
                  <a:pt x="864450" y="1282268"/>
                </a:lnTo>
                <a:lnTo>
                  <a:pt x="863333" y="1281798"/>
                </a:lnTo>
                <a:lnTo>
                  <a:pt x="860704" y="1281798"/>
                </a:lnTo>
                <a:lnTo>
                  <a:pt x="859586" y="1282268"/>
                </a:lnTo>
                <a:lnTo>
                  <a:pt x="857719" y="1284122"/>
                </a:lnTo>
                <a:lnTo>
                  <a:pt x="857250" y="1285252"/>
                </a:lnTo>
                <a:lnTo>
                  <a:pt x="857250" y="1287881"/>
                </a:lnTo>
                <a:lnTo>
                  <a:pt x="857719" y="1288999"/>
                </a:lnTo>
                <a:lnTo>
                  <a:pt x="859586" y="1290853"/>
                </a:lnTo>
                <a:lnTo>
                  <a:pt x="860704" y="1291323"/>
                </a:lnTo>
                <a:lnTo>
                  <a:pt x="863333" y="1291323"/>
                </a:lnTo>
                <a:lnTo>
                  <a:pt x="864450" y="1290853"/>
                </a:lnTo>
                <a:lnTo>
                  <a:pt x="866317" y="1288999"/>
                </a:lnTo>
                <a:lnTo>
                  <a:pt x="866775" y="1287881"/>
                </a:lnTo>
                <a:lnTo>
                  <a:pt x="866775" y="1285252"/>
                </a:lnTo>
                <a:close/>
              </a:path>
              <a:path w="9867900" h="3000375">
                <a:moveTo>
                  <a:pt x="866775" y="857986"/>
                </a:moveTo>
                <a:lnTo>
                  <a:pt x="866317" y="856856"/>
                </a:lnTo>
                <a:lnTo>
                  <a:pt x="864450" y="855002"/>
                </a:lnTo>
                <a:lnTo>
                  <a:pt x="863333" y="854532"/>
                </a:lnTo>
                <a:lnTo>
                  <a:pt x="860704" y="854532"/>
                </a:lnTo>
                <a:lnTo>
                  <a:pt x="859586" y="855002"/>
                </a:lnTo>
                <a:lnTo>
                  <a:pt x="857719" y="856856"/>
                </a:lnTo>
                <a:lnTo>
                  <a:pt x="857250" y="857986"/>
                </a:lnTo>
                <a:lnTo>
                  <a:pt x="857250" y="860615"/>
                </a:lnTo>
                <a:lnTo>
                  <a:pt x="857719" y="861733"/>
                </a:lnTo>
                <a:lnTo>
                  <a:pt x="859586" y="863600"/>
                </a:lnTo>
                <a:lnTo>
                  <a:pt x="860704" y="864057"/>
                </a:lnTo>
                <a:lnTo>
                  <a:pt x="863333" y="864057"/>
                </a:lnTo>
                <a:lnTo>
                  <a:pt x="864450" y="863600"/>
                </a:lnTo>
                <a:lnTo>
                  <a:pt x="866317" y="861733"/>
                </a:lnTo>
                <a:lnTo>
                  <a:pt x="866775" y="860615"/>
                </a:lnTo>
                <a:lnTo>
                  <a:pt x="866775" y="857986"/>
                </a:lnTo>
                <a:close/>
              </a:path>
              <a:path w="9867900" h="3000375">
                <a:moveTo>
                  <a:pt x="866775" y="430720"/>
                </a:moveTo>
                <a:lnTo>
                  <a:pt x="866317" y="429590"/>
                </a:lnTo>
                <a:lnTo>
                  <a:pt x="864450" y="427736"/>
                </a:lnTo>
                <a:lnTo>
                  <a:pt x="863333" y="427266"/>
                </a:lnTo>
                <a:lnTo>
                  <a:pt x="860704" y="427266"/>
                </a:lnTo>
                <a:lnTo>
                  <a:pt x="859586" y="427736"/>
                </a:lnTo>
                <a:lnTo>
                  <a:pt x="857719" y="429590"/>
                </a:lnTo>
                <a:lnTo>
                  <a:pt x="857250" y="430720"/>
                </a:lnTo>
                <a:lnTo>
                  <a:pt x="857250" y="433349"/>
                </a:lnTo>
                <a:lnTo>
                  <a:pt x="857719" y="434467"/>
                </a:lnTo>
                <a:lnTo>
                  <a:pt x="859586" y="436333"/>
                </a:lnTo>
                <a:lnTo>
                  <a:pt x="860704" y="436791"/>
                </a:lnTo>
                <a:lnTo>
                  <a:pt x="863333" y="436791"/>
                </a:lnTo>
                <a:lnTo>
                  <a:pt x="864450" y="436333"/>
                </a:lnTo>
                <a:lnTo>
                  <a:pt x="866317" y="434467"/>
                </a:lnTo>
                <a:lnTo>
                  <a:pt x="866775" y="433349"/>
                </a:lnTo>
                <a:lnTo>
                  <a:pt x="866775" y="430720"/>
                </a:lnTo>
                <a:close/>
              </a:path>
              <a:path w="9867900" h="300037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9867900" h="3000375">
                <a:moveTo>
                  <a:pt x="914400" y="2994304"/>
                </a:moveTo>
                <a:lnTo>
                  <a:pt x="913942" y="2993186"/>
                </a:lnTo>
                <a:lnTo>
                  <a:pt x="912075" y="2991320"/>
                </a:lnTo>
                <a:lnTo>
                  <a:pt x="910958" y="2990850"/>
                </a:lnTo>
                <a:lnTo>
                  <a:pt x="908329" y="2990850"/>
                </a:lnTo>
                <a:lnTo>
                  <a:pt x="907211" y="2991320"/>
                </a:lnTo>
                <a:lnTo>
                  <a:pt x="905344" y="2993186"/>
                </a:lnTo>
                <a:lnTo>
                  <a:pt x="904875" y="2994304"/>
                </a:lnTo>
                <a:lnTo>
                  <a:pt x="904875" y="2996933"/>
                </a:lnTo>
                <a:lnTo>
                  <a:pt x="905344" y="2998051"/>
                </a:lnTo>
                <a:lnTo>
                  <a:pt x="907211" y="2999917"/>
                </a:lnTo>
                <a:lnTo>
                  <a:pt x="908329" y="3000375"/>
                </a:lnTo>
                <a:lnTo>
                  <a:pt x="910958" y="3000375"/>
                </a:lnTo>
                <a:lnTo>
                  <a:pt x="912075" y="2999917"/>
                </a:lnTo>
                <a:lnTo>
                  <a:pt x="913942" y="2998051"/>
                </a:lnTo>
                <a:lnTo>
                  <a:pt x="914400" y="2996933"/>
                </a:lnTo>
                <a:lnTo>
                  <a:pt x="914400" y="2994304"/>
                </a:lnTo>
                <a:close/>
              </a:path>
              <a:path w="9867900" h="3000375">
                <a:moveTo>
                  <a:pt x="914400" y="2567038"/>
                </a:moveTo>
                <a:lnTo>
                  <a:pt x="913942" y="2565920"/>
                </a:lnTo>
                <a:lnTo>
                  <a:pt x="912075" y="2564053"/>
                </a:lnTo>
                <a:lnTo>
                  <a:pt x="910958" y="2563596"/>
                </a:lnTo>
                <a:lnTo>
                  <a:pt x="908329" y="2563596"/>
                </a:lnTo>
                <a:lnTo>
                  <a:pt x="907211" y="2564053"/>
                </a:lnTo>
                <a:lnTo>
                  <a:pt x="905344" y="2565920"/>
                </a:lnTo>
                <a:lnTo>
                  <a:pt x="904875" y="2567038"/>
                </a:lnTo>
                <a:lnTo>
                  <a:pt x="904875" y="2569667"/>
                </a:lnTo>
                <a:lnTo>
                  <a:pt x="905344" y="2570797"/>
                </a:lnTo>
                <a:lnTo>
                  <a:pt x="907211" y="2572651"/>
                </a:lnTo>
                <a:lnTo>
                  <a:pt x="908329" y="2573121"/>
                </a:lnTo>
                <a:lnTo>
                  <a:pt x="910958" y="2573121"/>
                </a:lnTo>
                <a:lnTo>
                  <a:pt x="912075" y="2572651"/>
                </a:lnTo>
                <a:lnTo>
                  <a:pt x="913942" y="2570797"/>
                </a:lnTo>
                <a:lnTo>
                  <a:pt x="914400" y="2569667"/>
                </a:lnTo>
                <a:lnTo>
                  <a:pt x="914400" y="2567038"/>
                </a:lnTo>
                <a:close/>
              </a:path>
              <a:path w="9867900" h="3000375">
                <a:moveTo>
                  <a:pt x="914400" y="2139772"/>
                </a:moveTo>
                <a:lnTo>
                  <a:pt x="913942" y="2138654"/>
                </a:lnTo>
                <a:lnTo>
                  <a:pt x="912075" y="2136787"/>
                </a:lnTo>
                <a:lnTo>
                  <a:pt x="910958" y="2136330"/>
                </a:lnTo>
                <a:lnTo>
                  <a:pt x="908329" y="2136330"/>
                </a:lnTo>
                <a:lnTo>
                  <a:pt x="907211" y="2136787"/>
                </a:lnTo>
                <a:lnTo>
                  <a:pt x="905344" y="2138654"/>
                </a:lnTo>
                <a:lnTo>
                  <a:pt x="904875" y="2139772"/>
                </a:lnTo>
                <a:lnTo>
                  <a:pt x="904875" y="2142401"/>
                </a:lnTo>
                <a:lnTo>
                  <a:pt x="905344" y="2143531"/>
                </a:lnTo>
                <a:lnTo>
                  <a:pt x="907211" y="2145385"/>
                </a:lnTo>
                <a:lnTo>
                  <a:pt x="908329" y="2145855"/>
                </a:lnTo>
                <a:lnTo>
                  <a:pt x="910958" y="2145855"/>
                </a:lnTo>
                <a:lnTo>
                  <a:pt x="912075" y="2145385"/>
                </a:lnTo>
                <a:lnTo>
                  <a:pt x="913942" y="2143531"/>
                </a:lnTo>
                <a:lnTo>
                  <a:pt x="914400" y="2142401"/>
                </a:lnTo>
                <a:lnTo>
                  <a:pt x="914400" y="2139772"/>
                </a:lnTo>
                <a:close/>
              </a:path>
              <a:path w="9867900" h="3000375">
                <a:moveTo>
                  <a:pt x="914400" y="1712506"/>
                </a:moveTo>
                <a:lnTo>
                  <a:pt x="913942" y="1711388"/>
                </a:lnTo>
                <a:lnTo>
                  <a:pt x="912075" y="1709534"/>
                </a:lnTo>
                <a:lnTo>
                  <a:pt x="910958" y="1709064"/>
                </a:lnTo>
                <a:lnTo>
                  <a:pt x="908329" y="1709064"/>
                </a:lnTo>
                <a:lnTo>
                  <a:pt x="907211" y="1709534"/>
                </a:lnTo>
                <a:lnTo>
                  <a:pt x="905344" y="1711388"/>
                </a:lnTo>
                <a:lnTo>
                  <a:pt x="904875" y="1712506"/>
                </a:lnTo>
                <a:lnTo>
                  <a:pt x="904875" y="1715135"/>
                </a:lnTo>
                <a:lnTo>
                  <a:pt x="905344" y="1716265"/>
                </a:lnTo>
                <a:lnTo>
                  <a:pt x="907211" y="1718119"/>
                </a:lnTo>
                <a:lnTo>
                  <a:pt x="908329" y="1718589"/>
                </a:lnTo>
                <a:lnTo>
                  <a:pt x="910958" y="1718589"/>
                </a:lnTo>
                <a:lnTo>
                  <a:pt x="912075" y="1718119"/>
                </a:lnTo>
                <a:lnTo>
                  <a:pt x="913942" y="1716265"/>
                </a:lnTo>
                <a:lnTo>
                  <a:pt x="914400" y="1715135"/>
                </a:lnTo>
                <a:lnTo>
                  <a:pt x="914400" y="1712506"/>
                </a:lnTo>
                <a:close/>
              </a:path>
              <a:path w="9867900" h="3000375">
                <a:moveTo>
                  <a:pt x="914400" y="1285252"/>
                </a:moveTo>
                <a:lnTo>
                  <a:pt x="913942" y="1284122"/>
                </a:lnTo>
                <a:lnTo>
                  <a:pt x="912075" y="1282268"/>
                </a:lnTo>
                <a:lnTo>
                  <a:pt x="910958" y="1281798"/>
                </a:lnTo>
                <a:lnTo>
                  <a:pt x="908329" y="1281798"/>
                </a:lnTo>
                <a:lnTo>
                  <a:pt x="907211" y="1282268"/>
                </a:lnTo>
                <a:lnTo>
                  <a:pt x="905344" y="1284122"/>
                </a:lnTo>
                <a:lnTo>
                  <a:pt x="904875" y="1285252"/>
                </a:lnTo>
                <a:lnTo>
                  <a:pt x="904875" y="1287881"/>
                </a:lnTo>
                <a:lnTo>
                  <a:pt x="905344" y="1288999"/>
                </a:lnTo>
                <a:lnTo>
                  <a:pt x="907211" y="1290853"/>
                </a:lnTo>
                <a:lnTo>
                  <a:pt x="908329" y="1291323"/>
                </a:lnTo>
                <a:lnTo>
                  <a:pt x="910958" y="1291323"/>
                </a:lnTo>
                <a:lnTo>
                  <a:pt x="912075" y="1290853"/>
                </a:lnTo>
                <a:lnTo>
                  <a:pt x="913942" y="1288999"/>
                </a:lnTo>
                <a:lnTo>
                  <a:pt x="914400" y="1287881"/>
                </a:lnTo>
                <a:lnTo>
                  <a:pt x="914400" y="1285252"/>
                </a:lnTo>
                <a:close/>
              </a:path>
              <a:path w="9867900" h="3000375">
                <a:moveTo>
                  <a:pt x="914400" y="857986"/>
                </a:moveTo>
                <a:lnTo>
                  <a:pt x="913942" y="856856"/>
                </a:lnTo>
                <a:lnTo>
                  <a:pt x="912075" y="855002"/>
                </a:lnTo>
                <a:lnTo>
                  <a:pt x="910958" y="854532"/>
                </a:lnTo>
                <a:lnTo>
                  <a:pt x="908329" y="854532"/>
                </a:lnTo>
                <a:lnTo>
                  <a:pt x="907211" y="855002"/>
                </a:lnTo>
                <a:lnTo>
                  <a:pt x="905344" y="856856"/>
                </a:lnTo>
                <a:lnTo>
                  <a:pt x="904875" y="857986"/>
                </a:lnTo>
                <a:lnTo>
                  <a:pt x="904875" y="860615"/>
                </a:lnTo>
                <a:lnTo>
                  <a:pt x="905344" y="861733"/>
                </a:lnTo>
                <a:lnTo>
                  <a:pt x="907211" y="863600"/>
                </a:lnTo>
                <a:lnTo>
                  <a:pt x="908329" y="864057"/>
                </a:lnTo>
                <a:lnTo>
                  <a:pt x="910958" y="864057"/>
                </a:lnTo>
                <a:lnTo>
                  <a:pt x="912075" y="863600"/>
                </a:lnTo>
                <a:lnTo>
                  <a:pt x="913942" y="861733"/>
                </a:lnTo>
                <a:lnTo>
                  <a:pt x="914400" y="860615"/>
                </a:lnTo>
                <a:lnTo>
                  <a:pt x="914400" y="857986"/>
                </a:lnTo>
                <a:close/>
              </a:path>
              <a:path w="9867900" h="3000375">
                <a:moveTo>
                  <a:pt x="914400" y="430720"/>
                </a:moveTo>
                <a:lnTo>
                  <a:pt x="913942" y="429590"/>
                </a:lnTo>
                <a:lnTo>
                  <a:pt x="912075" y="427736"/>
                </a:lnTo>
                <a:lnTo>
                  <a:pt x="910958" y="427266"/>
                </a:lnTo>
                <a:lnTo>
                  <a:pt x="908329" y="427266"/>
                </a:lnTo>
                <a:lnTo>
                  <a:pt x="907211" y="427736"/>
                </a:lnTo>
                <a:lnTo>
                  <a:pt x="905344" y="429590"/>
                </a:lnTo>
                <a:lnTo>
                  <a:pt x="904875" y="430720"/>
                </a:lnTo>
                <a:lnTo>
                  <a:pt x="904875" y="433349"/>
                </a:lnTo>
                <a:lnTo>
                  <a:pt x="905344" y="434467"/>
                </a:lnTo>
                <a:lnTo>
                  <a:pt x="907211" y="436333"/>
                </a:lnTo>
                <a:lnTo>
                  <a:pt x="908329" y="436791"/>
                </a:lnTo>
                <a:lnTo>
                  <a:pt x="910958" y="436791"/>
                </a:lnTo>
                <a:lnTo>
                  <a:pt x="912075" y="436333"/>
                </a:lnTo>
                <a:lnTo>
                  <a:pt x="913942" y="434467"/>
                </a:lnTo>
                <a:lnTo>
                  <a:pt x="914400" y="433349"/>
                </a:lnTo>
                <a:lnTo>
                  <a:pt x="914400" y="430720"/>
                </a:lnTo>
                <a:close/>
              </a:path>
              <a:path w="9867900" h="300037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9867900" h="3000375">
                <a:moveTo>
                  <a:pt x="962025" y="2994304"/>
                </a:moveTo>
                <a:lnTo>
                  <a:pt x="961567" y="2993186"/>
                </a:lnTo>
                <a:lnTo>
                  <a:pt x="959700" y="2991320"/>
                </a:lnTo>
                <a:lnTo>
                  <a:pt x="958583" y="2990850"/>
                </a:lnTo>
                <a:lnTo>
                  <a:pt x="955954" y="2990850"/>
                </a:lnTo>
                <a:lnTo>
                  <a:pt x="954836" y="2991320"/>
                </a:lnTo>
                <a:lnTo>
                  <a:pt x="952969" y="2993186"/>
                </a:lnTo>
                <a:lnTo>
                  <a:pt x="952500" y="2994304"/>
                </a:lnTo>
                <a:lnTo>
                  <a:pt x="952500" y="2996933"/>
                </a:lnTo>
                <a:lnTo>
                  <a:pt x="952969" y="2998051"/>
                </a:lnTo>
                <a:lnTo>
                  <a:pt x="954836" y="2999917"/>
                </a:lnTo>
                <a:lnTo>
                  <a:pt x="955954" y="3000375"/>
                </a:lnTo>
                <a:lnTo>
                  <a:pt x="958583" y="3000375"/>
                </a:lnTo>
                <a:lnTo>
                  <a:pt x="959700" y="2999917"/>
                </a:lnTo>
                <a:lnTo>
                  <a:pt x="961567" y="2998051"/>
                </a:lnTo>
                <a:lnTo>
                  <a:pt x="962025" y="2996933"/>
                </a:lnTo>
                <a:lnTo>
                  <a:pt x="962025" y="2994304"/>
                </a:lnTo>
                <a:close/>
              </a:path>
              <a:path w="9867900" h="3000375">
                <a:moveTo>
                  <a:pt x="962025" y="2567038"/>
                </a:moveTo>
                <a:lnTo>
                  <a:pt x="961567" y="2565920"/>
                </a:lnTo>
                <a:lnTo>
                  <a:pt x="959700" y="2564053"/>
                </a:lnTo>
                <a:lnTo>
                  <a:pt x="958583" y="2563596"/>
                </a:lnTo>
                <a:lnTo>
                  <a:pt x="955954" y="2563596"/>
                </a:lnTo>
                <a:lnTo>
                  <a:pt x="954836" y="2564053"/>
                </a:lnTo>
                <a:lnTo>
                  <a:pt x="952969" y="2565920"/>
                </a:lnTo>
                <a:lnTo>
                  <a:pt x="952500" y="2567038"/>
                </a:lnTo>
                <a:lnTo>
                  <a:pt x="952500" y="2569667"/>
                </a:lnTo>
                <a:lnTo>
                  <a:pt x="952969" y="2570797"/>
                </a:lnTo>
                <a:lnTo>
                  <a:pt x="954836" y="2572651"/>
                </a:lnTo>
                <a:lnTo>
                  <a:pt x="955954" y="2573121"/>
                </a:lnTo>
                <a:lnTo>
                  <a:pt x="958583" y="2573121"/>
                </a:lnTo>
                <a:lnTo>
                  <a:pt x="959700" y="2572651"/>
                </a:lnTo>
                <a:lnTo>
                  <a:pt x="961567" y="2570797"/>
                </a:lnTo>
                <a:lnTo>
                  <a:pt x="962025" y="2569667"/>
                </a:lnTo>
                <a:lnTo>
                  <a:pt x="962025" y="2567038"/>
                </a:lnTo>
                <a:close/>
              </a:path>
              <a:path w="9867900" h="3000375">
                <a:moveTo>
                  <a:pt x="962025" y="2139772"/>
                </a:moveTo>
                <a:lnTo>
                  <a:pt x="961567" y="2138654"/>
                </a:lnTo>
                <a:lnTo>
                  <a:pt x="959700" y="2136787"/>
                </a:lnTo>
                <a:lnTo>
                  <a:pt x="958583" y="2136330"/>
                </a:lnTo>
                <a:lnTo>
                  <a:pt x="955954" y="2136330"/>
                </a:lnTo>
                <a:lnTo>
                  <a:pt x="954836" y="2136787"/>
                </a:lnTo>
                <a:lnTo>
                  <a:pt x="952969" y="2138654"/>
                </a:lnTo>
                <a:lnTo>
                  <a:pt x="952500" y="2139772"/>
                </a:lnTo>
                <a:lnTo>
                  <a:pt x="952500" y="2142401"/>
                </a:lnTo>
                <a:lnTo>
                  <a:pt x="952969" y="2143531"/>
                </a:lnTo>
                <a:lnTo>
                  <a:pt x="954836" y="2145385"/>
                </a:lnTo>
                <a:lnTo>
                  <a:pt x="955954" y="2145855"/>
                </a:lnTo>
                <a:lnTo>
                  <a:pt x="958583" y="2145855"/>
                </a:lnTo>
                <a:lnTo>
                  <a:pt x="959700" y="2145385"/>
                </a:lnTo>
                <a:lnTo>
                  <a:pt x="961567" y="2143531"/>
                </a:lnTo>
                <a:lnTo>
                  <a:pt x="962025" y="2142401"/>
                </a:lnTo>
                <a:lnTo>
                  <a:pt x="962025" y="2139772"/>
                </a:lnTo>
                <a:close/>
              </a:path>
              <a:path w="9867900" h="3000375">
                <a:moveTo>
                  <a:pt x="962025" y="1712506"/>
                </a:moveTo>
                <a:lnTo>
                  <a:pt x="961567" y="1711388"/>
                </a:lnTo>
                <a:lnTo>
                  <a:pt x="959700" y="1709534"/>
                </a:lnTo>
                <a:lnTo>
                  <a:pt x="958583" y="1709064"/>
                </a:lnTo>
                <a:lnTo>
                  <a:pt x="955954" y="1709064"/>
                </a:lnTo>
                <a:lnTo>
                  <a:pt x="954836" y="1709534"/>
                </a:lnTo>
                <a:lnTo>
                  <a:pt x="952969" y="1711388"/>
                </a:lnTo>
                <a:lnTo>
                  <a:pt x="952500" y="1712506"/>
                </a:lnTo>
                <a:lnTo>
                  <a:pt x="952500" y="1715135"/>
                </a:lnTo>
                <a:lnTo>
                  <a:pt x="952969" y="1716265"/>
                </a:lnTo>
                <a:lnTo>
                  <a:pt x="954836" y="1718119"/>
                </a:lnTo>
                <a:lnTo>
                  <a:pt x="955954" y="1718589"/>
                </a:lnTo>
                <a:lnTo>
                  <a:pt x="958583" y="1718589"/>
                </a:lnTo>
                <a:lnTo>
                  <a:pt x="959700" y="1718119"/>
                </a:lnTo>
                <a:lnTo>
                  <a:pt x="961567" y="1716265"/>
                </a:lnTo>
                <a:lnTo>
                  <a:pt x="962025" y="1715135"/>
                </a:lnTo>
                <a:lnTo>
                  <a:pt x="962025" y="1712506"/>
                </a:lnTo>
                <a:close/>
              </a:path>
              <a:path w="9867900" h="3000375">
                <a:moveTo>
                  <a:pt x="962025" y="1285252"/>
                </a:moveTo>
                <a:lnTo>
                  <a:pt x="961567" y="1284122"/>
                </a:lnTo>
                <a:lnTo>
                  <a:pt x="959700" y="1282268"/>
                </a:lnTo>
                <a:lnTo>
                  <a:pt x="958583" y="1281798"/>
                </a:lnTo>
                <a:lnTo>
                  <a:pt x="955954" y="1281798"/>
                </a:lnTo>
                <a:lnTo>
                  <a:pt x="954836" y="1282268"/>
                </a:lnTo>
                <a:lnTo>
                  <a:pt x="952969" y="1284122"/>
                </a:lnTo>
                <a:lnTo>
                  <a:pt x="952500" y="1285252"/>
                </a:lnTo>
                <a:lnTo>
                  <a:pt x="952500" y="1287881"/>
                </a:lnTo>
                <a:lnTo>
                  <a:pt x="952969" y="1288999"/>
                </a:lnTo>
                <a:lnTo>
                  <a:pt x="954836" y="1290853"/>
                </a:lnTo>
                <a:lnTo>
                  <a:pt x="955954" y="1291323"/>
                </a:lnTo>
                <a:lnTo>
                  <a:pt x="958583" y="1291323"/>
                </a:lnTo>
                <a:lnTo>
                  <a:pt x="959700" y="1290853"/>
                </a:lnTo>
                <a:lnTo>
                  <a:pt x="961567" y="1288999"/>
                </a:lnTo>
                <a:lnTo>
                  <a:pt x="962025" y="1287881"/>
                </a:lnTo>
                <a:lnTo>
                  <a:pt x="962025" y="1285252"/>
                </a:lnTo>
                <a:close/>
              </a:path>
              <a:path w="9867900" h="3000375">
                <a:moveTo>
                  <a:pt x="962025" y="857986"/>
                </a:moveTo>
                <a:lnTo>
                  <a:pt x="961567" y="856856"/>
                </a:lnTo>
                <a:lnTo>
                  <a:pt x="959700" y="855002"/>
                </a:lnTo>
                <a:lnTo>
                  <a:pt x="958583" y="854532"/>
                </a:lnTo>
                <a:lnTo>
                  <a:pt x="955954" y="854532"/>
                </a:lnTo>
                <a:lnTo>
                  <a:pt x="954836" y="855002"/>
                </a:lnTo>
                <a:lnTo>
                  <a:pt x="952969" y="856856"/>
                </a:lnTo>
                <a:lnTo>
                  <a:pt x="952500" y="857986"/>
                </a:lnTo>
                <a:lnTo>
                  <a:pt x="952500" y="860615"/>
                </a:lnTo>
                <a:lnTo>
                  <a:pt x="952969" y="861733"/>
                </a:lnTo>
                <a:lnTo>
                  <a:pt x="954836" y="863600"/>
                </a:lnTo>
                <a:lnTo>
                  <a:pt x="955954" y="864057"/>
                </a:lnTo>
                <a:lnTo>
                  <a:pt x="958583" y="864057"/>
                </a:lnTo>
                <a:lnTo>
                  <a:pt x="959700" y="863600"/>
                </a:lnTo>
                <a:lnTo>
                  <a:pt x="961567" y="861733"/>
                </a:lnTo>
                <a:lnTo>
                  <a:pt x="962025" y="860615"/>
                </a:lnTo>
                <a:lnTo>
                  <a:pt x="962025" y="857986"/>
                </a:lnTo>
                <a:close/>
              </a:path>
              <a:path w="9867900" h="3000375">
                <a:moveTo>
                  <a:pt x="962025" y="430720"/>
                </a:moveTo>
                <a:lnTo>
                  <a:pt x="961567" y="429590"/>
                </a:lnTo>
                <a:lnTo>
                  <a:pt x="959700" y="427736"/>
                </a:lnTo>
                <a:lnTo>
                  <a:pt x="958583" y="427266"/>
                </a:lnTo>
                <a:lnTo>
                  <a:pt x="955954" y="427266"/>
                </a:lnTo>
                <a:lnTo>
                  <a:pt x="954836" y="427736"/>
                </a:lnTo>
                <a:lnTo>
                  <a:pt x="952969" y="429590"/>
                </a:lnTo>
                <a:lnTo>
                  <a:pt x="952500" y="430720"/>
                </a:lnTo>
                <a:lnTo>
                  <a:pt x="952500" y="433349"/>
                </a:lnTo>
                <a:lnTo>
                  <a:pt x="952969" y="434467"/>
                </a:lnTo>
                <a:lnTo>
                  <a:pt x="954836" y="436333"/>
                </a:lnTo>
                <a:lnTo>
                  <a:pt x="955954" y="436791"/>
                </a:lnTo>
                <a:lnTo>
                  <a:pt x="958583" y="436791"/>
                </a:lnTo>
                <a:lnTo>
                  <a:pt x="959700" y="436333"/>
                </a:lnTo>
                <a:lnTo>
                  <a:pt x="961567" y="434467"/>
                </a:lnTo>
                <a:lnTo>
                  <a:pt x="962025" y="433349"/>
                </a:lnTo>
                <a:lnTo>
                  <a:pt x="962025" y="430720"/>
                </a:lnTo>
                <a:close/>
              </a:path>
              <a:path w="9867900" h="300037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9867900" h="3000375">
                <a:moveTo>
                  <a:pt x="1009650" y="2994304"/>
                </a:moveTo>
                <a:lnTo>
                  <a:pt x="1009192" y="2993186"/>
                </a:lnTo>
                <a:lnTo>
                  <a:pt x="1007325" y="2991320"/>
                </a:lnTo>
                <a:lnTo>
                  <a:pt x="1006208" y="2990850"/>
                </a:lnTo>
                <a:lnTo>
                  <a:pt x="1003579" y="2990850"/>
                </a:lnTo>
                <a:lnTo>
                  <a:pt x="1002461" y="2991320"/>
                </a:lnTo>
                <a:lnTo>
                  <a:pt x="1000594" y="2993186"/>
                </a:lnTo>
                <a:lnTo>
                  <a:pt x="1000125" y="2994304"/>
                </a:lnTo>
                <a:lnTo>
                  <a:pt x="1000125" y="2996933"/>
                </a:lnTo>
                <a:lnTo>
                  <a:pt x="1000594" y="2998051"/>
                </a:lnTo>
                <a:lnTo>
                  <a:pt x="1002461" y="2999917"/>
                </a:lnTo>
                <a:lnTo>
                  <a:pt x="1003579" y="3000375"/>
                </a:lnTo>
                <a:lnTo>
                  <a:pt x="1006208" y="3000375"/>
                </a:lnTo>
                <a:lnTo>
                  <a:pt x="1007325" y="2999917"/>
                </a:lnTo>
                <a:lnTo>
                  <a:pt x="1009192" y="2998051"/>
                </a:lnTo>
                <a:lnTo>
                  <a:pt x="1009650" y="2996933"/>
                </a:lnTo>
                <a:lnTo>
                  <a:pt x="1009650" y="2994304"/>
                </a:lnTo>
                <a:close/>
              </a:path>
              <a:path w="9867900" h="3000375">
                <a:moveTo>
                  <a:pt x="1009650" y="2567038"/>
                </a:moveTo>
                <a:lnTo>
                  <a:pt x="1009192" y="2565920"/>
                </a:lnTo>
                <a:lnTo>
                  <a:pt x="1007325" y="2564053"/>
                </a:lnTo>
                <a:lnTo>
                  <a:pt x="1006208" y="2563596"/>
                </a:lnTo>
                <a:lnTo>
                  <a:pt x="1003579" y="2563596"/>
                </a:lnTo>
                <a:lnTo>
                  <a:pt x="1002461" y="2564053"/>
                </a:lnTo>
                <a:lnTo>
                  <a:pt x="1000594" y="2565920"/>
                </a:lnTo>
                <a:lnTo>
                  <a:pt x="1000125" y="2567038"/>
                </a:lnTo>
                <a:lnTo>
                  <a:pt x="1000125" y="2569667"/>
                </a:lnTo>
                <a:lnTo>
                  <a:pt x="1000594" y="2570797"/>
                </a:lnTo>
                <a:lnTo>
                  <a:pt x="1002461" y="2572651"/>
                </a:lnTo>
                <a:lnTo>
                  <a:pt x="1003579" y="2573121"/>
                </a:lnTo>
                <a:lnTo>
                  <a:pt x="1006208" y="2573121"/>
                </a:lnTo>
                <a:lnTo>
                  <a:pt x="1007325" y="2572651"/>
                </a:lnTo>
                <a:lnTo>
                  <a:pt x="1009192" y="2570797"/>
                </a:lnTo>
                <a:lnTo>
                  <a:pt x="1009650" y="2569667"/>
                </a:lnTo>
                <a:lnTo>
                  <a:pt x="1009650" y="2567038"/>
                </a:lnTo>
                <a:close/>
              </a:path>
              <a:path w="9867900" h="3000375">
                <a:moveTo>
                  <a:pt x="1009650" y="2139772"/>
                </a:moveTo>
                <a:lnTo>
                  <a:pt x="1009192" y="2138654"/>
                </a:lnTo>
                <a:lnTo>
                  <a:pt x="1007325" y="2136787"/>
                </a:lnTo>
                <a:lnTo>
                  <a:pt x="1006208" y="2136330"/>
                </a:lnTo>
                <a:lnTo>
                  <a:pt x="1003579" y="2136330"/>
                </a:lnTo>
                <a:lnTo>
                  <a:pt x="1002461" y="2136787"/>
                </a:lnTo>
                <a:lnTo>
                  <a:pt x="1000594" y="2138654"/>
                </a:lnTo>
                <a:lnTo>
                  <a:pt x="1000125" y="2139772"/>
                </a:lnTo>
                <a:lnTo>
                  <a:pt x="1000125" y="2142401"/>
                </a:lnTo>
                <a:lnTo>
                  <a:pt x="1000594" y="2143531"/>
                </a:lnTo>
                <a:lnTo>
                  <a:pt x="1002461" y="2145385"/>
                </a:lnTo>
                <a:lnTo>
                  <a:pt x="1003579" y="2145855"/>
                </a:lnTo>
                <a:lnTo>
                  <a:pt x="1006208" y="2145855"/>
                </a:lnTo>
                <a:lnTo>
                  <a:pt x="1007325" y="2145385"/>
                </a:lnTo>
                <a:lnTo>
                  <a:pt x="1009192" y="2143531"/>
                </a:lnTo>
                <a:lnTo>
                  <a:pt x="1009650" y="2142401"/>
                </a:lnTo>
                <a:lnTo>
                  <a:pt x="1009650" y="2139772"/>
                </a:lnTo>
                <a:close/>
              </a:path>
              <a:path w="9867900" h="3000375">
                <a:moveTo>
                  <a:pt x="1009650" y="1712506"/>
                </a:moveTo>
                <a:lnTo>
                  <a:pt x="1009192" y="1711388"/>
                </a:lnTo>
                <a:lnTo>
                  <a:pt x="1007325" y="1709534"/>
                </a:lnTo>
                <a:lnTo>
                  <a:pt x="1006208" y="1709064"/>
                </a:lnTo>
                <a:lnTo>
                  <a:pt x="1003579" y="1709064"/>
                </a:lnTo>
                <a:lnTo>
                  <a:pt x="1002461" y="1709534"/>
                </a:lnTo>
                <a:lnTo>
                  <a:pt x="1000594" y="1711388"/>
                </a:lnTo>
                <a:lnTo>
                  <a:pt x="1000125" y="1712506"/>
                </a:lnTo>
                <a:lnTo>
                  <a:pt x="1000125" y="1715135"/>
                </a:lnTo>
                <a:lnTo>
                  <a:pt x="1000594" y="1716265"/>
                </a:lnTo>
                <a:lnTo>
                  <a:pt x="1002461" y="1718119"/>
                </a:lnTo>
                <a:lnTo>
                  <a:pt x="1003579" y="1718589"/>
                </a:lnTo>
                <a:lnTo>
                  <a:pt x="1006208" y="1718589"/>
                </a:lnTo>
                <a:lnTo>
                  <a:pt x="1007325" y="1718119"/>
                </a:lnTo>
                <a:lnTo>
                  <a:pt x="1009192" y="1716265"/>
                </a:lnTo>
                <a:lnTo>
                  <a:pt x="1009650" y="1715135"/>
                </a:lnTo>
                <a:lnTo>
                  <a:pt x="1009650" y="1712506"/>
                </a:lnTo>
                <a:close/>
              </a:path>
              <a:path w="9867900" h="3000375">
                <a:moveTo>
                  <a:pt x="1009650" y="1285252"/>
                </a:moveTo>
                <a:lnTo>
                  <a:pt x="1009192" y="1284122"/>
                </a:lnTo>
                <a:lnTo>
                  <a:pt x="1007325" y="1282268"/>
                </a:lnTo>
                <a:lnTo>
                  <a:pt x="1006208" y="1281798"/>
                </a:lnTo>
                <a:lnTo>
                  <a:pt x="1003579" y="1281798"/>
                </a:lnTo>
                <a:lnTo>
                  <a:pt x="1002461" y="1282268"/>
                </a:lnTo>
                <a:lnTo>
                  <a:pt x="1000594" y="1284122"/>
                </a:lnTo>
                <a:lnTo>
                  <a:pt x="1000125" y="1285252"/>
                </a:lnTo>
                <a:lnTo>
                  <a:pt x="1000125" y="1287881"/>
                </a:lnTo>
                <a:lnTo>
                  <a:pt x="1000594" y="1288999"/>
                </a:lnTo>
                <a:lnTo>
                  <a:pt x="1002461" y="1290853"/>
                </a:lnTo>
                <a:lnTo>
                  <a:pt x="1003579" y="1291323"/>
                </a:lnTo>
                <a:lnTo>
                  <a:pt x="1006208" y="1291323"/>
                </a:lnTo>
                <a:lnTo>
                  <a:pt x="1007325" y="1290853"/>
                </a:lnTo>
                <a:lnTo>
                  <a:pt x="1009192" y="1288999"/>
                </a:lnTo>
                <a:lnTo>
                  <a:pt x="1009650" y="1287881"/>
                </a:lnTo>
                <a:lnTo>
                  <a:pt x="1009650" y="1285252"/>
                </a:lnTo>
                <a:close/>
              </a:path>
              <a:path w="9867900" h="3000375">
                <a:moveTo>
                  <a:pt x="1009650" y="857986"/>
                </a:moveTo>
                <a:lnTo>
                  <a:pt x="1009192" y="856856"/>
                </a:lnTo>
                <a:lnTo>
                  <a:pt x="1007325" y="855002"/>
                </a:lnTo>
                <a:lnTo>
                  <a:pt x="1006208" y="854532"/>
                </a:lnTo>
                <a:lnTo>
                  <a:pt x="1003579" y="854532"/>
                </a:lnTo>
                <a:lnTo>
                  <a:pt x="1002461" y="855002"/>
                </a:lnTo>
                <a:lnTo>
                  <a:pt x="1000594" y="856856"/>
                </a:lnTo>
                <a:lnTo>
                  <a:pt x="1000125" y="857986"/>
                </a:lnTo>
                <a:lnTo>
                  <a:pt x="1000125" y="860615"/>
                </a:lnTo>
                <a:lnTo>
                  <a:pt x="1000594" y="861733"/>
                </a:lnTo>
                <a:lnTo>
                  <a:pt x="1002461" y="863600"/>
                </a:lnTo>
                <a:lnTo>
                  <a:pt x="1003579" y="864057"/>
                </a:lnTo>
                <a:lnTo>
                  <a:pt x="1006208" y="864057"/>
                </a:lnTo>
                <a:lnTo>
                  <a:pt x="1007325" y="863600"/>
                </a:lnTo>
                <a:lnTo>
                  <a:pt x="1009192" y="861733"/>
                </a:lnTo>
                <a:lnTo>
                  <a:pt x="1009650" y="860615"/>
                </a:lnTo>
                <a:lnTo>
                  <a:pt x="1009650" y="857986"/>
                </a:lnTo>
                <a:close/>
              </a:path>
              <a:path w="9867900" h="3000375">
                <a:moveTo>
                  <a:pt x="1009650" y="430720"/>
                </a:moveTo>
                <a:lnTo>
                  <a:pt x="1009192" y="429590"/>
                </a:lnTo>
                <a:lnTo>
                  <a:pt x="1007325" y="427736"/>
                </a:lnTo>
                <a:lnTo>
                  <a:pt x="1006208" y="427266"/>
                </a:lnTo>
                <a:lnTo>
                  <a:pt x="1003579" y="427266"/>
                </a:lnTo>
                <a:lnTo>
                  <a:pt x="1002461" y="427736"/>
                </a:lnTo>
                <a:lnTo>
                  <a:pt x="1000594" y="429590"/>
                </a:lnTo>
                <a:lnTo>
                  <a:pt x="1000125" y="430720"/>
                </a:lnTo>
                <a:lnTo>
                  <a:pt x="1000125" y="433349"/>
                </a:lnTo>
                <a:lnTo>
                  <a:pt x="1000594" y="434467"/>
                </a:lnTo>
                <a:lnTo>
                  <a:pt x="1002461" y="436333"/>
                </a:lnTo>
                <a:lnTo>
                  <a:pt x="1003579" y="436791"/>
                </a:lnTo>
                <a:lnTo>
                  <a:pt x="1006208" y="436791"/>
                </a:lnTo>
                <a:lnTo>
                  <a:pt x="1007325" y="436333"/>
                </a:lnTo>
                <a:lnTo>
                  <a:pt x="1009192" y="434467"/>
                </a:lnTo>
                <a:lnTo>
                  <a:pt x="1009650" y="433349"/>
                </a:lnTo>
                <a:lnTo>
                  <a:pt x="1009650" y="430720"/>
                </a:lnTo>
                <a:close/>
              </a:path>
              <a:path w="9867900" h="300037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9867900" h="3000375">
                <a:moveTo>
                  <a:pt x="1057275" y="2994304"/>
                </a:moveTo>
                <a:lnTo>
                  <a:pt x="1056817" y="2993186"/>
                </a:lnTo>
                <a:lnTo>
                  <a:pt x="1054950" y="2991320"/>
                </a:lnTo>
                <a:lnTo>
                  <a:pt x="1053833" y="2990850"/>
                </a:lnTo>
                <a:lnTo>
                  <a:pt x="1051204" y="2990850"/>
                </a:lnTo>
                <a:lnTo>
                  <a:pt x="1050086" y="2991320"/>
                </a:lnTo>
                <a:lnTo>
                  <a:pt x="1048219" y="2993186"/>
                </a:lnTo>
                <a:lnTo>
                  <a:pt x="1047750" y="2994304"/>
                </a:lnTo>
                <a:lnTo>
                  <a:pt x="1047750" y="2996933"/>
                </a:lnTo>
                <a:lnTo>
                  <a:pt x="1048219" y="2998051"/>
                </a:lnTo>
                <a:lnTo>
                  <a:pt x="1050086" y="2999917"/>
                </a:lnTo>
                <a:lnTo>
                  <a:pt x="1051204" y="3000375"/>
                </a:lnTo>
                <a:lnTo>
                  <a:pt x="1053833" y="3000375"/>
                </a:lnTo>
                <a:lnTo>
                  <a:pt x="1054950" y="2999917"/>
                </a:lnTo>
                <a:lnTo>
                  <a:pt x="1056817" y="2998051"/>
                </a:lnTo>
                <a:lnTo>
                  <a:pt x="1057275" y="2996933"/>
                </a:lnTo>
                <a:lnTo>
                  <a:pt x="1057275" y="2994304"/>
                </a:lnTo>
                <a:close/>
              </a:path>
              <a:path w="9867900" h="3000375">
                <a:moveTo>
                  <a:pt x="1057275" y="2567038"/>
                </a:moveTo>
                <a:lnTo>
                  <a:pt x="1056817" y="2565920"/>
                </a:lnTo>
                <a:lnTo>
                  <a:pt x="1054950" y="2564053"/>
                </a:lnTo>
                <a:lnTo>
                  <a:pt x="1053833" y="2563596"/>
                </a:lnTo>
                <a:lnTo>
                  <a:pt x="1051204" y="2563596"/>
                </a:lnTo>
                <a:lnTo>
                  <a:pt x="1050086" y="2564053"/>
                </a:lnTo>
                <a:lnTo>
                  <a:pt x="1048219" y="2565920"/>
                </a:lnTo>
                <a:lnTo>
                  <a:pt x="1047750" y="2567038"/>
                </a:lnTo>
                <a:lnTo>
                  <a:pt x="1047750" y="2569667"/>
                </a:lnTo>
                <a:lnTo>
                  <a:pt x="1048219" y="2570797"/>
                </a:lnTo>
                <a:lnTo>
                  <a:pt x="1050086" y="2572651"/>
                </a:lnTo>
                <a:lnTo>
                  <a:pt x="1051204" y="2573121"/>
                </a:lnTo>
                <a:lnTo>
                  <a:pt x="1053833" y="2573121"/>
                </a:lnTo>
                <a:lnTo>
                  <a:pt x="1054950" y="2572651"/>
                </a:lnTo>
                <a:lnTo>
                  <a:pt x="1056817" y="2570797"/>
                </a:lnTo>
                <a:lnTo>
                  <a:pt x="1057275" y="2569667"/>
                </a:lnTo>
                <a:lnTo>
                  <a:pt x="1057275" y="2567038"/>
                </a:lnTo>
                <a:close/>
              </a:path>
              <a:path w="9867900" h="3000375">
                <a:moveTo>
                  <a:pt x="1057275" y="2139772"/>
                </a:moveTo>
                <a:lnTo>
                  <a:pt x="1056817" y="2138654"/>
                </a:lnTo>
                <a:lnTo>
                  <a:pt x="1054950" y="2136787"/>
                </a:lnTo>
                <a:lnTo>
                  <a:pt x="1053833" y="2136330"/>
                </a:lnTo>
                <a:lnTo>
                  <a:pt x="1051204" y="2136330"/>
                </a:lnTo>
                <a:lnTo>
                  <a:pt x="1050086" y="2136787"/>
                </a:lnTo>
                <a:lnTo>
                  <a:pt x="1048219" y="2138654"/>
                </a:lnTo>
                <a:lnTo>
                  <a:pt x="1047750" y="2139772"/>
                </a:lnTo>
                <a:lnTo>
                  <a:pt x="1047750" y="2142401"/>
                </a:lnTo>
                <a:lnTo>
                  <a:pt x="1048219" y="2143531"/>
                </a:lnTo>
                <a:lnTo>
                  <a:pt x="1050086" y="2145385"/>
                </a:lnTo>
                <a:lnTo>
                  <a:pt x="1051204" y="2145855"/>
                </a:lnTo>
                <a:lnTo>
                  <a:pt x="1053833" y="2145855"/>
                </a:lnTo>
                <a:lnTo>
                  <a:pt x="1054950" y="2145385"/>
                </a:lnTo>
                <a:lnTo>
                  <a:pt x="1056817" y="2143531"/>
                </a:lnTo>
                <a:lnTo>
                  <a:pt x="1057275" y="2142401"/>
                </a:lnTo>
                <a:lnTo>
                  <a:pt x="1057275" y="2139772"/>
                </a:lnTo>
                <a:close/>
              </a:path>
              <a:path w="9867900" h="3000375">
                <a:moveTo>
                  <a:pt x="1057275" y="1712506"/>
                </a:moveTo>
                <a:lnTo>
                  <a:pt x="1056817" y="1711388"/>
                </a:lnTo>
                <a:lnTo>
                  <a:pt x="1054950" y="1709534"/>
                </a:lnTo>
                <a:lnTo>
                  <a:pt x="1053833" y="1709064"/>
                </a:lnTo>
                <a:lnTo>
                  <a:pt x="1051204" y="1709064"/>
                </a:lnTo>
                <a:lnTo>
                  <a:pt x="1050086" y="1709534"/>
                </a:lnTo>
                <a:lnTo>
                  <a:pt x="1048219" y="1711388"/>
                </a:lnTo>
                <a:lnTo>
                  <a:pt x="1047750" y="1712506"/>
                </a:lnTo>
                <a:lnTo>
                  <a:pt x="1047750" y="1715135"/>
                </a:lnTo>
                <a:lnTo>
                  <a:pt x="1048219" y="1716265"/>
                </a:lnTo>
                <a:lnTo>
                  <a:pt x="1050086" y="1718119"/>
                </a:lnTo>
                <a:lnTo>
                  <a:pt x="1051204" y="1718589"/>
                </a:lnTo>
                <a:lnTo>
                  <a:pt x="1053833" y="1718589"/>
                </a:lnTo>
                <a:lnTo>
                  <a:pt x="1054950" y="1718119"/>
                </a:lnTo>
                <a:lnTo>
                  <a:pt x="1056817" y="1716265"/>
                </a:lnTo>
                <a:lnTo>
                  <a:pt x="1057275" y="1715135"/>
                </a:lnTo>
                <a:lnTo>
                  <a:pt x="1057275" y="1712506"/>
                </a:lnTo>
                <a:close/>
              </a:path>
              <a:path w="9867900" h="3000375">
                <a:moveTo>
                  <a:pt x="1057275" y="1285252"/>
                </a:moveTo>
                <a:lnTo>
                  <a:pt x="1056817" y="1284122"/>
                </a:lnTo>
                <a:lnTo>
                  <a:pt x="1054950" y="1282268"/>
                </a:lnTo>
                <a:lnTo>
                  <a:pt x="1053833" y="1281798"/>
                </a:lnTo>
                <a:lnTo>
                  <a:pt x="1051204" y="1281798"/>
                </a:lnTo>
                <a:lnTo>
                  <a:pt x="1050086" y="1282268"/>
                </a:lnTo>
                <a:lnTo>
                  <a:pt x="1048219" y="1284122"/>
                </a:lnTo>
                <a:lnTo>
                  <a:pt x="1047750" y="1285252"/>
                </a:lnTo>
                <a:lnTo>
                  <a:pt x="1047750" y="1287881"/>
                </a:lnTo>
                <a:lnTo>
                  <a:pt x="1048219" y="1288999"/>
                </a:lnTo>
                <a:lnTo>
                  <a:pt x="1050086" y="1290853"/>
                </a:lnTo>
                <a:lnTo>
                  <a:pt x="1051204" y="1291323"/>
                </a:lnTo>
                <a:lnTo>
                  <a:pt x="1053833" y="1291323"/>
                </a:lnTo>
                <a:lnTo>
                  <a:pt x="1054950" y="1290853"/>
                </a:lnTo>
                <a:lnTo>
                  <a:pt x="1056817" y="1288999"/>
                </a:lnTo>
                <a:lnTo>
                  <a:pt x="1057275" y="1287881"/>
                </a:lnTo>
                <a:lnTo>
                  <a:pt x="1057275" y="1285252"/>
                </a:lnTo>
                <a:close/>
              </a:path>
              <a:path w="9867900" h="3000375">
                <a:moveTo>
                  <a:pt x="1057275" y="857986"/>
                </a:moveTo>
                <a:lnTo>
                  <a:pt x="1056817" y="856856"/>
                </a:lnTo>
                <a:lnTo>
                  <a:pt x="1054950" y="855002"/>
                </a:lnTo>
                <a:lnTo>
                  <a:pt x="1053833" y="854532"/>
                </a:lnTo>
                <a:lnTo>
                  <a:pt x="1051204" y="854532"/>
                </a:lnTo>
                <a:lnTo>
                  <a:pt x="1050086" y="855002"/>
                </a:lnTo>
                <a:lnTo>
                  <a:pt x="1048219" y="856856"/>
                </a:lnTo>
                <a:lnTo>
                  <a:pt x="1047750" y="857986"/>
                </a:lnTo>
                <a:lnTo>
                  <a:pt x="1047750" y="860615"/>
                </a:lnTo>
                <a:lnTo>
                  <a:pt x="1048219" y="861733"/>
                </a:lnTo>
                <a:lnTo>
                  <a:pt x="1050086" y="863600"/>
                </a:lnTo>
                <a:lnTo>
                  <a:pt x="1051204" y="864057"/>
                </a:lnTo>
                <a:lnTo>
                  <a:pt x="1053833" y="864057"/>
                </a:lnTo>
                <a:lnTo>
                  <a:pt x="1054950" y="863600"/>
                </a:lnTo>
                <a:lnTo>
                  <a:pt x="1056817" y="861733"/>
                </a:lnTo>
                <a:lnTo>
                  <a:pt x="1057275" y="860615"/>
                </a:lnTo>
                <a:lnTo>
                  <a:pt x="1057275" y="857986"/>
                </a:lnTo>
                <a:close/>
              </a:path>
              <a:path w="9867900" h="3000375">
                <a:moveTo>
                  <a:pt x="1057275" y="430720"/>
                </a:moveTo>
                <a:lnTo>
                  <a:pt x="1056817" y="429590"/>
                </a:lnTo>
                <a:lnTo>
                  <a:pt x="1054950" y="427736"/>
                </a:lnTo>
                <a:lnTo>
                  <a:pt x="1053833" y="427266"/>
                </a:lnTo>
                <a:lnTo>
                  <a:pt x="1051204" y="427266"/>
                </a:lnTo>
                <a:lnTo>
                  <a:pt x="1050086" y="427736"/>
                </a:lnTo>
                <a:lnTo>
                  <a:pt x="1048219" y="429590"/>
                </a:lnTo>
                <a:lnTo>
                  <a:pt x="1047750" y="430720"/>
                </a:lnTo>
                <a:lnTo>
                  <a:pt x="1047750" y="433349"/>
                </a:lnTo>
                <a:lnTo>
                  <a:pt x="1048219" y="434467"/>
                </a:lnTo>
                <a:lnTo>
                  <a:pt x="1050086" y="436333"/>
                </a:lnTo>
                <a:lnTo>
                  <a:pt x="1051204" y="436791"/>
                </a:lnTo>
                <a:lnTo>
                  <a:pt x="1053833" y="436791"/>
                </a:lnTo>
                <a:lnTo>
                  <a:pt x="1054950" y="436333"/>
                </a:lnTo>
                <a:lnTo>
                  <a:pt x="1056817" y="434467"/>
                </a:lnTo>
                <a:lnTo>
                  <a:pt x="1057275" y="433349"/>
                </a:lnTo>
                <a:lnTo>
                  <a:pt x="1057275" y="430720"/>
                </a:lnTo>
                <a:close/>
              </a:path>
              <a:path w="9867900" h="300037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9867900" h="3000375">
                <a:moveTo>
                  <a:pt x="1104900" y="2994304"/>
                </a:moveTo>
                <a:lnTo>
                  <a:pt x="1104442" y="2993186"/>
                </a:lnTo>
                <a:lnTo>
                  <a:pt x="1102575" y="2991320"/>
                </a:lnTo>
                <a:lnTo>
                  <a:pt x="1101458" y="2990850"/>
                </a:lnTo>
                <a:lnTo>
                  <a:pt x="1098829" y="2990850"/>
                </a:lnTo>
                <a:lnTo>
                  <a:pt x="1097711" y="2991320"/>
                </a:lnTo>
                <a:lnTo>
                  <a:pt x="1095844" y="2993186"/>
                </a:lnTo>
                <a:lnTo>
                  <a:pt x="1095375" y="2994304"/>
                </a:lnTo>
                <a:lnTo>
                  <a:pt x="1095375" y="2996933"/>
                </a:lnTo>
                <a:lnTo>
                  <a:pt x="1095844" y="2998051"/>
                </a:lnTo>
                <a:lnTo>
                  <a:pt x="1097711" y="2999917"/>
                </a:lnTo>
                <a:lnTo>
                  <a:pt x="1098829" y="3000375"/>
                </a:lnTo>
                <a:lnTo>
                  <a:pt x="1101458" y="3000375"/>
                </a:lnTo>
                <a:lnTo>
                  <a:pt x="1102575" y="2999917"/>
                </a:lnTo>
                <a:lnTo>
                  <a:pt x="1104442" y="2998051"/>
                </a:lnTo>
                <a:lnTo>
                  <a:pt x="1104900" y="2996933"/>
                </a:lnTo>
                <a:lnTo>
                  <a:pt x="1104900" y="2994304"/>
                </a:lnTo>
                <a:close/>
              </a:path>
              <a:path w="9867900" h="3000375">
                <a:moveTo>
                  <a:pt x="1104900" y="2567038"/>
                </a:moveTo>
                <a:lnTo>
                  <a:pt x="1104442" y="2565920"/>
                </a:lnTo>
                <a:lnTo>
                  <a:pt x="1102575" y="2564053"/>
                </a:lnTo>
                <a:lnTo>
                  <a:pt x="1101458" y="2563596"/>
                </a:lnTo>
                <a:lnTo>
                  <a:pt x="1098829" y="2563596"/>
                </a:lnTo>
                <a:lnTo>
                  <a:pt x="1097711" y="2564053"/>
                </a:lnTo>
                <a:lnTo>
                  <a:pt x="1095844" y="2565920"/>
                </a:lnTo>
                <a:lnTo>
                  <a:pt x="1095375" y="2567038"/>
                </a:lnTo>
                <a:lnTo>
                  <a:pt x="1095375" y="2569667"/>
                </a:lnTo>
                <a:lnTo>
                  <a:pt x="1095844" y="2570797"/>
                </a:lnTo>
                <a:lnTo>
                  <a:pt x="1097711" y="2572651"/>
                </a:lnTo>
                <a:lnTo>
                  <a:pt x="1098829" y="2573121"/>
                </a:lnTo>
                <a:lnTo>
                  <a:pt x="1101458" y="2573121"/>
                </a:lnTo>
                <a:lnTo>
                  <a:pt x="1102575" y="2572651"/>
                </a:lnTo>
                <a:lnTo>
                  <a:pt x="1104442" y="2570797"/>
                </a:lnTo>
                <a:lnTo>
                  <a:pt x="1104900" y="2569667"/>
                </a:lnTo>
                <a:lnTo>
                  <a:pt x="1104900" y="2567038"/>
                </a:lnTo>
                <a:close/>
              </a:path>
              <a:path w="9867900" h="3000375">
                <a:moveTo>
                  <a:pt x="1104900" y="2139772"/>
                </a:moveTo>
                <a:lnTo>
                  <a:pt x="1104442" y="2138654"/>
                </a:lnTo>
                <a:lnTo>
                  <a:pt x="1102575" y="2136787"/>
                </a:lnTo>
                <a:lnTo>
                  <a:pt x="1101458" y="2136330"/>
                </a:lnTo>
                <a:lnTo>
                  <a:pt x="1098829" y="2136330"/>
                </a:lnTo>
                <a:lnTo>
                  <a:pt x="1097711" y="2136787"/>
                </a:lnTo>
                <a:lnTo>
                  <a:pt x="1095844" y="2138654"/>
                </a:lnTo>
                <a:lnTo>
                  <a:pt x="1095375" y="2139772"/>
                </a:lnTo>
                <a:lnTo>
                  <a:pt x="1095375" y="2142401"/>
                </a:lnTo>
                <a:lnTo>
                  <a:pt x="1095844" y="2143531"/>
                </a:lnTo>
                <a:lnTo>
                  <a:pt x="1097711" y="2145385"/>
                </a:lnTo>
                <a:lnTo>
                  <a:pt x="1098829" y="2145855"/>
                </a:lnTo>
                <a:lnTo>
                  <a:pt x="1101458" y="2145855"/>
                </a:lnTo>
                <a:lnTo>
                  <a:pt x="1102575" y="2145385"/>
                </a:lnTo>
                <a:lnTo>
                  <a:pt x="1104442" y="2143531"/>
                </a:lnTo>
                <a:lnTo>
                  <a:pt x="1104900" y="2142401"/>
                </a:lnTo>
                <a:lnTo>
                  <a:pt x="1104900" y="2139772"/>
                </a:lnTo>
                <a:close/>
              </a:path>
              <a:path w="9867900" h="3000375">
                <a:moveTo>
                  <a:pt x="1104900" y="1712506"/>
                </a:moveTo>
                <a:lnTo>
                  <a:pt x="1104442" y="1711388"/>
                </a:lnTo>
                <a:lnTo>
                  <a:pt x="1102575" y="1709534"/>
                </a:lnTo>
                <a:lnTo>
                  <a:pt x="1101458" y="1709064"/>
                </a:lnTo>
                <a:lnTo>
                  <a:pt x="1098829" y="1709064"/>
                </a:lnTo>
                <a:lnTo>
                  <a:pt x="1097711" y="1709534"/>
                </a:lnTo>
                <a:lnTo>
                  <a:pt x="1095844" y="1711388"/>
                </a:lnTo>
                <a:lnTo>
                  <a:pt x="1095375" y="1712506"/>
                </a:lnTo>
                <a:lnTo>
                  <a:pt x="1095375" y="1715135"/>
                </a:lnTo>
                <a:lnTo>
                  <a:pt x="1095844" y="1716265"/>
                </a:lnTo>
                <a:lnTo>
                  <a:pt x="1097711" y="1718119"/>
                </a:lnTo>
                <a:lnTo>
                  <a:pt x="1098829" y="1718589"/>
                </a:lnTo>
                <a:lnTo>
                  <a:pt x="1101458" y="1718589"/>
                </a:lnTo>
                <a:lnTo>
                  <a:pt x="1102575" y="1718119"/>
                </a:lnTo>
                <a:lnTo>
                  <a:pt x="1104442" y="1716265"/>
                </a:lnTo>
                <a:lnTo>
                  <a:pt x="1104900" y="1715135"/>
                </a:lnTo>
                <a:lnTo>
                  <a:pt x="1104900" y="1712506"/>
                </a:lnTo>
                <a:close/>
              </a:path>
              <a:path w="9867900" h="3000375">
                <a:moveTo>
                  <a:pt x="1104900" y="1285252"/>
                </a:moveTo>
                <a:lnTo>
                  <a:pt x="1104442" y="1284122"/>
                </a:lnTo>
                <a:lnTo>
                  <a:pt x="1102575" y="1282268"/>
                </a:lnTo>
                <a:lnTo>
                  <a:pt x="1101458" y="1281798"/>
                </a:lnTo>
                <a:lnTo>
                  <a:pt x="1098829" y="1281798"/>
                </a:lnTo>
                <a:lnTo>
                  <a:pt x="1097711" y="1282268"/>
                </a:lnTo>
                <a:lnTo>
                  <a:pt x="1095844" y="1284122"/>
                </a:lnTo>
                <a:lnTo>
                  <a:pt x="1095375" y="1285252"/>
                </a:lnTo>
                <a:lnTo>
                  <a:pt x="1095375" y="1287881"/>
                </a:lnTo>
                <a:lnTo>
                  <a:pt x="1095844" y="1288999"/>
                </a:lnTo>
                <a:lnTo>
                  <a:pt x="1097711" y="1290853"/>
                </a:lnTo>
                <a:lnTo>
                  <a:pt x="1098829" y="1291323"/>
                </a:lnTo>
                <a:lnTo>
                  <a:pt x="1101458" y="1291323"/>
                </a:lnTo>
                <a:lnTo>
                  <a:pt x="1102575" y="1290853"/>
                </a:lnTo>
                <a:lnTo>
                  <a:pt x="1104442" y="1288999"/>
                </a:lnTo>
                <a:lnTo>
                  <a:pt x="1104900" y="1287881"/>
                </a:lnTo>
                <a:lnTo>
                  <a:pt x="1104900" y="1285252"/>
                </a:lnTo>
                <a:close/>
              </a:path>
              <a:path w="9867900" h="3000375">
                <a:moveTo>
                  <a:pt x="1104900" y="857986"/>
                </a:moveTo>
                <a:lnTo>
                  <a:pt x="1104442" y="856856"/>
                </a:lnTo>
                <a:lnTo>
                  <a:pt x="1102575" y="855002"/>
                </a:lnTo>
                <a:lnTo>
                  <a:pt x="1101458" y="854532"/>
                </a:lnTo>
                <a:lnTo>
                  <a:pt x="1098829" y="854532"/>
                </a:lnTo>
                <a:lnTo>
                  <a:pt x="1097711" y="855002"/>
                </a:lnTo>
                <a:lnTo>
                  <a:pt x="1095844" y="856856"/>
                </a:lnTo>
                <a:lnTo>
                  <a:pt x="1095375" y="857986"/>
                </a:lnTo>
                <a:lnTo>
                  <a:pt x="1095375" y="860615"/>
                </a:lnTo>
                <a:lnTo>
                  <a:pt x="1095844" y="861733"/>
                </a:lnTo>
                <a:lnTo>
                  <a:pt x="1097711" y="863600"/>
                </a:lnTo>
                <a:lnTo>
                  <a:pt x="1098829" y="864057"/>
                </a:lnTo>
                <a:lnTo>
                  <a:pt x="1101458" y="864057"/>
                </a:lnTo>
                <a:lnTo>
                  <a:pt x="1102575" y="863600"/>
                </a:lnTo>
                <a:lnTo>
                  <a:pt x="1104442" y="861733"/>
                </a:lnTo>
                <a:lnTo>
                  <a:pt x="1104900" y="860615"/>
                </a:lnTo>
                <a:lnTo>
                  <a:pt x="1104900" y="857986"/>
                </a:lnTo>
                <a:close/>
              </a:path>
              <a:path w="9867900" h="3000375">
                <a:moveTo>
                  <a:pt x="1104900" y="430720"/>
                </a:moveTo>
                <a:lnTo>
                  <a:pt x="1104442" y="429590"/>
                </a:lnTo>
                <a:lnTo>
                  <a:pt x="1102575" y="427736"/>
                </a:lnTo>
                <a:lnTo>
                  <a:pt x="1101458" y="427266"/>
                </a:lnTo>
                <a:lnTo>
                  <a:pt x="1098829" y="427266"/>
                </a:lnTo>
                <a:lnTo>
                  <a:pt x="1097711" y="427736"/>
                </a:lnTo>
                <a:lnTo>
                  <a:pt x="1095844" y="429590"/>
                </a:lnTo>
                <a:lnTo>
                  <a:pt x="1095375" y="430720"/>
                </a:lnTo>
                <a:lnTo>
                  <a:pt x="1095375" y="433349"/>
                </a:lnTo>
                <a:lnTo>
                  <a:pt x="1095844" y="434467"/>
                </a:lnTo>
                <a:lnTo>
                  <a:pt x="1097711" y="436333"/>
                </a:lnTo>
                <a:lnTo>
                  <a:pt x="1098829" y="436791"/>
                </a:lnTo>
                <a:lnTo>
                  <a:pt x="1101458" y="436791"/>
                </a:lnTo>
                <a:lnTo>
                  <a:pt x="1102575" y="436333"/>
                </a:lnTo>
                <a:lnTo>
                  <a:pt x="1104442" y="434467"/>
                </a:lnTo>
                <a:lnTo>
                  <a:pt x="1104900" y="433349"/>
                </a:lnTo>
                <a:lnTo>
                  <a:pt x="1104900" y="430720"/>
                </a:lnTo>
                <a:close/>
              </a:path>
              <a:path w="9867900" h="300037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9867900" h="3000375">
                <a:moveTo>
                  <a:pt x="1152525" y="2994304"/>
                </a:moveTo>
                <a:lnTo>
                  <a:pt x="1152067" y="2993186"/>
                </a:lnTo>
                <a:lnTo>
                  <a:pt x="1150200" y="2991320"/>
                </a:lnTo>
                <a:lnTo>
                  <a:pt x="1149083" y="2990850"/>
                </a:lnTo>
                <a:lnTo>
                  <a:pt x="1146454" y="2990850"/>
                </a:lnTo>
                <a:lnTo>
                  <a:pt x="1145336" y="2991320"/>
                </a:lnTo>
                <a:lnTo>
                  <a:pt x="1143469" y="2993186"/>
                </a:lnTo>
                <a:lnTo>
                  <a:pt x="1143000" y="2994304"/>
                </a:lnTo>
                <a:lnTo>
                  <a:pt x="1143000" y="2996933"/>
                </a:lnTo>
                <a:lnTo>
                  <a:pt x="1143469" y="2998051"/>
                </a:lnTo>
                <a:lnTo>
                  <a:pt x="1145336" y="2999917"/>
                </a:lnTo>
                <a:lnTo>
                  <a:pt x="1146454" y="3000375"/>
                </a:lnTo>
                <a:lnTo>
                  <a:pt x="1149083" y="3000375"/>
                </a:lnTo>
                <a:lnTo>
                  <a:pt x="1150200" y="2999917"/>
                </a:lnTo>
                <a:lnTo>
                  <a:pt x="1152067" y="2998051"/>
                </a:lnTo>
                <a:lnTo>
                  <a:pt x="1152525" y="2996933"/>
                </a:lnTo>
                <a:lnTo>
                  <a:pt x="1152525" y="2994304"/>
                </a:lnTo>
                <a:close/>
              </a:path>
              <a:path w="9867900" h="3000375">
                <a:moveTo>
                  <a:pt x="1152525" y="2567038"/>
                </a:moveTo>
                <a:lnTo>
                  <a:pt x="1152067" y="2565920"/>
                </a:lnTo>
                <a:lnTo>
                  <a:pt x="1150200" y="2564053"/>
                </a:lnTo>
                <a:lnTo>
                  <a:pt x="1149083" y="2563596"/>
                </a:lnTo>
                <a:lnTo>
                  <a:pt x="1146454" y="2563596"/>
                </a:lnTo>
                <a:lnTo>
                  <a:pt x="1145336" y="2564053"/>
                </a:lnTo>
                <a:lnTo>
                  <a:pt x="1143469" y="2565920"/>
                </a:lnTo>
                <a:lnTo>
                  <a:pt x="1143000" y="2567038"/>
                </a:lnTo>
                <a:lnTo>
                  <a:pt x="1143000" y="2569667"/>
                </a:lnTo>
                <a:lnTo>
                  <a:pt x="1143469" y="2570797"/>
                </a:lnTo>
                <a:lnTo>
                  <a:pt x="1145336" y="2572651"/>
                </a:lnTo>
                <a:lnTo>
                  <a:pt x="1146454" y="2573121"/>
                </a:lnTo>
                <a:lnTo>
                  <a:pt x="1149083" y="2573121"/>
                </a:lnTo>
                <a:lnTo>
                  <a:pt x="1150200" y="2572651"/>
                </a:lnTo>
                <a:lnTo>
                  <a:pt x="1152067" y="2570797"/>
                </a:lnTo>
                <a:lnTo>
                  <a:pt x="1152525" y="2569667"/>
                </a:lnTo>
                <a:lnTo>
                  <a:pt x="1152525" y="2567038"/>
                </a:lnTo>
                <a:close/>
              </a:path>
              <a:path w="9867900" h="3000375">
                <a:moveTo>
                  <a:pt x="1152525" y="2139772"/>
                </a:moveTo>
                <a:lnTo>
                  <a:pt x="1152067" y="2138654"/>
                </a:lnTo>
                <a:lnTo>
                  <a:pt x="1150200" y="2136787"/>
                </a:lnTo>
                <a:lnTo>
                  <a:pt x="1149083" y="2136330"/>
                </a:lnTo>
                <a:lnTo>
                  <a:pt x="1146454" y="2136330"/>
                </a:lnTo>
                <a:lnTo>
                  <a:pt x="1145336" y="2136787"/>
                </a:lnTo>
                <a:lnTo>
                  <a:pt x="1143469" y="2138654"/>
                </a:lnTo>
                <a:lnTo>
                  <a:pt x="1143000" y="2139772"/>
                </a:lnTo>
                <a:lnTo>
                  <a:pt x="1143000" y="2142401"/>
                </a:lnTo>
                <a:lnTo>
                  <a:pt x="1143469" y="2143531"/>
                </a:lnTo>
                <a:lnTo>
                  <a:pt x="1145336" y="2145385"/>
                </a:lnTo>
                <a:lnTo>
                  <a:pt x="1146454" y="2145855"/>
                </a:lnTo>
                <a:lnTo>
                  <a:pt x="1149083" y="2145855"/>
                </a:lnTo>
                <a:lnTo>
                  <a:pt x="1150200" y="2145385"/>
                </a:lnTo>
                <a:lnTo>
                  <a:pt x="1152067" y="2143531"/>
                </a:lnTo>
                <a:lnTo>
                  <a:pt x="1152525" y="2142401"/>
                </a:lnTo>
                <a:lnTo>
                  <a:pt x="1152525" y="2139772"/>
                </a:lnTo>
                <a:close/>
              </a:path>
              <a:path w="9867900" h="3000375">
                <a:moveTo>
                  <a:pt x="1152525" y="1712506"/>
                </a:moveTo>
                <a:lnTo>
                  <a:pt x="1152067" y="1711388"/>
                </a:lnTo>
                <a:lnTo>
                  <a:pt x="1150200" y="1709534"/>
                </a:lnTo>
                <a:lnTo>
                  <a:pt x="1149083" y="1709064"/>
                </a:lnTo>
                <a:lnTo>
                  <a:pt x="1146454" y="1709064"/>
                </a:lnTo>
                <a:lnTo>
                  <a:pt x="1145336" y="1709534"/>
                </a:lnTo>
                <a:lnTo>
                  <a:pt x="1143469" y="1711388"/>
                </a:lnTo>
                <a:lnTo>
                  <a:pt x="1143000" y="1712506"/>
                </a:lnTo>
                <a:lnTo>
                  <a:pt x="1143000" y="1715135"/>
                </a:lnTo>
                <a:lnTo>
                  <a:pt x="1143469" y="1716265"/>
                </a:lnTo>
                <a:lnTo>
                  <a:pt x="1145336" y="1718119"/>
                </a:lnTo>
                <a:lnTo>
                  <a:pt x="1146454" y="1718589"/>
                </a:lnTo>
                <a:lnTo>
                  <a:pt x="1149083" y="1718589"/>
                </a:lnTo>
                <a:lnTo>
                  <a:pt x="1150200" y="1718119"/>
                </a:lnTo>
                <a:lnTo>
                  <a:pt x="1152067" y="1716265"/>
                </a:lnTo>
                <a:lnTo>
                  <a:pt x="1152525" y="1715135"/>
                </a:lnTo>
                <a:lnTo>
                  <a:pt x="1152525" y="1712506"/>
                </a:lnTo>
                <a:close/>
              </a:path>
              <a:path w="9867900" h="3000375">
                <a:moveTo>
                  <a:pt x="1152525" y="1285252"/>
                </a:moveTo>
                <a:lnTo>
                  <a:pt x="1152067" y="1284122"/>
                </a:lnTo>
                <a:lnTo>
                  <a:pt x="1150200" y="1282268"/>
                </a:lnTo>
                <a:lnTo>
                  <a:pt x="1149083" y="1281798"/>
                </a:lnTo>
                <a:lnTo>
                  <a:pt x="1146454" y="1281798"/>
                </a:lnTo>
                <a:lnTo>
                  <a:pt x="1145336" y="1282268"/>
                </a:lnTo>
                <a:lnTo>
                  <a:pt x="1143469" y="1284122"/>
                </a:lnTo>
                <a:lnTo>
                  <a:pt x="1143000" y="1285252"/>
                </a:lnTo>
                <a:lnTo>
                  <a:pt x="1143000" y="1287881"/>
                </a:lnTo>
                <a:lnTo>
                  <a:pt x="1143469" y="1288999"/>
                </a:lnTo>
                <a:lnTo>
                  <a:pt x="1145336" y="1290853"/>
                </a:lnTo>
                <a:lnTo>
                  <a:pt x="1146454" y="1291323"/>
                </a:lnTo>
                <a:lnTo>
                  <a:pt x="1149083" y="1291323"/>
                </a:lnTo>
                <a:lnTo>
                  <a:pt x="1150200" y="1290853"/>
                </a:lnTo>
                <a:lnTo>
                  <a:pt x="1152067" y="1288999"/>
                </a:lnTo>
                <a:lnTo>
                  <a:pt x="1152525" y="1287881"/>
                </a:lnTo>
                <a:lnTo>
                  <a:pt x="1152525" y="1285252"/>
                </a:lnTo>
                <a:close/>
              </a:path>
              <a:path w="9867900" h="3000375">
                <a:moveTo>
                  <a:pt x="1152525" y="857986"/>
                </a:moveTo>
                <a:lnTo>
                  <a:pt x="1152067" y="856856"/>
                </a:lnTo>
                <a:lnTo>
                  <a:pt x="1150200" y="855002"/>
                </a:lnTo>
                <a:lnTo>
                  <a:pt x="1149083" y="854532"/>
                </a:lnTo>
                <a:lnTo>
                  <a:pt x="1146454" y="854532"/>
                </a:lnTo>
                <a:lnTo>
                  <a:pt x="1145336" y="855002"/>
                </a:lnTo>
                <a:lnTo>
                  <a:pt x="1143469" y="856856"/>
                </a:lnTo>
                <a:lnTo>
                  <a:pt x="1143000" y="857986"/>
                </a:lnTo>
                <a:lnTo>
                  <a:pt x="1143000" y="860615"/>
                </a:lnTo>
                <a:lnTo>
                  <a:pt x="1143469" y="861733"/>
                </a:lnTo>
                <a:lnTo>
                  <a:pt x="1145336" y="863600"/>
                </a:lnTo>
                <a:lnTo>
                  <a:pt x="1146454" y="864057"/>
                </a:lnTo>
                <a:lnTo>
                  <a:pt x="1149083" y="864057"/>
                </a:lnTo>
                <a:lnTo>
                  <a:pt x="1150200" y="863600"/>
                </a:lnTo>
                <a:lnTo>
                  <a:pt x="1152067" y="861733"/>
                </a:lnTo>
                <a:lnTo>
                  <a:pt x="1152525" y="860615"/>
                </a:lnTo>
                <a:lnTo>
                  <a:pt x="1152525" y="857986"/>
                </a:lnTo>
                <a:close/>
              </a:path>
              <a:path w="9867900" h="3000375">
                <a:moveTo>
                  <a:pt x="1152525" y="430720"/>
                </a:moveTo>
                <a:lnTo>
                  <a:pt x="1152067" y="429590"/>
                </a:lnTo>
                <a:lnTo>
                  <a:pt x="1150200" y="427736"/>
                </a:lnTo>
                <a:lnTo>
                  <a:pt x="1149083" y="427266"/>
                </a:lnTo>
                <a:lnTo>
                  <a:pt x="1146454" y="427266"/>
                </a:lnTo>
                <a:lnTo>
                  <a:pt x="1145336" y="427736"/>
                </a:lnTo>
                <a:lnTo>
                  <a:pt x="1143469" y="429590"/>
                </a:lnTo>
                <a:lnTo>
                  <a:pt x="1143000" y="430720"/>
                </a:lnTo>
                <a:lnTo>
                  <a:pt x="1143000" y="433349"/>
                </a:lnTo>
                <a:lnTo>
                  <a:pt x="1143469" y="434467"/>
                </a:lnTo>
                <a:lnTo>
                  <a:pt x="1145336" y="436333"/>
                </a:lnTo>
                <a:lnTo>
                  <a:pt x="1146454" y="436791"/>
                </a:lnTo>
                <a:lnTo>
                  <a:pt x="1149083" y="436791"/>
                </a:lnTo>
                <a:lnTo>
                  <a:pt x="1150200" y="436333"/>
                </a:lnTo>
                <a:lnTo>
                  <a:pt x="1152067" y="434467"/>
                </a:lnTo>
                <a:lnTo>
                  <a:pt x="1152525" y="433349"/>
                </a:lnTo>
                <a:lnTo>
                  <a:pt x="1152525" y="430720"/>
                </a:lnTo>
                <a:close/>
              </a:path>
              <a:path w="9867900" h="300037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9867900" h="3000375">
                <a:moveTo>
                  <a:pt x="1200150" y="2994304"/>
                </a:moveTo>
                <a:lnTo>
                  <a:pt x="1199692" y="2993186"/>
                </a:lnTo>
                <a:lnTo>
                  <a:pt x="1197825" y="2991320"/>
                </a:lnTo>
                <a:lnTo>
                  <a:pt x="1196708" y="2990850"/>
                </a:lnTo>
                <a:lnTo>
                  <a:pt x="1194079" y="2990850"/>
                </a:lnTo>
                <a:lnTo>
                  <a:pt x="1192961" y="2991320"/>
                </a:lnTo>
                <a:lnTo>
                  <a:pt x="1191094" y="2993186"/>
                </a:lnTo>
                <a:lnTo>
                  <a:pt x="1190625" y="2994304"/>
                </a:lnTo>
                <a:lnTo>
                  <a:pt x="1190625" y="2996933"/>
                </a:lnTo>
                <a:lnTo>
                  <a:pt x="1191094" y="2998051"/>
                </a:lnTo>
                <a:lnTo>
                  <a:pt x="1192961" y="2999917"/>
                </a:lnTo>
                <a:lnTo>
                  <a:pt x="1194079" y="3000375"/>
                </a:lnTo>
                <a:lnTo>
                  <a:pt x="1196708" y="3000375"/>
                </a:lnTo>
                <a:lnTo>
                  <a:pt x="1197825" y="2999917"/>
                </a:lnTo>
                <a:lnTo>
                  <a:pt x="1199692" y="2998051"/>
                </a:lnTo>
                <a:lnTo>
                  <a:pt x="1200150" y="2996933"/>
                </a:lnTo>
                <a:lnTo>
                  <a:pt x="1200150" y="2994304"/>
                </a:lnTo>
                <a:close/>
              </a:path>
              <a:path w="9867900" h="3000375">
                <a:moveTo>
                  <a:pt x="1200150" y="2567038"/>
                </a:moveTo>
                <a:lnTo>
                  <a:pt x="1199692" y="2565920"/>
                </a:lnTo>
                <a:lnTo>
                  <a:pt x="1197825" y="2564053"/>
                </a:lnTo>
                <a:lnTo>
                  <a:pt x="1196708" y="2563596"/>
                </a:lnTo>
                <a:lnTo>
                  <a:pt x="1194079" y="2563596"/>
                </a:lnTo>
                <a:lnTo>
                  <a:pt x="1192961" y="2564053"/>
                </a:lnTo>
                <a:lnTo>
                  <a:pt x="1191094" y="2565920"/>
                </a:lnTo>
                <a:lnTo>
                  <a:pt x="1190625" y="2567038"/>
                </a:lnTo>
                <a:lnTo>
                  <a:pt x="1190625" y="2569667"/>
                </a:lnTo>
                <a:lnTo>
                  <a:pt x="1191094" y="2570797"/>
                </a:lnTo>
                <a:lnTo>
                  <a:pt x="1192961" y="2572651"/>
                </a:lnTo>
                <a:lnTo>
                  <a:pt x="1194079" y="2573121"/>
                </a:lnTo>
                <a:lnTo>
                  <a:pt x="1196708" y="2573121"/>
                </a:lnTo>
                <a:lnTo>
                  <a:pt x="1197825" y="2572651"/>
                </a:lnTo>
                <a:lnTo>
                  <a:pt x="1199692" y="2570797"/>
                </a:lnTo>
                <a:lnTo>
                  <a:pt x="1200150" y="2569667"/>
                </a:lnTo>
                <a:lnTo>
                  <a:pt x="1200150" y="2567038"/>
                </a:lnTo>
                <a:close/>
              </a:path>
              <a:path w="9867900" h="3000375">
                <a:moveTo>
                  <a:pt x="1200150" y="2139772"/>
                </a:moveTo>
                <a:lnTo>
                  <a:pt x="1199692" y="2138654"/>
                </a:lnTo>
                <a:lnTo>
                  <a:pt x="1197825" y="2136787"/>
                </a:lnTo>
                <a:lnTo>
                  <a:pt x="1196708" y="2136330"/>
                </a:lnTo>
                <a:lnTo>
                  <a:pt x="1194079" y="2136330"/>
                </a:lnTo>
                <a:lnTo>
                  <a:pt x="1192961" y="2136787"/>
                </a:lnTo>
                <a:lnTo>
                  <a:pt x="1191094" y="2138654"/>
                </a:lnTo>
                <a:lnTo>
                  <a:pt x="1190625" y="2139772"/>
                </a:lnTo>
                <a:lnTo>
                  <a:pt x="1190625" y="2142401"/>
                </a:lnTo>
                <a:lnTo>
                  <a:pt x="1191094" y="2143531"/>
                </a:lnTo>
                <a:lnTo>
                  <a:pt x="1192961" y="2145385"/>
                </a:lnTo>
                <a:lnTo>
                  <a:pt x="1194079" y="2145855"/>
                </a:lnTo>
                <a:lnTo>
                  <a:pt x="1196708" y="2145855"/>
                </a:lnTo>
                <a:lnTo>
                  <a:pt x="1197825" y="2145385"/>
                </a:lnTo>
                <a:lnTo>
                  <a:pt x="1199692" y="2143531"/>
                </a:lnTo>
                <a:lnTo>
                  <a:pt x="1200150" y="2142401"/>
                </a:lnTo>
                <a:lnTo>
                  <a:pt x="1200150" y="2139772"/>
                </a:lnTo>
                <a:close/>
              </a:path>
              <a:path w="9867900" h="3000375">
                <a:moveTo>
                  <a:pt x="1200150" y="1712506"/>
                </a:moveTo>
                <a:lnTo>
                  <a:pt x="1199692" y="1711388"/>
                </a:lnTo>
                <a:lnTo>
                  <a:pt x="1197825" y="1709534"/>
                </a:lnTo>
                <a:lnTo>
                  <a:pt x="1196708" y="1709064"/>
                </a:lnTo>
                <a:lnTo>
                  <a:pt x="1194079" y="1709064"/>
                </a:lnTo>
                <a:lnTo>
                  <a:pt x="1192961" y="1709534"/>
                </a:lnTo>
                <a:lnTo>
                  <a:pt x="1191094" y="1711388"/>
                </a:lnTo>
                <a:lnTo>
                  <a:pt x="1190625" y="1712506"/>
                </a:lnTo>
                <a:lnTo>
                  <a:pt x="1190625" y="1715135"/>
                </a:lnTo>
                <a:lnTo>
                  <a:pt x="1191094" y="1716265"/>
                </a:lnTo>
                <a:lnTo>
                  <a:pt x="1192961" y="1718119"/>
                </a:lnTo>
                <a:lnTo>
                  <a:pt x="1194079" y="1718589"/>
                </a:lnTo>
                <a:lnTo>
                  <a:pt x="1196708" y="1718589"/>
                </a:lnTo>
                <a:lnTo>
                  <a:pt x="1197825" y="1718119"/>
                </a:lnTo>
                <a:lnTo>
                  <a:pt x="1199692" y="1716265"/>
                </a:lnTo>
                <a:lnTo>
                  <a:pt x="1200150" y="1715135"/>
                </a:lnTo>
                <a:lnTo>
                  <a:pt x="1200150" y="1712506"/>
                </a:lnTo>
                <a:close/>
              </a:path>
              <a:path w="9867900" h="3000375">
                <a:moveTo>
                  <a:pt x="1200150" y="1285252"/>
                </a:moveTo>
                <a:lnTo>
                  <a:pt x="1199692" y="1284122"/>
                </a:lnTo>
                <a:lnTo>
                  <a:pt x="1197825" y="1282268"/>
                </a:lnTo>
                <a:lnTo>
                  <a:pt x="1196708" y="1281798"/>
                </a:lnTo>
                <a:lnTo>
                  <a:pt x="1194079" y="1281798"/>
                </a:lnTo>
                <a:lnTo>
                  <a:pt x="1192961" y="1282268"/>
                </a:lnTo>
                <a:lnTo>
                  <a:pt x="1191094" y="1284122"/>
                </a:lnTo>
                <a:lnTo>
                  <a:pt x="1190625" y="1285252"/>
                </a:lnTo>
                <a:lnTo>
                  <a:pt x="1190625" y="1287881"/>
                </a:lnTo>
                <a:lnTo>
                  <a:pt x="1191094" y="1288999"/>
                </a:lnTo>
                <a:lnTo>
                  <a:pt x="1192961" y="1290853"/>
                </a:lnTo>
                <a:lnTo>
                  <a:pt x="1194079" y="1291323"/>
                </a:lnTo>
                <a:lnTo>
                  <a:pt x="1196708" y="1291323"/>
                </a:lnTo>
                <a:lnTo>
                  <a:pt x="1197825" y="1290853"/>
                </a:lnTo>
                <a:lnTo>
                  <a:pt x="1199692" y="1288999"/>
                </a:lnTo>
                <a:lnTo>
                  <a:pt x="1200150" y="1287881"/>
                </a:lnTo>
                <a:lnTo>
                  <a:pt x="1200150" y="1285252"/>
                </a:lnTo>
                <a:close/>
              </a:path>
              <a:path w="9867900" h="3000375">
                <a:moveTo>
                  <a:pt x="1200150" y="857986"/>
                </a:moveTo>
                <a:lnTo>
                  <a:pt x="1199692" y="856856"/>
                </a:lnTo>
                <a:lnTo>
                  <a:pt x="1197825" y="855002"/>
                </a:lnTo>
                <a:lnTo>
                  <a:pt x="1196708" y="854532"/>
                </a:lnTo>
                <a:lnTo>
                  <a:pt x="1194079" y="854532"/>
                </a:lnTo>
                <a:lnTo>
                  <a:pt x="1192961" y="855002"/>
                </a:lnTo>
                <a:lnTo>
                  <a:pt x="1191094" y="856856"/>
                </a:lnTo>
                <a:lnTo>
                  <a:pt x="1190625" y="857986"/>
                </a:lnTo>
                <a:lnTo>
                  <a:pt x="1190625" y="860615"/>
                </a:lnTo>
                <a:lnTo>
                  <a:pt x="1191094" y="861733"/>
                </a:lnTo>
                <a:lnTo>
                  <a:pt x="1192961" y="863600"/>
                </a:lnTo>
                <a:lnTo>
                  <a:pt x="1194079" y="864057"/>
                </a:lnTo>
                <a:lnTo>
                  <a:pt x="1196708" y="864057"/>
                </a:lnTo>
                <a:lnTo>
                  <a:pt x="1197825" y="863600"/>
                </a:lnTo>
                <a:lnTo>
                  <a:pt x="1199692" y="861733"/>
                </a:lnTo>
                <a:lnTo>
                  <a:pt x="1200150" y="860615"/>
                </a:lnTo>
                <a:lnTo>
                  <a:pt x="1200150" y="857986"/>
                </a:lnTo>
                <a:close/>
              </a:path>
              <a:path w="9867900" h="3000375">
                <a:moveTo>
                  <a:pt x="1200150" y="430720"/>
                </a:moveTo>
                <a:lnTo>
                  <a:pt x="1199692" y="429590"/>
                </a:lnTo>
                <a:lnTo>
                  <a:pt x="1197825" y="427736"/>
                </a:lnTo>
                <a:lnTo>
                  <a:pt x="1196708" y="427266"/>
                </a:lnTo>
                <a:lnTo>
                  <a:pt x="1194079" y="427266"/>
                </a:lnTo>
                <a:lnTo>
                  <a:pt x="1192961" y="427736"/>
                </a:lnTo>
                <a:lnTo>
                  <a:pt x="1191094" y="429590"/>
                </a:lnTo>
                <a:lnTo>
                  <a:pt x="1190625" y="430720"/>
                </a:lnTo>
                <a:lnTo>
                  <a:pt x="1190625" y="433349"/>
                </a:lnTo>
                <a:lnTo>
                  <a:pt x="1191094" y="434467"/>
                </a:lnTo>
                <a:lnTo>
                  <a:pt x="1192961" y="436333"/>
                </a:lnTo>
                <a:lnTo>
                  <a:pt x="1194079" y="436791"/>
                </a:lnTo>
                <a:lnTo>
                  <a:pt x="1196708" y="436791"/>
                </a:lnTo>
                <a:lnTo>
                  <a:pt x="1197825" y="436333"/>
                </a:lnTo>
                <a:lnTo>
                  <a:pt x="1199692" y="434467"/>
                </a:lnTo>
                <a:lnTo>
                  <a:pt x="1200150" y="433349"/>
                </a:lnTo>
                <a:lnTo>
                  <a:pt x="1200150" y="430720"/>
                </a:lnTo>
                <a:close/>
              </a:path>
              <a:path w="9867900" h="300037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9867900" h="3000375">
                <a:moveTo>
                  <a:pt x="1247775" y="2994304"/>
                </a:moveTo>
                <a:lnTo>
                  <a:pt x="1247317" y="2993186"/>
                </a:lnTo>
                <a:lnTo>
                  <a:pt x="1245450" y="2991320"/>
                </a:lnTo>
                <a:lnTo>
                  <a:pt x="1244333" y="2990850"/>
                </a:lnTo>
                <a:lnTo>
                  <a:pt x="1241704" y="2990850"/>
                </a:lnTo>
                <a:lnTo>
                  <a:pt x="1240586" y="2991320"/>
                </a:lnTo>
                <a:lnTo>
                  <a:pt x="1238719" y="2993186"/>
                </a:lnTo>
                <a:lnTo>
                  <a:pt x="1238250" y="2994304"/>
                </a:lnTo>
                <a:lnTo>
                  <a:pt x="1238250" y="2996933"/>
                </a:lnTo>
                <a:lnTo>
                  <a:pt x="1238719" y="2998051"/>
                </a:lnTo>
                <a:lnTo>
                  <a:pt x="1240586" y="2999917"/>
                </a:lnTo>
                <a:lnTo>
                  <a:pt x="1241704" y="3000375"/>
                </a:lnTo>
                <a:lnTo>
                  <a:pt x="1244333" y="3000375"/>
                </a:lnTo>
                <a:lnTo>
                  <a:pt x="1245450" y="2999917"/>
                </a:lnTo>
                <a:lnTo>
                  <a:pt x="1247317" y="2998051"/>
                </a:lnTo>
                <a:lnTo>
                  <a:pt x="1247775" y="2996933"/>
                </a:lnTo>
                <a:lnTo>
                  <a:pt x="1247775" y="2994304"/>
                </a:lnTo>
                <a:close/>
              </a:path>
              <a:path w="9867900" h="3000375">
                <a:moveTo>
                  <a:pt x="1247775" y="2567038"/>
                </a:moveTo>
                <a:lnTo>
                  <a:pt x="1247317" y="2565920"/>
                </a:lnTo>
                <a:lnTo>
                  <a:pt x="1245450" y="2564053"/>
                </a:lnTo>
                <a:lnTo>
                  <a:pt x="1244333" y="2563596"/>
                </a:lnTo>
                <a:lnTo>
                  <a:pt x="1241704" y="2563596"/>
                </a:lnTo>
                <a:lnTo>
                  <a:pt x="1240586" y="2564053"/>
                </a:lnTo>
                <a:lnTo>
                  <a:pt x="1238719" y="2565920"/>
                </a:lnTo>
                <a:lnTo>
                  <a:pt x="1238250" y="2567038"/>
                </a:lnTo>
                <a:lnTo>
                  <a:pt x="1238250" y="2569667"/>
                </a:lnTo>
                <a:lnTo>
                  <a:pt x="1238719" y="2570797"/>
                </a:lnTo>
                <a:lnTo>
                  <a:pt x="1240586" y="2572651"/>
                </a:lnTo>
                <a:lnTo>
                  <a:pt x="1241704" y="2573121"/>
                </a:lnTo>
                <a:lnTo>
                  <a:pt x="1244333" y="2573121"/>
                </a:lnTo>
                <a:lnTo>
                  <a:pt x="1245450" y="2572651"/>
                </a:lnTo>
                <a:lnTo>
                  <a:pt x="1247317" y="2570797"/>
                </a:lnTo>
                <a:lnTo>
                  <a:pt x="1247775" y="2569667"/>
                </a:lnTo>
                <a:lnTo>
                  <a:pt x="1247775" y="2567038"/>
                </a:lnTo>
                <a:close/>
              </a:path>
              <a:path w="9867900" h="3000375">
                <a:moveTo>
                  <a:pt x="1247775" y="2139772"/>
                </a:moveTo>
                <a:lnTo>
                  <a:pt x="1247317" y="2138654"/>
                </a:lnTo>
                <a:lnTo>
                  <a:pt x="1245450" y="2136787"/>
                </a:lnTo>
                <a:lnTo>
                  <a:pt x="1244333" y="2136330"/>
                </a:lnTo>
                <a:lnTo>
                  <a:pt x="1241704" y="2136330"/>
                </a:lnTo>
                <a:lnTo>
                  <a:pt x="1240586" y="2136787"/>
                </a:lnTo>
                <a:lnTo>
                  <a:pt x="1238719" y="2138654"/>
                </a:lnTo>
                <a:lnTo>
                  <a:pt x="1238250" y="2139772"/>
                </a:lnTo>
                <a:lnTo>
                  <a:pt x="1238250" y="2142401"/>
                </a:lnTo>
                <a:lnTo>
                  <a:pt x="1238719" y="2143531"/>
                </a:lnTo>
                <a:lnTo>
                  <a:pt x="1240586" y="2145385"/>
                </a:lnTo>
                <a:lnTo>
                  <a:pt x="1241704" y="2145855"/>
                </a:lnTo>
                <a:lnTo>
                  <a:pt x="1244333" y="2145855"/>
                </a:lnTo>
                <a:lnTo>
                  <a:pt x="1245450" y="2145385"/>
                </a:lnTo>
                <a:lnTo>
                  <a:pt x="1247317" y="2143531"/>
                </a:lnTo>
                <a:lnTo>
                  <a:pt x="1247775" y="2142401"/>
                </a:lnTo>
                <a:lnTo>
                  <a:pt x="1247775" y="2139772"/>
                </a:lnTo>
                <a:close/>
              </a:path>
              <a:path w="9867900" h="3000375">
                <a:moveTo>
                  <a:pt x="1247775" y="1712506"/>
                </a:moveTo>
                <a:lnTo>
                  <a:pt x="1247317" y="1711388"/>
                </a:lnTo>
                <a:lnTo>
                  <a:pt x="1245450" y="1709534"/>
                </a:lnTo>
                <a:lnTo>
                  <a:pt x="1244333" y="1709064"/>
                </a:lnTo>
                <a:lnTo>
                  <a:pt x="1241704" y="1709064"/>
                </a:lnTo>
                <a:lnTo>
                  <a:pt x="1240586" y="1709534"/>
                </a:lnTo>
                <a:lnTo>
                  <a:pt x="1238719" y="1711388"/>
                </a:lnTo>
                <a:lnTo>
                  <a:pt x="1238250" y="1712506"/>
                </a:lnTo>
                <a:lnTo>
                  <a:pt x="1238250" y="1715135"/>
                </a:lnTo>
                <a:lnTo>
                  <a:pt x="1238719" y="1716265"/>
                </a:lnTo>
                <a:lnTo>
                  <a:pt x="1240586" y="1718119"/>
                </a:lnTo>
                <a:lnTo>
                  <a:pt x="1241704" y="1718589"/>
                </a:lnTo>
                <a:lnTo>
                  <a:pt x="1244333" y="1718589"/>
                </a:lnTo>
                <a:lnTo>
                  <a:pt x="1245450" y="1718119"/>
                </a:lnTo>
                <a:lnTo>
                  <a:pt x="1247317" y="1716265"/>
                </a:lnTo>
                <a:lnTo>
                  <a:pt x="1247775" y="1715135"/>
                </a:lnTo>
                <a:lnTo>
                  <a:pt x="1247775" y="1712506"/>
                </a:lnTo>
                <a:close/>
              </a:path>
              <a:path w="9867900" h="3000375">
                <a:moveTo>
                  <a:pt x="1247775" y="1285252"/>
                </a:moveTo>
                <a:lnTo>
                  <a:pt x="1247317" y="1284122"/>
                </a:lnTo>
                <a:lnTo>
                  <a:pt x="1245450" y="1282268"/>
                </a:lnTo>
                <a:lnTo>
                  <a:pt x="1244333" y="1281798"/>
                </a:lnTo>
                <a:lnTo>
                  <a:pt x="1241704" y="1281798"/>
                </a:lnTo>
                <a:lnTo>
                  <a:pt x="1240586" y="1282268"/>
                </a:lnTo>
                <a:lnTo>
                  <a:pt x="1238719" y="1284122"/>
                </a:lnTo>
                <a:lnTo>
                  <a:pt x="1238250" y="1285252"/>
                </a:lnTo>
                <a:lnTo>
                  <a:pt x="1238250" y="1287881"/>
                </a:lnTo>
                <a:lnTo>
                  <a:pt x="1238719" y="1288999"/>
                </a:lnTo>
                <a:lnTo>
                  <a:pt x="1240586" y="1290853"/>
                </a:lnTo>
                <a:lnTo>
                  <a:pt x="1241704" y="1291323"/>
                </a:lnTo>
                <a:lnTo>
                  <a:pt x="1244333" y="1291323"/>
                </a:lnTo>
                <a:lnTo>
                  <a:pt x="1245450" y="1290853"/>
                </a:lnTo>
                <a:lnTo>
                  <a:pt x="1247317" y="1288999"/>
                </a:lnTo>
                <a:lnTo>
                  <a:pt x="1247775" y="1287881"/>
                </a:lnTo>
                <a:lnTo>
                  <a:pt x="1247775" y="1285252"/>
                </a:lnTo>
                <a:close/>
              </a:path>
              <a:path w="9867900" h="3000375">
                <a:moveTo>
                  <a:pt x="1247775" y="857986"/>
                </a:moveTo>
                <a:lnTo>
                  <a:pt x="1247317" y="856856"/>
                </a:lnTo>
                <a:lnTo>
                  <a:pt x="1245450" y="855002"/>
                </a:lnTo>
                <a:lnTo>
                  <a:pt x="1244333" y="854532"/>
                </a:lnTo>
                <a:lnTo>
                  <a:pt x="1241704" y="854532"/>
                </a:lnTo>
                <a:lnTo>
                  <a:pt x="1240586" y="855002"/>
                </a:lnTo>
                <a:lnTo>
                  <a:pt x="1238719" y="856856"/>
                </a:lnTo>
                <a:lnTo>
                  <a:pt x="1238250" y="857986"/>
                </a:lnTo>
                <a:lnTo>
                  <a:pt x="1238250" y="860615"/>
                </a:lnTo>
                <a:lnTo>
                  <a:pt x="1238719" y="861733"/>
                </a:lnTo>
                <a:lnTo>
                  <a:pt x="1240586" y="863600"/>
                </a:lnTo>
                <a:lnTo>
                  <a:pt x="1241704" y="864057"/>
                </a:lnTo>
                <a:lnTo>
                  <a:pt x="1244333" y="864057"/>
                </a:lnTo>
                <a:lnTo>
                  <a:pt x="1245450" y="863600"/>
                </a:lnTo>
                <a:lnTo>
                  <a:pt x="1247317" y="861733"/>
                </a:lnTo>
                <a:lnTo>
                  <a:pt x="1247775" y="860615"/>
                </a:lnTo>
                <a:lnTo>
                  <a:pt x="1247775" y="857986"/>
                </a:lnTo>
                <a:close/>
              </a:path>
              <a:path w="9867900" h="3000375">
                <a:moveTo>
                  <a:pt x="1247775" y="430720"/>
                </a:moveTo>
                <a:lnTo>
                  <a:pt x="1247317" y="429590"/>
                </a:lnTo>
                <a:lnTo>
                  <a:pt x="1245450" y="427736"/>
                </a:lnTo>
                <a:lnTo>
                  <a:pt x="1244333" y="427266"/>
                </a:lnTo>
                <a:lnTo>
                  <a:pt x="1241704" y="427266"/>
                </a:lnTo>
                <a:lnTo>
                  <a:pt x="1240586" y="427736"/>
                </a:lnTo>
                <a:lnTo>
                  <a:pt x="1238719" y="429590"/>
                </a:lnTo>
                <a:lnTo>
                  <a:pt x="1238250" y="430720"/>
                </a:lnTo>
                <a:lnTo>
                  <a:pt x="1238250" y="433349"/>
                </a:lnTo>
                <a:lnTo>
                  <a:pt x="1238719" y="434467"/>
                </a:lnTo>
                <a:lnTo>
                  <a:pt x="1240586" y="436333"/>
                </a:lnTo>
                <a:lnTo>
                  <a:pt x="1241704" y="436791"/>
                </a:lnTo>
                <a:lnTo>
                  <a:pt x="1244333" y="436791"/>
                </a:lnTo>
                <a:lnTo>
                  <a:pt x="1245450" y="436333"/>
                </a:lnTo>
                <a:lnTo>
                  <a:pt x="1247317" y="434467"/>
                </a:lnTo>
                <a:lnTo>
                  <a:pt x="1247775" y="433349"/>
                </a:lnTo>
                <a:lnTo>
                  <a:pt x="1247775" y="430720"/>
                </a:lnTo>
                <a:close/>
              </a:path>
              <a:path w="9867900" h="300037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9867900" h="3000375">
                <a:moveTo>
                  <a:pt x="1295400" y="2994304"/>
                </a:moveTo>
                <a:lnTo>
                  <a:pt x="1294942" y="2993186"/>
                </a:lnTo>
                <a:lnTo>
                  <a:pt x="1293075" y="2991320"/>
                </a:lnTo>
                <a:lnTo>
                  <a:pt x="1291958" y="2990850"/>
                </a:lnTo>
                <a:lnTo>
                  <a:pt x="1289329" y="2990850"/>
                </a:lnTo>
                <a:lnTo>
                  <a:pt x="1288211" y="2991320"/>
                </a:lnTo>
                <a:lnTo>
                  <a:pt x="1286344" y="2993186"/>
                </a:lnTo>
                <a:lnTo>
                  <a:pt x="1285875" y="2994304"/>
                </a:lnTo>
                <a:lnTo>
                  <a:pt x="1285875" y="2996933"/>
                </a:lnTo>
                <a:lnTo>
                  <a:pt x="1286344" y="2998051"/>
                </a:lnTo>
                <a:lnTo>
                  <a:pt x="1288211" y="2999917"/>
                </a:lnTo>
                <a:lnTo>
                  <a:pt x="1289329" y="3000375"/>
                </a:lnTo>
                <a:lnTo>
                  <a:pt x="1291958" y="3000375"/>
                </a:lnTo>
                <a:lnTo>
                  <a:pt x="1293075" y="2999917"/>
                </a:lnTo>
                <a:lnTo>
                  <a:pt x="1294942" y="2998051"/>
                </a:lnTo>
                <a:lnTo>
                  <a:pt x="1295400" y="2996933"/>
                </a:lnTo>
                <a:lnTo>
                  <a:pt x="1295400" y="2994304"/>
                </a:lnTo>
                <a:close/>
              </a:path>
              <a:path w="9867900" h="3000375">
                <a:moveTo>
                  <a:pt x="1295400" y="2567038"/>
                </a:moveTo>
                <a:lnTo>
                  <a:pt x="1294942" y="2565920"/>
                </a:lnTo>
                <a:lnTo>
                  <a:pt x="1293075" y="2564053"/>
                </a:lnTo>
                <a:lnTo>
                  <a:pt x="1291958" y="2563596"/>
                </a:lnTo>
                <a:lnTo>
                  <a:pt x="1289329" y="2563596"/>
                </a:lnTo>
                <a:lnTo>
                  <a:pt x="1288211" y="2564053"/>
                </a:lnTo>
                <a:lnTo>
                  <a:pt x="1286344" y="2565920"/>
                </a:lnTo>
                <a:lnTo>
                  <a:pt x="1285875" y="2567038"/>
                </a:lnTo>
                <a:lnTo>
                  <a:pt x="1285875" y="2569667"/>
                </a:lnTo>
                <a:lnTo>
                  <a:pt x="1286344" y="2570797"/>
                </a:lnTo>
                <a:lnTo>
                  <a:pt x="1288211" y="2572651"/>
                </a:lnTo>
                <a:lnTo>
                  <a:pt x="1289329" y="2573121"/>
                </a:lnTo>
                <a:lnTo>
                  <a:pt x="1291958" y="2573121"/>
                </a:lnTo>
                <a:lnTo>
                  <a:pt x="1293075" y="2572651"/>
                </a:lnTo>
                <a:lnTo>
                  <a:pt x="1294942" y="2570797"/>
                </a:lnTo>
                <a:lnTo>
                  <a:pt x="1295400" y="2569667"/>
                </a:lnTo>
                <a:lnTo>
                  <a:pt x="1295400" y="2567038"/>
                </a:lnTo>
                <a:close/>
              </a:path>
              <a:path w="9867900" h="3000375">
                <a:moveTo>
                  <a:pt x="1295400" y="2139772"/>
                </a:moveTo>
                <a:lnTo>
                  <a:pt x="1294942" y="2138654"/>
                </a:lnTo>
                <a:lnTo>
                  <a:pt x="1293075" y="2136787"/>
                </a:lnTo>
                <a:lnTo>
                  <a:pt x="1291958" y="2136330"/>
                </a:lnTo>
                <a:lnTo>
                  <a:pt x="1289329" y="2136330"/>
                </a:lnTo>
                <a:lnTo>
                  <a:pt x="1288211" y="2136787"/>
                </a:lnTo>
                <a:lnTo>
                  <a:pt x="1286344" y="2138654"/>
                </a:lnTo>
                <a:lnTo>
                  <a:pt x="1285875" y="2139772"/>
                </a:lnTo>
                <a:lnTo>
                  <a:pt x="1285875" y="2142401"/>
                </a:lnTo>
                <a:lnTo>
                  <a:pt x="1286344" y="2143531"/>
                </a:lnTo>
                <a:lnTo>
                  <a:pt x="1288211" y="2145385"/>
                </a:lnTo>
                <a:lnTo>
                  <a:pt x="1289329" y="2145855"/>
                </a:lnTo>
                <a:lnTo>
                  <a:pt x="1291958" y="2145855"/>
                </a:lnTo>
                <a:lnTo>
                  <a:pt x="1293075" y="2145385"/>
                </a:lnTo>
                <a:lnTo>
                  <a:pt x="1294942" y="2143531"/>
                </a:lnTo>
                <a:lnTo>
                  <a:pt x="1295400" y="2142401"/>
                </a:lnTo>
                <a:lnTo>
                  <a:pt x="1295400" y="2139772"/>
                </a:lnTo>
                <a:close/>
              </a:path>
              <a:path w="9867900" h="3000375">
                <a:moveTo>
                  <a:pt x="1295400" y="1712506"/>
                </a:moveTo>
                <a:lnTo>
                  <a:pt x="1294942" y="1711388"/>
                </a:lnTo>
                <a:lnTo>
                  <a:pt x="1293075" y="1709534"/>
                </a:lnTo>
                <a:lnTo>
                  <a:pt x="1291958" y="1709064"/>
                </a:lnTo>
                <a:lnTo>
                  <a:pt x="1289329" y="1709064"/>
                </a:lnTo>
                <a:lnTo>
                  <a:pt x="1288211" y="1709534"/>
                </a:lnTo>
                <a:lnTo>
                  <a:pt x="1286344" y="1711388"/>
                </a:lnTo>
                <a:lnTo>
                  <a:pt x="1285875" y="1712506"/>
                </a:lnTo>
                <a:lnTo>
                  <a:pt x="1285875" y="1715135"/>
                </a:lnTo>
                <a:lnTo>
                  <a:pt x="1286344" y="1716265"/>
                </a:lnTo>
                <a:lnTo>
                  <a:pt x="1288211" y="1718119"/>
                </a:lnTo>
                <a:lnTo>
                  <a:pt x="1289329" y="1718589"/>
                </a:lnTo>
                <a:lnTo>
                  <a:pt x="1291958" y="1718589"/>
                </a:lnTo>
                <a:lnTo>
                  <a:pt x="1293075" y="1718119"/>
                </a:lnTo>
                <a:lnTo>
                  <a:pt x="1294942" y="1716265"/>
                </a:lnTo>
                <a:lnTo>
                  <a:pt x="1295400" y="1715135"/>
                </a:lnTo>
                <a:lnTo>
                  <a:pt x="1295400" y="1712506"/>
                </a:lnTo>
                <a:close/>
              </a:path>
              <a:path w="9867900" h="3000375">
                <a:moveTo>
                  <a:pt x="1295400" y="1285252"/>
                </a:moveTo>
                <a:lnTo>
                  <a:pt x="1294942" y="1284122"/>
                </a:lnTo>
                <a:lnTo>
                  <a:pt x="1293075" y="1282268"/>
                </a:lnTo>
                <a:lnTo>
                  <a:pt x="1291958" y="1281798"/>
                </a:lnTo>
                <a:lnTo>
                  <a:pt x="1289329" y="1281798"/>
                </a:lnTo>
                <a:lnTo>
                  <a:pt x="1288211" y="1282268"/>
                </a:lnTo>
                <a:lnTo>
                  <a:pt x="1286344" y="1284122"/>
                </a:lnTo>
                <a:lnTo>
                  <a:pt x="1285875" y="1285252"/>
                </a:lnTo>
                <a:lnTo>
                  <a:pt x="1285875" y="1287881"/>
                </a:lnTo>
                <a:lnTo>
                  <a:pt x="1286344" y="1288999"/>
                </a:lnTo>
                <a:lnTo>
                  <a:pt x="1288211" y="1290853"/>
                </a:lnTo>
                <a:lnTo>
                  <a:pt x="1289329" y="1291323"/>
                </a:lnTo>
                <a:lnTo>
                  <a:pt x="1291958" y="1291323"/>
                </a:lnTo>
                <a:lnTo>
                  <a:pt x="1293075" y="1290853"/>
                </a:lnTo>
                <a:lnTo>
                  <a:pt x="1294942" y="1288999"/>
                </a:lnTo>
                <a:lnTo>
                  <a:pt x="1295400" y="1287881"/>
                </a:lnTo>
                <a:lnTo>
                  <a:pt x="1295400" y="1285252"/>
                </a:lnTo>
                <a:close/>
              </a:path>
              <a:path w="9867900" h="3000375">
                <a:moveTo>
                  <a:pt x="1295400" y="857986"/>
                </a:moveTo>
                <a:lnTo>
                  <a:pt x="1294942" y="856856"/>
                </a:lnTo>
                <a:lnTo>
                  <a:pt x="1293075" y="855002"/>
                </a:lnTo>
                <a:lnTo>
                  <a:pt x="1291958" y="854532"/>
                </a:lnTo>
                <a:lnTo>
                  <a:pt x="1289329" y="854532"/>
                </a:lnTo>
                <a:lnTo>
                  <a:pt x="1288211" y="855002"/>
                </a:lnTo>
                <a:lnTo>
                  <a:pt x="1286344" y="856856"/>
                </a:lnTo>
                <a:lnTo>
                  <a:pt x="1285875" y="857986"/>
                </a:lnTo>
                <a:lnTo>
                  <a:pt x="1285875" y="860615"/>
                </a:lnTo>
                <a:lnTo>
                  <a:pt x="1286344" y="861733"/>
                </a:lnTo>
                <a:lnTo>
                  <a:pt x="1288211" y="863600"/>
                </a:lnTo>
                <a:lnTo>
                  <a:pt x="1289329" y="864057"/>
                </a:lnTo>
                <a:lnTo>
                  <a:pt x="1291958" y="864057"/>
                </a:lnTo>
                <a:lnTo>
                  <a:pt x="1293075" y="863600"/>
                </a:lnTo>
                <a:lnTo>
                  <a:pt x="1294942" y="861733"/>
                </a:lnTo>
                <a:lnTo>
                  <a:pt x="1295400" y="860615"/>
                </a:lnTo>
                <a:lnTo>
                  <a:pt x="1295400" y="857986"/>
                </a:lnTo>
                <a:close/>
              </a:path>
              <a:path w="9867900" h="3000375">
                <a:moveTo>
                  <a:pt x="1295400" y="430720"/>
                </a:moveTo>
                <a:lnTo>
                  <a:pt x="1294942" y="429590"/>
                </a:lnTo>
                <a:lnTo>
                  <a:pt x="1293075" y="427736"/>
                </a:lnTo>
                <a:lnTo>
                  <a:pt x="1291958" y="427266"/>
                </a:lnTo>
                <a:lnTo>
                  <a:pt x="1289329" y="427266"/>
                </a:lnTo>
                <a:lnTo>
                  <a:pt x="1288211" y="427736"/>
                </a:lnTo>
                <a:lnTo>
                  <a:pt x="1286344" y="429590"/>
                </a:lnTo>
                <a:lnTo>
                  <a:pt x="1285875" y="430720"/>
                </a:lnTo>
                <a:lnTo>
                  <a:pt x="1285875" y="433349"/>
                </a:lnTo>
                <a:lnTo>
                  <a:pt x="1286344" y="434467"/>
                </a:lnTo>
                <a:lnTo>
                  <a:pt x="1288211" y="436333"/>
                </a:lnTo>
                <a:lnTo>
                  <a:pt x="1289329" y="436791"/>
                </a:lnTo>
                <a:lnTo>
                  <a:pt x="1291958" y="436791"/>
                </a:lnTo>
                <a:lnTo>
                  <a:pt x="1293075" y="436333"/>
                </a:lnTo>
                <a:lnTo>
                  <a:pt x="1294942" y="434467"/>
                </a:lnTo>
                <a:lnTo>
                  <a:pt x="1295400" y="433349"/>
                </a:lnTo>
                <a:lnTo>
                  <a:pt x="1295400" y="430720"/>
                </a:lnTo>
                <a:close/>
              </a:path>
              <a:path w="9867900" h="300037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9867900" h="3000375">
                <a:moveTo>
                  <a:pt x="1343025" y="2994304"/>
                </a:moveTo>
                <a:lnTo>
                  <a:pt x="1342567" y="2993186"/>
                </a:lnTo>
                <a:lnTo>
                  <a:pt x="1340700" y="2991320"/>
                </a:lnTo>
                <a:lnTo>
                  <a:pt x="1339583" y="2990850"/>
                </a:lnTo>
                <a:lnTo>
                  <a:pt x="1336954" y="2990850"/>
                </a:lnTo>
                <a:lnTo>
                  <a:pt x="1335836" y="2991320"/>
                </a:lnTo>
                <a:lnTo>
                  <a:pt x="1333969" y="2993186"/>
                </a:lnTo>
                <a:lnTo>
                  <a:pt x="1333500" y="2994304"/>
                </a:lnTo>
                <a:lnTo>
                  <a:pt x="1333500" y="2996933"/>
                </a:lnTo>
                <a:lnTo>
                  <a:pt x="1333969" y="2998051"/>
                </a:lnTo>
                <a:lnTo>
                  <a:pt x="1335836" y="2999917"/>
                </a:lnTo>
                <a:lnTo>
                  <a:pt x="1336954" y="3000375"/>
                </a:lnTo>
                <a:lnTo>
                  <a:pt x="1339583" y="3000375"/>
                </a:lnTo>
                <a:lnTo>
                  <a:pt x="1340700" y="2999917"/>
                </a:lnTo>
                <a:lnTo>
                  <a:pt x="1342567" y="2998051"/>
                </a:lnTo>
                <a:lnTo>
                  <a:pt x="1343025" y="2996933"/>
                </a:lnTo>
                <a:lnTo>
                  <a:pt x="1343025" y="2994304"/>
                </a:lnTo>
                <a:close/>
              </a:path>
              <a:path w="9867900" h="3000375">
                <a:moveTo>
                  <a:pt x="1343025" y="2567038"/>
                </a:moveTo>
                <a:lnTo>
                  <a:pt x="1342567" y="2565920"/>
                </a:lnTo>
                <a:lnTo>
                  <a:pt x="1340700" y="2564053"/>
                </a:lnTo>
                <a:lnTo>
                  <a:pt x="1339583" y="2563596"/>
                </a:lnTo>
                <a:lnTo>
                  <a:pt x="1336954" y="2563596"/>
                </a:lnTo>
                <a:lnTo>
                  <a:pt x="1335836" y="2564053"/>
                </a:lnTo>
                <a:lnTo>
                  <a:pt x="1333969" y="2565920"/>
                </a:lnTo>
                <a:lnTo>
                  <a:pt x="1333500" y="2567038"/>
                </a:lnTo>
                <a:lnTo>
                  <a:pt x="1333500" y="2569667"/>
                </a:lnTo>
                <a:lnTo>
                  <a:pt x="1333969" y="2570797"/>
                </a:lnTo>
                <a:lnTo>
                  <a:pt x="1335836" y="2572651"/>
                </a:lnTo>
                <a:lnTo>
                  <a:pt x="1336954" y="2573121"/>
                </a:lnTo>
                <a:lnTo>
                  <a:pt x="1339583" y="2573121"/>
                </a:lnTo>
                <a:lnTo>
                  <a:pt x="1340700" y="2572651"/>
                </a:lnTo>
                <a:lnTo>
                  <a:pt x="1342567" y="2570797"/>
                </a:lnTo>
                <a:lnTo>
                  <a:pt x="1343025" y="2569667"/>
                </a:lnTo>
                <a:lnTo>
                  <a:pt x="1343025" y="2567038"/>
                </a:lnTo>
                <a:close/>
              </a:path>
              <a:path w="9867900" h="3000375">
                <a:moveTo>
                  <a:pt x="1343025" y="2139772"/>
                </a:moveTo>
                <a:lnTo>
                  <a:pt x="1342567" y="2138654"/>
                </a:lnTo>
                <a:lnTo>
                  <a:pt x="1340700" y="2136787"/>
                </a:lnTo>
                <a:lnTo>
                  <a:pt x="1339583" y="2136330"/>
                </a:lnTo>
                <a:lnTo>
                  <a:pt x="1336954" y="2136330"/>
                </a:lnTo>
                <a:lnTo>
                  <a:pt x="1335836" y="2136787"/>
                </a:lnTo>
                <a:lnTo>
                  <a:pt x="1333969" y="2138654"/>
                </a:lnTo>
                <a:lnTo>
                  <a:pt x="1333500" y="2139772"/>
                </a:lnTo>
                <a:lnTo>
                  <a:pt x="1333500" y="2142401"/>
                </a:lnTo>
                <a:lnTo>
                  <a:pt x="1333969" y="2143531"/>
                </a:lnTo>
                <a:lnTo>
                  <a:pt x="1335836" y="2145385"/>
                </a:lnTo>
                <a:lnTo>
                  <a:pt x="1336954" y="2145855"/>
                </a:lnTo>
                <a:lnTo>
                  <a:pt x="1339583" y="2145855"/>
                </a:lnTo>
                <a:lnTo>
                  <a:pt x="1340700" y="2145385"/>
                </a:lnTo>
                <a:lnTo>
                  <a:pt x="1342567" y="2143531"/>
                </a:lnTo>
                <a:lnTo>
                  <a:pt x="1343025" y="2142401"/>
                </a:lnTo>
                <a:lnTo>
                  <a:pt x="1343025" y="2139772"/>
                </a:lnTo>
                <a:close/>
              </a:path>
              <a:path w="9867900" h="3000375">
                <a:moveTo>
                  <a:pt x="1343025" y="1712506"/>
                </a:moveTo>
                <a:lnTo>
                  <a:pt x="1342567" y="1711388"/>
                </a:lnTo>
                <a:lnTo>
                  <a:pt x="1340700" y="1709534"/>
                </a:lnTo>
                <a:lnTo>
                  <a:pt x="1339583" y="1709064"/>
                </a:lnTo>
                <a:lnTo>
                  <a:pt x="1336954" y="1709064"/>
                </a:lnTo>
                <a:lnTo>
                  <a:pt x="1335836" y="1709534"/>
                </a:lnTo>
                <a:lnTo>
                  <a:pt x="1333969" y="1711388"/>
                </a:lnTo>
                <a:lnTo>
                  <a:pt x="1333500" y="1712506"/>
                </a:lnTo>
                <a:lnTo>
                  <a:pt x="1333500" y="1715135"/>
                </a:lnTo>
                <a:lnTo>
                  <a:pt x="1333969" y="1716265"/>
                </a:lnTo>
                <a:lnTo>
                  <a:pt x="1335836" y="1718119"/>
                </a:lnTo>
                <a:lnTo>
                  <a:pt x="1336954" y="1718589"/>
                </a:lnTo>
                <a:lnTo>
                  <a:pt x="1339583" y="1718589"/>
                </a:lnTo>
                <a:lnTo>
                  <a:pt x="1340700" y="1718119"/>
                </a:lnTo>
                <a:lnTo>
                  <a:pt x="1342567" y="1716265"/>
                </a:lnTo>
                <a:lnTo>
                  <a:pt x="1343025" y="1715135"/>
                </a:lnTo>
                <a:lnTo>
                  <a:pt x="1343025" y="1712506"/>
                </a:lnTo>
                <a:close/>
              </a:path>
              <a:path w="9867900" h="3000375">
                <a:moveTo>
                  <a:pt x="1343025" y="1285252"/>
                </a:moveTo>
                <a:lnTo>
                  <a:pt x="1342567" y="1284122"/>
                </a:lnTo>
                <a:lnTo>
                  <a:pt x="1340700" y="1282268"/>
                </a:lnTo>
                <a:lnTo>
                  <a:pt x="1339583" y="1281798"/>
                </a:lnTo>
                <a:lnTo>
                  <a:pt x="1336954" y="1281798"/>
                </a:lnTo>
                <a:lnTo>
                  <a:pt x="1335836" y="1282268"/>
                </a:lnTo>
                <a:lnTo>
                  <a:pt x="1333969" y="1284122"/>
                </a:lnTo>
                <a:lnTo>
                  <a:pt x="1333500" y="1285252"/>
                </a:lnTo>
                <a:lnTo>
                  <a:pt x="1333500" y="1287881"/>
                </a:lnTo>
                <a:lnTo>
                  <a:pt x="1333969" y="1288999"/>
                </a:lnTo>
                <a:lnTo>
                  <a:pt x="1335836" y="1290853"/>
                </a:lnTo>
                <a:lnTo>
                  <a:pt x="1336954" y="1291323"/>
                </a:lnTo>
                <a:lnTo>
                  <a:pt x="1339583" y="1291323"/>
                </a:lnTo>
                <a:lnTo>
                  <a:pt x="1340700" y="1290853"/>
                </a:lnTo>
                <a:lnTo>
                  <a:pt x="1342567" y="1288999"/>
                </a:lnTo>
                <a:lnTo>
                  <a:pt x="1343025" y="1287881"/>
                </a:lnTo>
                <a:lnTo>
                  <a:pt x="1343025" y="1285252"/>
                </a:lnTo>
                <a:close/>
              </a:path>
              <a:path w="9867900" h="3000375">
                <a:moveTo>
                  <a:pt x="1343025" y="857986"/>
                </a:moveTo>
                <a:lnTo>
                  <a:pt x="1342567" y="856856"/>
                </a:lnTo>
                <a:lnTo>
                  <a:pt x="1340700" y="855002"/>
                </a:lnTo>
                <a:lnTo>
                  <a:pt x="1339583" y="854532"/>
                </a:lnTo>
                <a:lnTo>
                  <a:pt x="1336954" y="854532"/>
                </a:lnTo>
                <a:lnTo>
                  <a:pt x="1335836" y="855002"/>
                </a:lnTo>
                <a:lnTo>
                  <a:pt x="1333969" y="856856"/>
                </a:lnTo>
                <a:lnTo>
                  <a:pt x="1333500" y="857986"/>
                </a:lnTo>
                <a:lnTo>
                  <a:pt x="1333500" y="860615"/>
                </a:lnTo>
                <a:lnTo>
                  <a:pt x="1333969" y="861733"/>
                </a:lnTo>
                <a:lnTo>
                  <a:pt x="1335836" y="863600"/>
                </a:lnTo>
                <a:lnTo>
                  <a:pt x="1336954" y="864057"/>
                </a:lnTo>
                <a:lnTo>
                  <a:pt x="1339583" y="864057"/>
                </a:lnTo>
                <a:lnTo>
                  <a:pt x="1340700" y="863600"/>
                </a:lnTo>
                <a:lnTo>
                  <a:pt x="1342567" y="861733"/>
                </a:lnTo>
                <a:lnTo>
                  <a:pt x="1343025" y="860615"/>
                </a:lnTo>
                <a:lnTo>
                  <a:pt x="1343025" y="857986"/>
                </a:lnTo>
                <a:close/>
              </a:path>
              <a:path w="9867900" h="3000375">
                <a:moveTo>
                  <a:pt x="1343025" y="430720"/>
                </a:moveTo>
                <a:lnTo>
                  <a:pt x="1342567" y="429590"/>
                </a:lnTo>
                <a:lnTo>
                  <a:pt x="1340700" y="427736"/>
                </a:lnTo>
                <a:lnTo>
                  <a:pt x="1339583" y="427266"/>
                </a:lnTo>
                <a:lnTo>
                  <a:pt x="1336954" y="427266"/>
                </a:lnTo>
                <a:lnTo>
                  <a:pt x="1335836" y="427736"/>
                </a:lnTo>
                <a:lnTo>
                  <a:pt x="1333969" y="429590"/>
                </a:lnTo>
                <a:lnTo>
                  <a:pt x="1333500" y="430720"/>
                </a:lnTo>
                <a:lnTo>
                  <a:pt x="1333500" y="433349"/>
                </a:lnTo>
                <a:lnTo>
                  <a:pt x="1333969" y="434467"/>
                </a:lnTo>
                <a:lnTo>
                  <a:pt x="1335836" y="436333"/>
                </a:lnTo>
                <a:lnTo>
                  <a:pt x="1336954" y="436791"/>
                </a:lnTo>
                <a:lnTo>
                  <a:pt x="1339583" y="436791"/>
                </a:lnTo>
                <a:lnTo>
                  <a:pt x="1340700" y="436333"/>
                </a:lnTo>
                <a:lnTo>
                  <a:pt x="1342567" y="434467"/>
                </a:lnTo>
                <a:lnTo>
                  <a:pt x="1343025" y="433349"/>
                </a:lnTo>
                <a:lnTo>
                  <a:pt x="1343025" y="430720"/>
                </a:lnTo>
                <a:close/>
              </a:path>
              <a:path w="9867900" h="300037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9867900" h="3000375">
                <a:moveTo>
                  <a:pt x="1390650" y="2994304"/>
                </a:moveTo>
                <a:lnTo>
                  <a:pt x="1390192" y="2993186"/>
                </a:lnTo>
                <a:lnTo>
                  <a:pt x="1388325" y="2991320"/>
                </a:lnTo>
                <a:lnTo>
                  <a:pt x="1387208" y="2990850"/>
                </a:lnTo>
                <a:lnTo>
                  <a:pt x="1384579" y="2990850"/>
                </a:lnTo>
                <a:lnTo>
                  <a:pt x="1383461" y="2991320"/>
                </a:lnTo>
                <a:lnTo>
                  <a:pt x="1381594" y="2993186"/>
                </a:lnTo>
                <a:lnTo>
                  <a:pt x="1381125" y="2994304"/>
                </a:lnTo>
                <a:lnTo>
                  <a:pt x="1381125" y="2996933"/>
                </a:lnTo>
                <a:lnTo>
                  <a:pt x="1381594" y="2998051"/>
                </a:lnTo>
                <a:lnTo>
                  <a:pt x="1383461" y="2999917"/>
                </a:lnTo>
                <a:lnTo>
                  <a:pt x="1384579" y="3000375"/>
                </a:lnTo>
                <a:lnTo>
                  <a:pt x="1387208" y="3000375"/>
                </a:lnTo>
                <a:lnTo>
                  <a:pt x="1388325" y="2999917"/>
                </a:lnTo>
                <a:lnTo>
                  <a:pt x="1390192" y="2998051"/>
                </a:lnTo>
                <a:lnTo>
                  <a:pt x="1390650" y="2996933"/>
                </a:lnTo>
                <a:lnTo>
                  <a:pt x="1390650" y="2994304"/>
                </a:lnTo>
                <a:close/>
              </a:path>
              <a:path w="9867900" h="3000375">
                <a:moveTo>
                  <a:pt x="1390650" y="2567038"/>
                </a:moveTo>
                <a:lnTo>
                  <a:pt x="1390192" y="2565920"/>
                </a:lnTo>
                <a:lnTo>
                  <a:pt x="1388325" y="2564053"/>
                </a:lnTo>
                <a:lnTo>
                  <a:pt x="1387208" y="2563596"/>
                </a:lnTo>
                <a:lnTo>
                  <a:pt x="1384579" y="2563596"/>
                </a:lnTo>
                <a:lnTo>
                  <a:pt x="1383461" y="2564053"/>
                </a:lnTo>
                <a:lnTo>
                  <a:pt x="1381594" y="2565920"/>
                </a:lnTo>
                <a:lnTo>
                  <a:pt x="1381125" y="2567038"/>
                </a:lnTo>
                <a:lnTo>
                  <a:pt x="1381125" y="2569667"/>
                </a:lnTo>
                <a:lnTo>
                  <a:pt x="1381594" y="2570797"/>
                </a:lnTo>
                <a:lnTo>
                  <a:pt x="1383461" y="2572651"/>
                </a:lnTo>
                <a:lnTo>
                  <a:pt x="1384579" y="2573121"/>
                </a:lnTo>
                <a:lnTo>
                  <a:pt x="1387208" y="2573121"/>
                </a:lnTo>
                <a:lnTo>
                  <a:pt x="1388325" y="2572651"/>
                </a:lnTo>
                <a:lnTo>
                  <a:pt x="1390192" y="2570797"/>
                </a:lnTo>
                <a:lnTo>
                  <a:pt x="1390650" y="2569667"/>
                </a:lnTo>
                <a:lnTo>
                  <a:pt x="1390650" y="2567038"/>
                </a:lnTo>
                <a:close/>
              </a:path>
              <a:path w="9867900" h="3000375">
                <a:moveTo>
                  <a:pt x="1390650" y="2139772"/>
                </a:moveTo>
                <a:lnTo>
                  <a:pt x="1390192" y="2138654"/>
                </a:lnTo>
                <a:lnTo>
                  <a:pt x="1388325" y="2136787"/>
                </a:lnTo>
                <a:lnTo>
                  <a:pt x="1387208" y="2136330"/>
                </a:lnTo>
                <a:lnTo>
                  <a:pt x="1384579" y="2136330"/>
                </a:lnTo>
                <a:lnTo>
                  <a:pt x="1383461" y="2136787"/>
                </a:lnTo>
                <a:lnTo>
                  <a:pt x="1381594" y="2138654"/>
                </a:lnTo>
                <a:lnTo>
                  <a:pt x="1381125" y="2139772"/>
                </a:lnTo>
                <a:lnTo>
                  <a:pt x="1381125" y="2142401"/>
                </a:lnTo>
                <a:lnTo>
                  <a:pt x="1381594" y="2143531"/>
                </a:lnTo>
                <a:lnTo>
                  <a:pt x="1383461" y="2145385"/>
                </a:lnTo>
                <a:lnTo>
                  <a:pt x="1384579" y="2145855"/>
                </a:lnTo>
                <a:lnTo>
                  <a:pt x="1387208" y="2145855"/>
                </a:lnTo>
                <a:lnTo>
                  <a:pt x="1388325" y="2145385"/>
                </a:lnTo>
                <a:lnTo>
                  <a:pt x="1390192" y="2143531"/>
                </a:lnTo>
                <a:lnTo>
                  <a:pt x="1390650" y="2142401"/>
                </a:lnTo>
                <a:lnTo>
                  <a:pt x="1390650" y="2139772"/>
                </a:lnTo>
                <a:close/>
              </a:path>
              <a:path w="9867900" h="3000375">
                <a:moveTo>
                  <a:pt x="1390650" y="1712506"/>
                </a:moveTo>
                <a:lnTo>
                  <a:pt x="1390192" y="1711388"/>
                </a:lnTo>
                <a:lnTo>
                  <a:pt x="1388325" y="1709534"/>
                </a:lnTo>
                <a:lnTo>
                  <a:pt x="1387208" y="1709064"/>
                </a:lnTo>
                <a:lnTo>
                  <a:pt x="1384579" y="1709064"/>
                </a:lnTo>
                <a:lnTo>
                  <a:pt x="1383461" y="1709534"/>
                </a:lnTo>
                <a:lnTo>
                  <a:pt x="1381594" y="1711388"/>
                </a:lnTo>
                <a:lnTo>
                  <a:pt x="1381125" y="1712506"/>
                </a:lnTo>
                <a:lnTo>
                  <a:pt x="1381125" y="1715135"/>
                </a:lnTo>
                <a:lnTo>
                  <a:pt x="1381594" y="1716265"/>
                </a:lnTo>
                <a:lnTo>
                  <a:pt x="1383461" y="1718119"/>
                </a:lnTo>
                <a:lnTo>
                  <a:pt x="1384579" y="1718589"/>
                </a:lnTo>
                <a:lnTo>
                  <a:pt x="1387208" y="1718589"/>
                </a:lnTo>
                <a:lnTo>
                  <a:pt x="1388325" y="1718119"/>
                </a:lnTo>
                <a:lnTo>
                  <a:pt x="1390192" y="1716265"/>
                </a:lnTo>
                <a:lnTo>
                  <a:pt x="1390650" y="1715135"/>
                </a:lnTo>
                <a:lnTo>
                  <a:pt x="1390650" y="1712506"/>
                </a:lnTo>
                <a:close/>
              </a:path>
              <a:path w="9867900" h="3000375">
                <a:moveTo>
                  <a:pt x="1390650" y="1285252"/>
                </a:moveTo>
                <a:lnTo>
                  <a:pt x="1390192" y="1284122"/>
                </a:lnTo>
                <a:lnTo>
                  <a:pt x="1388325" y="1282268"/>
                </a:lnTo>
                <a:lnTo>
                  <a:pt x="1387208" y="1281798"/>
                </a:lnTo>
                <a:lnTo>
                  <a:pt x="1384579" y="1281798"/>
                </a:lnTo>
                <a:lnTo>
                  <a:pt x="1383461" y="1282268"/>
                </a:lnTo>
                <a:lnTo>
                  <a:pt x="1381594" y="1284122"/>
                </a:lnTo>
                <a:lnTo>
                  <a:pt x="1381125" y="1285252"/>
                </a:lnTo>
                <a:lnTo>
                  <a:pt x="1381125" y="1287881"/>
                </a:lnTo>
                <a:lnTo>
                  <a:pt x="1381594" y="1288999"/>
                </a:lnTo>
                <a:lnTo>
                  <a:pt x="1383461" y="1290853"/>
                </a:lnTo>
                <a:lnTo>
                  <a:pt x="1384579" y="1291323"/>
                </a:lnTo>
                <a:lnTo>
                  <a:pt x="1387208" y="1291323"/>
                </a:lnTo>
                <a:lnTo>
                  <a:pt x="1388325" y="1290853"/>
                </a:lnTo>
                <a:lnTo>
                  <a:pt x="1390192" y="1288999"/>
                </a:lnTo>
                <a:lnTo>
                  <a:pt x="1390650" y="1287881"/>
                </a:lnTo>
                <a:lnTo>
                  <a:pt x="1390650" y="1285252"/>
                </a:lnTo>
                <a:close/>
              </a:path>
              <a:path w="9867900" h="3000375">
                <a:moveTo>
                  <a:pt x="1390650" y="857986"/>
                </a:moveTo>
                <a:lnTo>
                  <a:pt x="1390192" y="856856"/>
                </a:lnTo>
                <a:lnTo>
                  <a:pt x="1388325" y="855002"/>
                </a:lnTo>
                <a:lnTo>
                  <a:pt x="1387208" y="854532"/>
                </a:lnTo>
                <a:lnTo>
                  <a:pt x="1384579" y="854532"/>
                </a:lnTo>
                <a:lnTo>
                  <a:pt x="1383461" y="855002"/>
                </a:lnTo>
                <a:lnTo>
                  <a:pt x="1381594" y="856856"/>
                </a:lnTo>
                <a:lnTo>
                  <a:pt x="1381125" y="857986"/>
                </a:lnTo>
                <a:lnTo>
                  <a:pt x="1381125" y="860615"/>
                </a:lnTo>
                <a:lnTo>
                  <a:pt x="1381594" y="861733"/>
                </a:lnTo>
                <a:lnTo>
                  <a:pt x="1383461" y="863600"/>
                </a:lnTo>
                <a:lnTo>
                  <a:pt x="1384579" y="864057"/>
                </a:lnTo>
                <a:lnTo>
                  <a:pt x="1387208" y="864057"/>
                </a:lnTo>
                <a:lnTo>
                  <a:pt x="1388325" y="863600"/>
                </a:lnTo>
                <a:lnTo>
                  <a:pt x="1390192" y="861733"/>
                </a:lnTo>
                <a:lnTo>
                  <a:pt x="1390650" y="860615"/>
                </a:lnTo>
                <a:lnTo>
                  <a:pt x="1390650" y="857986"/>
                </a:lnTo>
                <a:close/>
              </a:path>
              <a:path w="9867900" h="3000375">
                <a:moveTo>
                  <a:pt x="1390650" y="430720"/>
                </a:moveTo>
                <a:lnTo>
                  <a:pt x="1390192" y="429590"/>
                </a:lnTo>
                <a:lnTo>
                  <a:pt x="1388325" y="427736"/>
                </a:lnTo>
                <a:lnTo>
                  <a:pt x="1387208" y="427266"/>
                </a:lnTo>
                <a:lnTo>
                  <a:pt x="1384579" y="427266"/>
                </a:lnTo>
                <a:lnTo>
                  <a:pt x="1383461" y="427736"/>
                </a:lnTo>
                <a:lnTo>
                  <a:pt x="1381594" y="429590"/>
                </a:lnTo>
                <a:lnTo>
                  <a:pt x="1381125" y="430720"/>
                </a:lnTo>
                <a:lnTo>
                  <a:pt x="1381125" y="433349"/>
                </a:lnTo>
                <a:lnTo>
                  <a:pt x="1381594" y="434467"/>
                </a:lnTo>
                <a:lnTo>
                  <a:pt x="1383461" y="436333"/>
                </a:lnTo>
                <a:lnTo>
                  <a:pt x="1384579" y="436791"/>
                </a:lnTo>
                <a:lnTo>
                  <a:pt x="1387208" y="436791"/>
                </a:lnTo>
                <a:lnTo>
                  <a:pt x="1388325" y="436333"/>
                </a:lnTo>
                <a:lnTo>
                  <a:pt x="1390192" y="434467"/>
                </a:lnTo>
                <a:lnTo>
                  <a:pt x="1390650" y="433349"/>
                </a:lnTo>
                <a:lnTo>
                  <a:pt x="1390650" y="430720"/>
                </a:lnTo>
                <a:close/>
              </a:path>
              <a:path w="9867900" h="300037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9867900" h="3000375">
                <a:moveTo>
                  <a:pt x="1438275" y="2994304"/>
                </a:moveTo>
                <a:lnTo>
                  <a:pt x="1437817" y="2993186"/>
                </a:lnTo>
                <a:lnTo>
                  <a:pt x="1435950" y="2991320"/>
                </a:lnTo>
                <a:lnTo>
                  <a:pt x="1434833" y="2990850"/>
                </a:lnTo>
                <a:lnTo>
                  <a:pt x="1432204" y="2990850"/>
                </a:lnTo>
                <a:lnTo>
                  <a:pt x="1431086" y="2991320"/>
                </a:lnTo>
                <a:lnTo>
                  <a:pt x="1429219" y="2993186"/>
                </a:lnTo>
                <a:lnTo>
                  <a:pt x="1428750" y="2994304"/>
                </a:lnTo>
                <a:lnTo>
                  <a:pt x="1428750" y="2996933"/>
                </a:lnTo>
                <a:lnTo>
                  <a:pt x="1429219" y="2998051"/>
                </a:lnTo>
                <a:lnTo>
                  <a:pt x="1431086" y="2999917"/>
                </a:lnTo>
                <a:lnTo>
                  <a:pt x="1432204" y="3000375"/>
                </a:lnTo>
                <a:lnTo>
                  <a:pt x="1434833" y="3000375"/>
                </a:lnTo>
                <a:lnTo>
                  <a:pt x="1435950" y="2999917"/>
                </a:lnTo>
                <a:lnTo>
                  <a:pt x="1437817" y="2998051"/>
                </a:lnTo>
                <a:lnTo>
                  <a:pt x="1438275" y="2996933"/>
                </a:lnTo>
                <a:lnTo>
                  <a:pt x="1438275" y="2994304"/>
                </a:lnTo>
                <a:close/>
              </a:path>
              <a:path w="9867900" h="3000375">
                <a:moveTo>
                  <a:pt x="1438275" y="2567038"/>
                </a:moveTo>
                <a:lnTo>
                  <a:pt x="1437817" y="2565920"/>
                </a:lnTo>
                <a:lnTo>
                  <a:pt x="1435950" y="2564053"/>
                </a:lnTo>
                <a:lnTo>
                  <a:pt x="1434833" y="2563596"/>
                </a:lnTo>
                <a:lnTo>
                  <a:pt x="1432204" y="2563596"/>
                </a:lnTo>
                <a:lnTo>
                  <a:pt x="1431086" y="2564053"/>
                </a:lnTo>
                <a:lnTo>
                  <a:pt x="1429219" y="2565920"/>
                </a:lnTo>
                <a:lnTo>
                  <a:pt x="1428750" y="2567038"/>
                </a:lnTo>
                <a:lnTo>
                  <a:pt x="1428750" y="2569667"/>
                </a:lnTo>
                <a:lnTo>
                  <a:pt x="1429219" y="2570797"/>
                </a:lnTo>
                <a:lnTo>
                  <a:pt x="1431086" y="2572651"/>
                </a:lnTo>
                <a:lnTo>
                  <a:pt x="1432204" y="2573121"/>
                </a:lnTo>
                <a:lnTo>
                  <a:pt x="1434833" y="2573121"/>
                </a:lnTo>
                <a:lnTo>
                  <a:pt x="1435950" y="2572651"/>
                </a:lnTo>
                <a:lnTo>
                  <a:pt x="1437817" y="2570797"/>
                </a:lnTo>
                <a:lnTo>
                  <a:pt x="1438275" y="2569667"/>
                </a:lnTo>
                <a:lnTo>
                  <a:pt x="1438275" y="2567038"/>
                </a:lnTo>
                <a:close/>
              </a:path>
              <a:path w="9867900" h="3000375">
                <a:moveTo>
                  <a:pt x="1438275" y="2139772"/>
                </a:moveTo>
                <a:lnTo>
                  <a:pt x="1437817" y="2138654"/>
                </a:lnTo>
                <a:lnTo>
                  <a:pt x="1435950" y="2136787"/>
                </a:lnTo>
                <a:lnTo>
                  <a:pt x="1434833" y="2136330"/>
                </a:lnTo>
                <a:lnTo>
                  <a:pt x="1432204" y="2136330"/>
                </a:lnTo>
                <a:lnTo>
                  <a:pt x="1431086" y="2136787"/>
                </a:lnTo>
                <a:lnTo>
                  <a:pt x="1429219" y="2138654"/>
                </a:lnTo>
                <a:lnTo>
                  <a:pt x="1428750" y="2139772"/>
                </a:lnTo>
                <a:lnTo>
                  <a:pt x="1428750" y="2142401"/>
                </a:lnTo>
                <a:lnTo>
                  <a:pt x="1429219" y="2143531"/>
                </a:lnTo>
                <a:lnTo>
                  <a:pt x="1431086" y="2145385"/>
                </a:lnTo>
                <a:lnTo>
                  <a:pt x="1432204" y="2145855"/>
                </a:lnTo>
                <a:lnTo>
                  <a:pt x="1434833" y="2145855"/>
                </a:lnTo>
                <a:lnTo>
                  <a:pt x="1435950" y="2145385"/>
                </a:lnTo>
                <a:lnTo>
                  <a:pt x="1437817" y="2143531"/>
                </a:lnTo>
                <a:lnTo>
                  <a:pt x="1438275" y="2142401"/>
                </a:lnTo>
                <a:lnTo>
                  <a:pt x="1438275" y="2139772"/>
                </a:lnTo>
                <a:close/>
              </a:path>
              <a:path w="9867900" h="3000375">
                <a:moveTo>
                  <a:pt x="1438275" y="1712506"/>
                </a:moveTo>
                <a:lnTo>
                  <a:pt x="1437817" y="1711388"/>
                </a:lnTo>
                <a:lnTo>
                  <a:pt x="1435950" y="1709534"/>
                </a:lnTo>
                <a:lnTo>
                  <a:pt x="1434833" y="1709064"/>
                </a:lnTo>
                <a:lnTo>
                  <a:pt x="1432204" y="1709064"/>
                </a:lnTo>
                <a:lnTo>
                  <a:pt x="1431086" y="1709534"/>
                </a:lnTo>
                <a:lnTo>
                  <a:pt x="1429219" y="1711388"/>
                </a:lnTo>
                <a:lnTo>
                  <a:pt x="1428750" y="1712506"/>
                </a:lnTo>
                <a:lnTo>
                  <a:pt x="1428750" y="1715135"/>
                </a:lnTo>
                <a:lnTo>
                  <a:pt x="1429219" y="1716265"/>
                </a:lnTo>
                <a:lnTo>
                  <a:pt x="1431086" y="1718119"/>
                </a:lnTo>
                <a:lnTo>
                  <a:pt x="1432204" y="1718589"/>
                </a:lnTo>
                <a:lnTo>
                  <a:pt x="1434833" y="1718589"/>
                </a:lnTo>
                <a:lnTo>
                  <a:pt x="1435950" y="1718119"/>
                </a:lnTo>
                <a:lnTo>
                  <a:pt x="1437817" y="1716265"/>
                </a:lnTo>
                <a:lnTo>
                  <a:pt x="1438275" y="1715135"/>
                </a:lnTo>
                <a:lnTo>
                  <a:pt x="1438275" y="1712506"/>
                </a:lnTo>
                <a:close/>
              </a:path>
              <a:path w="9867900" h="3000375">
                <a:moveTo>
                  <a:pt x="1438275" y="1285252"/>
                </a:moveTo>
                <a:lnTo>
                  <a:pt x="1437817" y="1284122"/>
                </a:lnTo>
                <a:lnTo>
                  <a:pt x="1435950" y="1282268"/>
                </a:lnTo>
                <a:lnTo>
                  <a:pt x="1434833" y="1281798"/>
                </a:lnTo>
                <a:lnTo>
                  <a:pt x="1432204" y="1281798"/>
                </a:lnTo>
                <a:lnTo>
                  <a:pt x="1431086" y="1282268"/>
                </a:lnTo>
                <a:lnTo>
                  <a:pt x="1429219" y="1284122"/>
                </a:lnTo>
                <a:lnTo>
                  <a:pt x="1428750" y="1285252"/>
                </a:lnTo>
                <a:lnTo>
                  <a:pt x="1428750" y="1287881"/>
                </a:lnTo>
                <a:lnTo>
                  <a:pt x="1429219" y="1288999"/>
                </a:lnTo>
                <a:lnTo>
                  <a:pt x="1431086" y="1290853"/>
                </a:lnTo>
                <a:lnTo>
                  <a:pt x="1432204" y="1291323"/>
                </a:lnTo>
                <a:lnTo>
                  <a:pt x="1434833" y="1291323"/>
                </a:lnTo>
                <a:lnTo>
                  <a:pt x="1435950" y="1290853"/>
                </a:lnTo>
                <a:lnTo>
                  <a:pt x="1437817" y="1288999"/>
                </a:lnTo>
                <a:lnTo>
                  <a:pt x="1438275" y="1287881"/>
                </a:lnTo>
                <a:lnTo>
                  <a:pt x="1438275" y="1285252"/>
                </a:lnTo>
                <a:close/>
              </a:path>
              <a:path w="9867900" h="3000375">
                <a:moveTo>
                  <a:pt x="1438275" y="857986"/>
                </a:moveTo>
                <a:lnTo>
                  <a:pt x="1437817" y="856856"/>
                </a:lnTo>
                <a:lnTo>
                  <a:pt x="1435950" y="855002"/>
                </a:lnTo>
                <a:lnTo>
                  <a:pt x="1434833" y="854532"/>
                </a:lnTo>
                <a:lnTo>
                  <a:pt x="1432204" y="854532"/>
                </a:lnTo>
                <a:lnTo>
                  <a:pt x="1431086" y="855002"/>
                </a:lnTo>
                <a:lnTo>
                  <a:pt x="1429219" y="856856"/>
                </a:lnTo>
                <a:lnTo>
                  <a:pt x="1428750" y="857986"/>
                </a:lnTo>
                <a:lnTo>
                  <a:pt x="1428750" y="860615"/>
                </a:lnTo>
                <a:lnTo>
                  <a:pt x="1429219" y="861733"/>
                </a:lnTo>
                <a:lnTo>
                  <a:pt x="1431086" y="863600"/>
                </a:lnTo>
                <a:lnTo>
                  <a:pt x="1432204" y="864057"/>
                </a:lnTo>
                <a:lnTo>
                  <a:pt x="1434833" y="864057"/>
                </a:lnTo>
                <a:lnTo>
                  <a:pt x="1435950" y="863600"/>
                </a:lnTo>
                <a:lnTo>
                  <a:pt x="1437817" y="861733"/>
                </a:lnTo>
                <a:lnTo>
                  <a:pt x="1438275" y="860615"/>
                </a:lnTo>
                <a:lnTo>
                  <a:pt x="1438275" y="857986"/>
                </a:lnTo>
                <a:close/>
              </a:path>
              <a:path w="9867900" h="3000375">
                <a:moveTo>
                  <a:pt x="1438275" y="430720"/>
                </a:moveTo>
                <a:lnTo>
                  <a:pt x="1437817" y="429590"/>
                </a:lnTo>
                <a:lnTo>
                  <a:pt x="1435950" y="427736"/>
                </a:lnTo>
                <a:lnTo>
                  <a:pt x="1434833" y="427266"/>
                </a:lnTo>
                <a:lnTo>
                  <a:pt x="1432204" y="427266"/>
                </a:lnTo>
                <a:lnTo>
                  <a:pt x="1431086" y="427736"/>
                </a:lnTo>
                <a:lnTo>
                  <a:pt x="1429219" y="429590"/>
                </a:lnTo>
                <a:lnTo>
                  <a:pt x="1428750" y="430720"/>
                </a:lnTo>
                <a:lnTo>
                  <a:pt x="1428750" y="433349"/>
                </a:lnTo>
                <a:lnTo>
                  <a:pt x="1429219" y="434467"/>
                </a:lnTo>
                <a:lnTo>
                  <a:pt x="1431086" y="436333"/>
                </a:lnTo>
                <a:lnTo>
                  <a:pt x="1432204" y="436791"/>
                </a:lnTo>
                <a:lnTo>
                  <a:pt x="1434833" y="436791"/>
                </a:lnTo>
                <a:lnTo>
                  <a:pt x="1435950" y="436333"/>
                </a:lnTo>
                <a:lnTo>
                  <a:pt x="1437817" y="434467"/>
                </a:lnTo>
                <a:lnTo>
                  <a:pt x="1438275" y="433349"/>
                </a:lnTo>
                <a:lnTo>
                  <a:pt x="1438275" y="430720"/>
                </a:lnTo>
                <a:close/>
              </a:path>
              <a:path w="9867900" h="300037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9867900" h="3000375">
                <a:moveTo>
                  <a:pt x="1485900" y="2994304"/>
                </a:moveTo>
                <a:lnTo>
                  <a:pt x="1485442" y="2993186"/>
                </a:lnTo>
                <a:lnTo>
                  <a:pt x="1483575" y="2991320"/>
                </a:lnTo>
                <a:lnTo>
                  <a:pt x="1482458" y="2990850"/>
                </a:lnTo>
                <a:lnTo>
                  <a:pt x="1479829" y="2990850"/>
                </a:lnTo>
                <a:lnTo>
                  <a:pt x="1478711" y="2991320"/>
                </a:lnTo>
                <a:lnTo>
                  <a:pt x="1476844" y="2993186"/>
                </a:lnTo>
                <a:lnTo>
                  <a:pt x="1476375" y="2994304"/>
                </a:lnTo>
                <a:lnTo>
                  <a:pt x="1476375" y="2996933"/>
                </a:lnTo>
                <a:lnTo>
                  <a:pt x="1476844" y="2998051"/>
                </a:lnTo>
                <a:lnTo>
                  <a:pt x="1478711" y="2999917"/>
                </a:lnTo>
                <a:lnTo>
                  <a:pt x="1479829" y="3000375"/>
                </a:lnTo>
                <a:lnTo>
                  <a:pt x="1482458" y="3000375"/>
                </a:lnTo>
                <a:lnTo>
                  <a:pt x="1483575" y="2999917"/>
                </a:lnTo>
                <a:lnTo>
                  <a:pt x="1485442" y="2998051"/>
                </a:lnTo>
                <a:lnTo>
                  <a:pt x="1485900" y="2996933"/>
                </a:lnTo>
                <a:lnTo>
                  <a:pt x="1485900" y="2994304"/>
                </a:lnTo>
                <a:close/>
              </a:path>
              <a:path w="9867900" h="3000375">
                <a:moveTo>
                  <a:pt x="1485900" y="2567038"/>
                </a:moveTo>
                <a:lnTo>
                  <a:pt x="1485442" y="2565920"/>
                </a:lnTo>
                <a:lnTo>
                  <a:pt x="1483575" y="2564053"/>
                </a:lnTo>
                <a:lnTo>
                  <a:pt x="1482458" y="2563596"/>
                </a:lnTo>
                <a:lnTo>
                  <a:pt x="1479829" y="2563596"/>
                </a:lnTo>
                <a:lnTo>
                  <a:pt x="1478711" y="2564053"/>
                </a:lnTo>
                <a:lnTo>
                  <a:pt x="1476844" y="2565920"/>
                </a:lnTo>
                <a:lnTo>
                  <a:pt x="1476375" y="2567038"/>
                </a:lnTo>
                <a:lnTo>
                  <a:pt x="1476375" y="2569667"/>
                </a:lnTo>
                <a:lnTo>
                  <a:pt x="1476844" y="2570797"/>
                </a:lnTo>
                <a:lnTo>
                  <a:pt x="1478711" y="2572651"/>
                </a:lnTo>
                <a:lnTo>
                  <a:pt x="1479829" y="2573121"/>
                </a:lnTo>
                <a:lnTo>
                  <a:pt x="1482458" y="2573121"/>
                </a:lnTo>
                <a:lnTo>
                  <a:pt x="1483575" y="2572651"/>
                </a:lnTo>
                <a:lnTo>
                  <a:pt x="1485442" y="2570797"/>
                </a:lnTo>
                <a:lnTo>
                  <a:pt x="1485900" y="2569667"/>
                </a:lnTo>
                <a:lnTo>
                  <a:pt x="1485900" y="2567038"/>
                </a:lnTo>
                <a:close/>
              </a:path>
              <a:path w="9867900" h="3000375">
                <a:moveTo>
                  <a:pt x="1485900" y="2139772"/>
                </a:moveTo>
                <a:lnTo>
                  <a:pt x="1485442" y="2138654"/>
                </a:lnTo>
                <a:lnTo>
                  <a:pt x="1483575" y="2136787"/>
                </a:lnTo>
                <a:lnTo>
                  <a:pt x="1482458" y="2136330"/>
                </a:lnTo>
                <a:lnTo>
                  <a:pt x="1479829" y="2136330"/>
                </a:lnTo>
                <a:lnTo>
                  <a:pt x="1478711" y="2136787"/>
                </a:lnTo>
                <a:lnTo>
                  <a:pt x="1476844" y="2138654"/>
                </a:lnTo>
                <a:lnTo>
                  <a:pt x="1476375" y="2139772"/>
                </a:lnTo>
                <a:lnTo>
                  <a:pt x="1476375" y="2142401"/>
                </a:lnTo>
                <a:lnTo>
                  <a:pt x="1476844" y="2143531"/>
                </a:lnTo>
                <a:lnTo>
                  <a:pt x="1478711" y="2145385"/>
                </a:lnTo>
                <a:lnTo>
                  <a:pt x="1479829" y="2145855"/>
                </a:lnTo>
                <a:lnTo>
                  <a:pt x="1482458" y="2145855"/>
                </a:lnTo>
                <a:lnTo>
                  <a:pt x="1483575" y="2145385"/>
                </a:lnTo>
                <a:lnTo>
                  <a:pt x="1485442" y="2143531"/>
                </a:lnTo>
                <a:lnTo>
                  <a:pt x="1485900" y="2142401"/>
                </a:lnTo>
                <a:lnTo>
                  <a:pt x="1485900" y="2139772"/>
                </a:lnTo>
                <a:close/>
              </a:path>
              <a:path w="9867900" h="3000375">
                <a:moveTo>
                  <a:pt x="1485900" y="1712506"/>
                </a:moveTo>
                <a:lnTo>
                  <a:pt x="1485442" y="1711388"/>
                </a:lnTo>
                <a:lnTo>
                  <a:pt x="1483575" y="1709534"/>
                </a:lnTo>
                <a:lnTo>
                  <a:pt x="1482458" y="1709064"/>
                </a:lnTo>
                <a:lnTo>
                  <a:pt x="1479829" y="1709064"/>
                </a:lnTo>
                <a:lnTo>
                  <a:pt x="1478711" y="1709534"/>
                </a:lnTo>
                <a:lnTo>
                  <a:pt x="1476844" y="1711388"/>
                </a:lnTo>
                <a:lnTo>
                  <a:pt x="1476375" y="1712506"/>
                </a:lnTo>
                <a:lnTo>
                  <a:pt x="1476375" y="1715135"/>
                </a:lnTo>
                <a:lnTo>
                  <a:pt x="1476844" y="1716265"/>
                </a:lnTo>
                <a:lnTo>
                  <a:pt x="1478711" y="1718119"/>
                </a:lnTo>
                <a:lnTo>
                  <a:pt x="1479829" y="1718589"/>
                </a:lnTo>
                <a:lnTo>
                  <a:pt x="1482458" y="1718589"/>
                </a:lnTo>
                <a:lnTo>
                  <a:pt x="1483575" y="1718119"/>
                </a:lnTo>
                <a:lnTo>
                  <a:pt x="1485442" y="1716265"/>
                </a:lnTo>
                <a:lnTo>
                  <a:pt x="1485900" y="1715135"/>
                </a:lnTo>
                <a:lnTo>
                  <a:pt x="1485900" y="1712506"/>
                </a:lnTo>
                <a:close/>
              </a:path>
              <a:path w="9867900" h="3000375">
                <a:moveTo>
                  <a:pt x="1485900" y="1285252"/>
                </a:moveTo>
                <a:lnTo>
                  <a:pt x="1485442" y="1284122"/>
                </a:lnTo>
                <a:lnTo>
                  <a:pt x="1483575" y="1282268"/>
                </a:lnTo>
                <a:lnTo>
                  <a:pt x="1482458" y="1281798"/>
                </a:lnTo>
                <a:lnTo>
                  <a:pt x="1479829" y="1281798"/>
                </a:lnTo>
                <a:lnTo>
                  <a:pt x="1478711" y="1282268"/>
                </a:lnTo>
                <a:lnTo>
                  <a:pt x="1476844" y="1284122"/>
                </a:lnTo>
                <a:lnTo>
                  <a:pt x="1476375" y="1285252"/>
                </a:lnTo>
                <a:lnTo>
                  <a:pt x="1476375" y="1287881"/>
                </a:lnTo>
                <a:lnTo>
                  <a:pt x="1476844" y="1288999"/>
                </a:lnTo>
                <a:lnTo>
                  <a:pt x="1478711" y="1290853"/>
                </a:lnTo>
                <a:lnTo>
                  <a:pt x="1479829" y="1291323"/>
                </a:lnTo>
                <a:lnTo>
                  <a:pt x="1482458" y="1291323"/>
                </a:lnTo>
                <a:lnTo>
                  <a:pt x="1483575" y="1290853"/>
                </a:lnTo>
                <a:lnTo>
                  <a:pt x="1485442" y="1288999"/>
                </a:lnTo>
                <a:lnTo>
                  <a:pt x="1485900" y="1287881"/>
                </a:lnTo>
                <a:lnTo>
                  <a:pt x="1485900" y="1285252"/>
                </a:lnTo>
                <a:close/>
              </a:path>
              <a:path w="9867900" h="3000375">
                <a:moveTo>
                  <a:pt x="1485900" y="857986"/>
                </a:moveTo>
                <a:lnTo>
                  <a:pt x="1485442" y="856856"/>
                </a:lnTo>
                <a:lnTo>
                  <a:pt x="1483575" y="855002"/>
                </a:lnTo>
                <a:lnTo>
                  <a:pt x="1482458" y="854532"/>
                </a:lnTo>
                <a:lnTo>
                  <a:pt x="1479829" y="854532"/>
                </a:lnTo>
                <a:lnTo>
                  <a:pt x="1478711" y="855002"/>
                </a:lnTo>
                <a:lnTo>
                  <a:pt x="1476844" y="856856"/>
                </a:lnTo>
                <a:lnTo>
                  <a:pt x="1476375" y="857986"/>
                </a:lnTo>
                <a:lnTo>
                  <a:pt x="1476375" y="860615"/>
                </a:lnTo>
                <a:lnTo>
                  <a:pt x="1476844" y="861733"/>
                </a:lnTo>
                <a:lnTo>
                  <a:pt x="1478711" y="863600"/>
                </a:lnTo>
                <a:lnTo>
                  <a:pt x="1479829" y="864057"/>
                </a:lnTo>
                <a:lnTo>
                  <a:pt x="1482458" y="864057"/>
                </a:lnTo>
                <a:lnTo>
                  <a:pt x="1483575" y="863600"/>
                </a:lnTo>
                <a:lnTo>
                  <a:pt x="1485442" y="861733"/>
                </a:lnTo>
                <a:lnTo>
                  <a:pt x="1485900" y="860615"/>
                </a:lnTo>
                <a:lnTo>
                  <a:pt x="1485900" y="857986"/>
                </a:lnTo>
                <a:close/>
              </a:path>
              <a:path w="9867900" h="3000375">
                <a:moveTo>
                  <a:pt x="1485900" y="430720"/>
                </a:moveTo>
                <a:lnTo>
                  <a:pt x="1485442" y="429590"/>
                </a:lnTo>
                <a:lnTo>
                  <a:pt x="1483575" y="427736"/>
                </a:lnTo>
                <a:lnTo>
                  <a:pt x="1482458" y="427266"/>
                </a:lnTo>
                <a:lnTo>
                  <a:pt x="1479829" y="427266"/>
                </a:lnTo>
                <a:lnTo>
                  <a:pt x="1478711" y="427736"/>
                </a:lnTo>
                <a:lnTo>
                  <a:pt x="1476844" y="429590"/>
                </a:lnTo>
                <a:lnTo>
                  <a:pt x="1476375" y="430720"/>
                </a:lnTo>
                <a:lnTo>
                  <a:pt x="1476375" y="433349"/>
                </a:lnTo>
                <a:lnTo>
                  <a:pt x="1476844" y="434467"/>
                </a:lnTo>
                <a:lnTo>
                  <a:pt x="1478711" y="436333"/>
                </a:lnTo>
                <a:lnTo>
                  <a:pt x="1479829" y="436791"/>
                </a:lnTo>
                <a:lnTo>
                  <a:pt x="1482458" y="436791"/>
                </a:lnTo>
                <a:lnTo>
                  <a:pt x="1483575" y="436333"/>
                </a:lnTo>
                <a:lnTo>
                  <a:pt x="1485442" y="434467"/>
                </a:lnTo>
                <a:lnTo>
                  <a:pt x="1485900" y="433349"/>
                </a:lnTo>
                <a:lnTo>
                  <a:pt x="1485900" y="430720"/>
                </a:lnTo>
                <a:close/>
              </a:path>
              <a:path w="9867900" h="300037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9867900" h="3000375">
                <a:moveTo>
                  <a:pt x="1533525" y="2994304"/>
                </a:moveTo>
                <a:lnTo>
                  <a:pt x="1533067" y="2993186"/>
                </a:lnTo>
                <a:lnTo>
                  <a:pt x="1531200" y="2991320"/>
                </a:lnTo>
                <a:lnTo>
                  <a:pt x="1530083" y="2990850"/>
                </a:lnTo>
                <a:lnTo>
                  <a:pt x="1527454" y="2990850"/>
                </a:lnTo>
                <a:lnTo>
                  <a:pt x="1526336" y="2991320"/>
                </a:lnTo>
                <a:lnTo>
                  <a:pt x="1524469" y="2993186"/>
                </a:lnTo>
                <a:lnTo>
                  <a:pt x="1524000" y="2994304"/>
                </a:lnTo>
                <a:lnTo>
                  <a:pt x="1524000" y="2996933"/>
                </a:lnTo>
                <a:lnTo>
                  <a:pt x="1524469" y="2998051"/>
                </a:lnTo>
                <a:lnTo>
                  <a:pt x="1526336" y="2999917"/>
                </a:lnTo>
                <a:lnTo>
                  <a:pt x="1527454" y="3000375"/>
                </a:lnTo>
                <a:lnTo>
                  <a:pt x="1530083" y="3000375"/>
                </a:lnTo>
                <a:lnTo>
                  <a:pt x="1531200" y="2999917"/>
                </a:lnTo>
                <a:lnTo>
                  <a:pt x="1533067" y="2998051"/>
                </a:lnTo>
                <a:lnTo>
                  <a:pt x="1533525" y="2996933"/>
                </a:lnTo>
                <a:lnTo>
                  <a:pt x="1533525" y="2994304"/>
                </a:lnTo>
                <a:close/>
              </a:path>
              <a:path w="9867900" h="3000375">
                <a:moveTo>
                  <a:pt x="1533525" y="2567038"/>
                </a:moveTo>
                <a:lnTo>
                  <a:pt x="1533067" y="2565920"/>
                </a:lnTo>
                <a:lnTo>
                  <a:pt x="1531200" y="2564053"/>
                </a:lnTo>
                <a:lnTo>
                  <a:pt x="1530083" y="2563596"/>
                </a:lnTo>
                <a:lnTo>
                  <a:pt x="1527454" y="2563596"/>
                </a:lnTo>
                <a:lnTo>
                  <a:pt x="1526336" y="2564053"/>
                </a:lnTo>
                <a:lnTo>
                  <a:pt x="1524469" y="2565920"/>
                </a:lnTo>
                <a:lnTo>
                  <a:pt x="1524000" y="2567038"/>
                </a:lnTo>
                <a:lnTo>
                  <a:pt x="1524000" y="2569667"/>
                </a:lnTo>
                <a:lnTo>
                  <a:pt x="1524469" y="2570797"/>
                </a:lnTo>
                <a:lnTo>
                  <a:pt x="1526336" y="2572651"/>
                </a:lnTo>
                <a:lnTo>
                  <a:pt x="1527454" y="2573121"/>
                </a:lnTo>
                <a:lnTo>
                  <a:pt x="1530083" y="2573121"/>
                </a:lnTo>
                <a:lnTo>
                  <a:pt x="1531200" y="2572651"/>
                </a:lnTo>
                <a:lnTo>
                  <a:pt x="1533067" y="2570797"/>
                </a:lnTo>
                <a:lnTo>
                  <a:pt x="1533525" y="2569667"/>
                </a:lnTo>
                <a:lnTo>
                  <a:pt x="1533525" y="2567038"/>
                </a:lnTo>
                <a:close/>
              </a:path>
              <a:path w="9867900" h="3000375">
                <a:moveTo>
                  <a:pt x="1533525" y="2139772"/>
                </a:moveTo>
                <a:lnTo>
                  <a:pt x="1533067" y="2138654"/>
                </a:lnTo>
                <a:lnTo>
                  <a:pt x="1531200" y="2136787"/>
                </a:lnTo>
                <a:lnTo>
                  <a:pt x="1530083" y="2136330"/>
                </a:lnTo>
                <a:lnTo>
                  <a:pt x="1527454" y="2136330"/>
                </a:lnTo>
                <a:lnTo>
                  <a:pt x="1526336" y="2136787"/>
                </a:lnTo>
                <a:lnTo>
                  <a:pt x="1524469" y="2138654"/>
                </a:lnTo>
                <a:lnTo>
                  <a:pt x="1524000" y="2139772"/>
                </a:lnTo>
                <a:lnTo>
                  <a:pt x="1524000" y="2142401"/>
                </a:lnTo>
                <a:lnTo>
                  <a:pt x="1524469" y="2143531"/>
                </a:lnTo>
                <a:lnTo>
                  <a:pt x="1526336" y="2145385"/>
                </a:lnTo>
                <a:lnTo>
                  <a:pt x="1527454" y="2145855"/>
                </a:lnTo>
                <a:lnTo>
                  <a:pt x="1530083" y="2145855"/>
                </a:lnTo>
                <a:lnTo>
                  <a:pt x="1531200" y="2145385"/>
                </a:lnTo>
                <a:lnTo>
                  <a:pt x="1533067" y="2143531"/>
                </a:lnTo>
                <a:lnTo>
                  <a:pt x="1533525" y="2142401"/>
                </a:lnTo>
                <a:lnTo>
                  <a:pt x="1533525" y="2139772"/>
                </a:lnTo>
                <a:close/>
              </a:path>
              <a:path w="9867900" h="3000375">
                <a:moveTo>
                  <a:pt x="1533525" y="1712506"/>
                </a:moveTo>
                <a:lnTo>
                  <a:pt x="1533067" y="1711388"/>
                </a:lnTo>
                <a:lnTo>
                  <a:pt x="1531200" y="1709534"/>
                </a:lnTo>
                <a:lnTo>
                  <a:pt x="1530083" y="1709064"/>
                </a:lnTo>
                <a:lnTo>
                  <a:pt x="1527454" y="1709064"/>
                </a:lnTo>
                <a:lnTo>
                  <a:pt x="1526336" y="1709534"/>
                </a:lnTo>
                <a:lnTo>
                  <a:pt x="1524469" y="1711388"/>
                </a:lnTo>
                <a:lnTo>
                  <a:pt x="1524000" y="1712506"/>
                </a:lnTo>
                <a:lnTo>
                  <a:pt x="1524000" y="1715135"/>
                </a:lnTo>
                <a:lnTo>
                  <a:pt x="1524469" y="1716265"/>
                </a:lnTo>
                <a:lnTo>
                  <a:pt x="1526336" y="1718119"/>
                </a:lnTo>
                <a:lnTo>
                  <a:pt x="1527454" y="1718589"/>
                </a:lnTo>
                <a:lnTo>
                  <a:pt x="1530083" y="1718589"/>
                </a:lnTo>
                <a:lnTo>
                  <a:pt x="1531200" y="1718119"/>
                </a:lnTo>
                <a:lnTo>
                  <a:pt x="1533067" y="1716265"/>
                </a:lnTo>
                <a:lnTo>
                  <a:pt x="1533525" y="1715135"/>
                </a:lnTo>
                <a:lnTo>
                  <a:pt x="1533525" y="1712506"/>
                </a:lnTo>
                <a:close/>
              </a:path>
              <a:path w="9867900" h="3000375">
                <a:moveTo>
                  <a:pt x="1533525" y="1285252"/>
                </a:moveTo>
                <a:lnTo>
                  <a:pt x="1533067" y="1284122"/>
                </a:lnTo>
                <a:lnTo>
                  <a:pt x="1531200" y="1282268"/>
                </a:lnTo>
                <a:lnTo>
                  <a:pt x="1530083" y="1281798"/>
                </a:lnTo>
                <a:lnTo>
                  <a:pt x="1527454" y="1281798"/>
                </a:lnTo>
                <a:lnTo>
                  <a:pt x="1526336" y="1282268"/>
                </a:lnTo>
                <a:lnTo>
                  <a:pt x="1524469" y="1284122"/>
                </a:lnTo>
                <a:lnTo>
                  <a:pt x="1524000" y="1285252"/>
                </a:lnTo>
                <a:lnTo>
                  <a:pt x="1524000" y="1287881"/>
                </a:lnTo>
                <a:lnTo>
                  <a:pt x="1524469" y="1288999"/>
                </a:lnTo>
                <a:lnTo>
                  <a:pt x="1526336" y="1290853"/>
                </a:lnTo>
                <a:lnTo>
                  <a:pt x="1527454" y="1291323"/>
                </a:lnTo>
                <a:lnTo>
                  <a:pt x="1530083" y="1291323"/>
                </a:lnTo>
                <a:lnTo>
                  <a:pt x="1531200" y="1290853"/>
                </a:lnTo>
                <a:lnTo>
                  <a:pt x="1533067" y="1288999"/>
                </a:lnTo>
                <a:lnTo>
                  <a:pt x="1533525" y="1287881"/>
                </a:lnTo>
                <a:lnTo>
                  <a:pt x="1533525" y="1285252"/>
                </a:lnTo>
                <a:close/>
              </a:path>
              <a:path w="9867900" h="3000375">
                <a:moveTo>
                  <a:pt x="1533525" y="857986"/>
                </a:moveTo>
                <a:lnTo>
                  <a:pt x="1533067" y="856856"/>
                </a:lnTo>
                <a:lnTo>
                  <a:pt x="1531200" y="855002"/>
                </a:lnTo>
                <a:lnTo>
                  <a:pt x="1530083" y="854532"/>
                </a:lnTo>
                <a:lnTo>
                  <a:pt x="1527454" y="854532"/>
                </a:lnTo>
                <a:lnTo>
                  <a:pt x="1526336" y="855002"/>
                </a:lnTo>
                <a:lnTo>
                  <a:pt x="1524469" y="856856"/>
                </a:lnTo>
                <a:lnTo>
                  <a:pt x="1524000" y="857986"/>
                </a:lnTo>
                <a:lnTo>
                  <a:pt x="1524000" y="860615"/>
                </a:lnTo>
                <a:lnTo>
                  <a:pt x="1524469" y="861733"/>
                </a:lnTo>
                <a:lnTo>
                  <a:pt x="1526336" y="863600"/>
                </a:lnTo>
                <a:lnTo>
                  <a:pt x="1527454" y="864057"/>
                </a:lnTo>
                <a:lnTo>
                  <a:pt x="1530083" y="864057"/>
                </a:lnTo>
                <a:lnTo>
                  <a:pt x="1531200" y="863600"/>
                </a:lnTo>
                <a:lnTo>
                  <a:pt x="1533067" y="861733"/>
                </a:lnTo>
                <a:lnTo>
                  <a:pt x="1533525" y="860615"/>
                </a:lnTo>
                <a:lnTo>
                  <a:pt x="1533525" y="857986"/>
                </a:lnTo>
                <a:close/>
              </a:path>
              <a:path w="9867900" h="3000375">
                <a:moveTo>
                  <a:pt x="1533525" y="430720"/>
                </a:moveTo>
                <a:lnTo>
                  <a:pt x="1533067" y="429590"/>
                </a:lnTo>
                <a:lnTo>
                  <a:pt x="1531200" y="427736"/>
                </a:lnTo>
                <a:lnTo>
                  <a:pt x="1530083" y="427266"/>
                </a:lnTo>
                <a:lnTo>
                  <a:pt x="1527454" y="427266"/>
                </a:lnTo>
                <a:lnTo>
                  <a:pt x="1526336" y="427736"/>
                </a:lnTo>
                <a:lnTo>
                  <a:pt x="1524469" y="429590"/>
                </a:lnTo>
                <a:lnTo>
                  <a:pt x="1524000" y="430720"/>
                </a:lnTo>
                <a:lnTo>
                  <a:pt x="1524000" y="433349"/>
                </a:lnTo>
                <a:lnTo>
                  <a:pt x="1524469" y="434467"/>
                </a:lnTo>
                <a:lnTo>
                  <a:pt x="1526336" y="436333"/>
                </a:lnTo>
                <a:lnTo>
                  <a:pt x="1527454" y="436791"/>
                </a:lnTo>
                <a:lnTo>
                  <a:pt x="1530083" y="436791"/>
                </a:lnTo>
                <a:lnTo>
                  <a:pt x="1531200" y="436333"/>
                </a:lnTo>
                <a:lnTo>
                  <a:pt x="1533067" y="434467"/>
                </a:lnTo>
                <a:lnTo>
                  <a:pt x="1533525" y="433349"/>
                </a:lnTo>
                <a:lnTo>
                  <a:pt x="1533525" y="430720"/>
                </a:lnTo>
                <a:close/>
              </a:path>
              <a:path w="9867900" h="300037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9867900" h="3000375">
                <a:moveTo>
                  <a:pt x="1581150" y="2994304"/>
                </a:moveTo>
                <a:lnTo>
                  <a:pt x="1580692" y="2993186"/>
                </a:lnTo>
                <a:lnTo>
                  <a:pt x="1578825" y="2991320"/>
                </a:lnTo>
                <a:lnTo>
                  <a:pt x="1577708" y="2990850"/>
                </a:lnTo>
                <a:lnTo>
                  <a:pt x="1575079" y="2990850"/>
                </a:lnTo>
                <a:lnTo>
                  <a:pt x="1573961" y="2991320"/>
                </a:lnTo>
                <a:lnTo>
                  <a:pt x="1572094" y="2993186"/>
                </a:lnTo>
                <a:lnTo>
                  <a:pt x="1571625" y="2994304"/>
                </a:lnTo>
                <a:lnTo>
                  <a:pt x="1571625" y="2996933"/>
                </a:lnTo>
                <a:lnTo>
                  <a:pt x="1572094" y="2998051"/>
                </a:lnTo>
                <a:lnTo>
                  <a:pt x="1573961" y="2999917"/>
                </a:lnTo>
                <a:lnTo>
                  <a:pt x="1575079" y="3000375"/>
                </a:lnTo>
                <a:lnTo>
                  <a:pt x="1577708" y="3000375"/>
                </a:lnTo>
                <a:lnTo>
                  <a:pt x="1578825" y="2999917"/>
                </a:lnTo>
                <a:lnTo>
                  <a:pt x="1580692" y="2998051"/>
                </a:lnTo>
                <a:lnTo>
                  <a:pt x="1581150" y="2996933"/>
                </a:lnTo>
                <a:lnTo>
                  <a:pt x="1581150" y="2994304"/>
                </a:lnTo>
                <a:close/>
              </a:path>
              <a:path w="9867900" h="3000375">
                <a:moveTo>
                  <a:pt x="1581150" y="2567038"/>
                </a:moveTo>
                <a:lnTo>
                  <a:pt x="1580692" y="2565920"/>
                </a:lnTo>
                <a:lnTo>
                  <a:pt x="1578825" y="2564053"/>
                </a:lnTo>
                <a:lnTo>
                  <a:pt x="1577708" y="2563596"/>
                </a:lnTo>
                <a:lnTo>
                  <a:pt x="1575079" y="2563596"/>
                </a:lnTo>
                <a:lnTo>
                  <a:pt x="1573961" y="2564053"/>
                </a:lnTo>
                <a:lnTo>
                  <a:pt x="1572094" y="2565920"/>
                </a:lnTo>
                <a:lnTo>
                  <a:pt x="1571625" y="2567038"/>
                </a:lnTo>
                <a:lnTo>
                  <a:pt x="1571625" y="2569667"/>
                </a:lnTo>
                <a:lnTo>
                  <a:pt x="1572094" y="2570797"/>
                </a:lnTo>
                <a:lnTo>
                  <a:pt x="1573961" y="2572651"/>
                </a:lnTo>
                <a:lnTo>
                  <a:pt x="1575079" y="2573121"/>
                </a:lnTo>
                <a:lnTo>
                  <a:pt x="1577708" y="2573121"/>
                </a:lnTo>
                <a:lnTo>
                  <a:pt x="1578825" y="2572651"/>
                </a:lnTo>
                <a:lnTo>
                  <a:pt x="1580692" y="2570797"/>
                </a:lnTo>
                <a:lnTo>
                  <a:pt x="1581150" y="2569667"/>
                </a:lnTo>
                <a:lnTo>
                  <a:pt x="1581150" y="2567038"/>
                </a:lnTo>
                <a:close/>
              </a:path>
              <a:path w="9867900" h="3000375">
                <a:moveTo>
                  <a:pt x="1581150" y="2139772"/>
                </a:moveTo>
                <a:lnTo>
                  <a:pt x="1580692" y="2138654"/>
                </a:lnTo>
                <a:lnTo>
                  <a:pt x="1578825" y="2136787"/>
                </a:lnTo>
                <a:lnTo>
                  <a:pt x="1577708" y="2136330"/>
                </a:lnTo>
                <a:lnTo>
                  <a:pt x="1575079" y="2136330"/>
                </a:lnTo>
                <a:lnTo>
                  <a:pt x="1573961" y="2136787"/>
                </a:lnTo>
                <a:lnTo>
                  <a:pt x="1572094" y="2138654"/>
                </a:lnTo>
                <a:lnTo>
                  <a:pt x="1571625" y="2139772"/>
                </a:lnTo>
                <a:lnTo>
                  <a:pt x="1571625" y="2142401"/>
                </a:lnTo>
                <a:lnTo>
                  <a:pt x="1572094" y="2143531"/>
                </a:lnTo>
                <a:lnTo>
                  <a:pt x="1573961" y="2145385"/>
                </a:lnTo>
                <a:lnTo>
                  <a:pt x="1575079" y="2145855"/>
                </a:lnTo>
                <a:lnTo>
                  <a:pt x="1577708" y="2145855"/>
                </a:lnTo>
                <a:lnTo>
                  <a:pt x="1578825" y="2145385"/>
                </a:lnTo>
                <a:lnTo>
                  <a:pt x="1580692" y="2143531"/>
                </a:lnTo>
                <a:lnTo>
                  <a:pt x="1581150" y="2142401"/>
                </a:lnTo>
                <a:lnTo>
                  <a:pt x="1581150" y="2139772"/>
                </a:lnTo>
                <a:close/>
              </a:path>
              <a:path w="9867900" h="3000375">
                <a:moveTo>
                  <a:pt x="1581150" y="1712506"/>
                </a:moveTo>
                <a:lnTo>
                  <a:pt x="1580692" y="1711388"/>
                </a:lnTo>
                <a:lnTo>
                  <a:pt x="1578825" y="1709534"/>
                </a:lnTo>
                <a:lnTo>
                  <a:pt x="1577708" y="1709064"/>
                </a:lnTo>
                <a:lnTo>
                  <a:pt x="1575079" y="1709064"/>
                </a:lnTo>
                <a:lnTo>
                  <a:pt x="1573961" y="1709534"/>
                </a:lnTo>
                <a:lnTo>
                  <a:pt x="1572094" y="1711388"/>
                </a:lnTo>
                <a:lnTo>
                  <a:pt x="1571625" y="1712506"/>
                </a:lnTo>
                <a:lnTo>
                  <a:pt x="1571625" y="1715135"/>
                </a:lnTo>
                <a:lnTo>
                  <a:pt x="1572094" y="1716265"/>
                </a:lnTo>
                <a:lnTo>
                  <a:pt x="1573961" y="1718119"/>
                </a:lnTo>
                <a:lnTo>
                  <a:pt x="1575079" y="1718589"/>
                </a:lnTo>
                <a:lnTo>
                  <a:pt x="1577708" y="1718589"/>
                </a:lnTo>
                <a:lnTo>
                  <a:pt x="1578825" y="1718119"/>
                </a:lnTo>
                <a:lnTo>
                  <a:pt x="1580692" y="1716265"/>
                </a:lnTo>
                <a:lnTo>
                  <a:pt x="1581150" y="1715135"/>
                </a:lnTo>
                <a:lnTo>
                  <a:pt x="1581150" y="1712506"/>
                </a:lnTo>
                <a:close/>
              </a:path>
              <a:path w="9867900" h="3000375">
                <a:moveTo>
                  <a:pt x="1581150" y="1285252"/>
                </a:moveTo>
                <a:lnTo>
                  <a:pt x="1580692" y="1284122"/>
                </a:lnTo>
                <a:lnTo>
                  <a:pt x="1578825" y="1282268"/>
                </a:lnTo>
                <a:lnTo>
                  <a:pt x="1577708" y="1281798"/>
                </a:lnTo>
                <a:lnTo>
                  <a:pt x="1575079" y="1281798"/>
                </a:lnTo>
                <a:lnTo>
                  <a:pt x="1573961" y="1282268"/>
                </a:lnTo>
                <a:lnTo>
                  <a:pt x="1572094" y="1284122"/>
                </a:lnTo>
                <a:lnTo>
                  <a:pt x="1571625" y="1285252"/>
                </a:lnTo>
                <a:lnTo>
                  <a:pt x="1571625" y="1287881"/>
                </a:lnTo>
                <a:lnTo>
                  <a:pt x="1572094" y="1288999"/>
                </a:lnTo>
                <a:lnTo>
                  <a:pt x="1573961" y="1290853"/>
                </a:lnTo>
                <a:lnTo>
                  <a:pt x="1575079" y="1291323"/>
                </a:lnTo>
                <a:lnTo>
                  <a:pt x="1577708" y="1291323"/>
                </a:lnTo>
                <a:lnTo>
                  <a:pt x="1578825" y="1290853"/>
                </a:lnTo>
                <a:lnTo>
                  <a:pt x="1580692" y="1288999"/>
                </a:lnTo>
                <a:lnTo>
                  <a:pt x="1581150" y="1287881"/>
                </a:lnTo>
                <a:lnTo>
                  <a:pt x="1581150" y="1285252"/>
                </a:lnTo>
                <a:close/>
              </a:path>
              <a:path w="9867900" h="3000375">
                <a:moveTo>
                  <a:pt x="1581150" y="857986"/>
                </a:moveTo>
                <a:lnTo>
                  <a:pt x="1580692" y="856856"/>
                </a:lnTo>
                <a:lnTo>
                  <a:pt x="1578825" y="855002"/>
                </a:lnTo>
                <a:lnTo>
                  <a:pt x="1577708" y="854532"/>
                </a:lnTo>
                <a:lnTo>
                  <a:pt x="1575079" y="854532"/>
                </a:lnTo>
                <a:lnTo>
                  <a:pt x="1573961" y="855002"/>
                </a:lnTo>
                <a:lnTo>
                  <a:pt x="1572094" y="856856"/>
                </a:lnTo>
                <a:lnTo>
                  <a:pt x="1571625" y="857986"/>
                </a:lnTo>
                <a:lnTo>
                  <a:pt x="1571625" y="860615"/>
                </a:lnTo>
                <a:lnTo>
                  <a:pt x="1572094" y="861733"/>
                </a:lnTo>
                <a:lnTo>
                  <a:pt x="1573961" y="863600"/>
                </a:lnTo>
                <a:lnTo>
                  <a:pt x="1575079" y="864057"/>
                </a:lnTo>
                <a:lnTo>
                  <a:pt x="1577708" y="864057"/>
                </a:lnTo>
                <a:lnTo>
                  <a:pt x="1578825" y="863600"/>
                </a:lnTo>
                <a:lnTo>
                  <a:pt x="1580692" y="861733"/>
                </a:lnTo>
                <a:lnTo>
                  <a:pt x="1581150" y="860615"/>
                </a:lnTo>
                <a:lnTo>
                  <a:pt x="1581150" y="857986"/>
                </a:lnTo>
                <a:close/>
              </a:path>
              <a:path w="9867900" h="3000375">
                <a:moveTo>
                  <a:pt x="1581150" y="430720"/>
                </a:moveTo>
                <a:lnTo>
                  <a:pt x="1580692" y="429590"/>
                </a:lnTo>
                <a:lnTo>
                  <a:pt x="1578825" y="427736"/>
                </a:lnTo>
                <a:lnTo>
                  <a:pt x="1577708" y="427266"/>
                </a:lnTo>
                <a:lnTo>
                  <a:pt x="1575079" y="427266"/>
                </a:lnTo>
                <a:lnTo>
                  <a:pt x="1573961" y="427736"/>
                </a:lnTo>
                <a:lnTo>
                  <a:pt x="1572094" y="429590"/>
                </a:lnTo>
                <a:lnTo>
                  <a:pt x="1571625" y="430720"/>
                </a:lnTo>
                <a:lnTo>
                  <a:pt x="1571625" y="433349"/>
                </a:lnTo>
                <a:lnTo>
                  <a:pt x="1572094" y="434467"/>
                </a:lnTo>
                <a:lnTo>
                  <a:pt x="1573961" y="436333"/>
                </a:lnTo>
                <a:lnTo>
                  <a:pt x="1575079" y="436791"/>
                </a:lnTo>
                <a:lnTo>
                  <a:pt x="1577708" y="436791"/>
                </a:lnTo>
                <a:lnTo>
                  <a:pt x="1578825" y="436333"/>
                </a:lnTo>
                <a:lnTo>
                  <a:pt x="1580692" y="434467"/>
                </a:lnTo>
                <a:lnTo>
                  <a:pt x="1581150" y="433349"/>
                </a:lnTo>
                <a:lnTo>
                  <a:pt x="1581150" y="430720"/>
                </a:lnTo>
                <a:close/>
              </a:path>
              <a:path w="9867900" h="300037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9867900" h="3000375">
                <a:moveTo>
                  <a:pt x="1628775" y="2994304"/>
                </a:moveTo>
                <a:lnTo>
                  <a:pt x="1628317" y="2993186"/>
                </a:lnTo>
                <a:lnTo>
                  <a:pt x="1626450" y="2991320"/>
                </a:lnTo>
                <a:lnTo>
                  <a:pt x="1625333" y="2990850"/>
                </a:lnTo>
                <a:lnTo>
                  <a:pt x="1622704" y="2990850"/>
                </a:lnTo>
                <a:lnTo>
                  <a:pt x="1621586" y="2991320"/>
                </a:lnTo>
                <a:lnTo>
                  <a:pt x="1619719" y="2993186"/>
                </a:lnTo>
                <a:lnTo>
                  <a:pt x="1619250" y="2994304"/>
                </a:lnTo>
                <a:lnTo>
                  <a:pt x="1619250" y="2996933"/>
                </a:lnTo>
                <a:lnTo>
                  <a:pt x="1619719" y="2998051"/>
                </a:lnTo>
                <a:lnTo>
                  <a:pt x="1621586" y="2999917"/>
                </a:lnTo>
                <a:lnTo>
                  <a:pt x="1622704" y="3000375"/>
                </a:lnTo>
                <a:lnTo>
                  <a:pt x="1625333" y="3000375"/>
                </a:lnTo>
                <a:lnTo>
                  <a:pt x="1626450" y="2999917"/>
                </a:lnTo>
                <a:lnTo>
                  <a:pt x="1628317" y="2998051"/>
                </a:lnTo>
                <a:lnTo>
                  <a:pt x="1628775" y="2996933"/>
                </a:lnTo>
                <a:lnTo>
                  <a:pt x="1628775" y="2994304"/>
                </a:lnTo>
                <a:close/>
              </a:path>
              <a:path w="9867900" h="3000375">
                <a:moveTo>
                  <a:pt x="1628775" y="2567038"/>
                </a:moveTo>
                <a:lnTo>
                  <a:pt x="1628317" y="2565920"/>
                </a:lnTo>
                <a:lnTo>
                  <a:pt x="1626450" y="2564053"/>
                </a:lnTo>
                <a:lnTo>
                  <a:pt x="1625333" y="2563596"/>
                </a:lnTo>
                <a:lnTo>
                  <a:pt x="1622704" y="2563596"/>
                </a:lnTo>
                <a:lnTo>
                  <a:pt x="1621586" y="2564053"/>
                </a:lnTo>
                <a:lnTo>
                  <a:pt x="1619719" y="2565920"/>
                </a:lnTo>
                <a:lnTo>
                  <a:pt x="1619250" y="2567038"/>
                </a:lnTo>
                <a:lnTo>
                  <a:pt x="1619250" y="2569667"/>
                </a:lnTo>
                <a:lnTo>
                  <a:pt x="1619719" y="2570797"/>
                </a:lnTo>
                <a:lnTo>
                  <a:pt x="1621586" y="2572651"/>
                </a:lnTo>
                <a:lnTo>
                  <a:pt x="1622704" y="2573121"/>
                </a:lnTo>
                <a:lnTo>
                  <a:pt x="1625333" y="2573121"/>
                </a:lnTo>
                <a:lnTo>
                  <a:pt x="1626450" y="2572651"/>
                </a:lnTo>
                <a:lnTo>
                  <a:pt x="1628317" y="2570797"/>
                </a:lnTo>
                <a:lnTo>
                  <a:pt x="1628775" y="2569667"/>
                </a:lnTo>
                <a:lnTo>
                  <a:pt x="1628775" y="2567038"/>
                </a:lnTo>
                <a:close/>
              </a:path>
              <a:path w="9867900" h="3000375">
                <a:moveTo>
                  <a:pt x="1628775" y="2139772"/>
                </a:moveTo>
                <a:lnTo>
                  <a:pt x="1628317" y="2138654"/>
                </a:lnTo>
                <a:lnTo>
                  <a:pt x="1626450" y="2136787"/>
                </a:lnTo>
                <a:lnTo>
                  <a:pt x="1625333" y="2136330"/>
                </a:lnTo>
                <a:lnTo>
                  <a:pt x="1622704" y="2136330"/>
                </a:lnTo>
                <a:lnTo>
                  <a:pt x="1621586" y="2136787"/>
                </a:lnTo>
                <a:lnTo>
                  <a:pt x="1619719" y="2138654"/>
                </a:lnTo>
                <a:lnTo>
                  <a:pt x="1619250" y="2139772"/>
                </a:lnTo>
                <a:lnTo>
                  <a:pt x="1619250" y="2142401"/>
                </a:lnTo>
                <a:lnTo>
                  <a:pt x="1619719" y="2143531"/>
                </a:lnTo>
                <a:lnTo>
                  <a:pt x="1621586" y="2145385"/>
                </a:lnTo>
                <a:lnTo>
                  <a:pt x="1622704" y="2145855"/>
                </a:lnTo>
                <a:lnTo>
                  <a:pt x="1625333" y="2145855"/>
                </a:lnTo>
                <a:lnTo>
                  <a:pt x="1626450" y="2145385"/>
                </a:lnTo>
                <a:lnTo>
                  <a:pt x="1628317" y="2143531"/>
                </a:lnTo>
                <a:lnTo>
                  <a:pt x="1628775" y="2142401"/>
                </a:lnTo>
                <a:lnTo>
                  <a:pt x="1628775" y="2139772"/>
                </a:lnTo>
                <a:close/>
              </a:path>
              <a:path w="9867900" h="3000375">
                <a:moveTo>
                  <a:pt x="1628775" y="1712506"/>
                </a:moveTo>
                <a:lnTo>
                  <a:pt x="1628317" y="1711388"/>
                </a:lnTo>
                <a:lnTo>
                  <a:pt x="1626450" y="1709534"/>
                </a:lnTo>
                <a:lnTo>
                  <a:pt x="1625333" y="1709064"/>
                </a:lnTo>
                <a:lnTo>
                  <a:pt x="1622704" y="1709064"/>
                </a:lnTo>
                <a:lnTo>
                  <a:pt x="1621586" y="1709534"/>
                </a:lnTo>
                <a:lnTo>
                  <a:pt x="1619719" y="1711388"/>
                </a:lnTo>
                <a:lnTo>
                  <a:pt x="1619250" y="1712506"/>
                </a:lnTo>
                <a:lnTo>
                  <a:pt x="1619250" y="1715135"/>
                </a:lnTo>
                <a:lnTo>
                  <a:pt x="1619719" y="1716265"/>
                </a:lnTo>
                <a:lnTo>
                  <a:pt x="1621586" y="1718119"/>
                </a:lnTo>
                <a:lnTo>
                  <a:pt x="1622704" y="1718589"/>
                </a:lnTo>
                <a:lnTo>
                  <a:pt x="1625333" y="1718589"/>
                </a:lnTo>
                <a:lnTo>
                  <a:pt x="1626450" y="1718119"/>
                </a:lnTo>
                <a:lnTo>
                  <a:pt x="1628317" y="1716265"/>
                </a:lnTo>
                <a:lnTo>
                  <a:pt x="1628775" y="1715135"/>
                </a:lnTo>
                <a:lnTo>
                  <a:pt x="1628775" y="1712506"/>
                </a:lnTo>
                <a:close/>
              </a:path>
              <a:path w="9867900" h="3000375">
                <a:moveTo>
                  <a:pt x="1628775" y="1285252"/>
                </a:moveTo>
                <a:lnTo>
                  <a:pt x="1628317" y="1284122"/>
                </a:lnTo>
                <a:lnTo>
                  <a:pt x="1626450" y="1282268"/>
                </a:lnTo>
                <a:lnTo>
                  <a:pt x="1625333" y="1281798"/>
                </a:lnTo>
                <a:lnTo>
                  <a:pt x="1622704" y="1281798"/>
                </a:lnTo>
                <a:lnTo>
                  <a:pt x="1621586" y="1282268"/>
                </a:lnTo>
                <a:lnTo>
                  <a:pt x="1619719" y="1284122"/>
                </a:lnTo>
                <a:lnTo>
                  <a:pt x="1619250" y="1285252"/>
                </a:lnTo>
                <a:lnTo>
                  <a:pt x="1619250" y="1287881"/>
                </a:lnTo>
                <a:lnTo>
                  <a:pt x="1619719" y="1288999"/>
                </a:lnTo>
                <a:lnTo>
                  <a:pt x="1621586" y="1290853"/>
                </a:lnTo>
                <a:lnTo>
                  <a:pt x="1622704" y="1291323"/>
                </a:lnTo>
                <a:lnTo>
                  <a:pt x="1625333" y="1291323"/>
                </a:lnTo>
                <a:lnTo>
                  <a:pt x="1626450" y="1290853"/>
                </a:lnTo>
                <a:lnTo>
                  <a:pt x="1628317" y="1288999"/>
                </a:lnTo>
                <a:lnTo>
                  <a:pt x="1628775" y="1287881"/>
                </a:lnTo>
                <a:lnTo>
                  <a:pt x="1628775" y="1285252"/>
                </a:lnTo>
                <a:close/>
              </a:path>
              <a:path w="9867900" h="3000375">
                <a:moveTo>
                  <a:pt x="1628775" y="857986"/>
                </a:moveTo>
                <a:lnTo>
                  <a:pt x="1628317" y="856856"/>
                </a:lnTo>
                <a:lnTo>
                  <a:pt x="1626450" y="855002"/>
                </a:lnTo>
                <a:lnTo>
                  <a:pt x="1625333" y="854532"/>
                </a:lnTo>
                <a:lnTo>
                  <a:pt x="1622704" y="854532"/>
                </a:lnTo>
                <a:lnTo>
                  <a:pt x="1621586" y="855002"/>
                </a:lnTo>
                <a:lnTo>
                  <a:pt x="1619719" y="856856"/>
                </a:lnTo>
                <a:lnTo>
                  <a:pt x="1619250" y="857986"/>
                </a:lnTo>
                <a:lnTo>
                  <a:pt x="1619250" y="860615"/>
                </a:lnTo>
                <a:lnTo>
                  <a:pt x="1619719" y="861733"/>
                </a:lnTo>
                <a:lnTo>
                  <a:pt x="1621586" y="863600"/>
                </a:lnTo>
                <a:lnTo>
                  <a:pt x="1622704" y="864057"/>
                </a:lnTo>
                <a:lnTo>
                  <a:pt x="1625333" y="864057"/>
                </a:lnTo>
                <a:lnTo>
                  <a:pt x="1626450" y="863600"/>
                </a:lnTo>
                <a:lnTo>
                  <a:pt x="1628317" y="861733"/>
                </a:lnTo>
                <a:lnTo>
                  <a:pt x="1628775" y="860615"/>
                </a:lnTo>
                <a:lnTo>
                  <a:pt x="1628775" y="857986"/>
                </a:lnTo>
                <a:close/>
              </a:path>
              <a:path w="9867900" h="3000375">
                <a:moveTo>
                  <a:pt x="1628775" y="430720"/>
                </a:moveTo>
                <a:lnTo>
                  <a:pt x="1628317" y="429590"/>
                </a:lnTo>
                <a:lnTo>
                  <a:pt x="1626450" y="427736"/>
                </a:lnTo>
                <a:lnTo>
                  <a:pt x="1625333" y="427266"/>
                </a:lnTo>
                <a:lnTo>
                  <a:pt x="1622704" y="427266"/>
                </a:lnTo>
                <a:lnTo>
                  <a:pt x="1621586" y="427736"/>
                </a:lnTo>
                <a:lnTo>
                  <a:pt x="1619719" y="429590"/>
                </a:lnTo>
                <a:lnTo>
                  <a:pt x="1619250" y="430720"/>
                </a:lnTo>
                <a:lnTo>
                  <a:pt x="1619250" y="433349"/>
                </a:lnTo>
                <a:lnTo>
                  <a:pt x="1619719" y="434467"/>
                </a:lnTo>
                <a:lnTo>
                  <a:pt x="1621586" y="436333"/>
                </a:lnTo>
                <a:lnTo>
                  <a:pt x="1622704" y="436791"/>
                </a:lnTo>
                <a:lnTo>
                  <a:pt x="1625333" y="436791"/>
                </a:lnTo>
                <a:lnTo>
                  <a:pt x="1626450" y="436333"/>
                </a:lnTo>
                <a:lnTo>
                  <a:pt x="1628317" y="434467"/>
                </a:lnTo>
                <a:lnTo>
                  <a:pt x="1628775" y="433349"/>
                </a:lnTo>
                <a:lnTo>
                  <a:pt x="1628775" y="430720"/>
                </a:lnTo>
                <a:close/>
              </a:path>
              <a:path w="9867900" h="300037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9867900" h="3000375">
                <a:moveTo>
                  <a:pt x="1676400" y="2994304"/>
                </a:moveTo>
                <a:lnTo>
                  <a:pt x="1675942" y="2993186"/>
                </a:lnTo>
                <a:lnTo>
                  <a:pt x="1674075" y="2991320"/>
                </a:lnTo>
                <a:lnTo>
                  <a:pt x="1672958" y="2990850"/>
                </a:lnTo>
                <a:lnTo>
                  <a:pt x="1670329" y="2990850"/>
                </a:lnTo>
                <a:lnTo>
                  <a:pt x="1669211" y="2991320"/>
                </a:lnTo>
                <a:lnTo>
                  <a:pt x="1667344" y="2993186"/>
                </a:lnTo>
                <a:lnTo>
                  <a:pt x="1666875" y="2994304"/>
                </a:lnTo>
                <a:lnTo>
                  <a:pt x="1666875" y="2996933"/>
                </a:lnTo>
                <a:lnTo>
                  <a:pt x="1667344" y="2998051"/>
                </a:lnTo>
                <a:lnTo>
                  <a:pt x="1669211" y="2999917"/>
                </a:lnTo>
                <a:lnTo>
                  <a:pt x="1670329" y="3000375"/>
                </a:lnTo>
                <a:lnTo>
                  <a:pt x="1672958" y="3000375"/>
                </a:lnTo>
                <a:lnTo>
                  <a:pt x="1674075" y="2999917"/>
                </a:lnTo>
                <a:lnTo>
                  <a:pt x="1675942" y="2998051"/>
                </a:lnTo>
                <a:lnTo>
                  <a:pt x="1676400" y="2996933"/>
                </a:lnTo>
                <a:lnTo>
                  <a:pt x="1676400" y="2994304"/>
                </a:lnTo>
                <a:close/>
              </a:path>
              <a:path w="9867900" h="3000375">
                <a:moveTo>
                  <a:pt x="1676400" y="2567038"/>
                </a:moveTo>
                <a:lnTo>
                  <a:pt x="1675942" y="2565920"/>
                </a:lnTo>
                <a:lnTo>
                  <a:pt x="1674075" y="2564053"/>
                </a:lnTo>
                <a:lnTo>
                  <a:pt x="1672958" y="2563596"/>
                </a:lnTo>
                <a:lnTo>
                  <a:pt x="1670329" y="2563596"/>
                </a:lnTo>
                <a:lnTo>
                  <a:pt x="1669211" y="2564053"/>
                </a:lnTo>
                <a:lnTo>
                  <a:pt x="1667344" y="2565920"/>
                </a:lnTo>
                <a:lnTo>
                  <a:pt x="1666875" y="2567038"/>
                </a:lnTo>
                <a:lnTo>
                  <a:pt x="1666875" y="2569667"/>
                </a:lnTo>
                <a:lnTo>
                  <a:pt x="1667344" y="2570797"/>
                </a:lnTo>
                <a:lnTo>
                  <a:pt x="1669211" y="2572651"/>
                </a:lnTo>
                <a:lnTo>
                  <a:pt x="1670329" y="2573121"/>
                </a:lnTo>
                <a:lnTo>
                  <a:pt x="1672958" y="2573121"/>
                </a:lnTo>
                <a:lnTo>
                  <a:pt x="1674075" y="2572651"/>
                </a:lnTo>
                <a:lnTo>
                  <a:pt x="1675942" y="2570797"/>
                </a:lnTo>
                <a:lnTo>
                  <a:pt x="1676400" y="2569667"/>
                </a:lnTo>
                <a:lnTo>
                  <a:pt x="1676400" y="2567038"/>
                </a:lnTo>
                <a:close/>
              </a:path>
              <a:path w="9867900" h="3000375">
                <a:moveTo>
                  <a:pt x="1676400" y="2139772"/>
                </a:moveTo>
                <a:lnTo>
                  <a:pt x="1675942" y="2138654"/>
                </a:lnTo>
                <a:lnTo>
                  <a:pt x="1674075" y="2136787"/>
                </a:lnTo>
                <a:lnTo>
                  <a:pt x="1672958" y="2136330"/>
                </a:lnTo>
                <a:lnTo>
                  <a:pt x="1670329" y="2136330"/>
                </a:lnTo>
                <a:lnTo>
                  <a:pt x="1669211" y="2136787"/>
                </a:lnTo>
                <a:lnTo>
                  <a:pt x="1667344" y="2138654"/>
                </a:lnTo>
                <a:lnTo>
                  <a:pt x="1666875" y="2139772"/>
                </a:lnTo>
                <a:lnTo>
                  <a:pt x="1666875" y="2142401"/>
                </a:lnTo>
                <a:lnTo>
                  <a:pt x="1667344" y="2143531"/>
                </a:lnTo>
                <a:lnTo>
                  <a:pt x="1669211" y="2145385"/>
                </a:lnTo>
                <a:lnTo>
                  <a:pt x="1670329" y="2145855"/>
                </a:lnTo>
                <a:lnTo>
                  <a:pt x="1672958" y="2145855"/>
                </a:lnTo>
                <a:lnTo>
                  <a:pt x="1674075" y="2145385"/>
                </a:lnTo>
                <a:lnTo>
                  <a:pt x="1675942" y="2143531"/>
                </a:lnTo>
                <a:lnTo>
                  <a:pt x="1676400" y="2142401"/>
                </a:lnTo>
                <a:lnTo>
                  <a:pt x="1676400" y="2139772"/>
                </a:lnTo>
                <a:close/>
              </a:path>
              <a:path w="9867900" h="3000375">
                <a:moveTo>
                  <a:pt x="1676400" y="1712506"/>
                </a:moveTo>
                <a:lnTo>
                  <a:pt x="1675942" y="1711388"/>
                </a:lnTo>
                <a:lnTo>
                  <a:pt x="1674075" y="1709534"/>
                </a:lnTo>
                <a:lnTo>
                  <a:pt x="1672958" y="1709064"/>
                </a:lnTo>
                <a:lnTo>
                  <a:pt x="1670329" y="1709064"/>
                </a:lnTo>
                <a:lnTo>
                  <a:pt x="1669211" y="1709534"/>
                </a:lnTo>
                <a:lnTo>
                  <a:pt x="1667344" y="1711388"/>
                </a:lnTo>
                <a:lnTo>
                  <a:pt x="1666875" y="1712506"/>
                </a:lnTo>
                <a:lnTo>
                  <a:pt x="1666875" y="1715135"/>
                </a:lnTo>
                <a:lnTo>
                  <a:pt x="1667344" y="1716265"/>
                </a:lnTo>
                <a:lnTo>
                  <a:pt x="1669211" y="1718119"/>
                </a:lnTo>
                <a:lnTo>
                  <a:pt x="1670329" y="1718589"/>
                </a:lnTo>
                <a:lnTo>
                  <a:pt x="1672958" y="1718589"/>
                </a:lnTo>
                <a:lnTo>
                  <a:pt x="1674075" y="1718119"/>
                </a:lnTo>
                <a:lnTo>
                  <a:pt x="1675942" y="1716265"/>
                </a:lnTo>
                <a:lnTo>
                  <a:pt x="1676400" y="1715135"/>
                </a:lnTo>
                <a:lnTo>
                  <a:pt x="1676400" y="1712506"/>
                </a:lnTo>
                <a:close/>
              </a:path>
              <a:path w="9867900" h="3000375">
                <a:moveTo>
                  <a:pt x="1676400" y="1285252"/>
                </a:moveTo>
                <a:lnTo>
                  <a:pt x="1675942" y="1284122"/>
                </a:lnTo>
                <a:lnTo>
                  <a:pt x="1674075" y="1282268"/>
                </a:lnTo>
                <a:lnTo>
                  <a:pt x="1672958" y="1281798"/>
                </a:lnTo>
                <a:lnTo>
                  <a:pt x="1670329" y="1281798"/>
                </a:lnTo>
                <a:lnTo>
                  <a:pt x="1669211" y="1282268"/>
                </a:lnTo>
                <a:lnTo>
                  <a:pt x="1667344" y="1284122"/>
                </a:lnTo>
                <a:lnTo>
                  <a:pt x="1666875" y="1285252"/>
                </a:lnTo>
                <a:lnTo>
                  <a:pt x="1666875" y="1287881"/>
                </a:lnTo>
                <a:lnTo>
                  <a:pt x="1667344" y="1288999"/>
                </a:lnTo>
                <a:lnTo>
                  <a:pt x="1669211" y="1290853"/>
                </a:lnTo>
                <a:lnTo>
                  <a:pt x="1670329" y="1291323"/>
                </a:lnTo>
                <a:lnTo>
                  <a:pt x="1672958" y="1291323"/>
                </a:lnTo>
                <a:lnTo>
                  <a:pt x="1674075" y="1290853"/>
                </a:lnTo>
                <a:lnTo>
                  <a:pt x="1675942" y="1288999"/>
                </a:lnTo>
                <a:lnTo>
                  <a:pt x="1676400" y="1287881"/>
                </a:lnTo>
                <a:lnTo>
                  <a:pt x="1676400" y="1285252"/>
                </a:lnTo>
                <a:close/>
              </a:path>
              <a:path w="9867900" h="3000375">
                <a:moveTo>
                  <a:pt x="1676400" y="857986"/>
                </a:moveTo>
                <a:lnTo>
                  <a:pt x="1675942" y="856856"/>
                </a:lnTo>
                <a:lnTo>
                  <a:pt x="1674075" y="855002"/>
                </a:lnTo>
                <a:lnTo>
                  <a:pt x="1672958" y="854532"/>
                </a:lnTo>
                <a:lnTo>
                  <a:pt x="1670329" y="854532"/>
                </a:lnTo>
                <a:lnTo>
                  <a:pt x="1669211" y="855002"/>
                </a:lnTo>
                <a:lnTo>
                  <a:pt x="1667344" y="856856"/>
                </a:lnTo>
                <a:lnTo>
                  <a:pt x="1666875" y="857986"/>
                </a:lnTo>
                <a:lnTo>
                  <a:pt x="1666875" y="860615"/>
                </a:lnTo>
                <a:lnTo>
                  <a:pt x="1667344" y="861733"/>
                </a:lnTo>
                <a:lnTo>
                  <a:pt x="1669211" y="863600"/>
                </a:lnTo>
                <a:lnTo>
                  <a:pt x="1670329" y="864057"/>
                </a:lnTo>
                <a:lnTo>
                  <a:pt x="1672958" y="864057"/>
                </a:lnTo>
                <a:lnTo>
                  <a:pt x="1674075" y="863600"/>
                </a:lnTo>
                <a:lnTo>
                  <a:pt x="1675942" y="861733"/>
                </a:lnTo>
                <a:lnTo>
                  <a:pt x="1676400" y="860615"/>
                </a:lnTo>
                <a:lnTo>
                  <a:pt x="1676400" y="857986"/>
                </a:lnTo>
                <a:close/>
              </a:path>
              <a:path w="9867900" h="3000375">
                <a:moveTo>
                  <a:pt x="1676400" y="430720"/>
                </a:moveTo>
                <a:lnTo>
                  <a:pt x="1675942" y="429590"/>
                </a:lnTo>
                <a:lnTo>
                  <a:pt x="1674075" y="427736"/>
                </a:lnTo>
                <a:lnTo>
                  <a:pt x="1672958" y="427266"/>
                </a:lnTo>
                <a:lnTo>
                  <a:pt x="1670329" y="427266"/>
                </a:lnTo>
                <a:lnTo>
                  <a:pt x="1669211" y="427736"/>
                </a:lnTo>
                <a:lnTo>
                  <a:pt x="1667344" y="429590"/>
                </a:lnTo>
                <a:lnTo>
                  <a:pt x="1666875" y="430720"/>
                </a:lnTo>
                <a:lnTo>
                  <a:pt x="1666875" y="433349"/>
                </a:lnTo>
                <a:lnTo>
                  <a:pt x="1667344" y="434467"/>
                </a:lnTo>
                <a:lnTo>
                  <a:pt x="1669211" y="436333"/>
                </a:lnTo>
                <a:lnTo>
                  <a:pt x="1670329" y="436791"/>
                </a:lnTo>
                <a:lnTo>
                  <a:pt x="1672958" y="436791"/>
                </a:lnTo>
                <a:lnTo>
                  <a:pt x="1674075" y="436333"/>
                </a:lnTo>
                <a:lnTo>
                  <a:pt x="1675942" y="434467"/>
                </a:lnTo>
                <a:lnTo>
                  <a:pt x="1676400" y="433349"/>
                </a:lnTo>
                <a:lnTo>
                  <a:pt x="1676400" y="430720"/>
                </a:lnTo>
                <a:close/>
              </a:path>
              <a:path w="9867900" h="300037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9867900" h="3000375">
                <a:moveTo>
                  <a:pt x="1724025" y="2994304"/>
                </a:moveTo>
                <a:lnTo>
                  <a:pt x="1723567" y="2993186"/>
                </a:lnTo>
                <a:lnTo>
                  <a:pt x="1721700" y="2991320"/>
                </a:lnTo>
                <a:lnTo>
                  <a:pt x="1720583" y="2990850"/>
                </a:lnTo>
                <a:lnTo>
                  <a:pt x="1717954" y="2990850"/>
                </a:lnTo>
                <a:lnTo>
                  <a:pt x="1716836" y="2991320"/>
                </a:lnTo>
                <a:lnTo>
                  <a:pt x="1714969" y="2993186"/>
                </a:lnTo>
                <a:lnTo>
                  <a:pt x="1714500" y="2994304"/>
                </a:lnTo>
                <a:lnTo>
                  <a:pt x="1714500" y="2996933"/>
                </a:lnTo>
                <a:lnTo>
                  <a:pt x="1714969" y="2998051"/>
                </a:lnTo>
                <a:lnTo>
                  <a:pt x="1716836" y="2999917"/>
                </a:lnTo>
                <a:lnTo>
                  <a:pt x="1717954" y="3000375"/>
                </a:lnTo>
                <a:lnTo>
                  <a:pt x="1720583" y="3000375"/>
                </a:lnTo>
                <a:lnTo>
                  <a:pt x="1721700" y="2999917"/>
                </a:lnTo>
                <a:lnTo>
                  <a:pt x="1723567" y="2998051"/>
                </a:lnTo>
                <a:lnTo>
                  <a:pt x="1724025" y="2996933"/>
                </a:lnTo>
                <a:lnTo>
                  <a:pt x="1724025" y="2994304"/>
                </a:lnTo>
                <a:close/>
              </a:path>
              <a:path w="9867900" h="3000375">
                <a:moveTo>
                  <a:pt x="1724025" y="2567038"/>
                </a:moveTo>
                <a:lnTo>
                  <a:pt x="1723567" y="2565920"/>
                </a:lnTo>
                <a:lnTo>
                  <a:pt x="1721700" y="2564053"/>
                </a:lnTo>
                <a:lnTo>
                  <a:pt x="1720583" y="2563596"/>
                </a:lnTo>
                <a:lnTo>
                  <a:pt x="1717954" y="2563596"/>
                </a:lnTo>
                <a:lnTo>
                  <a:pt x="1716836" y="2564053"/>
                </a:lnTo>
                <a:lnTo>
                  <a:pt x="1714969" y="2565920"/>
                </a:lnTo>
                <a:lnTo>
                  <a:pt x="1714500" y="2567038"/>
                </a:lnTo>
                <a:lnTo>
                  <a:pt x="1714500" y="2569667"/>
                </a:lnTo>
                <a:lnTo>
                  <a:pt x="1714969" y="2570797"/>
                </a:lnTo>
                <a:lnTo>
                  <a:pt x="1716836" y="2572651"/>
                </a:lnTo>
                <a:lnTo>
                  <a:pt x="1717954" y="2573121"/>
                </a:lnTo>
                <a:lnTo>
                  <a:pt x="1720583" y="2573121"/>
                </a:lnTo>
                <a:lnTo>
                  <a:pt x="1721700" y="2572651"/>
                </a:lnTo>
                <a:lnTo>
                  <a:pt x="1723567" y="2570797"/>
                </a:lnTo>
                <a:lnTo>
                  <a:pt x="1724025" y="2569667"/>
                </a:lnTo>
                <a:lnTo>
                  <a:pt x="1724025" y="2567038"/>
                </a:lnTo>
                <a:close/>
              </a:path>
              <a:path w="9867900" h="3000375">
                <a:moveTo>
                  <a:pt x="1724025" y="2139772"/>
                </a:moveTo>
                <a:lnTo>
                  <a:pt x="1723567" y="2138654"/>
                </a:lnTo>
                <a:lnTo>
                  <a:pt x="1721700" y="2136787"/>
                </a:lnTo>
                <a:lnTo>
                  <a:pt x="1720583" y="2136330"/>
                </a:lnTo>
                <a:lnTo>
                  <a:pt x="1717954" y="2136330"/>
                </a:lnTo>
                <a:lnTo>
                  <a:pt x="1716836" y="2136787"/>
                </a:lnTo>
                <a:lnTo>
                  <a:pt x="1714969" y="2138654"/>
                </a:lnTo>
                <a:lnTo>
                  <a:pt x="1714500" y="2139772"/>
                </a:lnTo>
                <a:lnTo>
                  <a:pt x="1714500" y="2142401"/>
                </a:lnTo>
                <a:lnTo>
                  <a:pt x="1714969" y="2143531"/>
                </a:lnTo>
                <a:lnTo>
                  <a:pt x="1716836" y="2145385"/>
                </a:lnTo>
                <a:lnTo>
                  <a:pt x="1717954" y="2145855"/>
                </a:lnTo>
                <a:lnTo>
                  <a:pt x="1720583" y="2145855"/>
                </a:lnTo>
                <a:lnTo>
                  <a:pt x="1721700" y="2145385"/>
                </a:lnTo>
                <a:lnTo>
                  <a:pt x="1723567" y="2143531"/>
                </a:lnTo>
                <a:lnTo>
                  <a:pt x="1724025" y="2142401"/>
                </a:lnTo>
                <a:lnTo>
                  <a:pt x="1724025" y="2139772"/>
                </a:lnTo>
                <a:close/>
              </a:path>
              <a:path w="9867900" h="3000375">
                <a:moveTo>
                  <a:pt x="1724025" y="1712506"/>
                </a:moveTo>
                <a:lnTo>
                  <a:pt x="1723567" y="1711388"/>
                </a:lnTo>
                <a:lnTo>
                  <a:pt x="1721700" y="1709534"/>
                </a:lnTo>
                <a:lnTo>
                  <a:pt x="1720583" y="1709064"/>
                </a:lnTo>
                <a:lnTo>
                  <a:pt x="1717954" y="1709064"/>
                </a:lnTo>
                <a:lnTo>
                  <a:pt x="1716836" y="1709534"/>
                </a:lnTo>
                <a:lnTo>
                  <a:pt x="1714969" y="1711388"/>
                </a:lnTo>
                <a:lnTo>
                  <a:pt x="1714500" y="1712506"/>
                </a:lnTo>
                <a:lnTo>
                  <a:pt x="1714500" y="1715135"/>
                </a:lnTo>
                <a:lnTo>
                  <a:pt x="1714969" y="1716265"/>
                </a:lnTo>
                <a:lnTo>
                  <a:pt x="1716836" y="1718119"/>
                </a:lnTo>
                <a:lnTo>
                  <a:pt x="1717954" y="1718589"/>
                </a:lnTo>
                <a:lnTo>
                  <a:pt x="1720583" y="1718589"/>
                </a:lnTo>
                <a:lnTo>
                  <a:pt x="1721700" y="1718119"/>
                </a:lnTo>
                <a:lnTo>
                  <a:pt x="1723567" y="1716265"/>
                </a:lnTo>
                <a:lnTo>
                  <a:pt x="1724025" y="1715135"/>
                </a:lnTo>
                <a:lnTo>
                  <a:pt x="1724025" y="1712506"/>
                </a:lnTo>
                <a:close/>
              </a:path>
              <a:path w="9867900" h="3000375">
                <a:moveTo>
                  <a:pt x="1724025" y="1285252"/>
                </a:moveTo>
                <a:lnTo>
                  <a:pt x="1723567" y="1284122"/>
                </a:lnTo>
                <a:lnTo>
                  <a:pt x="1721700" y="1282268"/>
                </a:lnTo>
                <a:lnTo>
                  <a:pt x="1720583" y="1281798"/>
                </a:lnTo>
                <a:lnTo>
                  <a:pt x="1717954" y="1281798"/>
                </a:lnTo>
                <a:lnTo>
                  <a:pt x="1716836" y="1282268"/>
                </a:lnTo>
                <a:lnTo>
                  <a:pt x="1714969" y="1284122"/>
                </a:lnTo>
                <a:lnTo>
                  <a:pt x="1714500" y="1285252"/>
                </a:lnTo>
                <a:lnTo>
                  <a:pt x="1714500" y="1287881"/>
                </a:lnTo>
                <a:lnTo>
                  <a:pt x="1714969" y="1288999"/>
                </a:lnTo>
                <a:lnTo>
                  <a:pt x="1716836" y="1290853"/>
                </a:lnTo>
                <a:lnTo>
                  <a:pt x="1717954" y="1291323"/>
                </a:lnTo>
                <a:lnTo>
                  <a:pt x="1720583" y="1291323"/>
                </a:lnTo>
                <a:lnTo>
                  <a:pt x="1721700" y="1290853"/>
                </a:lnTo>
                <a:lnTo>
                  <a:pt x="1723567" y="1288999"/>
                </a:lnTo>
                <a:lnTo>
                  <a:pt x="1724025" y="1287881"/>
                </a:lnTo>
                <a:lnTo>
                  <a:pt x="1724025" y="1285252"/>
                </a:lnTo>
                <a:close/>
              </a:path>
              <a:path w="9867900" h="3000375">
                <a:moveTo>
                  <a:pt x="1724025" y="857986"/>
                </a:moveTo>
                <a:lnTo>
                  <a:pt x="1723567" y="856856"/>
                </a:lnTo>
                <a:lnTo>
                  <a:pt x="1721700" y="855002"/>
                </a:lnTo>
                <a:lnTo>
                  <a:pt x="1720583" y="854532"/>
                </a:lnTo>
                <a:lnTo>
                  <a:pt x="1717954" y="854532"/>
                </a:lnTo>
                <a:lnTo>
                  <a:pt x="1716836" y="855002"/>
                </a:lnTo>
                <a:lnTo>
                  <a:pt x="1714969" y="856856"/>
                </a:lnTo>
                <a:lnTo>
                  <a:pt x="1714500" y="857986"/>
                </a:lnTo>
                <a:lnTo>
                  <a:pt x="1714500" y="860615"/>
                </a:lnTo>
                <a:lnTo>
                  <a:pt x="1714969" y="861733"/>
                </a:lnTo>
                <a:lnTo>
                  <a:pt x="1716836" y="863600"/>
                </a:lnTo>
                <a:lnTo>
                  <a:pt x="1717954" y="864057"/>
                </a:lnTo>
                <a:lnTo>
                  <a:pt x="1720583" y="864057"/>
                </a:lnTo>
                <a:lnTo>
                  <a:pt x="1721700" y="863600"/>
                </a:lnTo>
                <a:lnTo>
                  <a:pt x="1723567" y="861733"/>
                </a:lnTo>
                <a:lnTo>
                  <a:pt x="1724025" y="860615"/>
                </a:lnTo>
                <a:lnTo>
                  <a:pt x="1724025" y="857986"/>
                </a:lnTo>
                <a:close/>
              </a:path>
              <a:path w="9867900" h="3000375">
                <a:moveTo>
                  <a:pt x="1724025" y="430720"/>
                </a:moveTo>
                <a:lnTo>
                  <a:pt x="1723567" y="429590"/>
                </a:lnTo>
                <a:lnTo>
                  <a:pt x="1721700" y="427736"/>
                </a:lnTo>
                <a:lnTo>
                  <a:pt x="1720583" y="427266"/>
                </a:lnTo>
                <a:lnTo>
                  <a:pt x="1717954" y="427266"/>
                </a:lnTo>
                <a:lnTo>
                  <a:pt x="1716836" y="427736"/>
                </a:lnTo>
                <a:lnTo>
                  <a:pt x="1714969" y="429590"/>
                </a:lnTo>
                <a:lnTo>
                  <a:pt x="1714500" y="430720"/>
                </a:lnTo>
                <a:lnTo>
                  <a:pt x="1714500" y="433349"/>
                </a:lnTo>
                <a:lnTo>
                  <a:pt x="1714969" y="434467"/>
                </a:lnTo>
                <a:lnTo>
                  <a:pt x="1716836" y="436333"/>
                </a:lnTo>
                <a:lnTo>
                  <a:pt x="1717954" y="436791"/>
                </a:lnTo>
                <a:lnTo>
                  <a:pt x="1720583" y="436791"/>
                </a:lnTo>
                <a:lnTo>
                  <a:pt x="1721700" y="436333"/>
                </a:lnTo>
                <a:lnTo>
                  <a:pt x="1723567" y="434467"/>
                </a:lnTo>
                <a:lnTo>
                  <a:pt x="1724025" y="433349"/>
                </a:lnTo>
                <a:lnTo>
                  <a:pt x="1724025" y="430720"/>
                </a:lnTo>
                <a:close/>
              </a:path>
              <a:path w="9867900" h="300037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9867900" h="3000375">
                <a:moveTo>
                  <a:pt x="1771650" y="2994304"/>
                </a:moveTo>
                <a:lnTo>
                  <a:pt x="1771192" y="2993186"/>
                </a:lnTo>
                <a:lnTo>
                  <a:pt x="1769325" y="2991320"/>
                </a:lnTo>
                <a:lnTo>
                  <a:pt x="1768208" y="2990850"/>
                </a:lnTo>
                <a:lnTo>
                  <a:pt x="1765579" y="2990850"/>
                </a:lnTo>
                <a:lnTo>
                  <a:pt x="1764461" y="2991320"/>
                </a:lnTo>
                <a:lnTo>
                  <a:pt x="1762594" y="2993186"/>
                </a:lnTo>
                <a:lnTo>
                  <a:pt x="1762125" y="2994304"/>
                </a:lnTo>
                <a:lnTo>
                  <a:pt x="1762125" y="2996933"/>
                </a:lnTo>
                <a:lnTo>
                  <a:pt x="1762594" y="2998051"/>
                </a:lnTo>
                <a:lnTo>
                  <a:pt x="1764461" y="2999917"/>
                </a:lnTo>
                <a:lnTo>
                  <a:pt x="1765579" y="3000375"/>
                </a:lnTo>
                <a:lnTo>
                  <a:pt x="1768208" y="3000375"/>
                </a:lnTo>
                <a:lnTo>
                  <a:pt x="1769325" y="2999917"/>
                </a:lnTo>
                <a:lnTo>
                  <a:pt x="1771192" y="2998051"/>
                </a:lnTo>
                <a:lnTo>
                  <a:pt x="1771650" y="2996933"/>
                </a:lnTo>
                <a:lnTo>
                  <a:pt x="1771650" y="2994304"/>
                </a:lnTo>
                <a:close/>
              </a:path>
              <a:path w="9867900" h="3000375">
                <a:moveTo>
                  <a:pt x="1771650" y="2567038"/>
                </a:moveTo>
                <a:lnTo>
                  <a:pt x="1771192" y="2565920"/>
                </a:lnTo>
                <a:lnTo>
                  <a:pt x="1769325" y="2564053"/>
                </a:lnTo>
                <a:lnTo>
                  <a:pt x="1768208" y="2563596"/>
                </a:lnTo>
                <a:lnTo>
                  <a:pt x="1765579" y="2563596"/>
                </a:lnTo>
                <a:lnTo>
                  <a:pt x="1764461" y="2564053"/>
                </a:lnTo>
                <a:lnTo>
                  <a:pt x="1762594" y="2565920"/>
                </a:lnTo>
                <a:lnTo>
                  <a:pt x="1762125" y="2567038"/>
                </a:lnTo>
                <a:lnTo>
                  <a:pt x="1762125" y="2569667"/>
                </a:lnTo>
                <a:lnTo>
                  <a:pt x="1762594" y="2570797"/>
                </a:lnTo>
                <a:lnTo>
                  <a:pt x="1764461" y="2572651"/>
                </a:lnTo>
                <a:lnTo>
                  <a:pt x="1765579" y="2573121"/>
                </a:lnTo>
                <a:lnTo>
                  <a:pt x="1768208" y="2573121"/>
                </a:lnTo>
                <a:lnTo>
                  <a:pt x="1769325" y="2572651"/>
                </a:lnTo>
                <a:lnTo>
                  <a:pt x="1771192" y="2570797"/>
                </a:lnTo>
                <a:lnTo>
                  <a:pt x="1771650" y="2569667"/>
                </a:lnTo>
                <a:lnTo>
                  <a:pt x="1771650" y="2567038"/>
                </a:lnTo>
                <a:close/>
              </a:path>
              <a:path w="9867900" h="3000375">
                <a:moveTo>
                  <a:pt x="1771650" y="2139772"/>
                </a:moveTo>
                <a:lnTo>
                  <a:pt x="1771192" y="2138654"/>
                </a:lnTo>
                <a:lnTo>
                  <a:pt x="1769325" y="2136787"/>
                </a:lnTo>
                <a:lnTo>
                  <a:pt x="1768208" y="2136330"/>
                </a:lnTo>
                <a:lnTo>
                  <a:pt x="1765579" y="2136330"/>
                </a:lnTo>
                <a:lnTo>
                  <a:pt x="1764461" y="2136787"/>
                </a:lnTo>
                <a:lnTo>
                  <a:pt x="1762594" y="2138654"/>
                </a:lnTo>
                <a:lnTo>
                  <a:pt x="1762125" y="2139772"/>
                </a:lnTo>
                <a:lnTo>
                  <a:pt x="1762125" y="2142401"/>
                </a:lnTo>
                <a:lnTo>
                  <a:pt x="1762594" y="2143531"/>
                </a:lnTo>
                <a:lnTo>
                  <a:pt x="1764461" y="2145385"/>
                </a:lnTo>
                <a:lnTo>
                  <a:pt x="1765579" y="2145855"/>
                </a:lnTo>
                <a:lnTo>
                  <a:pt x="1768208" y="2145855"/>
                </a:lnTo>
                <a:lnTo>
                  <a:pt x="1769325" y="2145385"/>
                </a:lnTo>
                <a:lnTo>
                  <a:pt x="1771192" y="2143531"/>
                </a:lnTo>
                <a:lnTo>
                  <a:pt x="1771650" y="2142401"/>
                </a:lnTo>
                <a:lnTo>
                  <a:pt x="1771650" y="2139772"/>
                </a:lnTo>
                <a:close/>
              </a:path>
              <a:path w="9867900" h="3000375">
                <a:moveTo>
                  <a:pt x="1771650" y="1712506"/>
                </a:moveTo>
                <a:lnTo>
                  <a:pt x="1771192" y="1711388"/>
                </a:lnTo>
                <a:lnTo>
                  <a:pt x="1769325" y="1709534"/>
                </a:lnTo>
                <a:lnTo>
                  <a:pt x="1768208" y="1709064"/>
                </a:lnTo>
                <a:lnTo>
                  <a:pt x="1765579" y="1709064"/>
                </a:lnTo>
                <a:lnTo>
                  <a:pt x="1764461" y="1709534"/>
                </a:lnTo>
                <a:lnTo>
                  <a:pt x="1762594" y="1711388"/>
                </a:lnTo>
                <a:lnTo>
                  <a:pt x="1762125" y="1712506"/>
                </a:lnTo>
                <a:lnTo>
                  <a:pt x="1762125" y="1715135"/>
                </a:lnTo>
                <a:lnTo>
                  <a:pt x="1762594" y="1716265"/>
                </a:lnTo>
                <a:lnTo>
                  <a:pt x="1764461" y="1718119"/>
                </a:lnTo>
                <a:lnTo>
                  <a:pt x="1765579" y="1718589"/>
                </a:lnTo>
                <a:lnTo>
                  <a:pt x="1768208" y="1718589"/>
                </a:lnTo>
                <a:lnTo>
                  <a:pt x="1769325" y="1718119"/>
                </a:lnTo>
                <a:lnTo>
                  <a:pt x="1771192" y="1716265"/>
                </a:lnTo>
                <a:lnTo>
                  <a:pt x="1771650" y="1715135"/>
                </a:lnTo>
                <a:lnTo>
                  <a:pt x="1771650" y="1712506"/>
                </a:lnTo>
                <a:close/>
              </a:path>
              <a:path w="9867900" h="3000375">
                <a:moveTo>
                  <a:pt x="1771650" y="1285252"/>
                </a:moveTo>
                <a:lnTo>
                  <a:pt x="1771192" y="1284122"/>
                </a:lnTo>
                <a:lnTo>
                  <a:pt x="1769325" y="1282268"/>
                </a:lnTo>
                <a:lnTo>
                  <a:pt x="1768208" y="1281798"/>
                </a:lnTo>
                <a:lnTo>
                  <a:pt x="1765579" y="1281798"/>
                </a:lnTo>
                <a:lnTo>
                  <a:pt x="1764461" y="1282268"/>
                </a:lnTo>
                <a:lnTo>
                  <a:pt x="1762594" y="1284122"/>
                </a:lnTo>
                <a:lnTo>
                  <a:pt x="1762125" y="1285252"/>
                </a:lnTo>
                <a:lnTo>
                  <a:pt x="1762125" y="1287881"/>
                </a:lnTo>
                <a:lnTo>
                  <a:pt x="1762594" y="1288999"/>
                </a:lnTo>
                <a:lnTo>
                  <a:pt x="1764461" y="1290853"/>
                </a:lnTo>
                <a:lnTo>
                  <a:pt x="1765579" y="1291323"/>
                </a:lnTo>
                <a:lnTo>
                  <a:pt x="1768208" y="1291323"/>
                </a:lnTo>
                <a:lnTo>
                  <a:pt x="1769325" y="1290853"/>
                </a:lnTo>
                <a:lnTo>
                  <a:pt x="1771192" y="1288999"/>
                </a:lnTo>
                <a:lnTo>
                  <a:pt x="1771650" y="1287881"/>
                </a:lnTo>
                <a:lnTo>
                  <a:pt x="1771650" y="1285252"/>
                </a:lnTo>
                <a:close/>
              </a:path>
              <a:path w="9867900" h="3000375">
                <a:moveTo>
                  <a:pt x="1771650" y="857986"/>
                </a:moveTo>
                <a:lnTo>
                  <a:pt x="1771192" y="856856"/>
                </a:lnTo>
                <a:lnTo>
                  <a:pt x="1769325" y="855002"/>
                </a:lnTo>
                <a:lnTo>
                  <a:pt x="1768208" y="854532"/>
                </a:lnTo>
                <a:lnTo>
                  <a:pt x="1765579" y="854532"/>
                </a:lnTo>
                <a:lnTo>
                  <a:pt x="1764461" y="855002"/>
                </a:lnTo>
                <a:lnTo>
                  <a:pt x="1762594" y="856856"/>
                </a:lnTo>
                <a:lnTo>
                  <a:pt x="1762125" y="857986"/>
                </a:lnTo>
                <a:lnTo>
                  <a:pt x="1762125" y="860615"/>
                </a:lnTo>
                <a:lnTo>
                  <a:pt x="1762594" y="861733"/>
                </a:lnTo>
                <a:lnTo>
                  <a:pt x="1764461" y="863600"/>
                </a:lnTo>
                <a:lnTo>
                  <a:pt x="1765579" y="864057"/>
                </a:lnTo>
                <a:lnTo>
                  <a:pt x="1768208" y="864057"/>
                </a:lnTo>
                <a:lnTo>
                  <a:pt x="1769325" y="863600"/>
                </a:lnTo>
                <a:lnTo>
                  <a:pt x="1771192" y="861733"/>
                </a:lnTo>
                <a:lnTo>
                  <a:pt x="1771650" y="860615"/>
                </a:lnTo>
                <a:lnTo>
                  <a:pt x="1771650" y="857986"/>
                </a:lnTo>
                <a:close/>
              </a:path>
              <a:path w="9867900" h="3000375">
                <a:moveTo>
                  <a:pt x="1771650" y="430720"/>
                </a:moveTo>
                <a:lnTo>
                  <a:pt x="1771192" y="429590"/>
                </a:lnTo>
                <a:lnTo>
                  <a:pt x="1769325" y="427736"/>
                </a:lnTo>
                <a:lnTo>
                  <a:pt x="1768208" y="427266"/>
                </a:lnTo>
                <a:lnTo>
                  <a:pt x="1765579" y="427266"/>
                </a:lnTo>
                <a:lnTo>
                  <a:pt x="1764461" y="427736"/>
                </a:lnTo>
                <a:lnTo>
                  <a:pt x="1762594" y="429590"/>
                </a:lnTo>
                <a:lnTo>
                  <a:pt x="1762125" y="430720"/>
                </a:lnTo>
                <a:lnTo>
                  <a:pt x="1762125" y="433349"/>
                </a:lnTo>
                <a:lnTo>
                  <a:pt x="1762594" y="434467"/>
                </a:lnTo>
                <a:lnTo>
                  <a:pt x="1764461" y="436333"/>
                </a:lnTo>
                <a:lnTo>
                  <a:pt x="1765579" y="436791"/>
                </a:lnTo>
                <a:lnTo>
                  <a:pt x="1768208" y="436791"/>
                </a:lnTo>
                <a:lnTo>
                  <a:pt x="1769325" y="436333"/>
                </a:lnTo>
                <a:lnTo>
                  <a:pt x="1771192" y="434467"/>
                </a:lnTo>
                <a:lnTo>
                  <a:pt x="1771650" y="433349"/>
                </a:lnTo>
                <a:lnTo>
                  <a:pt x="1771650" y="430720"/>
                </a:lnTo>
                <a:close/>
              </a:path>
              <a:path w="9867900" h="300037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9867900" h="3000375">
                <a:moveTo>
                  <a:pt x="1819275" y="2994304"/>
                </a:moveTo>
                <a:lnTo>
                  <a:pt x="1818817" y="2993186"/>
                </a:lnTo>
                <a:lnTo>
                  <a:pt x="1816950" y="2991320"/>
                </a:lnTo>
                <a:lnTo>
                  <a:pt x="1815833" y="2990850"/>
                </a:lnTo>
                <a:lnTo>
                  <a:pt x="1813204" y="2990850"/>
                </a:lnTo>
                <a:lnTo>
                  <a:pt x="1812086" y="2991320"/>
                </a:lnTo>
                <a:lnTo>
                  <a:pt x="1810219" y="2993186"/>
                </a:lnTo>
                <a:lnTo>
                  <a:pt x="1809750" y="2994304"/>
                </a:lnTo>
                <a:lnTo>
                  <a:pt x="1809750" y="2996933"/>
                </a:lnTo>
                <a:lnTo>
                  <a:pt x="1810219" y="2998051"/>
                </a:lnTo>
                <a:lnTo>
                  <a:pt x="1812086" y="2999917"/>
                </a:lnTo>
                <a:lnTo>
                  <a:pt x="1813204" y="3000375"/>
                </a:lnTo>
                <a:lnTo>
                  <a:pt x="1815833" y="3000375"/>
                </a:lnTo>
                <a:lnTo>
                  <a:pt x="1816950" y="2999917"/>
                </a:lnTo>
                <a:lnTo>
                  <a:pt x="1818817" y="2998051"/>
                </a:lnTo>
                <a:lnTo>
                  <a:pt x="1819275" y="2996933"/>
                </a:lnTo>
                <a:lnTo>
                  <a:pt x="1819275" y="2994304"/>
                </a:lnTo>
                <a:close/>
              </a:path>
              <a:path w="9867900" h="3000375">
                <a:moveTo>
                  <a:pt x="1819275" y="2567038"/>
                </a:moveTo>
                <a:lnTo>
                  <a:pt x="1818817" y="2565920"/>
                </a:lnTo>
                <a:lnTo>
                  <a:pt x="1816950" y="2564053"/>
                </a:lnTo>
                <a:lnTo>
                  <a:pt x="1815833" y="2563596"/>
                </a:lnTo>
                <a:lnTo>
                  <a:pt x="1813204" y="2563596"/>
                </a:lnTo>
                <a:lnTo>
                  <a:pt x="1812086" y="2564053"/>
                </a:lnTo>
                <a:lnTo>
                  <a:pt x="1810219" y="2565920"/>
                </a:lnTo>
                <a:lnTo>
                  <a:pt x="1809750" y="2567038"/>
                </a:lnTo>
                <a:lnTo>
                  <a:pt x="1809750" y="2569667"/>
                </a:lnTo>
                <a:lnTo>
                  <a:pt x="1810219" y="2570797"/>
                </a:lnTo>
                <a:lnTo>
                  <a:pt x="1812086" y="2572651"/>
                </a:lnTo>
                <a:lnTo>
                  <a:pt x="1813204" y="2573121"/>
                </a:lnTo>
                <a:lnTo>
                  <a:pt x="1815833" y="2573121"/>
                </a:lnTo>
                <a:lnTo>
                  <a:pt x="1816950" y="2572651"/>
                </a:lnTo>
                <a:lnTo>
                  <a:pt x="1818817" y="2570797"/>
                </a:lnTo>
                <a:lnTo>
                  <a:pt x="1819275" y="2569667"/>
                </a:lnTo>
                <a:lnTo>
                  <a:pt x="1819275" y="2567038"/>
                </a:lnTo>
                <a:close/>
              </a:path>
              <a:path w="9867900" h="3000375">
                <a:moveTo>
                  <a:pt x="1819275" y="2139772"/>
                </a:moveTo>
                <a:lnTo>
                  <a:pt x="1818817" y="2138654"/>
                </a:lnTo>
                <a:lnTo>
                  <a:pt x="1816950" y="2136787"/>
                </a:lnTo>
                <a:lnTo>
                  <a:pt x="1815833" y="2136330"/>
                </a:lnTo>
                <a:lnTo>
                  <a:pt x="1813204" y="2136330"/>
                </a:lnTo>
                <a:lnTo>
                  <a:pt x="1812086" y="2136787"/>
                </a:lnTo>
                <a:lnTo>
                  <a:pt x="1810219" y="2138654"/>
                </a:lnTo>
                <a:lnTo>
                  <a:pt x="1809750" y="2139772"/>
                </a:lnTo>
                <a:lnTo>
                  <a:pt x="1809750" y="2142401"/>
                </a:lnTo>
                <a:lnTo>
                  <a:pt x="1810219" y="2143531"/>
                </a:lnTo>
                <a:lnTo>
                  <a:pt x="1812086" y="2145385"/>
                </a:lnTo>
                <a:lnTo>
                  <a:pt x="1813204" y="2145855"/>
                </a:lnTo>
                <a:lnTo>
                  <a:pt x="1815833" y="2145855"/>
                </a:lnTo>
                <a:lnTo>
                  <a:pt x="1816950" y="2145385"/>
                </a:lnTo>
                <a:lnTo>
                  <a:pt x="1818817" y="2143531"/>
                </a:lnTo>
                <a:lnTo>
                  <a:pt x="1819275" y="2142401"/>
                </a:lnTo>
                <a:lnTo>
                  <a:pt x="1819275" y="2139772"/>
                </a:lnTo>
                <a:close/>
              </a:path>
              <a:path w="9867900" h="3000375">
                <a:moveTo>
                  <a:pt x="1819275" y="1712506"/>
                </a:moveTo>
                <a:lnTo>
                  <a:pt x="1818817" y="1711388"/>
                </a:lnTo>
                <a:lnTo>
                  <a:pt x="1816950" y="1709534"/>
                </a:lnTo>
                <a:lnTo>
                  <a:pt x="1815833" y="1709064"/>
                </a:lnTo>
                <a:lnTo>
                  <a:pt x="1813204" y="1709064"/>
                </a:lnTo>
                <a:lnTo>
                  <a:pt x="1812086" y="1709534"/>
                </a:lnTo>
                <a:lnTo>
                  <a:pt x="1810219" y="1711388"/>
                </a:lnTo>
                <a:lnTo>
                  <a:pt x="1809750" y="1712506"/>
                </a:lnTo>
                <a:lnTo>
                  <a:pt x="1809750" y="1715135"/>
                </a:lnTo>
                <a:lnTo>
                  <a:pt x="1810219" y="1716265"/>
                </a:lnTo>
                <a:lnTo>
                  <a:pt x="1812086" y="1718119"/>
                </a:lnTo>
                <a:lnTo>
                  <a:pt x="1813204" y="1718589"/>
                </a:lnTo>
                <a:lnTo>
                  <a:pt x="1815833" y="1718589"/>
                </a:lnTo>
                <a:lnTo>
                  <a:pt x="1816950" y="1718119"/>
                </a:lnTo>
                <a:lnTo>
                  <a:pt x="1818817" y="1716265"/>
                </a:lnTo>
                <a:lnTo>
                  <a:pt x="1819275" y="1715135"/>
                </a:lnTo>
                <a:lnTo>
                  <a:pt x="1819275" y="1712506"/>
                </a:lnTo>
                <a:close/>
              </a:path>
              <a:path w="9867900" h="3000375">
                <a:moveTo>
                  <a:pt x="1819275" y="1285252"/>
                </a:moveTo>
                <a:lnTo>
                  <a:pt x="1818817" y="1284122"/>
                </a:lnTo>
                <a:lnTo>
                  <a:pt x="1816950" y="1282268"/>
                </a:lnTo>
                <a:lnTo>
                  <a:pt x="1815833" y="1281798"/>
                </a:lnTo>
                <a:lnTo>
                  <a:pt x="1813204" y="1281798"/>
                </a:lnTo>
                <a:lnTo>
                  <a:pt x="1812086" y="1282268"/>
                </a:lnTo>
                <a:lnTo>
                  <a:pt x="1810219" y="1284122"/>
                </a:lnTo>
                <a:lnTo>
                  <a:pt x="1809750" y="1285252"/>
                </a:lnTo>
                <a:lnTo>
                  <a:pt x="1809750" y="1287881"/>
                </a:lnTo>
                <a:lnTo>
                  <a:pt x="1810219" y="1288999"/>
                </a:lnTo>
                <a:lnTo>
                  <a:pt x="1812086" y="1290853"/>
                </a:lnTo>
                <a:lnTo>
                  <a:pt x="1813204" y="1291323"/>
                </a:lnTo>
                <a:lnTo>
                  <a:pt x="1815833" y="1291323"/>
                </a:lnTo>
                <a:lnTo>
                  <a:pt x="1816950" y="1290853"/>
                </a:lnTo>
                <a:lnTo>
                  <a:pt x="1818817" y="1288999"/>
                </a:lnTo>
                <a:lnTo>
                  <a:pt x="1819275" y="1287881"/>
                </a:lnTo>
                <a:lnTo>
                  <a:pt x="1819275" y="1285252"/>
                </a:lnTo>
                <a:close/>
              </a:path>
              <a:path w="9867900" h="3000375">
                <a:moveTo>
                  <a:pt x="1819275" y="857986"/>
                </a:moveTo>
                <a:lnTo>
                  <a:pt x="1818817" y="856856"/>
                </a:lnTo>
                <a:lnTo>
                  <a:pt x="1816950" y="855002"/>
                </a:lnTo>
                <a:lnTo>
                  <a:pt x="1815833" y="854532"/>
                </a:lnTo>
                <a:lnTo>
                  <a:pt x="1813204" y="854532"/>
                </a:lnTo>
                <a:lnTo>
                  <a:pt x="1812086" y="855002"/>
                </a:lnTo>
                <a:lnTo>
                  <a:pt x="1810219" y="856856"/>
                </a:lnTo>
                <a:lnTo>
                  <a:pt x="1809750" y="857986"/>
                </a:lnTo>
                <a:lnTo>
                  <a:pt x="1809750" y="860615"/>
                </a:lnTo>
                <a:lnTo>
                  <a:pt x="1810219" y="861733"/>
                </a:lnTo>
                <a:lnTo>
                  <a:pt x="1812086" y="863600"/>
                </a:lnTo>
                <a:lnTo>
                  <a:pt x="1813204" y="864057"/>
                </a:lnTo>
                <a:lnTo>
                  <a:pt x="1815833" y="864057"/>
                </a:lnTo>
                <a:lnTo>
                  <a:pt x="1816950" y="863600"/>
                </a:lnTo>
                <a:lnTo>
                  <a:pt x="1818817" y="861733"/>
                </a:lnTo>
                <a:lnTo>
                  <a:pt x="1819275" y="860615"/>
                </a:lnTo>
                <a:lnTo>
                  <a:pt x="1819275" y="857986"/>
                </a:lnTo>
                <a:close/>
              </a:path>
              <a:path w="9867900" h="3000375">
                <a:moveTo>
                  <a:pt x="1819275" y="430720"/>
                </a:moveTo>
                <a:lnTo>
                  <a:pt x="1818817" y="429590"/>
                </a:lnTo>
                <a:lnTo>
                  <a:pt x="1816950" y="427736"/>
                </a:lnTo>
                <a:lnTo>
                  <a:pt x="1815833" y="427266"/>
                </a:lnTo>
                <a:lnTo>
                  <a:pt x="1813204" y="427266"/>
                </a:lnTo>
                <a:lnTo>
                  <a:pt x="1812086" y="427736"/>
                </a:lnTo>
                <a:lnTo>
                  <a:pt x="1810219" y="429590"/>
                </a:lnTo>
                <a:lnTo>
                  <a:pt x="1809750" y="430720"/>
                </a:lnTo>
                <a:lnTo>
                  <a:pt x="1809750" y="433349"/>
                </a:lnTo>
                <a:lnTo>
                  <a:pt x="1810219" y="434467"/>
                </a:lnTo>
                <a:lnTo>
                  <a:pt x="1812086" y="436333"/>
                </a:lnTo>
                <a:lnTo>
                  <a:pt x="1813204" y="436791"/>
                </a:lnTo>
                <a:lnTo>
                  <a:pt x="1815833" y="436791"/>
                </a:lnTo>
                <a:lnTo>
                  <a:pt x="1816950" y="436333"/>
                </a:lnTo>
                <a:lnTo>
                  <a:pt x="1818817" y="434467"/>
                </a:lnTo>
                <a:lnTo>
                  <a:pt x="1819275" y="433349"/>
                </a:lnTo>
                <a:lnTo>
                  <a:pt x="1819275" y="430720"/>
                </a:lnTo>
                <a:close/>
              </a:path>
              <a:path w="9867900" h="300037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9867900" h="3000375">
                <a:moveTo>
                  <a:pt x="1866900" y="2994304"/>
                </a:moveTo>
                <a:lnTo>
                  <a:pt x="1866442" y="2993186"/>
                </a:lnTo>
                <a:lnTo>
                  <a:pt x="1864575" y="2991320"/>
                </a:lnTo>
                <a:lnTo>
                  <a:pt x="1863458" y="2990850"/>
                </a:lnTo>
                <a:lnTo>
                  <a:pt x="1860829" y="2990850"/>
                </a:lnTo>
                <a:lnTo>
                  <a:pt x="1859711" y="2991320"/>
                </a:lnTo>
                <a:lnTo>
                  <a:pt x="1857844" y="2993186"/>
                </a:lnTo>
                <a:lnTo>
                  <a:pt x="1857375" y="2994304"/>
                </a:lnTo>
                <a:lnTo>
                  <a:pt x="1857375" y="2996933"/>
                </a:lnTo>
                <a:lnTo>
                  <a:pt x="1857844" y="2998051"/>
                </a:lnTo>
                <a:lnTo>
                  <a:pt x="1859711" y="2999917"/>
                </a:lnTo>
                <a:lnTo>
                  <a:pt x="1860829" y="3000375"/>
                </a:lnTo>
                <a:lnTo>
                  <a:pt x="1863458" y="3000375"/>
                </a:lnTo>
                <a:lnTo>
                  <a:pt x="1864575" y="2999917"/>
                </a:lnTo>
                <a:lnTo>
                  <a:pt x="1866442" y="2998051"/>
                </a:lnTo>
                <a:lnTo>
                  <a:pt x="1866900" y="2996933"/>
                </a:lnTo>
                <a:lnTo>
                  <a:pt x="1866900" y="2994304"/>
                </a:lnTo>
                <a:close/>
              </a:path>
              <a:path w="9867900" h="3000375">
                <a:moveTo>
                  <a:pt x="1866900" y="2567038"/>
                </a:moveTo>
                <a:lnTo>
                  <a:pt x="1866442" y="2565920"/>
                </a:lnTo>
                <a:lnTo>
                  <a:pt x="1864575" y="2564053"/>
                </a:lnTo>
                <a:lnTo>
                  <a:pt x="1863458" y="2563596"/>
                </a:lnTo>
                <a:lnTo>
                  <a:pt x="1860829" y="2563596"/>
                </a:lnTo>
                <a:lnTo>
                  <a:pt x="1859711" y="2564053"/>
                </a:lnTo>
                <a:lnTo>
                  <a:pt x="1857844" y="2565920"/>
                </a:lnTo>
                <a:lnTo>
                  <a:pt x="1857375" y="2567038"/>
                </a:lnTo>
                <a:lnTo>
                  <a:pt x="1857375" y="2569667"/>
                </a:lnTo>
                <a:lnTo>
                  <a:pt x="1857844" y="2570797"/>
                </a:lnTo>
                <a:lnTo>
                  <a:pt x="1859711" y="2572651"/>
                </a:lnTo>
                <a:lnTo>
                  <a:pt x="1860829" y="2573121"/>
                </a:lnTo>
                <a:lnTo>
                  <a:pt x="1863458" y="2573121"/>
                </a:lnTo>
                <a:lnTo>
                  <a:pt x="1864575" y="2572651"/>
                </a:lnTo>
                <a:lnTo>
                  <a:pt x="1866442" y="2570797"/>
                </a:lnTo>
                <a:lnTo>
                  <a:pt x="1866900" y="2569667"/>
                </a:lnTo>
                <a:lnTo>
                  <a:pt x="1866900" y="2567038"/>
                </a:lnTo>
                <a:close/>
              </a:path>
              <a:path w="9867900" h="3000375">
                <a:moveTo>
                  <a:pt x="1866900" y="2139772"/>
                </a:moveTo>
                <a:lnTo>
                  <a:pt x="1866442" y="2138654"/>
                </a:lnTo>
                <a:lnTo>
                  <a:pt x="1864575" y="2136787"/>
                </a:lnTo>
                <a:lnTo>
                  <a:pt x="1863458" y="2136330"/>
                </a:lnTo>
                <a:lnTo>
                  <a:pt x="1860829" y="2136330"/>
                </a:lnTo>
                <a:lnTo>
                  <a:pt x="1859711" y="2136787"/>
                </a:lnTo>
                <a:lnTo>
                  <a:pt x="1857844" y="2138654"/>
                </a:lnTo>
                <a:lnTo>
                  <a:pt x="1857375" y="2139772"/>
                </a:lnTo>
                <a:lnTo>
                  <a:pt x="1857375" y="2142401"/>
                </a:lnTo>
                <a:lnTo>
                  <a:pt x="1857844" y="2143531"/>
                </a:lnTo>
                <a:lnTo>
                  <a:pt x="1859711" y="2145385"/>
                </a:lnTo>
                <a:lnTo>
                  <a:pt x="1860829" y="2145855"/>
                </a:lnTo>
                <a:lnTo>
                  <a:pt x="1863458" y="2145855"/>
                </a:lnTo>
                <a:lnTo>
                  <a:pt x="1864575" y="2145385"/>
                </a:lnTo>
                <a:lnTo>
                  <a:pt x="1866442" y="2143531"/>
                </a:lnTo>
                <a:lnTo>
                  <a:pt x="1866900" y="2142401"/>
                </a:lnTo>
                <a:lnTo>
                  <a:pt x="1866900" y="2139772"/>
                </a:lnTo>
                <a:close/>
              </a:path>
              <a:path w="9867900" h="3000375">
                <a:moveTo>
                  <a:pt x="1866900" y="1712506"/>
                </a:moveTo>
                <a:lnTo>
                  <a:pt x="1866442" y="1711388"/>
                </a:lnTo>
                <a:lnTo>
                  <a:pt x="1864575" y="1709534"/>
                </a:lnTo>
                <a:lnTo>
                  <a:pt x="1863458" y="1709064"/>
                </a:lnTo>
                <a:lnTo>
                  <a:pt x="1860829" y="1709064"/>
                </a:lnTo>
                <a:lnTo>
                  <a:pt x="1859711" y="1709534"/>
                </a:lnTo>
                <a:lnTo>
                  <a:pt x="1857844" y="1711388"/>
                </a:lnTo>
                <a:lnTo>
                  <a:pt x="1857375" y="1712506"/>
                </a:lnTo>
                <a:lnTo>
                  <a:pt x="1857375" y="1715135"/>
                </a:lnTo>
                <a:lnTo>
                  <a:pt x="1857844" y="1716265"/>
                </a:lnTo>
                <a:lnTo>
                  <a:pt x="1859711" y="1718119"/>
                </a:lnTo>
                <a:lnTo>
                  <a:pt x="1860829" y="1718589"/>
                </a:lnTo>
                <a:lnTo>
                  <a:pt x="1863458" y="1718589"/>
                </a:lnTo>
                <a:lnTo>
                  <a:pt x="1864575" y="1718119"/>
                </a:lnTo>
                <a:lnTo>
                  <a:pt x="1866442" y="1716265"/>
                </a:lnTo>
                <a:lnTo>
                  <a:pt x="1866900" y="1715135"/>
                </a:lnTo>
                <a:lnTo>
                  <a:pt x="1866900" y="1712506"/>
                </a:lnTo>
                <a:close/>
              </a:path>
              <a:path w="9867900" h="3000375">
                <a:moveTo>
                  <a:pt x="1866900" y="1285252"/>
                </a:moveTo>
                <a:lnTo>
                  <a:pt x="1866442" y="1284122"/>
                </a:lnTo>
                <a:lnTo>
                  <a:pt x="1864575" y="1282268"/>
                </a:lnTo>
                <a:lnTo>
                  <a:pt x="1863458" y="1281798"/>
                </a:lnTo>
                <a:lnTo>
                  <a:pt x="1860829" y="1281798"/>
                </a:lnTo>
                <a:lnTo>
                  <a:pt x="1859711" y="1282268"/>
                </a:lnTo>
                <a:lnTo>
                  <a:pt x="1857844" y="1284122"/>
                </a:lnTo>
                <a:lnTo>
                  <a:pt x="1857375" y="1285252"/>
                </a:lnTo>
                <a:lnTo>
                  <a:pt x="1857375" y="1287881"/>
                </a:lnTo>
                <a:lnTo>
                  <a:pt x="1857844" y="1288999"/>
                </a:lnTo>
                <a:lnTo>
                  <a:pt x="1859711" y="1290853"/>
                </a:lnTo>
                <a:lnTo>
                  <a:pt x="1860829" y="1291323"/>
                </a:lnTo>
                <a:lnTo>
                  <a:pt x="1863458" y="1291323"/>
                </a:lnTo>
                <a:lnTo>
                  <a:pt x="1864575" y="1290853"/>
                </a:lnTo>
                <a:lnTo>
                  <a:pt x="1866442" y="1288999"/>
                </a:lnTo>
                <a:lnTo>
                  <a:pt x="1866900" y="1287881"/>
                </a:lnTo>
                <a:lnTo>
                  <a:pt x="1866900" y="1285252"/>
                </a:lnTo>
                <a:close/>
              </a:path>
              <a:path w="9867900" h="3000375">
                <a:moveTo>
                  <a:pt x="1866900" y="857986"/>
                </a:moveTo>
                <a:lnTo>
                  <a:pt x="1866442" y="856856"/>
                </a:lnTo>
                <a:lnTo>
                  <a:pt x="1864575" y="855002"/>
                </a:lnTo>
                <a:lnTo>
                  <a:pt x="1863458" y="854532"/>
                </a:lnTo>
                <a:lnTo>
                  <a:pt x="1860829" y="854532"/>
                </a:lnTo>
                <a:lnTo>
                  <a:pt x="1859711" y="855002"/>
                </a:lnTo>
                <a:lnTo>
                  <a:pt x="1857844" y="856856"/>
                </a:lnTo>
                <a:lnTo>
                  <a:pt x="1857375" y="857986"/>
                </a:lnTo>
                <a:lnTo>
                  <a:pt x="1857375" y="860615"/>
                </a:lnTo>
                <a:lnTo>
                  <a:pt x="1857844" y="861733"/>
                </a:lnTo>
                <a:lnTo>
                  <a:pt x="1859711" y="863600"/>
                </a:lnTo>
                <a:lnTo>
                  <a:pt x="1860829" y="864057"/>
                </a:lnTo>
                <a:lnTo>
                  <a:pt x="1863458" y="864057"/>
                </a:lnTo>
                <a:lnTo>
                  <a:pt x="1864575" y="863600"/>
                </a:lnTo>
                <a:lnTo>
                  <a:pt x="1866442" y="861733"/>
                </a:lnTo>
                <a:lnTo>
                  <a:pt x="1866900" y="860615"/>
                </a:lnTo>
                <a:lnTo>
                  <a:pt x="1866900" y="857986"/>
                </a:lnTo>
                <a:close/>
              </a:path>
              <a:path w="9867900" h="3000375">
                <a:moveTo>
                  <a:pt x="1866900" y="430720"/>
                </a:moveTo>
                <a:lnTo>
                  <a:pt x="1866442" y="429590"/>
                </a:lnTo>
                <a:lnTo>
                  <a:pt x="1864575" y="427736"/>
                </a:lnTo>
                <a:lnTo>
                  <a:pt x="1863458" y="427266"/>
                </a:lnTo>
                <a:lnTo>
                  <a:pt x="1860829" y="427266"/>
                </a:lnTo>
                <a:lnTo>
                  <a:pt x="1859711" y="427736"/>
                </a:lnTo>
                <a:lnTo>
                  <a:pt x="1857844" y="429590"/>
                </a:lnTo>
                <a:lnTo>
                  <a:pt x="1857375" y="430720"/>
                </a:lnTo>
                <a:lnTo>
                  <a:pt x="1857375" y="433349"/>
                </a:lnTo>
                <a:lnTo>
                  <a:pt x="1857844" y="434467"/>
                </a:lnTo>
                <a:lnTo>
                  <a:pt x="1859711" y="436333"/>
                </a:lnTo>
                <a:lnTo>
                  <a:pt x="1860829" y="436791"/>
                </a:lnTo>
                <a:lnTo>
                  <a:pt x="1863458" y="436791"/>
                </a:lnTo>
                <a:lnTo>
                  <a:pt x="1864575" y="436333"/>
                </a:lnTo>
                <a:lnTo>
                  <a:pt x="1866442" y="434467"/>
                </a:lnTo>
                <a:lnTo>
                  <a:pt x="1866900" y="433349"/>
                </a:lnTo>
                <a:lnTo>
                  <a:pt x="1866900" y="430720"/>
                </a:lnTo>
                <a:close/>
              </a:path>
              <a:path w="9867900" h="300037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9867900" h="3000375">
                <a:moveTo>
                  <a:pt x="1914525" y="2994304"/>
                </a:moveTo>
                <a:lnTo>
                  <a:pt x="1914067" y="2993186"/>
                </a:lnTo>
                <a:lnTo>
                  <a:pt x="1912200" y="2991320"/>
                </a:lnTo>
                <a:lnTo>
                  <a:pt x="1911083" y="2990850"/>
                </a:lnTo>
                <a:lnTo>
                  <a:pt x="1908454" y="2990850"/>
                </a:lnTo>
                <a:lnTo>
                  <a:pt x="1907336" y="2991320"/>
                </a:lnTo>
                <a:lnTo>
                  <a:pt x="1905469" y="2993186"/>
                </a:lnTo>
                <a:lnTo>
                  <a:pt x="1905000" y="2994304"/>
                </a:lnTo>
                <a:lnTo>
                  <a:pt x="1905000" y="2996933"/>
                </a:lnTo>
                <a:lnTo>
                  <a:pt x="1905469" y="2998051"/>
                </a:lnTo>
                <a:lnTo>
                  <a:pt x="1907336" y="2999917"/>
                </a:lnTo>
                <a:lnTo>
                  <a:pt x="1908454" y="3000375"/>
                </a:lnTo>
                <a:lnTo>
                  <a:pt x="1911083" y="3000375"/>
                </a:lnTo>
                <a:lnTo>
                  <a:pt x="1912200" y="2999917"/>
                </a:lnTo>
                <a:lnTo>
                  <a:pt x="1914067" y="2998051"/>
                </a:lnTo>
                <a:lnTo>
                  <a:pt x="1914525" y="2996933"/>
                </a:lnTo>
                <a:lnTo>
                  <a:pt x="1914525" y="2994304"/>
                </a:lnTo>
                <a:close/>
              </a:path>
              <a:path w="9867900" h="3000375">
                <a:moveTo>
                  <a:pt x="1914525" y="2567038"/>
                </a:moveTo>
                <a:lnTo>
                  <a:pt x="1914067" y="2565920"/>
                </a:lnTo>
                <a:lnTo>
                  <a:pt x="1912200" y="2564053"/>
                </a:lnTo>
                <a:lnTo>
                  <a:pt x="1911083" y="2563596"/>
                </a:lnTo>
                <a:lnTo>
                  <a:pt x="1908454" y="2563596"/>
                </a:lnTo>
                <a:lnTo>
                  <a:pt x="1907336" y="2564053"/>
                </a:lnTo>
                <a:lnTo>
                  <a:pt x="1905469" y="2565920"/>
                </a:lnTo>
                <a:lnTo>
                  <a:pt x="1905000" y="2567038"/>
                </a:lnTo>
                <a:lnTo>
                  <a:pt x="1905000" y="2569667"/>
                </a:lnTo>
                <a:lnTo>
                  <a:pt x="1905469" y="2570797"/>
                </a:lnTo>
                <a:lnTo>
                  <a:pt x="1907336" y="2572651"/>
                </a:lnTo>
                <a:lnTo>
                  <a:pt x="1908454" y="2573121"/>
                </a:lnTo>
                <a:lnTo>
                  <a:pt x="1911083" y="2573121"/>
                </a:lnTo>
                <a:lnTo>
                  <a:pt x="1912200" y="2572651"/>
                </a:lnTo>
                <a:lnTo>
                  <a:pt x="1914067" y="2570797"/>
                </a:lnTo>
                <a:lnTo>
                  <a:pt x="1914525" y="2569667"/>
                </a:lnTo>
                <a:lnTo>
                  <a:pt x="1914525" y="2567038"/>
                </a:lnTo>
                <a:close/>
              </a:path>
              <a:path w="9867900" h="3000375">
                <a:moveTo>
                  <a:pt x="1914525" y="2139772"/>
                </a:moveTo>
                <a:lnTo>
                  <a:pt x="1914067" y="2138654"/>
                </a:lnTo>
                <a:lnTo>
                  <a:pt x="1912200" y="2136787"/>
                </a:lnTo>
                <a:lnTo>
                  <a:pt x="1911083" y="2136330"/>
                </a:lnTo>
                <a:lnTo>
                  <a:pt x="1908454" y="2136330"/>
                </a:lnTo>
                <a:lnTo>
                  <a:pt x="1907336" y="2136787"/>
                </a:lnTo>
                <a:lnTo>
                  <a:pt x="1905469" y="2138654"/>
                </a:lnTo>
                <a:lnTo>
                  <a:pt x="1905000" y="2139772"/>
                </a:lnTo>
                <a:lnTo>
                  <a:pt x="1905000" y="2142401"/>
                </a:lnTo>
                <a:lnTo>
                  <a:pt x="1905469" y="2143531"/>
                </a:lnTo>
                <a:lnTo>
                  <a:pt x="1907336" y="2145385"/>
                </a:lnTo>
                <a:lnTo>
                  <a:pt x="1908454" y="2145855"/>
                </a:lnTo>
                <a:lnTo>
                  <a:pt x="1911083" y="2145855"/>
                </a:lnTo>
                <a:lnTo>
                  <a:pt x="1912200" y="2145385"/>
                </a:lnTo>
                <a:lnTo>
                  <a:pt x="1914067" y="2143531"/>
                </a:lnTo>
                <a:lnTo>
                  <a:pt x="1914525" y="2142401"/>
                </a:lnTo>
                <a:lnTo>
                  <a:pt x="1914525" y="2139772"/>
                </a:lnTo>
                <a:close/>
              </a:path>
              <a:path w="9867900" h="3000375">
                <a:moveTo>
                  <a:pt x="1914525" y="1712506"/>
                </a:moveTo>
                <a:lnTo>
                  <a:pt x="1914067" y="1711388"/>
                </a:lnTo>
                <a:lnTo>
                  <a:pt x="1912200" y="1709534"/>
                </a:lnTo>
                <a:lnTo>
                  <a:pt x="1911083" y="1709064"/>
                </a:lnTo>
                <a:lnTo>
                  <a:pt x="1908454" y="1709064"/>
                </a:lnTo>
                <a:lnTo>
                  <a:pt x="1907336" y="1709534"/>
                </a:lnTo>
                <a:lnTo>
                  <a:pt x="1905469" y="1711388"/>
                </a:lnTo>
                <a:lnTo>
                  <a:pt x="1905000" y="1712506"/>
                </a:lnTo>
                <a:lnTo>
                  <a:pt x="1905000" y="1715135"/>
                </a:lnTo>
                <a:lnTo>
                  <a:pt x="1905469" y="1716265"/>
                </a:lnTo>
                <a:lnTo>
                  <a:pt x="1907336" y="1718119"/>
                </a:lnTo>
                <a:lnTo>
                  <a:pt x="1908454" y="1718589"/>
                </a:lnTo>
                <a:lnTo>
                  <a:pt x="1911083" y="1718589"/>
                </a:lnTo>
                <a:lnTo>
                  <a:pt x="1912200" y="1718119"/>
                </a:lnTo>
                <a:lnTo>
                  <a:pt x="1914067" y="1716265"/>
                </a:lnTo>
                <a:lnTo>
                  <a:pt x="1914525" y="1715135"/>
                </a:lnTo>
                <a:lnTo>
                  <a:pt x="1914525" y="1712506"/>
                </a:lnTo>
                <a:close/>
              </a:path>
              <a:path w="9867900" h="3000375">
                <a:moveTo>
                  <a:pt x="1914525" y="1285252"/>
                </a:moveTo>
                <a:lnTo>
                  <a:pt x="1914067" y="1284122"/>
                </a:lnTo>
                <a:lnTo>
                  <a:pt x="1912200" y="1282268"/>
                </a:lnTo>
                <a:lnTo>
                  <a:pt x="1911083" y="1281798"/>
                </a:lnTo>
                <a:lnTo>
                  <a:pt x="1908454" y="1281798"/>
                </a:lnTo>
                <a:lnTo>
                  <a:pt x="1907336" y="1282268"/>
                </a:lnTo>
                <a:lnTo>
                  <a:pt x="1905469" y="1284122"/>
                </a:lnTo>
                <a:lnTo>
                  <a:pt x="1905000" y="1285252"/>
                </a:lnTo>
                <a:lnTo>
                  <a:pt x="1905000" y="1287881"/>
                </a:lnTo>
                <a:lnTo>
                  <a:pt x="1905469" y="1288999"/>
                </a:lnTo>
                <a:lnTo>
                  <a:pt x="1907336" y="1290853"/>
                </a:lnTo>
                <a:lnTo>
                  <a:pt x="1908454" y="1291323"/>
                </a:lnTo>
                <a:lnTo>
                  <a:pt x="1911083" y="1291323"/>
                </a:lnTo>
                <a:lnTo>
                  <a:pt x="1912200" y="1290853"/>
                </a:lnTo>
                <a:lnTo>
                  <a:pt x="1914067" y="1288999"/>
                </a:lnTo>
                <a:lnTo>
                  <a:pt x="1914525" y="1287881"/>
                </a:lnTo>
                <a:lnTo>
                  <a:pt x="1914525" y="1285252"/>
                </a:lnTo>
                <a:close/>
              </a:path>
              <a:path w="9867900" h="3000375">
                <a:moveTo>
                  <a:pt x="1914525" y="857986"/>
                </a:moveTo>
                <a:lnTo>
                  <a:pt x="1914067" y="856856"/>
                </a:lnTo>
                <a:lnTo>
                  <a:pt x="1912200" y="855002"/>
                </a:lnTo>
                <a:lnTo>
                  <a:pt x="1911083" y="854532"/>
                </a:lnTo>
                <a:lnTo>
                  <a:pt x="1908454" y="854532"/>
                </a:lnTo>
                <a:lnTo>
                  <a:pt x="1907336" y="855002"/>
                </a:lnTo>
                <a:lnTo>
                  <a:pt x="1905469" y="856856"/>
                </a:lnTo>
                <a:lnTo>
                  <a:pt x="1905000" y="857986"/>
                </a:lnTo>
                <a:lnTo>
                  <a:pt x="1905000" y="860615"/>
                </a:lnTo>
                <a:lnTo>
                  <a:pt x="1905469" y="861733"/>
                </a:lnTo>
                <a:lnTo>
                  <a:pt x="1907336" y="863600"/>
                </a:lnTo>
                <a:lnTo>
                  <a:pt x="1908454" y="864057"/>
                </a:lnTo>
                <a:lnTo>
                  <a:pt x="1911083" y="864057"/>
                </a:lnTo>
                <a:lnTo>
                  <a:pt x="1912200" y="863600"/>
                </a:lnTo>
                <a:lnTo>
                  <a:pt x="1914067" y="861733"/>
                </a:lnTo>
                <a:lnTo>
                  <a:pt x="1914525" y="860615"/>
                </a:lnTo>
                <a:lnTo>
                  <a:pt x="1914525" y="857986"/>
                </a:lnTo>
                <a:close/>
              </a:path>
              <a:path w="9867900" h="3000375">
                <a:moveTo>
                  <a:pt x="1914525" y="430720"/>
                </a:moveTo>
                <a:lnTo>
                  <a:pt x="1914067" y="429590"/>
                </a:lnTo>
                <a:lnTo>
                  <a:pt x="1912200" y="427736"/>
                </a:lnTo>
                <a:lnTo>
                  <a:pt x="1911083" y="427266"/>
                </a:lnTo>
                <a:lnTo>
                  <a:pt x="1908454" y="427266"/>
                </a:lnTo>
                <a:lnTo>
                  <a:pt x="1907336" y="427736"/>
                </a:lnTo>
                <a:lnTo>
                  <a:pt x="1905469" y="429590"/>
                </a:lnTo>
                <a:lnTo>
                  <a:pt x="1905000" y="430720"/>
                </a:lnTo>
                <a:lnTo>
                  <a:pt x="1905000" y="433349"/>
                </a:lnTo>
                <a:lnTo>
                  <a:pt x="1905469" y="434467"/>
                </a:lnTo>
                <a:lnTo>
                  <a:pt x="1907336" y="436333"/>
                </a:lnTo>
                <a:lnTo>
                  <a:pt x="1908454" y="436791"/>
                </a:lnTo>
                <a:lnTo>
                  <a:pt x="1911083" y="436791"/>
                </a:lnTo>
                <a:lnTo>
                  <a:pt x="1912200" y="436333"/>
                </a:lnTo>
                <a:lnTo>
                  <a:pt x="1914067" y="434467"/>
                </a:lnTo>
                <a:lnTo>
                  <a:pt x="1914525" y="433349"/>
                </a:lnTo>
                <a:lnTo>
                  <a:pt x="1914525" y="430720"/>
                </a:lnTo>
                <a:close/>
              </a:path>
              <a:path w="9867900" h="300037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9867900" h="3000375">
                <a:moveTo>
                  <a:pt x="1962150" y="2994304"/>
                </a:moveTo>
                <a:lnTo>
                  <a:pt x="1961692" y="2993186"/>
                </a:lnTo>
                <a:lnTo>
                  <a:pt x="1959825" y="2991320"/>
                </a:lnTo>
                <a:lnTo>
                  <a:pt x="1958708" y="2990850"/>
                </a:lnTo>
                <a:lnTo>
                  <a:pt x="1956079" y="2990850"/>
                </a:lnTo>
                <a:lnTo>
                  <a:pt x="1954961" y="2991320"/>
                </a:lnTo>
                <a:lnTo>
                  <a:pt x="1953094" y="2993186"/>
                </a:lnTo>
                <a:lnTo>
                  <a:pt x="1952625" y="2994304"/>
                </a:lnTo>
                <a:lnTo>
                  <a:pt x="1952625" y="2996933"/>
                </a:lnTo>
                <a:lnTo>
                  <a:pt x="1953094" y="2998051"/>
                </a:lnTo>
                <a:lnTo>
                  <a:pt x="1954961" y="2999917"/>
                </a:lnTo>
                <a:lnTo>
                  <a:pt x="1956079" y="3000375"/>
                </a:lnTo>
                <a:lnTo>
                  <a:pt x="1958708" y="3000375"/>
                </a:lnTo>
                <a:lnTo>
                  <a:pt x="1959825" y="2999917"/>
                </a:lnTo>
                <a:lnTo>
                  <a:pt x="1961692" y="2998051"/>
                </a:lnTo>
                <a:lnTo>
                  <a:pt x="1962150" y="2996933"/>
                </a:lnTo>
                <a:lnTo>
                  <a:pt x="1962150" y="2994304"/>
                </a:lnTo>
                <a:close/>
              </a:path>
              <a:path w="9867900" h="3000375">
                <a:moveTo>
                  <a:pt x="1962150" y="2567038"/>
                </a:moveTo>
                <a:lnTo>
                  <a:pt x="1961692" y="2565920"/>
                </a:lnTo>
                <a:lnTo>
                  <a:pt x="1959825" y="2564053"/>
                </a:lnTo>
                <a:lnTo>
                  <a:pt x="1958708" y="2563596"/>
                </a:lnTo>
                <a:lnTo>
                  <a:pt x="1956079" y="2563596"/>
                </a:lnTo>
                <a:lnTo>
                  <a:pt x="1954961" y="2564053"/>
                </a:lnTo>
                <a:lnTo>
                  <a:pt x="1953094" y="2565920"/>
                </a:lnTo>
                <a:lnTo>
                  <a:pt x="1952625" y="2567038"/>
                </a:lnTo>
                <a:lnTo>
                  <a:pt x="1952625" y="2569667"/>
                </a:lnTo>
                <a:lnTo>
                  <a:pt x="1953094" y="2570797"/>
                </a:lnTo>
                <a:lnTo>
                  <a:pt x="1954961" y="2572651"/>
                </a:lnTo>
                <a:lnTo>
                  <a:pt x="1956079" y="2573121"/>
                </a:lnTo>
                <a:lnTo>
                  <a:pt x="1958708" y="2573121"/>
                </a:lnTo>
                <a:lnTo>
                  <a:pt x="1959825" y="2572651"/>
                </a:lnTo>
                <a:lnTo>
                  <a:pt x="1961692" y="2570797"/>
                </a:lnTo>
                <a:lnTo>
                  <a:pt x="1962150" y="2569667"/>
                </a:lnTo>
                <a:lnTo>
                  <a:pt x="1962150" y="2567038"/>
                </a:lnTo>
                <a:close/>
              </a:path>
              <a:path w="9867900" h="3000375">
                <a:moveTo>
                  <a:pt x="1962150" y="2139772"/>
                </a:moveTo>
                <a:lnTo>
                  <a:pt x="1961692" y="2138654"/>
                </a:lnTo>
                <a:lnTo>
                  <a:pt x="1959825" y="2136787"/>
                </a:lnTo>
                <a:lnTo>
                  <a:pt x="1958708" y="2136330"/>
                </a:lnTo>
                <a:lnTo>
                  <a:pt x="1956079" y="2136330"/>
                </a:lnTo>
                <a:lnTo>
                  <a:pt x="1954961" y="2136787"/>
                </a:lnTo>
                <a:lnTo>
                  <a:pt x="1953094" y="2138654"/>
                </a:lnTo>
                <a:lnTo>
                  <a:pt x="1952625" y="2139772"/>
                </a:lnTo>
                <a:lnTo>
                  <a:pt x="1952625" y="2142401"/>
                </a:lnTo>
                <a:lnTo>
                  <a:pt x="1953094" y="2143531"/>
                </a:lnTo>
                <a:lnTo>
                  <a:pt x="1954961" y="2145385"/>
                </a:lnTo>
                <a:lnTo>
                  <a:pt x="1956079" y="2145855"/>
                </a:lnTo>
                <a:lnTo>
                  <a:pt x="1958708" y="2145855"/>
                </a:lnTo>
                <a:lnTo>
                  <a:pt x="1959825" y="2145385"/>
                </a:lnTo>
                <a:lnTo>
                  <a:pt x="1961692" y="2143531"/>
                </a:lnTo>
                <a:lnTo>
                  <a:pt x="1962150" y="2142401"/>
                </a:lnTo>
                <a:lnTo>
                  <a:pt x="1962150" y="2139772"/>
                </a:lnTo>
                <a:close/>
              </a:path>
              <a:path w="9867900" h="3000375">
                <a:moveTo>
                  <a:pt x="1962150" y="1712506"/>
                </a:moveTo>
                <a:lnTo>
                  <a:pt x="1961692" y="1711388"/>
                </a:lnTo>
                <a:lnTo>
                  <a:pt x="1959825" y="1709534"/>
                </a:lnTo>
                <a:lnTo>
                  <a:pt x="1958708" y="1709064"/>
                </a:lnTo>
                <a:lnTo>
                  <a:pt x="1956079" y="1709064"/>
                </a:lnTo>
                <a:lnTo>
                  <a:pt x="1954961" y="1709534"/>
                </a:lnTo>
                <a:lnTo>
                  <a:pt x="1953094" y="1711388"/>
                </a:lnTo>
                <a:lnTo>
                  <a:pt x="1952625" y="1712506"/>
                </a:lnTo>
                <a:lnTo>
                  <a:pt x="1952625" y="1715135"/>
                </a:lnTo>
                <a:lnTo>
                  <a:pt x="1953094" y="1716265"/>
                </a:lnTo>
                <a:lnTo>
                  <a:pt x="1954961" y="1718119"/>
                </a:lnTo>
                <a:lnTo>
                  <a:pt x="1956079" y="1718589"/>
                </a:lnTo>
                <a:lnTo>
                  <a:pt x="1958708" y="1718589"/>
                </a:lnTo>
                <a:lnTo>
                  <a:pt x="1959825" y="1718119"/>
                </a:lnTo>
                <a:lnTo>
                  <a:pt x="1961692" y="1716265"/>
                </a:lnTo>
                <a:lnTo>
                  <a:pt x="1962150" y="1715135"/>
                </a:lnTo>
                <a:lnTo>
                  <a:pt x="1962150" y="1712506"/>
                </a:lnTo>
                <a:close/>
              </a:path>
              <a:path w="9867900" h="3000375">
                <a:moveTo>
                  <a:pt x="1962150" y="1285252"/>
                </a:moveTo>
                <a:lnTo>
                  <a:pt x="1961692" y="1284122"/>
                </a:lnTo>
                <a:lnTo>
                  <a:pt x="1959825" y="1282268"/>
                </a:lnTo>
                <a:lnTo>
                  <a:pt x="1958708" y="1281798"/>
                </a:lnTo>
                <a:lnTo>
                  <a:pt x="1956079" y="1281798"/>
                </a:lnTo>
                <a:lnTo>
                  <a:pt x="1954961" y="1282268"/>
                </a:lnTo>
                <a:lnTo>
                  <a:pt x="1953094" y="1284122"/>
                </a:lnTo>
                <a:lnTo>
                  <a:pt x="1952625" y="1285252"/>
                </a:lnTo>
                <a:lnTo>
                  <a:pt x="1952625" y="1287881"/>
                </a:lnTo>
                <a:lnTo>
                  <a:pt x="1953094" y="1288999"/>
                </a:lnTo>
                <a:lnTo>
                  <a:pt x="1954961" y="1290853"/>
                </a:lnTo>
                <a:lnTo>
                  <a:pt x="1956079" y="1291323"/>
                </a:lnTo>
                <a:lnTo>
                  <a:pt x="1958708" y="1291323"/>
                </a:lnTo>
                <a:lnTo>
                  <a:pt x="1959825" y="1290853"/>
                </a:lnTo>
                <a:lnTo>
                  <a:pt x="1961692" y="1288999"/>
                </a:lnTo>
                <a:lnTo>
                  <a:pt x="1962150" y="1287881"/>
                </a:lnTo>
                <a:lnTo>
                  <a:pt x="1962150" y="1285252"/>
                </a:lnTo>
                <a:close/>
              </a:path>
              <a:path w="9867900" h="3000375">
                <a:moveTo>
                  <a:pt x="1962150" y="857986"/>
                </a:moveTo>
                <a:lnTo>
                  <a:pt x="1961692" y="856856"/>
                </a:lnTo>
                <a:lnTo>
                  <a:pt x="1959825" y="855002"/>
                </a:lnTo>
                <a:lnTo>
                  <a:pt x="1958708" y="854532"/>
                </a:lnTo>
                <a:lnTo>
                  <a:pt x="1956079" y="854532"/>
                </a:lnTo>
                <a:lnTo>
                  <a:pt x="1954961" y="855002"/>
                </a:lnTo>
                <a:lnTo>
                  <a:pt x="1953094" y="856856"/>
                </a:lnTo>
                <a:lnTo>
                  <a:pt x="1952625" y="857986"/>
                </a:lnTo>
                <a:lnTo>
                  <a:pt x="1952625" y="860615"/>
                </a:lnTo>
                <a:lnTo>
                  <a:pt x="1953094" y="861733"/>
                </a:lnTo>
                <a:lnTo>
                  <a:pt x="1954961" y="863600"/>
                </a:lnTo>
                <a:lnTo>
                  <a:pt x="1956079" y="864057"/>
                </a:lnTo>
                <a:lnTo>
                  <a:pt x="1958708" y="864057"/>
                </a:lnTo>
                <a:lnTo>
                  <a:pt x="1959825" y="863600"/>
                </a:lnTo>
                <a:lnTo>
                  <a:pt x="1961692" y="861733"/>
                </a:lnTo>
                <a:lnTo>
                  <a:pt x="1962150" y="860615"/>
                </a:lnTo>
                <a:lnTo>
                  <a:pt x="1962150" y="857986"/>
                </a:lnTo>
                <a:close/>
              </a:path>
              <a:path w="9867900" h="3000375">
                <a:moveTo>
                  <a:pt x="1962150" y="430720"/>
                </a:moveTo>
                <a:lnTo>
                  <a:pt x="1961692" y="429590"/>
                </a:lnTo>
                <a:lnTo>
                  <a:pt x="1959825" y="427736"/>
                </a:lnTo>
                <a:lnTo>
                  <a:pt x="1958708" y="427266"/>
                </a:lnTo>
                <a:lnTo>
                  <a:pt x="1956079" y="427266"/>
                </a:lnTo>
                <a:lnTo>
                  <a:pt x="1954961" y="427736"/>
                </a:lnTo>
                <a:lnTo>
                  <a:pt x="1953094" y="429590"/>
                </a:lnTo>
                <a:lnTo>
                  <a:pt x="1952625" y="430720"/>
                </a:lnTo>
                <a:lnTo>
                  <a:pt x="1952625" y="433349"/>
                </a:lnTo>
                <a:lnTo>
                  <a:pt x="1953094" y="434467"/>
                </a:lnTo>
                <a:lnTo>
                  <a:pt x="1954961" y="436333"/>
                </a:lnTo>
                <a:lnTo>
                  <a:pt x="1956079" y="436791"/>
                </a:lnTo>
                <a:lnTo>
                  <a:pt x="1958708" y="436791"/>
                </a:lnTo>
                <a:lnTo>
                  <a:pt x="1959825" y="436333"/>
                </a:lnTo>
                <a:lnTo>
                  <a:pt x="1961692" y="434467"/>
                </a:lnTo>
                <a:lnTo>
                  <a:pt x="1962150" y="433349"/>
                </a:lnTo>
                <a:lnTo>
                  <a:pt x="1962150" y="430720"/>
                </a:lnTo>
                <a:close/>
              </a:path>
              <a:path w="9867900" h="300037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9867900" h="3000375">
                <a:moveTo>
                  <a:pt x="2009775" y="2994304"/>
                </a:moveTo>
                <a:lnTo>
                  <a:pt x="2009317" y="2993186"/>
                </a:lnTo>
                <a:lnTo>
                  <a:pt x="2007450" y="2991320"/>
                </a:lnTo>
                <a:lnTo>
                  <a:pt x="2006333" y="2990850"/>
                </a:lnTo>
                <a:lnTo>
                  <a:pt x="2003704" y="2990850"/>
                </a:lnTo>
                <a:lnTo>
                  <a:pt x="2002586" y="2991320"/>
                </a:lnTo>
                <a:lnTo>
                  <a:pt x="2000719" y="2993186"/>
                </a:lnTo>
                <a:lnTo>
                  <a:pt x="2000250" y="2994304"/>
                </a:lnTo>
                <a:lnTo>
                  <a:pt x="2000250" y="2996933"/>
                </a:lnTo>
                <a:lnTo>
                  <a:pt x="2000719" y="2998051"/>
                </a:lnTo>
                <a:lnTo>
                  <a:pt x="2002586" y="2999917"/>
                </a:lnTo>
                <a:lnTo>
                  <a:pt x="2003704" y="3000375"/>
                </a:lnTo>
                <a:lnTo>
                  <a:pt x="2006333" y="3000375"/>
                </a:lnTo>
                <a:lnTo>
                  <a:pt x="2007450" y="2999917"/>
                </a:lnTo>
                <a:lnTo>
                  <a:pt x="2009317" y="2998051"/>
                </a:lnTo>
                <a:lnTo>
                  <a:pt x="2009775" y="2996933"/>
                </a:lnTo>
                <a:lnTo>
                  <a:pt x="2009775" y="2994304"/>
                </a:lnTo>
                <a:close/>
              </a:path>
              <a:path w="9867900" h="3000375">
                <a:moveTo>
                  <a:pt x="2009775" y="2567038"/>
                </a:moveTo>
                <a:lnTo>
                  <a:pt x="2009317" y="2565920"/>
                </a:lnTo>
                <a:lnTo>
                  <a:pt x="2007450" y="2564053"/>
                </a:lnTo>
                <a:lnTo>
                  <a:pt x="2006333" y="2563596"/>
                </a:lnTo>
                <a:lnTo>
                  <a:pt x="2003704" y="2563596"/>
                </a:lnTo>
                <a:lnTo>
                  <a:pt x="2002586" y="2564053"/>
                </a:lnTo>
                <a:lnTo>
                  <a:pt x="2000719" y="2565920"/>
                </a:lnTo>
                <a:lnTo>
                  <a:pt x="2000250" y="2567038"/>
                </a:lnTo>
                <a:lnTo>
                  <a:pt x="2000250" y="2569667"/>
                </a:lnTo>
                <a:lnTo>
                  <a:pt x="2000719" y="2570797"/>
                </a:lnTo>
                <a:lnTo>
                  <a:pt x="2002586" y="2572651"/>
                </a:lnTo>
                <a:lnTo>
                  <a:pt x="2003704" y="2573121"/>
                </a:lnTo>
                <a:lnTo>
                  <a:pt x="2006333" y="2573121"/>
                </a:lnTo>
                <a:lnTo>
                  <a:pt x="2007450" y="2572651"/>
                </a:lnTo>
                <a:lnTo>
                  <a:pt x="2009317" y="2570797"/>
                </a:lnTo>
                <a:lnTo>
                  <a:pt x="2009775" y="2569667"/>
                </a:lnTo>
                <a:lnTo>
                  <a:pt x="2009775" y="2567038"/>
                </a:lnTo>
                <a:close/>
              </a:path>
              <a:path w="9867900" h="3000375">
                <a:moveTo>
                  <a:pt x="2009775" y="2139772"/>
                </a:moveTo>
                <a:lnTo>
                  <a:pt x="2009317" y="2138654"/>
                </a:lnTo>
                <a:lnTo>
                  <a:pt x="2007450" y="2136787"/>
                </a:lnTo>
                <a:lnTo>
                  <a:pt x="2006333" y="2136330"/>
                </a:lnTo>
                <a:lnTo>
                  <a:pt x="2003704" y="2136330"/>
                </a:lnTo>
                <a:lnTo>
                  <a:pt x="2002586" y="2136787"/>
                </a:lnTo>
                <a:lnTo>
                  <a:pt x="2000719" y="2138654"/>
                </a:lnTo>
                <a:lnTo>
                  <a:pt x="2000250" y="2139772"/>
                </a:lnTo>
                <a:lnTo>
                  <a:pt x="2000250" y="2142401"/>
                </a:lnTo>
                <a:lnTo>
                  <a:pt x="2000719" y="2143531"/>
                </a:lnTo>
                <a:lnTo>
                  <a:pt x="2002586" y="2145385"/>
                </a:lnTo>
                <a:lnTo>
                  <a:pt x="2003704" y="2145855"/>
                </a:lnTo>
                <a:lnTo>
                  <a:pt x="2006333" y="2145855"/>
                </a:lnTo>
                <a:lnTo>
                  <a:pt x="2007450" y="2145385"/>
                </a:lnTo>
                <a:lnTo>
                  <a:pt x="2009317" y="2143531"/>
                </a:lnTo>
                <a:lnTo>
                  <a:pt x="2009775" y="2142401"/>
                </a:lnTo>
                <a:lnTo>
                  <a:pt x="2009775" y="2139772"/>
                </a:lnTo>
                <a:close/>
              </a:path>
              <a:path w="9867900" h="3000375">
                <a:moveTo>
                  <a:pt x="2009775" y="1712506"/>
                </a:moveTo>
                <a:lnTo>
                  <a:pt x="2009317" y="1711388"/>
                </a:lnTo>
                <a:lnTo>
                  <a:pt x="2007450" y="1709534"/>
                </a:lnTo>
                <a:lnTo>
                  <a:pt x="2006333" y="1709064"/>
                </a:lnTo>
                <a:lnTo>
                  <a:pt x="2003704" y="1709064"/>
                </a:lnTo>
                <a:lnTo>
                  <a:pt x="2002586" y="1709534"/>
                </a:lnTo>
                <a:lnTo>
                  <a:pt x="2000719" y="1711388"/>
                </a:lnTo>
                <a:lnTo>
                  <a:pt x="2000250" y="1712506"/>
                </a:lnTo>
                <a:lnTo>
                  <a:pt x="2000250" y="1715135"/>
                </a:lnTo>
                <a:lnTo>
                  <a:pt x="2000719" y="1716265"/>
                </a:lnTo>
                <a:lnTo>
                  <a:pt x="2002586" y="1718119"/>
                </a:lnTo>
                <a:lnTo>
                  <a:pt x="2003704" y="1718589"/>
                </a:lnTo>
                <a:lnTo>
                  <a:pt x="2006333" y="1718589"/>
                </a:lnTo>
                <a:lnTo>
                  <a:pt x="2007450" y="1718119"/>
                </a:lnTo>
                <a:lnTo>
                  <a:pt x="2009317" y="1716265"/>
                </a:lnTo>
                <a:lnTo>
                  <a:pt x="2009775" y="1715135"/>
                </a:lnTo>
                <a:lnTo>
                  <a:pt x="2009775" y="1712506"/>
                </a:lnTo>
                <a:close/>
              </a:path>
              <a:path w="9867900" h="3000375">
                <a:moveTo>
                  <a:pt x="2009775" y="1285252"/>
                </a:moveTo>
                <a:lnTo>
                  <a:pt x="2009317" y="1284122"/>
                </a:lnTo>
                <a:lnTo>
                  <a:pt x="2007450" y="1282268"/>
                </a:lnTo>
                <a:lnTo>
                  <a:pt x="2006333" y="1281798"/>
                </a:lnTo>
                <a:lnTo>
                  <a:pt x="2003704" y="1281798"/>
                </a:lnTo>
                <a:lnTo>
                  <a:pt x="2002586" y="1282268"/>
                </a:lnTo>
                <a:lnTo>
                  <a:pt x="2000719" y="1284122"/>
                </a:lnTo>
                <a:lnTo>
                  <a:pt x="2000250" y="1285252"/>
                </a:lnTo>
                <a:lnTo>
                  <a:pt x="2000250" y="1287881"/>
                </a:lnTo>
                <a:lnTo>
                  <a:pt x="2000719" y="1288999"/>
                </a:lnTo>
                <a:lnTo>
                  <a:pt x="2002586" y="1290853"/>
                </a:lnTo>
                <a:lnTo>
                  <a:pt x="2003704" y="1291323"/>
                </a:lnTo>
                <a:lnTo>
                  <a:pt x="2006333" y="1291323"/>
                </a:lnTo>
                <a:lnTo>
                  <a:pt x="2007450" y="1290853"/>
                </a:lnTo>
                <a:lnTo>
                  <a:pt x="2009317" y="1288999"/>
                </a:lnTo>
                <a:lnTo>
                  <a:pt x="2009775" y="1287881"/>
                </a:lnTo>
                <a:lnTo>
                  <a:pt x="2009775" y="1285252"/>
                </a:lnTo>
                <a:close/>
              </a:path>
              <a:path w="9867900" h="3000375">
                <a:moveTo>
                  <a:pt x="2009775" y="857986"/>
                </a:moveTo>
                <a:lnTo>
                  <a:pt x="2009317" y="856856"/>
                </a:lnTo>
                <a:lnTo>
                  <a:pt x="2007450" y="855002"/>
                </a:lnTo>
                <a:lnTo>
                  <a:pt x="2006333" y="854532"/>
                </a:lnTo>
                <a:lnTo>
                  <a:pt x="2003704" y="854532"/>
                </a:lnTo>
                <a:lnTo>
                  <a:pt x="2002586" y="855002"/>
                </a:lnTo>
                <a:lnTo>
                  <a:pt x="2000719" y="856856"/>
                </a:lnTo>
                <a:lnTo>
                  <a:pt x="2000250" y="857986"/>
                </a:lnTo>
                <a:lnTo>
                  <a:pt x="2000250" y="860615"/>
                </a:lnTo>
                <a:lnTo>
                  <a:pt x="2000719" y="861733"/>
                </a:lnTo>
                <a:lnTo>
                  <a:pt x="2002586" y="863600"/>
                </a:lnTo>
                <a:lnTo>
                  <a:pt x="2003704" y="864057"/>
                </a:lnTo>
                <a:lnTo>
                  <a:pt x="2006333" y="864057"/>
                </a:lnTo>
                <a:lnTo>
                  <a:pt x="2007450" y="863600"/>
                </a:lnTo>
                <a:lnTo>
                  <a:pt x="2009317" y="861733"/>
                </a:lnTo>
                <a:lnTo>
                  <a:pt x="2009775" y="860615"/>
                </a:lnTo>
                <a:lnTo>
                  <a:pt x="2009775" y="857986"/>
                </a:lnTo>
                <a:close/>
              </a:path>
              <a:path w="9867900" h="3000375">
                <a:moveTo>
                  <a:pt x="2009775" y="430720"/>
                </a:moveTo>
                <a:lnTo>
                  <a:pt x="2009317" y="429590"/>
                </a:lnTo>
                <a:lnTo>
                  <a:pt x="2007450" y="427736"/>
                </a:lnTo>
                <a:lnTo>
                  <a:pt x="2006333" y="427266"/>
                </a:lnTo>
                <a:lnTo>
                  <a:pt x="2003704" y="427266"/>
                </a:lnTo>
                <a:lnTo>
                  <a:pt x="2002586" y="427736"/>
                </a:lnTo>
                <a:lnTo>
                  <a:pt x="2000719" y="429590"/>
                </a:lnTo>
                <a:lnTo>
                  <a:pt x="2000250" y="430720"/>
                </a:lnTo>
                <a:lnTo>
                  <a:pt x="2000250" y="433349"/>
                </a:lnTo>
                <a:lnTo>
                  <a:pt x="2000719" y="434467"/>
                </a:lnTo>
                <a:lnTo>
                  <a:pt x="2002586" y="436333"/>
                </a:lnTo>
                <a:lnTo>
                  <a:pt x="2003704" y="436791"/>
                </a:lnTo>
                <a:lnTo>
                  <a:pt x="2006333" y="436791"/>
                </a:lnTo>
                <a:lnTo>
                  <a:pt x="2007450" y="436333"/>
                </a:lnTo>
                <a:lnTo>
                  <a:pt x="2009317" y="434467"/>
                </a:lnTo>
                <a:lnTo>
                  <a:pt x="2009775" y="433349"/>
                </a:lnTo>
                <a:lnTo>
                  <a:pt x="2009775" y="430720"/>
                </a:lnTo>
                <a:close/>
              </a:path>
              <a:path w="9867900" h="300037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9867900" h="3000375">
                <a:moveTo>
                  <a:pt x="2057400" y="2994304"/>
                </a:moveTo>
                <a:lnTo>
                  <a:pt x="2056942" y="2993186"/>
                </a:lnTo>
                <a:lnTo>
                  <a:pt x="2055075" y="2991320"/>
                </a:lnTo>
                <a:lnTo>
                  <a:pt x="2053958" y="2990850"/>
                </a:lnTo>
                <a:lnTo>
                  <a:pt x="2051329" y="2990850"/>
                </a:lnTo>
                <a:lnTo>
                  <a:pt x="2050211" y="2991320"/>
                </a:lnTo>
                <a:lnTo>
                  <a:pt x="2048344" y="2993186"/>
                </a:lnTo>
                <a:lnTo>
                  <a:pt x="2047875" y="2994304"/>
                </a:lnTo>
                <a:lnTo>
                  <a:pt x="2047875" y="2996933"/>
                </a:lnTo>
                <a:lnTo>
                  <a:pt x="2048344" y="2998051"/>
                </a:lnTo>
                <a:lnTo>
                  <a:pt x="2050211" y="2999917"/>
                </a:lnTo>
                <a:lnTo>
                  <a:pt x="2051329" y="3000375"/>
                </a:lnTo>
                <a:lnTo>
                  <a:pt x="2053958" y="3000375"/>
                </a:lnTo>
                <a:lnTo>
                  <a:pt x="2055075" y="2999917"/>
                </a:lnTo>
                <a:lnTo>
                  <a:pt x="2056942" y="2998051"/>
                </a:lnTo>
                <a:lnTo>
                  <a:pt x="2057400" y="2996933"/>
                </a:lnTo>
                <a:lnTo>
                  <a:pt x="2057400" y="2994304"/>
                </a:lnTo>
                <a:close/>
              </a:path>
              <a:path w="9867900" h="3000375">
                <a:moveTo>
                  <a:pt x="2057400" y="2567038"/>
                </a:moveTo>
                <a:lnTo>
                  <a:pt x="2056942" y="2565920"/>
                </a:lnTo>
                <a:lnTo>
                  <a:pt x="2055075" y="2564053"/>
                </a:lnTo>
                <a:lnTo>
                  <a:pt x="2053958" y="2563596"/>
                </a:lnTo>
                <a:lnTo>
                  <a:pt x="2051329" y="2563596"/>
                </a:lnTo>
                <a:lnTo>
                  <a:pt x="2050211" y="2564053"/>
                </a:lnTo>
                <a:lnTo>
                  <a:pt x="2048344" y="2565920"/>
                </a:lnTo>
                <a:lnTo>
                  <a:pt x="2047875" y="2567038"/>
                </a:lnTo>
                <a:lnTo>
                  <a:pt x="2047875" y="2569667"/>
                </a:lnTo>
                <a:lnTo>
                  <a:pt x="2048344" y="2570797"/>
                </a:lnTo>
                <a:lnTo>
                  <a:pt x="2050211" y="2572651"/>
                </a:lnTo>
                <a:lnTo>
                  <a:pt x="2051329" y="2573121"/>
                </a:lnTo>
                <a:lnTo>
                  <a:pt x="2053958" y="2573121"/>
                </a:lnTo>
                <a:lnTo>
                  <a:pt x="2055075" y="2572651"/>
                </a:lnTo>
                <a:lnTo>
                  <a:pt x="2056942" y="2570797"/>
                </a:lnTo>
                <a:lnTo>
                  <a:pt x="2057400" y="2569667"/>
                </a:lnTo>
                <a:lnTo>
                  <a:pt x="2057400" y="2567038"/>
                </a:lnTo>
                <a:close/>
              </a:path>
              <a:path w="9867900" h="3000375">
                <a:moveTo>
                  <a:pt x="2057400" y="2139772"/>
                </a:moveTo>
                <a:lnTo>
                  <a:pt x="2056942" y="2138654"/>
                </a:lnTo>
                <a:lnTo>
                  <a:pt x="2055075" y="2136787"/>
                </a:lnTo>
                <a:lnTo>
                  <a:pt x="2053958" y="2136330"/>
                </a:lnTo>
                <a:lnTo>
                  <a:pt x="2051329" y="2136330"/>
                </a:lnTo>
                <a:lnTo>
                  <a:pt x="2050211" y="2136787"/>
                </a:lnTo>
                <a:lnTo>
                  <a:pt x="2048344" y="2138654"/>
                </a:lnTo>
                <a:lnTo>
                  <a:pt x="2047875" y="2139772"/>
                </a:lnTo>
                <a:lnTo>
                  <a:pt x="2047875" y="2142401"/>
                </a:lnTo>
                <a:lnTo>
                  <a:pt x="2048344" y="2143531"/>
                </a:lnTo>
                <a:lnTo>
                  <a:pt x="2050211" y="2145385"/>
                </a:lnTo>
                <a:lnTo>
                  <a:pt x="2051329" y="2145855"/>
                </a:lnTo>
                <a:lnTo>
                  <a:pt x="2053958" y="2145855"/>
                </a:lnTo>
                <a:lnTo>
                  <a:pt x="2055075" y="2145385"/>
                </a:lnTo>
                <a:lnTo>
                  <a:pt x="2056942" y="2143531"/>
                </a:lnTo>
                <a:lnTo>
                  <a:pt x="2057400" y="2142401"/>
                </a:lnTo>
                <a:lnTo>
                  <a:pt x="2057400" y="2139772"/>
                </a:lnTo>
                <a:close/>
              </a:path>
              <a:path w="9867900" h="3000375">
                <a:moveTo>
                  <a:pt x="2057400" y="1712506"/>
                </a:moveTo>
                <a:lnTo>
                  <a:pt x="2056942" y="1711388"/>
                </a:lnTo>
                <a:lnTo>
                  <a:pt x="2055075" y="1709534"/>
                </a:lnTo>
                <a:lnTo>
                  <a:pt x="2053958" y="1709064"/>
                </a:lnTo>
                <a:lnTo>
                  <a:pt x="2051329" y="1709064"/>
                </a:lnTo>
                <a:lnTo>
                  <a:pt x="2050211" y="1709534"/>
                </a:lnTo>
                <a:lnTo>
                  <a:pt x="2048344" y="1711388"/>
                </a:lnTo>
                <a:lnTo>
                  <a:pt x="2047875" y="1712506"/>
                </a:lnTo>
                <a:lnTo>
                  <a:pt x="2047875" y="1715135"/>
                </a:lnTo>
                <a:lnTo>
                  <a:pt x="2048344" y="1716265"/>
                </a:lnTo>
                <a:lnTo>
                  <a:pt x="2050211" y="1718119"/>
                </a:lnTo>
                <a:lnTo>
                  <a:pt x="2051329" y="1718589"/>
                </a:lnTo>
                <a:lnTo>
                  <a:pt x="2053958" y="1718589"/>
                </a:lnTo>
                <a:lnTo>
                  <a:pt x="2055075" y="1718119"/>
                </a:lnTo>
                <a:lnTo>
                  <a:pt x="2056942" y="1716265"/>
                </a:lnTo>
                <a:lnTo>
                  <a:pt x="2057400" y="1715135"/>
                </a:lnTo>
                <a:lnTo>
                  <a:pt x="2057400" y="1712506"/>
                </a:lnTo>
                <a:close/>
              </a:path>
              <a:path w="9867900" h="3000375">
                <a:moveTo>
                  <a:pt x="2057400" y="1285252"/>
                </a:moveTo>
                <a:lnTo>
                  <a:pt x="2056942" y="1284122"/>
                </a:lnTo>
                <a:lnTo>
                  <a:pt x="2055075" y="1282268"/>
                </a:lnTo>
                <a:lnTo>
                  <a:pt x="2053958" y="1281798"/>
                </a:lnTo>
                <a:lnTo>
                  <a:pt x="2051329" y="1281798"/>
                </a:lnTo>
                <a:lnTo>
                  <a:pt x="2050211" y="1282268"/>
                </a:lnTo>
                <a:lnTo>
                  <a:pt x="2048344" y="1284122"/>
                </a:lnTo>
                <a:lnTo>
                  <a:pt x="2047875" y="1285252"/>
                </a:lnTo>
                <a:lnTo>
                  <a:pt x="2047875" y="1287881"/>
                </a:lnTo>
                <a:lnTo>
                  <a:pt x="2048344" y="1288999"/>
                </a:lnTo>
                <a:lnTo>
                  <a:pt x="2050211" y="1290853"/>
                </a:lnTo>
                <a:lnTo>
                  <a:pt x="2051329" y="1291323"/>
                </a:lnTo>
                <a:lnTo>
                  <a:pt x="2053958" y="1291323"/>
                </a:lnTo>
                <a:lnTo>
                  <a:pt x="2055075" y="1290853"/>
                </a:lnTo>
                <a:lnTo>
                  <a:pt x="2056942" y="1288999"/>
                </a:lnTo>
                <a:lnTo>
                  <a:pt x="2057400" y="1287881"/>
                </a:lnTo>
                <a:lnTo>
                  <a:pt x="2057400" y="1285252"/>
                </a:lnTo>
                <a:close/>
              </a:path>
              <a:path w="9867900" h="3000375">
                <a:moveTo>
                  <a:pt x="2057400" y="857986"/>
                </a:moveTo>
                <a:lnTo>
                  <a:pt x="2056942" y="856856"/>
                </a:lnTo>
                <a:lnTo>
                  <a:pt x="2055075" y="855002"/>
                </a:lnTo>
                <a:lnTo>
                  <a:pt x="2053958" y="854532"/>
                </a:lnTo>
                <a:lnTo>
                  <a:pt x="2051329" y="854532"/>
                </a:lnTo>
                <a:lnTo>
                  <a:pt x="2050211" y="855002"/>
                </a:lnTo>
                <a:lnTo>
                  <a:pt x="2048344" y="856856"/>
                </a:lnTo>
                <a:lnTo>
                  <a:pt x="2047875" y="857986"/>
                </a:lnTo>
                <a:lnTo>
                  <a:pt x="2047875" y="860615"/>
                </a:lnTo>
                <a:lnTo>
                  <a:pt x="2048344" y="861733"/>
                </a:lnTo>
                <a:lnTo>
                  <a:pt x="2050211" y="863600"/>
                </a:lnTo>
                <a:lnTo>
                  <a:pt x="2051329" y="864057"/>
                </a:lnTo>
                <a:lnTo>
                  <a:pt x="2053958" y="864057"/>
                </a:lnTo>
                <a:lnTo>
                  <a:pt x="2055075" y="863600"/>
                </a:lnTo>
                <a:lnTo>
                  <a:pt x="2056942" y="861733"/>
                </a:lnTo>
                <a:lnTo>
                  <a:pt x="2057400" y="860615"/>
                </a:lnTo>
                <a:lnTo>
                  <a:pt x="2057400" y="857986"/>
                </a:lnTo>
                <a:close/>
              </a:path>
              <a:path w="9867900" h="3000375">
                <a:moveTo>
                  <a:pt x="2057400" y="430720"/>
                </a:moveTo>
                <a:lnTo>
                  <a:pt x="2056942" y="429590"/>
                </a:lnTo>
                <a:lnTo>
                  <a:pt x="2055075" y="427736"/>
                </a:lnTo>
                <a:lnTo>
                  <a:pt x="2053958" y="427266"/>
                </a:lnTo>
                <a:lnTo>
                  <a:pt x="2051329" y="427266"/>
                </a:lnTo>
                <a:lnTo>
                  <a:pt x="2050211" y="427736"/>
                </a:lnTo>
                <a:lnTo>
                  <a:pt x="2048344" y="429590"/>
                </a:lnTo>
                <a:lnTo>
                  <a:pt x="2047875" y="430720"/>
                </a:lnTo>
                <a:lnTo>
                  <a:pt x="2047875" y="433349"/>
                </a:lnTo>
                <a:lnTo>
                  <a:pt x="2048344" y="434467"/>
                </a:lnTo>
                <a:lnTo>
                  <a:pt x="2050211" y="436333"/>
                </a:lnTo>
                <a:lnTo>
                  <a:pt x="2051329" y="436791"/>
                </a:lnTo>
                <a:lnTo>
                  <a:pt x="2053958" y="436791"/>
                </a:lnTo>
                <a:lnTo>
                  <a:pt x="2055075" y="436333"/>
                </a:lnTo>
                <a:lnTo>
                  <a:pt x="2056942" y="434467"/>
                </a:lnTo>
                <a:lnTo>
                  <a:pt x="2057400" y="433349"/>
                </a:lnTo>
                <a:lnTo>
                  <a:pt x="2057400" y="430720"/>
                </a:lnTo>
                <a:close/>
              </a:path>
              <a:path w="9867900" h="300037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9867900" h="3000375">
                <a:moveTo>
                  <a:pt x="2105025" y="2994304"/>
                </a:moveTo>
                <a:lnTo>
                  <a:pt x="2104567" y="2993186"/>
                </a:lnTo>
                <a:lnTo>
                  <a:pt x="2102700" y="2991320"/>
                </a:lnTo>
                <a:lnTo>
                  <a:pt x="2101583" y="2990850"/>
                </a:lnTo>
                <a:lnTo>
                  <a:pt x="2098954" y="2990850"/>
                </a:lnTo>
                <a:lnTo>
                  <a:pt x="2097836" y="2991320"/>
                </a:lnTo>
                <a:lnTo>
                  <a:pt x="2095969" y="2993186"/>
                </a:lnTo>
                <a:lnTo>
                  <a:pt x="2095500" y="2994304"/>
                </a:lnTo>
                <a:lnTo>
                  <a:pt x="2095500" y="2996933"/>
                </a:lnTo>
                <a:lnTo>
                  <a:pt x="2095969" y="2998051"/>
                </a:lnTo>
                <a:lnTo>
                  <a:pt x="2097836" y="2999917"/>
                </a:lnTo>
                <a:lnTo>
                  <a:pt x="2098954" y="3000375"/>
                </a:lnTo>
                <a:lnTo>
                  <a:pt x="2101583" y="3000375"/>
                </a:lnTo>
                <a:lnTo>
                  <a:pt x="2102700" y="2999917"/>
                </a:lnTo>
                <a:lnTo>
                  <a:pt x="2104567" y="2998051"/>
                </a:lnTo>
                <a:lnTo>
                  <a:pt x="2105025" y="2996933"/>
                </a:lnTo>
                <a:lnTo>
                  <a:pt x="2105025" y="2994304"/>
                </a:lnTo>
                <a:close/>
              </a:path>
              <a:path w="9867900" h="3000375">
                <a:moveTo>
                  <a:pt x="2105025" y="2567038"/>
                </a:moveTo>
                <a:lnTo>
                  <a:pt x="2104567" y="2565920"/>
                </a:lnTo>
                <a:lnTo>
                  <a:pt x="2102700" y="2564053"/>
                </a:lnTo>
                <a:lnTo>
                  <a:pt x="2101583" y="2563596"/>
                </a:lnTo>
                <a:lnTo>
                  <a:pt x="2098954" y="2563596"/>
                </a:lnTo>
                <a:lnTo>
                  <a:pt x="2097836" y="2564053"/>
                </a:lnTo>
                <a:lnTo>
                  <a:pt x="2095969" y="2565920"/>
                </a:lnTo>
                <a:lnTo>
                  <a:pt x="2095500" y="2567038"/>
                </a:lnTo>
                <a:lnTo>
                  <a:pt x="2095500" y="2569667"/>
                </a:lnTo>
                <a:lnTo>
                  <a:pt x="2095969" y="2570797"/>
                </a:lnTo>
                <a:lnTo>
                  <a:pt x="2097836" y="2572651"/>
                </a:lnTo>
                <a:lnTo>
                  <a:pt x="2098954" y="2573121"/>
                </a:lnTo>
                <a:lnTo>
                  <a:pt x="2101583" y="2573121"/>
                </a:lnTo>
                <a:lnTo>
                  <a:pt x="2102700" y="2572651"/>
                </a:lnTo>
                <a:lnTo>
                  <a:pt x="2104567" y="2570797"/>
                </a:lnTo>
                <a:lnTo>
                  <a:pt x="2105025" y="2569667"/>
                </a:lnTo>
                <a:lnTo>
                  <a:pt x="2105025" y="2567038"/>
                </a:lnTo>
                <a:close/>
              </a:path>
              <a:path w="9867900" h="3000375">
                <a:moveTo>
                  <a:pt x="2105025" y="2139772"/>
                </a:moveTo>
                <a:lnTo>
                  <a:pt x="2104567" y="2138654"/>
                </a:lnTo>
                <a:lnTo>
                  <a:pt x="2102700" y="2136787"/>
                </a:lnTo>
                <a:lnTo>
                  <a:pt x="2101583" y="2136330"/>
                </a:lnTo>
                <a:lnTo>
                  <a:pt x="2098954" y="2136330"/>
                </a:lnTo>
                <a:lnTo>
                  <a:pt x="2097836" y="2136787"/>
                </a:lnTo>
                <a:lnTo>
                  <a:pt x="2095969" y="2138654"/>
                </a:lnTo>
                <a:lnTo>
                  <a:pt x="2095500" y="2139772"/>
                </a:lnTo>
                <a:lnTo>
                  <a:pt x="2095500" y="2142401"/>
                </a:lnTo>
                <a:lnTo>
                  <a:pt x="2095969" y="2143531"/>
                </a:lnTo>
                <a:lnTo>
                  <a:pt x="2097836" y="2145385"/>
                </a:lnTo>
                <a:lnTo>
                  <a:pt x="2098954" y="2145855"/>
                </a:lnTo>
                <a:lnTo>
                  <a:pt x="2101583" y="2145855"/>
                </a:lnTo>
                <a:lnTo>
                  <a:pt x="2102700" y="2145385"/>
                </a:lnTo>
                <a:lnTo>
                  <a:pt x="2104567" y="2143531"/>
                </a:lnTo>
                <a:lnTo>
                  <a:pt x="2105025" y="2142401"/>
                </a:lnTo>
                <a:lnTo>
                  <a:pt x="2105025" y="2139772"/>
                </a:lnTo>
                <a:close/>
              </a:path>
              <a:path w="9867900" h="3000375">
                <a:moveTo>
                  <a:pt x="2105025" y="1712506"/>
                </a:moveTo>
                <a:lnTo>
                  <a:pt x="2104567" y="1711388"/>
                </a:lnTo>
                <a:lnTo>
                  <a:pt x="2102700" y="1709534"/>
                </a:lnTo>
                <a:lnTo>
                  <a:pt x="2101583" y="1709064"/>
                </a:lnTo>
                <a:lnTo>
                  <a:pt x="2098954" y="1709064"/>
                </a:lnTo>
                <a:lnTo>
                  <a:pt x="2097836" y="1709534"/>
                </a:lnTo>
                <a:lnTo>
                  <a:pt x="2095969" y="1711388"/>
                </a:lnTo>
                <a:lnTo>
                  <a:pt x="2095500" y="1712506"/>
                </a:lnTo>
                <a:lnTo>
                  <a:pt x="2095500" y="1715135"/>
                </a:lnTo>
                <a:lnTo>
                  <a:pt x="2095969" y="1716265"/>
                </a:lnTo>
                <a:lnTo>
                  <a:pt x="2097836" y="1718119"/>
                </a:lnTo>
                <a:lnTo>
                  <a:pt x="2098954" y="1718589"/>
                </a:lnTo>
                <a:lnTo>
                  <a:pt x="2101583" y="1718589"/>
                </a:lnTo>
                <a:lnTo>
                  <a:pt x="2102700" y="1718119"/>
                </a:lnTo>
                <a:lnTo>
                  <a:pt x="2104567" y="1716265"/>
                </a:lnTo>
                <a:lnTo>
                  <a:pt x="2105025" y="1715135"/>
                </a:lnTo>
                <a:lnTo>
                  <a:pt x="2105025" y="1712506"/>
                </a:lnTo>
                <a:close/>
              </a:path>
              <a:path w="9867900" h="3000375">
                <a:moveTo>
                  <a:pt x="2105025" y="1285252"/>
                </a:moveTo>
                <a:lnTo>
                  <a:pt x="2104567" y="1284122"/>
                </a:lnTo>
                <a:lnTo>
                  <a:pt x="2102700" y="1282268"/>
                </a:lnTo>
                <a:lnTo>
                  <a:pt x="2101583" y="1281798"/>
                </a:lnTo>
                <a:lnTo>
                  <a:pt x="2098954" y="1281798"/>
                </a:lnTo>
                <a:lnTo>
                  <a:pt x="2097836" y="1282268"/>
                </a:lnTo>
                <a:lnTo>
                  <a:pt x="2095969" y="1284122"/>
                </a:lnTo>
                <a:lnTo>
                  <a:pt x="2095500" y="1285252"/>
                </a:lnTo>
                <a:lnTo>
                  <a:pt x="2095500" y="1287881"/>
                </a:lnTo>
                <a:lnTo>
                  <a:pt x="2095969" y="1288999"/>
                </a:lnTo>
                <a:lnTo>
                  <a:pt x="2097836" y="1290853"/>
                </a:lnTo>
                <a:lnTo>
                  <a:pt x="2098954" y="1291323"/>
                </a:lnTo>
                <a:lnTo>
                  <a:pt x="2101583" y="1291323"/>
                </a:lnTo>
                <a:lnTo>
                  <a:pt x="2102700" y="1290853"/>
                </a:lnTo>
                <a:lnTo>
                  <a:pt x="2104567" y="1288999"/>
                </a:lnTo>
                <a:lnTo>
                  <a:pt x="2105025" y="1287881"/>
                </a:lnTo>
                <a:lnTo>
                  <a:pt x="2105025" y="1285252"/>
                </a:lnTo>
                <a:close/>
              </a:path>
              <a:path w="9867900" h="3000375">
                <a:moveTo>
                  <a:pt x="2105025" y="857986"/>
                </a:moveTo>
                <a:lnTo>
                  <a:pt x="2104567" y="856856"/>
                </a:lnTo>
                <a:lnTo>
                  <a:pt x="2102700" y="855002"/>
                </a:lnTo>
                <a:lnTo>
                  <a:pt x="2101583" y="854532"/>
                </a:lnTo>
                <a:lnTo>
                  <a:pt x="2098954" y="854532"/>
                </a:lnTo>
                <a:lnTo>
                  <a:pt x="2097836" y="855002"/>
                </a:lnTo>
                <a:lnTo>
                  <a:pt x="2095969" y="856856"/>
                </a:lnTo>
                <a:lnTo>
                  <a:pt x="2095500" y="857986"/>
                </a:lnTo>
                <a:lnTo>
                  <a:pt x="2095500" y="860615"/>
                </a:lnTo>
                <a:lnTo>
                  <a:pt x="2095969" y="861733"/>
                </a:lnTo>
                <a:lnTo>
                  <a:pt x="2097836" y="863600"/>
                </a:lnTo>
                <a:lnTo>
                  <a:pt x="2098954" y="864057"/>
                </a:lnTo>
                <a:lnTo>
                  <a:pt x="2101583" y="864057"/>
                </a:lnTo>
                <a:lnTo>
                  <a:pt x="2102700" y="863600"/>
                </a:lnTo>
                <a:lnTo>
                  <a:pt x="2104567" y="861733"/>
                </a:lnTo>
                <a:lnTo>
                  <a:pt x="2105025" y="860615"/>
                </a:lnTo>
                <a:lnTo>
                  <a:pt x="2105025" y="857986"/>
                </a:lnTo>
                <a:close/>
              </a:path>
              <a:path w="9867900" h="3000375">
                <a:moveTo>
                  <a:pt x="2105025" y="430720"/>
                </a:moveTo>
                <a:lnTo>
                  <a:pt x="2104567" y="429590"/>
                </a:lnTo>
                <a:lnTo>
                  <a:pt x="2102700" y="427736"/>
                </a:lnTo>
                <a:lnTo>
                  <a:pt x="2101583" y="427266"/>
                </a:lnTo>
                <a:lnTo>
                  <a:pt x="2098954" y="427266"/>
                </a:lnTo>
                <a:lnTo>
                  <a:pt x="2097836" y="427736"/>
                </a:lnTo>
                <a:lnTo>
                  <a:pt x="2095969" y="429590"/>
                </a:lnTo>
                <a:lnTo>
                  <a:pt x="2095500" y="430720"/>
                </a:lnTo>
                <a:lnTo>
                  <a:pt x="2095500" y="433349"/>
                </a:lnTo>
                <a:lnTo>
                  <a:pt x="2095969" y="434467"/>
                </a:lnTo>
                <a:lnTo>
                  <a:pt x="2097836" y="436333"/>
                </a:lnTo>
                <a:lnTo>
                  <a:pt x="2098954" y="436791"/>
                </a:lnTo>
                <a:lnTo>
                  <a:pt x="2101583" y="436791"/>
                </a:lnTo>
                <a:lnTo>
                  <a:pt x="2102700" y="436333"/>
                </a:lnTo>
                <a:lnTo>
                  <a:pt x="2104567" y="434467"/>
                </a:lnTo>
                <a:lnTo>
                  <a:pt x="2105025" y="433349"/>
                </a:lnTo>
                <a:lnTo>
                  <a:pt x="2105025" y="430720"/>
                </a:lnTo>
                <a:close/>
              </a:path>
              <a:path w="9867900" h="300037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9867900" h="3000375">
                <a:moveTo>
                  <a:pt x="2152650" y="2994304"/>
                </a:moveTo>
                <a:lnTo>
                  <a:pt x="2152192" y="2993186"/>
                </a:lnTo>
                <a:lnTo>
                  <a:pt x="2150326" y="2991320"/>
                </a:lnTo>
                <a:lnTo>
                  <a:pt x="2149208" y="2990850"/>
                </a:lnTo>
                <a:lnTo>
                  <a:pt x="2146579" y="2990850"/>
                </a:lnTo>
                <a:lnTo>
                  <a:pt x="2145461" y="2991320"/>
                </a:lnTo>
                <a:lnTo>
                  <a:pt x="2143595" y="2993186"/>
                </a:lnTo>
                <a:lnTo>
                  <a:pt x="2143125" y="2994304"/>
                </a:lnTo>
                <a:lnTo>
                  <a:pt x="2143125" y="2996933"/>
                </a:lnTo>
                <a:lnTo>
                  <a:pt x="2143595" y="2998051"/>
                </a:lnTo>
                <a:lnTo>
                  <a:pt x="2145461" y="2999917"/>
                </a:lnTo>
                <a:lnTo>
                  <a:pt x="2146579" y="3000375"/>
                </a:lnTo>
                <a:lnTo>
                  <a:pt x="2149208" y="3000375"/>
                </a:lnTo>
                <a:lnTo>
                  <a:pt x="2150326" y="2999917"/>
                </a:lnTo>
                <a:lnTo>
                  <a:pt x="2152192" y="2998051"/>
                </a:lnTo>
                <a:lnTo>
                  <a:pt x="2152650" y="2996933"/>
                </a:lnTo>
                <a:lnTo>
                  <a:pt x="2152650" y="2994304"/>
                </a:lnTo>
                <a:close/>
              </a:path>
              <a:path w="9867900" h="3000375">
                <a:moveTo>
                  <a:pt x="2152650" y="2567038"/>
                </a:moveTo>
                <a:lnTo>
                  <a:pt x="2152192" y="2565920"/>
                </a:lnTo>
                <a:lnTo>
                  <a:pt x="2150326" y="2564053"/>
                </a:lnTo>
                <a:lnTo>
                  <a:pt x="2149208" y="2563596"/>
                </a:lnTo>
                <a:lnTo>
                  <a:pt x="2146579" y="2563596"/>
                </a:lnTo>
                <a:lnTo>
                  <a:pt x="2145461" y="2564053"/>
                </a:lnTo>
                <a:lnTo>
                  <a:pt x="2143595" y="2565920"/>
                </a:lnTo>
                <a:lnTo>
                  <a:pt x="2143125" y="2567038"/>
                </a:lnTo>
                <a:lnTo>
                  <a:pt x="2143125" y="2569667"/>
                </a:lnTo>
                <a:lnTo>
                  <a:pt x="2143595" y="2570797"/>
                </a:lnTo>
                <a:lnTo>
                  <a:pt x="2145461" y="2572651"/>
                </a:lnTo>
                <a:lnTo>
                  <a:pt x="2146579" y="2573121"/>
                </a:lnTo>
                <a:lnTo>
                  <a:pt x="2149208" y="2573121"/>
                </a:lnTo>
                <a:lnTo>
                  <a:pt x="2150326" y="2572651"/>
                </a:lnTo>
                <a:lnTo>
                  <a:pt x="2152192" y="2570797"/>
                </a:lnTo>
                <a:lnTo>
                  <a:pt x="2152650" y="2569667"/>
                </a:lnTo>
                <a:lnTo>
                  <a:pt x="2152650" y="2567038"/>
                </a:lnTo>
                <a:close/>
              </a:path>
              <a:path w="9867900" h="3000375">
                <a:moveTo>
                  <a:pt x="2152650" y="2139772"/>
                </a:moveTo>
                <a:lnTo>
                  <a:pt x="2152192" y="2138654"/>
                </a:lnTo>
                <a:lnTo>
                  <a:pt x="2150326" y="2136787"/>
                </a:lnTo>
                <a:lnTo>
                  <a:pt x="2149208" y="2136330"/>
                </a:lnTo>
                <a:lnTo>
                  <a:pt x="2146579" y="2136330"/>
                </a:lnTo>
                <a:lnTo>
                  <a:pt x="2145461" y="2136787"/>
                </a:lnTo>
                <a:lnTo>
                  <a:pt x="2143595" y="2138654"/>
                </a:lnTo>
                <a:lnTo>
                  <a:pt x="2143125" y="2139772"/>
                </a:lnTo>
                <a:lnTo>
                  <a:pt x="2143125" y="2142401"/>
                </a:lnTo>
                <a:lnTo>
                  <a:pt x="2143595" y="2143531"/>
                </a:lnTo>
                <a:lnTo>
                  <a:pt x="2145461" y="2145385"/>
                </a:lnTo>
                <a:lnTo>
                  <a:pt x="2146579" y="2145855"/>
                </a:lnTo>
                <a:lnTo>
                  <a:pt x="2149208" y="2145855"/>
                </a:lnTo>
                <a:lnTo>
                  <a:pt x="2150326" y="2145385"/>
                </a:lnTo>
                <a:lnTo>
                  <a:pt x="2152192" y="2143531"/>
                </a:lnTo>
                <a:lnTo>
                  <a:pt x="2152650" y="2142401"/>
                </a:lnTo>
                <a:lnTo>
                  <a:pt x="2152650" y="2139772"/>
                </a:lnTo>
                <a:close/>
              </a:path>
              <a:path w="9867900" h="3000375">
                <a:moveTo>
                  <a:pt x="2152650" y="1712506"/>
                </a:moveTo>
                <a:lnTo>
                  <a:pt x="2152192" y="1711388"/>
                </a:lnTo>
                <a:lnTo>
                  <a:pt x="2150326" y="1709534"/>
                </a:lnTo>
                <a:lnTo>
                  <a:pt x="2149208" y="1709064"/>
                </a:lnTo>
                <a:lnTo>
                  <a:pt x="2146579" y="1709064"/>
                </a:lnTo>
                <a:lnTo>
                  <a:pt x="2145461" y="1709534"/>
                </a:lnTo>
                <a:lnTo>
                  <a:pt x="2143595" y="1711388"/>
                </a:lnTo>
                <a:lnTo>
                  <a:pt x="2143125" y="1712506"/>
                </a:lnTo>
                <a:lnTo>
                  <a:pt x="2143125" y="1715135"/>
                </a:lnTo>
                <a:lnTo>
                  <a:pt x="2143595" y="1716265"/>
                </a:lnTo>
                <a:lnTo>
                  <a:pt x="2145461" y="1718119"/>
                </a:lnTo>
                <a:lnTo>
                  <a:pt x="2146579" y="1718589"/>
                </a:lnTo>
                <a:lnTo>
                  <a:pt x="2149208" y="1718589"/>
                </a:lnTo>
                <a:lnTo>
                  <a:pt x="2150326" y="1718119"/>
                </a:lnTo>
                <a:lnTo>
                  <a:pt x="2152192" y="1716265"/>
                </a:lnTo>
                <a:lnTo>
                  <a:pt x="2152650" y="1715135"/>
                </a:lnTo>
                <a:lnTo>
                  <a:pt x="2152650" y="1712506"/>
                </a:lnTo>
                <a:close/>
              </a:path>
              <a:path w="9867900" h="3000375">
                <a:moveTo>
                  <a:pt x="2152650" y="1285252"/>
                </a:moveTo>
                <a:lnTo>
                  <a:pt x="2152192" y="1284122"/>
                </a:lnTo>
                <a:lnTo>
                  <a:pt x="2150326" y="1282268"/>
                </a:lnTo>
                <a:lnTo>
                  <a:pt x="2149208" y="1281798"/>
                </a:lnTo>
                <a:lnTo>
                  <a:pt x="2146579" y="1281798"/>
                </a:lnTo>
                <a:lnTo>
                  <a:pt x="2145461" y="1282268"/>
                </a:lnTo>
                <a:lnTo>
                  <a:pt x="2143595" y="1284122"/>
                </a:lnTo>
                <a:lnTo>
                  <a:pt x="2143125" y="1285252"/>
                </a:lnTo>
                <a:lnTo>
                  <a:pt x="2143125" y="1287881"/>
                </a:lnTo>
                <a:lnTo>
                  <a:pt x="2143595" y="1288999"/>
                </a:lnTo>
                <a:lnTo>
                  <a:pt x="2145461" y="1290853"/>
                </a:lnTo>
                <a:lnTo>
                  <a:pt x="2146579" y="1291323"/>
                </a:lnTo>
                <a:lnTo>
                  <a:pt x="2149208" y="1291323"/>
                </a:lnTo>
                <a:lnTo>
                  <a:pt x="2150326" y="1290853"/>
                </a:lnTo>
                <a:lnTo>
                  <a:pt x="2152192" y="1288999"/>
                </a:lnTo>
                <a:lnTo>
                  <a:pt x="2152650" y="1287881"/>
                </a:lnTo>
                <a:lnTo>
                  <a:pt x="2152650" y="1285252"/>
                </a:lnTo>
                <a:close/>
              </a:path>
              <a:path w="9867900" h="3000375">
                <a:moveTo>
                  <a:pt x="2152650" y="857986"/>
                </a:moveTo>
                <a:lnTo>
                  <a:pt x="2152192" y="856856"/>
                </a:lnTo>
                <a:lnTo>
                  <a:pt x="2150326" y="855002"/>
                </a:lnTo>
                <a:lnTo>
                  <a:pt x="2149208" y="854532"/>
                </a:lnTo>
                <a:lnTo>
                  <a:pt x="2146579" y="854532"/>
                </a:lnTo>
                <a:lnTo>
                  <a:pt x="2145461" y="855002"/>
                </a:lnTo>
                <a:lnTo>
                  <a:pt x="2143595" y="856856"/>
                </a:lnTo>
                <a:lnTo>
                  <a:pt x="2143125" y="857986"/>
                </a:lnTo>
                <a:lnTo>
                  <a:pt x="2143125" y="860615"/>
                </a:lnTo>
                <a:lnTo>
                  <a:pt x="2143595" y="861733"/>
                </a:lnTo>
                <a:lnTo>
                  <a:pt x="2145461" y="863600"/>
                </a:lnTo>
                <a:lnTo>
                  <a:pt x="2146579" y="864057"/>
                </a:lnTo>
                <a:lnTo>
                  <a:pt x="2149208" y="864057"/>
                </a:lnTo>
                <a:lnTo>
                  <a:pt x="2150326" y="863600"/>
                </a:lnTo>
                <a:lnTo>
                  <a:pt x="2152192" y="861733"/>
                </a:lnTo>
                <a:lnTo>
                  <a:pt x="2152650" y="860615"/>
                </a:lnTo>
                <a:lnTo>
                  <a:pt x="2152650" y="857986"/>
                </a:lnTo>
                <a:close/>
              </a:path>
              <a:path w="9867900" h="3000375">
                <a:moveTo>
                  <a:pt x="2152650" y="430720"/>
                </a:moveTo>
                <a:lnTo>
                  <a:pt x="2152192" y="429590"/>
                </a:lnTo>
                <a:lnTo>
                  <a:pt x="2150326" y="427736"/>
                </a:lnTo>
                <a:lnTo>
                  <a:pt x="2149208" y="427266"/>
                </a:lnTo>
                <a:lnTo>
                  <a:pt x="2146579" y="427266"/>
                </a:lnTo>
                <a:lnTo>
                  <a:pt x="2145461" y="427736"/>
                </a:lnTo>
                <a:lnTo>
                  <a:pt x="2143595" y="429590"/>
                </a:lnTo>
                <a:lnTo>
                  <a:pt x="2143125" y="430720"/>
                </a:lnTo>
                <a:lnTo>
                  <a:pt x="2143125" y="433349"/>
                </a:lnTo>
                <a:lnTo>
                  <a:pt x="2143595" y="434467"/>
                </a:lnTo>
                <a:lnTo>
                  <a:pt x="2145461" y="436333"/>
                </a:lnTo>
                <a:lnTo>
                  <a:pt x="2146579" y="436791"/>
                </a:lnTo>
                <a:lnTo>
                  <a:pt x="2149208" y="436791"/>
                </a:lnTo>
                <a:lnTo>
                  <a:pt x="2150326" y="436333"/>
                </a:lnTo>
                <a:lnTo>
                  <a:pt x="2152192" y="434467"/>
                </a:lnTo>
                <a:lnTo>
                  <a:pt x="2152650" y="433349"/>
                </a:lnTo>
                <a:lnTo>
                  <a:pt x="2152650" y="430720"/>
                </a:lnTo>
                <a:close/>
              </a:path>
              <a:path w="9867900" h="300037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9867900" h="3000375">
                <a:moveTo>
                  <a:pt x="2200275" y="2994304"/>
                </a:moveTo>
                <a:lnTo>
                  <a:pt x="2199817" y="2993186"/>
                </a:lnTo>
                <a:lnTo>
                  <a:pt x="2197951" y="2991320"/>
                </a:lnTo>
                <a:lnTo>
                  <a:pt x="2196833" y="2990850"/>
                </a:lnTo>
                <a:lnTo>
                  <a:pt x="2194204" y="2990850"/>
                </a:lnTo>
                <a:lnTo>
                  <a:pt x="2193086" y="2991320"/>
                </a:lnTo>
                <a:lnTo>
                  <a:pt x="2191220" y="2993186"/>
                </a:lnTo>
                <a:lnTo>
                  <a:pt x="2190750" y="2994304"/>
                </a:lnTo>
                <a:lnTo>
                  <a:pt x="2190750" y="2996933"/>
                </a:lnTo>
                <a:lnTo>
                  <a:pt x="2191220" y="2998051"/>
                </a:lnTo>
                <a:lnTo>
                  <a:pt x="2193086" y="2999917"/>
                </a:lnTo>
                <a:lnTo>
                  <a:pt x="2194204" y="3000375"/>
                </a:lnTo>
                <a:lnTo>
                  <a:pt x="2196833" y="3000375"/>
                </a:lnTo>
                <a:lnTo>
                  <a:pt x="2197951" y="2999917"/>
                </a:lnTo>
                <a:lnTo>
                  <a:pt x="2199817" y="2998051"/>
                </a:lnTo>
                <a:lnTo>
                  <a:pt x="2200275" y="2996933"/>
                </a:lnTo>
                <a:lnTo>
                  <a:pt x="2200275" y="2994304"/>
                </a:lnTo>
                <a:close/>
              </a:path>
              <a:path w="9867900" h="3000375">
                <a:moveTo>
                  <a:pt x="2200275" y="2567038"/>
                </a:moveTo>
                <a:lnTo>
                  <a:pt x="2199817" y="2565920"/>
                </a:lnTo>
                <a:lnTo>
                  <a:pt x="2197951" y="2564053"/>
                </a:lnTo>
                <a:lnTo>
                  <a:pt x="2196833" y="2563596"/>
                </a:lnTo>
                <a:lnTo>
                  <a:pt x="2194204" y="2563596"/>
                </a:lnTo>
                <a:lnTo>
                  <a:pt x="2193086" y="2564053"/>
                </a:lnTo>
                <a:lnTo>
                  <a:pt x="2191220" y="2565920"/>
                </a:lnTo>
                <a:lnTo>
                  <a:pt x="2190750" y="2567038"/>
                </a:lnTo>
                <a:lnTo>
                  <a:pt x="2190750" y="2569667"/>
                </a:lnTo>
                <a:lnTo>
                  <a:pt x="2191220" y="2570797"/>
                </a:lnTo>
                <a:lnTo>
                  <a:pt x="2193086" y="2572651"/>
                </a:lnTo>
                <a:lnTo>
                  <a:pt x="2194204" y="2573121"/>
                </a:lnTo>
                <a:lnTo>
                  <a:pt x="2196833" y="2573121"/>
                </a:lnTo>
                <a:lnTo>
                  <a:pt x="2197951" y="2572651"/>
                </a:lnTo>
                <a:lnTo>
                  <a:pt x="2199817" y="2570797"/>
                </a:lnTo>
                <a:lnTo>
                  <a:pt x="2200275" y="2569667"/>
                </a:lnTo>
                <a:lnTo>
                  <a:pt x="2200275" y="2567038"/>
                </a:lnTo>
                <a:close/>
              </a:path>
              <a:path w="9867900" h="3000375">
                <a:moveTo>
                  <a:pt x="2200275" y="2139772"/>
                </a:moveTo>
                <a:lnTo>
                  <a:pt x="2199817" y="2138654"/>
                </a:lnTo>
                <a:lnTo>
                  <a:pt x="2197951" y="2136787"/>
                </a:lnTo>
                <a:lnTo>
                  <a:pt x="2196833" y="2136330"/>
                </a:lnTo>
                <a:lnTo>
                  <a:pt x="2194204" y="2136330"/>
                </a:lnTo>
                <a:lnTo>
                  <a:pt x="2193086" y="2136787"/>
                </a:lnTo>
                <a:lnTo>
                  <a:pt x="2191220" y="2138654"/>
                </a:lnTo>
                <a:lnTo>
                  <a:pt x="2190750" y="2139772"/>
                </a:lnTo>
                <a:lnTo>
                  <a:pt x="2190750" y="2142401"/>
                </a:lnTo>
                <a:lnTo>
                  <a:pt x="2191220" y="2143531"/>
                </a:lnTo>
                <a:lnTo>
                  <a:pt x="2193086" y="2145385"/>
                </a:lnTo>
                <a:lnTo>
                  <a:pt x="2194204" y="2145855"/>
                </a:lnTo>
                <a:lnTo>
                  <a:pt x="2196833" y="2145855"/>
                </a:lnTo>
                <a:lnTo>
                  <a:pt x="2197951" y="2145385"/>
                </a:lnTo>
                <a:lnTo>
                  <a:pt x="2199817" y="2143531"/>
                </a:lnTo>
                <a:lnTo>
                  <a:pt x="2200275" y="2142401"/>
                </a:lnTo>
                <a:lnTo>
                  <a:pt x="2200275" y="2139772"/>
                </a:lnTo>
                <a:close/>
              </a:path>
              <a:path w="9867900" h="3000375">
                <a:moveTo>
                  <a:pt x="2200275" y="1712506"/>
                </a:moveTo>
                <a:lnTo>
                  <a:pt x="2199817" y="1711388"/>
                </a:lnTo>
                <a:lnTo>
                  <a:pt x="2197951" y="1709534"/>
                </a:lnTo>
                <a:lnTo>
                  <a:pt x="2196833" y="1709064"/>
                </a:lnTo>
                <a:lnTo>
                  <a:pt x="2194204" y="1709064"/>
                </a:lnTo>
                <a:lnTo>
                  <a:pt x="2193086" y="1709534"/>
                </a:lnTo>
                <a:lnTo>
                  <a:pt x="2191220" y="1711388"/>
                </a:lnTo>
                <a:lnTo>
                  <a:pt x="2190750" y="1712506"/>
                </a:lnTo>
                <a:lnTo>
                  <a:pt x="2190750" y="1715135"/>
                </a:lnTo>
                <a:lnTo>
                  <a:pt x="2191220" y="1716265"/>
                </a:lnTo>
                <a:lnTo>
                  <a:pt x="2193086" y="1718119"/>
                </a:lnTo>
                <a:lnTo>
                  <a:pt x="2194204" y="1718589"/>
                </a:lnTo>
                <a:lnTo>
                  <a:pt x="2196833" y="1718589"/>
                </a:lnTo>
                <a:lnTo>
                  <a:pt x="2197951" y="1718119"/>
                </a:lnTo>
                <a:lnTo>
                  <a:pt x="2199817" y="1716265"/>
                </a:lnTo>
                <a:lnTo>
                  <a:pt x="2200275" y="1715135"/>
                </a:lnTo>
                <a:lnTo>
                  <a:pt x="2200275" y="1712506"/>
                </a:lnTo>
                <a:close/>
              </a:path>
              <a:path w="9867900" h="3000375">
                <a:moveTo>
                  <a:pt x="2200275" y="1285252"/>
                </a:moveTo>
                <a:lnTo>
                  <a:pt x="2199817" y="1284122"/>
                </a:lnTo>
                <a:lnTo>
                  <a:pt x="2197951" y="1282268"/>
                </a:lnTo>
                <a:lnTo>
                  <a:pt x="2196833" y="1281798"/>
                </a:lnTo>
                <a:lnTo>
                  <a:pt x="2194204" y="1281798"/>
                </a:lnTo>
                <a:lnTo>
                  <a:pt x="2193086" y="1282268"/>
                </a:lnTo>
                <a:lnTo>
                  <a:pt x="2191220" y="1284122"/>
                </a:lnTo>
                <a:lnTo>
                  <a:pt x="2190750" y="1285252"/>
                </a:lnTo>
                <a:lnTo>
                  <a:pt x="2190750" y="1287881"/>
                </a:lnTo>
                <a:lnTo>
                  <a:pt x="2191220" y="1288999"/>
                </a:lnTo>
                <a:lnTo>
                  <a:pt x="2193086" y="1290853"/>
                </a:lnTo>
                <a:lnTo>
                  <a:pt x="2194204" y="1291323"/>
                </a:lnTo>
                <a:lnTo>
                  <a:pt x="2196833" y="1291323"/>
                </a:lnTo>
                <a:lnTo>
                  <a:pt x="2197951" y="1290853"/>
                </a:lnTo>
                <a:lnTo>
                  <a:pt x="2199817" y="1288999"/>
                </a:lnTo>
                <a:lnTo>
                  <a:pt x="2200275" y="1287881"/>
                </a:lnTo>
                <a:lnTo>
                  <a:pt x="2200275" y="1285252"/>
                </a:lnTo>
                <a:close/>
              </a:path>
              <a:path w="9867900" h="3000375">
                <a:moveTo>
                  <a:pt x="2200275" y="857986"/>
                </a:moveTo>
                <a:lnTo>
                  <a:pt x="2199817" y="856856"/>
                </a:lnTo>
                <a:lnTo>
                  <a:pt x="2197951" y="855002"/>
                </a:lnTo>
                <a:lnTo>
                  <a:pt x="2196833" y="854532"/>
                </a:lnTo>
                <a:lnTo>
                  <a:pt x="2194204" y="854532"/>
                </a:lnTo>
                <a:lnTo>
                  <a:pt x="2193086" y="855002"/>
                </a:lnTo>
                <a:lnTo>
                  <a:pt x="2191220" y="856856"/>
                </a:lnTo>
                <a:lnTo>
                  <a:pt x="2190750" y="857986"/>
                </a:lnTo>
                <a:lnTo>
                  <a:pt x="2190750" y="860615"/>
                </a:lnTo>
                <a:lnTo>
                  <a:pt x="2191220" y="861733"/>
                </a:lnTo>
                <a:lnTo>
                  <a:pt x="2193086" y="863600"/>
                </a:lnTo>
                <a:lnTo>
                  <a:pt x="2194204" y="864057"/>
                </a:lnTo>
                <a:lnTo>
                  <a:pt x="2196833" y="864057"/>
                </a:lnTo>
                <a:lnTo>
                  <a:pt x="2197951" y="863600"/>
                </a:lnTo>
                <a:lnTo>
                  <a:pt x="2199817" y="861733"/>
                </a:lnTo>
                <a:lnTo>
                  <a:pt x="2200275" y="860615"/>
                </a:lnTo>
                <a:lnTo>
                  <a:pt x="2200275" y="857986"/>
                </a:lnTo>
                <a:close/>
              </a:path>
              <a:path w="9867900" h="3000375">
                <a:moveTo>
                  <a:pt x="2200275" y="430720"/>
                </a:moveTo>
                <a:lnTo>
                  <a:pt x="2199817" y="429590"/>
                </a:lnTo>
                <a:lnTo>
                  <a:pt x="2197951" y="427736"/>
                </a:lnTo>
                <a:lnTo>
                  <a:pt x="2196833" y="427266"/>
                </a:lnTo>
                <a:lnTo>
                  <a:pt x="2194204" y="427266"/>
                </a:lnTo>
                <a:lnTo>
                  <a:pt x="2193086" y="427736"/>
                </a:lnTo>
                <a:lnTo>
                  <a:pt x="2191220" y="429590"/>
                </a:lnTo>
                <a:lnTo>
                  <a:pt x="2190750" y="430720"/>
                </a:lnTo>
                <a:lnTo>
                  <a:pt x="2190750" y="433349"/>
                </a:lnTo>
                <a:lnTo>
                  <a:pt x="2191220" y="434467"/>
                </a:lnTo>
                <a:lnTo>
                  <a:pt x="2193086" y="436333"/>
                </a:lnTo>
                <a:lnTo>
                  <a:pt x="2194204" y="436791"/>
                </a:lnTo>
                <a:lnTo>
                  <a:pt x="2196833" y="436791"/>
                </a:lnTo>
                <a:lnTo>
                  <a:pt x="2197951" y="436333"/>
                </a:lnTo>
                <a:lnTo>
                  <a:pt x="2199817" y="434467"/>
                </a:lnTo>
                <a:lnTo>
                  <a:pt x="2200275" y="433349"/>
                </a:lnTo>
                <a:lnTo>
                  <a:pt x="2200275" y="430720"/>
                </a:lnTo>
                <a:close/>
              </a:path>
              <a:path w="9867900" h="300037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9867900" h="3000375">
                <a:moveTo>
                  <a:pt x="2247900" y="2994304"/>
                </a:moveTo>
                <a:lnTo>
                  <a:pt x="2247442" y="2993186"/>
                </a:lnTo>
                <a:lnTo>
                  <a:pt x="2245576" y="2991320"/>
                </a:lnTo>
                <a:lnTo>
                  <a:pt x="2244458" y="2990850"/>
                </a:lnTo>
                <a:lnTo>
                  <a:pt x="2241829" y="2990850"/>
                </a:lnTo>
                <a:lnTo>
                  <a:pt x="2240711" y="2991320"/>
                </a:lnTo>
                <a:lnTo>
                  <a:pt x="2238845" y="2993186"/>
                </a:lnTo>
                <a:lnTo>
                  <a:pt x="2238375" y="2994304"/>
                </a:lnTo>
                <a:lnTo>
                  <a:pt x="2238375" y="2996933"/>
                </a:lnTo>
                <a:lnTo>
                  <a:pt x="2238845" y="2998051"/>
                </a:lnTo>
                <a:lnTo>
                  <a:pt x="2240711" y="2999917"/>
                </a:lnTo>
                <a:lnTo>
                  <a:pt x="2241829" y="3000375"/>
                </a:lnTo>
                <a:lnTo>
                  <a:pt x="2244458" y="3000375"/>
                </a:lnTo>
                <a:lnTo>
                  <a:pt x="2245576" y="2999917"/>
                </a:lnTo>
                <a:lnTo>
                  <a:pt x="2247442" y="2998051"/>
                </a:lnTo>
                <a:lnTo>
                  <a:pt x="2247900" y="2996933"/>
                </a:lnTo>
                <a:lnTo>
                  <a:pt x="2247900" y="2994304"/>
                </a:lnTo>
                <a:close/>
              </a:path>
              <a:path w="9867900" h="3000375">
                <a:moveTo>
                  <a:pt x="2247900" y="2567038"/>
                </a:moveTo>
                <a:lnTo>
                  <a:pt x="2247442" y="2565920"/>
                </a:lnTo>
                <a:lnTo>
                  <a:pt x="2245576" y="2564053"/>
                </a:lnTo>
                <a:lnTo>
                  <a:pt x="2244458" y="2563596"/>
                </a:lnTo>
                <a:lnTo>
                  <a:pt x="2241829" y="2563596"/>
                </a:lnTo>
                <a:lnTo>
                  <a:pt x="2240711" y="2564053"/>
                </a:lnTo>
                <a:lnTo>
                  <a:pt x="2238845" y="2565920"/>
                </a:lnTo>
                <a:lnTo>
                  <a:pt x="2238375" y="2567038"/>
                </a:lnTo>
                <a:lnTo>
                  <a:pt x="2238375" y="2569667"/>
                </a:lnTo>
                <a:lnTo>
                  <a:pt x="2238845" y="2570797"/>
                </a:lnTo>
                <a:lnTo>
                  <a:pt x="2240711" y="2572651"/>
                </a:lnTo>
                <a:lnTo>
                  <a:pt x="2241829" y="2573121"/>
                </a:lnTo>
                <a:lnTo>
                  <a:pt x="2244458" y="2573121"/>
                </a:lnTo>
                <a:lnTo>
                  <a:pt x="2245576" y="2572651"/>
                </a:lnTo>
                <a:lnTo>
                  <a:pt x="2247442" y="2570797"/>
                </a:lnTo>
                <a:lnTo>
                  <a:pt x="2247900" y="2569667"/>
                </a:lnTo>
                <a:lnTo>
                  <a:pt x="2247900" y="2567038"/>
                </a:lnTo>
                <a:close/>
              </a:path>
              <a:path w="9867900" h="3000375">
                <a:moveTo>
                  <a:pt x="2247900" y="2139772"/>
                </a:moveTo>
                <a:lnTo>
                  <a:pt x="2247442" y="2138654"/>
                </a:lnTo>
                <a:lnTo>
                  <a:pt x="2245576" y="2136787"/>
                </a:lnTo>
                <a:lnTo>
                  <a:pt x="2244458" y="2136330"/>
                </a:lnTo>
                <a:lnTo>
                  <a:pt x="2241829" y="2136330"/>
                </a:lnTo>
                <a:lnTo>
                  <a:pt x="2240711" y="2136787"/>
                </a:lnTo>
                <a:lnTo>
                  <a:pt x="2238845" y="2138654"/>
                </a:lnTo>
                <a:lnTo>
                  <a:pt x="2238375" y="2139772"/>
                </a:lnTo>
                <a:lnTo>
                  <a:pt x="2238375" y="2142401"/>
                </a:lnTo>
                <a:lnTo>
                  <a:pt x="2238845" y="2143531"/>
                </a:lnTo>
                <a:lnTo>
                  <a:pt x="2240711" y="2145385"/>
                </a:lnTo>
                <a:lnTo>
                  <a:pt x="2241829" y="2145855"/>
                </a:lnTo>
                <a:lnTo>
                  <a:pt x="2244458" y="2145855"/>
                </a:lnTo>
                <a:lnTo>
                  <a:pt x="2245576" y="2145385"/>
                </a:lnTo>
                <a:lnTo>
                  <a:pt x="2247442" y="2143531"/>
                </a:lnTo>
                <a:lnTo>
                  <a:pt x="2247900" y="2142401"/>
                </a:lnTo>
                <a:lnTo>
                  <a:pt x="2247900" y="2139772"/>
                </a:lnTo>
                <a:close/>
              </a:path>
              <a:path w="9867900" h="3000375">
                <a:moveTo>
                  <a:pt x="2247900" y="1712506"/>
                </a:moveTo>
                <a:lnTo>
                  <a:pt x="2247442" y="1711388"/>
                </a:lnTo>
                <a:lnTo>
                  <a:pt x="2245576" y="1709534"/>
                </a:lnTo>
                <a:lnTo>
                  <a:pt x="2244458" y="1709064"/>
                </a:lnTo>
                <a:lnTo>
                  <a:pt x="2241829" y="1709064"/>
                </a:lnTo>
                <a:lnTo>
                  <a:pt x="2240711" y="1709534"/>
                </a:lnTo>
                <a:lnTo>
                  <a:pt x="2238845" y="1711388"/>
                </a:lnTo>
                <a:lnTo>
                  <a:pt x="2238375" y="1712506"/>
                </a:lnTo>
                <a:lnTo>
                  <a:pt x="2238375" y="1715135"/>
                </a:lnTo>
                <a:lnTo>
                  <a:pt x="2238845" y="1716265"/>
                </a:lnTo>
                <a:lnTo>
                  <a:pt x="2240711" y="1718119"/>
                </a:lnTo>
                <a:lnTo>
                  <a:pt x="2241829" y="1718589"/>
                </a:lnTo>
                <a:lnTo>
                  <a:pt x="2244458" y="1718589"/>
                </a:lnTo>
                <a:lnTo>
                  <a:pt x="2245576" y="1718119"/>
                </a:lnTo>
                <a:lnTo>
                  <a:pt x="2247442" y="1716265"/>
                </a:lnTo>
                <a:lnTo>
                  <a:pt x="2247900" y="1715135"/>
                </a:lnTo>
                <a:lnTo>
                  <a:pt x="2247900" y="1712506"/>
                </a:lnTo>
                <a:close/>
              </a:path>
              <a:path w="9867900" h="3000375">
                <a:moveTo>
                  <a:pt x="2247900" y="1285252"/>
                </a:moveTo>
                <a:lnTo>
                  <a:pt x="2247442" y="1284122"/>
                </a:lnTo>
                <a:lnTo>
                  <a:pt x="2245576" y="1282268"/>
                </a:lnTo>
                <a:lnTo>
                  <a:pt x="2244458" y="1281798"/>
                </a:lnTo>
                <a:lnTo>
                  <a:pt x="2241829" y="1281798"/>
                </a:lnTo>
                <a:lnTo>
                  <a:pt x="2240711" y="1282268"/>
                </a:lnTo>
                <a:lnTo>
                  <a:pt x="2238845" y="1284122"/>
                </a:lnTo>
                <a:lnTo>
                  <a:pt x="2238375" y="1285252"/>
                </a:lnTo>
                <a:lnTo>
                  <a:pt x="2238375" y="1287881"/>
                </a:lnTo>
                <a:lnTo>
                  <a:pt x="2238845" y="1288999"/>
                </a:lnTo>
                <a:lnTo>
                  <a:pt x="2240711" y="1290853"/>
                </a:lnTo>
                <a:lnTo>
                  <a:pt x="2241829" y="1291323"/>
                </a:lnTo>
                <a:lnTo>
                  <a:pt x="2244458" y="1291323"/>
                </a:lnTo>
                <a:lnTo>
                  <a:pt x="2245576" y="1290853"/>
                </a:lnTo>
                <a:lnTo>
                  <a:pt x="2247442" y="1288999"/>
                </a:lnTo>
                <a:lnTo>
                  <a:pt x="2247900" y="1287881"/>
                </a:lnTo>
                <a:lnTo>
                  <a:pt x="2247900" y="1285252"/>
                </a:lnTo>
                <a:close/>
              </a:path>
              <a:path w="9867900" h="3000375">
                <a:moveTo>
                  <a:pt x="2247900" y="857986"/>
                </a:moveTo>
                <a:lnTo>
                  <a:pt x="2247442" y="856856"/>
                </a:lnTo>
                <a:lnTo>
                  <a:pt x="2245576" y="855002"/>
                </a:lnTo>
                <a:lnTo>
                  <a:pt x="2244458" y="854532"/>
                </a:lnTo>
                <a:lnTo>
                  <a:pt x="2241829" y="854532"/>
                </a:lnTo>
                <a:lnTo>
                  <a:pt x="2240711" y="855002"/>
                </a:lnTo>
                <a:lnTo>
                  <a:pt x="2238845" y="856856"/>
                </a:lnTo>
                <a:lnTo>
                  <a:pt x="2238375" y="857986"/>
                </a:lnTo>
                <a:lnTo>
                  <a:pt x="2238375" y="860615"/>
                </a:lnTo>
                <a:lnTo>
                  <a:pt x="2238845" y="861733"/>
                </a:lnTo>
                <a:lnTo>
                  <a:pt x="2240711" y="863600"/>
                </a:lnTo>
                <a:lnTo>
                  <a:pt x="2241829" y="864057"/>
                </a:lnTo>
                <a:lnTo>
                  <a:pt x="2244458" y="864057"/>
                </a:lnTo>
                <a:lnTo>
                  <a:pt x="2245576" y="863600"/>
                </a:lnTo>
                <a:lnTo>
                  <a:pt x="2247442" y="861733"/>
                </a:lnTo>
                <a:lnTo>
                  <a:pt x="2247900" y="860615"/>
                </a:lnTo>
                <a:lnTo>
                  <a:pt x="2247900" y="857986"/>
                </a:lnTo>
                <a:close/>
              </a:path>
              <a:path w="9867900" h="3000375">
                <a:moveTo>
                  <a:pt x="2247900" y="430720"/>
                </a:moveTo>
                <a:lnTo>
                  <a:pt x="2247442" y="429590"/>
                </a:lnTo>
                <a:lnTo>
                  <a:pt x="2245576" y="427736"/>
                </a:lnTo>
                <a:lnTo>
                  <a:pt x="2244458" y="427266"/>
                </a:lnTo>
                <a:lnTo>
                  <a:pt x="2241829" y="427266"/>
                </a:lnTo>
                <a:lnTo>
                  <a:pt x="2240711" y="427736"/>
                </a:lnTo>
                <a:lnTo>
                  <a:pt x="2238845" y="429590"/>
                </a:lnTo>
                <a:lnTo>
                  <a:pt x="2238375" y="430720"/>
                </a:lnTo>
                <a:lnTo>
                  <a:pt x="2238375" y="433349"/>
                </a:lnTo>
                <a:lnTo>
                  <a:pt x="2238845" y="434467"/>
                </a:lnTo>
                <a:lnTo>
                  <a:pt x="2240711" y="436333"/>
                </a:lnTo>
                <a:lnTo>
                  <a:pt x="2241829" y="436791"/>
                </a:lnTo>
                <a:lnTo>
                  <a:pt x="2244458" y="436791"/>
                </a:lnTo>
                <a:lnTo>
                  <a:pt x="2245576" y="436333"/>
                </a:lnTo>
                <a:lnTo>
                  <a:pt x="2247442" y="434467"/>
                </a:lnTo>
                <a:lnTo>
                  <a:pt x="2247900" y="433349"/>
                </a:lnTo>
                <a:lnTo>
                  <a:pt x="2247900" y="430720"/>
                </a:lnTo>
                <a:close/>
              </a:path>
              <a:path w="9867900" h="300037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9867900" h="3000375">
                <a:moveTo>
                  <a:pt x="2295525" y="2994304"/>
                </a:moveTo>
                <a:lnTo>
                  <a:pt x="2295067" y="2993186"/>
                </a:lnTo>
                <a:lnTo>
                  <a:pt x="2293201" y="2991320"/>
                </a:lnTo>
                <a:lnTo>
                  <a:pt x="2292083" y="2990850"/>
                </a:lnTo>
                <a:lnTo>
                  <a:pt x="2289454" y="2990850"/>
                </a:lnTo>
                <a:lnTo>
                  <a:pt x="2288336" y="2991320"/>
                </a:lnTo>
                <a:lnTo>
                  <a:pt x="2286470" y="2993186"/>
                </a:lnTo>
                <a:lnTo>
                  <a:pt x="2286000" y="2994304"/>
                </a:lnTo>
                <a:lnTo>
                  <a:pt x="2286000" y="2996933"/>
                </a:lnTo>
                <a:lnTo>
                  <a:pt x="2286470" y="2998051"/>
                </a:lnTo>
                <a:lnTo>
                  <a:pt x="2288336" y="2999917"/>
                </a:lnTo>
                <a:lnTo>
                  <a:pt x="2289454" y="3000375"/>
                </a:lnTo>
                <a:lnTo>
                  <a:pt x="2292083" y="3000375"/>
                </a:lnTo>
                <a:lnTo>
                  <a:pt x="2293201" y="2999917"/>
                </a:lnTo>
                <a:lnTo>
                  <a:pt x="2295067" y="2998051"/>
                </a:lnTo>
                <a:lnTo>
                  <a:pt x="2295525" y="2996933"/>
                </a:lnTo>
                <a:lnTo>
                  <a:pt x="2295525" y="2994304"/>
                </a:lnTo>
                <a:close/>
              </a:path>
              <a:path w="9867900" h="3000375">
                <a:moveTo>
                  <a:pt x="2295525" y="2567038"/>
                </a:moveTo>
                <a:lnTo>
                  <a:pt x="2295067" y="2565920"/>
                </a:lnTo>
                <a:lnTo>
                  <a:pt x="2293201" y="2564053"/>
                </a:lnTo>
                <a:lnTo>
                  <a:pt x="2292083" y="2563596"/>
                </a:lnTo>
                <a:lnTo>
                  <a:pt x="2289454" y="2563596"/>
                </a:lnTo>
                <a:lnTo>
                  <a:pt x="2288336" y="2564053"/>
                </a:lnTo>
                <a:lnTo>
                  <a:pt x="2286470" y="2565920"/>
                </a:lnTo>
                <a:lnTo>
                  <a:pt x="2286000" y="2567038"/>
                </a:lnTo>
                <a:lnTo>
                  <a:pt x="2286000" y="2569667"/>
                </a:lnTo>
                <a:lnTo>
                  <a:pt x="2286470" y="2570797"/>
                </a:lnTo>
                <a:lnTo>
                  <a:pt x="2288336" y="2572651"/>
                </a:lnTo>
                <a:lnTo>
                  <a:pt x="2289454" y="2573121"/>
                </a:lnTo>
                <a:lnTo>
                  <a:pt x="2292083" y="2573121"/>
                </a:lnTo>
                <a:lnTo>
                  <a:pt x="2293201" y="2572651"/>
                </a:lnTo>
                <a:lnTo>
                  <a:pt x="2295067" y="2570797"/>
                </a:lnTo>
                <a:lnTo>
                  <a:pt x="2295525" y="2569667"/>
                </a:lnTo>
                <a:lnTo>
                  <a:pt x="2295525" y="2567038"/>
                </a:lnTo>
                <a:close/>
              </a:path>
              <a:path w="9867900" h="3000375">
                <a:moveTo>
                  <a:pt x="2295525" y="2139772"/>
                </a:moveTo>
                <a:lnTo>
                  <a:pt x="2295067" y="2138654"/>
                </a:lnTo>
                <a:lnTo>
                  <a:pt x="2293201" y="2136787"/>
                </a:lnTo>
                <a:lnTo>
                  <a:pt x="2292083" y="2136330"/>
                </a:lnTo>
                <a:lnTo>
                  <a:pt x="2289454" y="2136330"/>
                </a:lnTo>
                <a:lnTo>
                  <a:pt x="2288336" y="2136787"/>
                </a:lnTo>
                <a:lnTo>
                  <a:pt x="2286470" y="2138654"/>
                </a:lnTo>
                <a:lnTo>
                  <a:pt x="2286000" y="2139772"/>
                </a:lnTo>
                <a:lnTo>
                  <a:pt x="2286000" y="2142401"/>
                </a:lnTo>
                <a:lnTo>
                  <a:pt x="2286470" y="2143531"/>
                </a:lnTo>
                <a:lnTo>
                  <a:pt x="2288336" y="2145385"/>
                </a:lnTo>
                <a:lnTo>
                  <a:pt x="2289454" y="2145855"/>
                </a:lnTo>
                <a:lnTo>
                  <a:pt x="2292083" y="2145855"/>
                </a:lnTo>
                <a:lnTo>
                  <a:pt x="2293201" y="2145385"/>
                </a:lnTo>
                <a:lnTo>
                  <a:pt x="2295067" y="2143531"/>
                </a:lnTo>
                <a:lnTo>
                  <a:pt x="2295525" y="2142401"/>
                </a:lnTo>
                <a:lnTo>
                  <a:pt x="2295525" y="2139772"/>
                </a:lnTo>
                <a:close/>
              </a:path>
              <a:path w="9867900" h="3000375">
                <a:moveTo>
                  <a:pt x="2295525" y="1712506"/>
                </a:moveTo>
                <a:lnTo>
                  <a:pt x="2295067" y="1711388"/>
                </a:lnTo>
                <a:lnTo>
                  <a:pt x="2293201" y="1709534"/>
                </a:lnTo>
                <a:lnTo>
                  <a:pt x="2292083" y="1709064"/>
                </a:lnTo>
                <a:lnTo>
                  <a:pt x="2289454" y="1709064"/>
                </a:lnTo>
                <a:lnTo>
                  <a:pt x="2288336" y="1709534"/>
                </a:lnTo>
                <a:lnTo>
                  <a:pt x="2286470" y="1711388"/>
                </a:lnTo>
                <a:lnTo>
                  <a:pt x="2286000" y="1712506"/>
                </a:lnTo>
                <a:lnTo>
                  <a:pt x="2286000" y="1715135"/>
                </a:lnTo>
                <a:lnTo>
                  <a:pt x="2286470" y="1716265"/>
                </a:lnTo>
                <a:lnTo>
                  <a:pt x="2288336" y="1718119"/>
                </a:lnTo>
                <a:lnTo>
                  <a:pt x="2289454" y="1718589"/>
                </a:lnTo>
                <a:lnTo>
                  <a:pt x="2292083" y="1718589"/>
                </a:lnTo>
                <a:lnTo>
                  <a:pt x="2293201" y="1718119"/>
                </a:lnTo>
                <a:lnTo>
                  <a:pt x="2295067" y="1716265"/>
                </a:lnTo>
                <a:lnTo>
                  <a:pt x="2295525" y="1715135"/>
                </a:lnTo>
                <a:lnTo>
                  <a:pt x="2295525" y="1712506"/>
                </a:lnTo>
                <a:close/>
              </a:path>
              <a:path w="9867900" h="3000375">
                <a:moveTo>
                  <a:pt x="2295525" y="1285252"/>
                </a:moveTo>
                <a:lnTo>
                  <a:pt x="2295067" y="1284122"/>
                </a:lnTo>
                <a:lnTo>
                  <a:pt x="2293201" y="1282268"/>
                </a:lnTo>
                <a:lnTo>
                  <a:pt x="2292083" y="1281798"/>
                </a:lnTo>
                <a:lnTo>
                  <a:pt x="2289454" y="1281798"/>
                </a:lnTo>
                <a:lnTo>
                  <a:pt x="2288336" y="1282268"/>
                </a:lnTo>
                <a:lnTo>
                  <a:pt x="2286470" y="1284122"/>
                </a:lnTo>
                <a:lnTo>
                  <a:pt x="2286000" y="1285252"/>
                </a:lnTo>
                <a:lnTo>
                  <a:pt x="2286000" y="1287881"/>
                </a:lnTo>
                <a:lnTo>
                  <a:pt x="2286470" y="1288999"/>
                </a:lnTo>
                <a:lnTo>
                  <a:pt x="2288336" y="1290853"/>
                </a:lnTo>
                <a:lnTo>
                  <a:pt x="2289454" y="1291323"/>
                </a:lnTo>
                <a:lnTo>
                  <a:pt x="2292083" y="1291323"/>
                </a:lnTo>
                <a:lnTo>
                  <a:pt x="2293201" y="1290853"/>
                </a:lnTo>
                <a:lnTo>
                  <a:pt x="2295067" y="1288999"/>
                </a:lnTo>
                <a:lnTo>
                  <a:pt x="2295525" y="1287881"/>
                </a:lnTo>
                <a:lnTo>
                  <a:pt x="2295525" y="1285252"/>
                </a:lnTo>
                <a:close/>
              </a:path>
              <a:path w="9867900" h="3000375">
                <a:moveTo>
                  <a:pt x="2295525" y="857986"/>
                </a:moveTo>
                <a:lnTo>
                  <a:pt x="2295067" y="856856"/>
                </a:lnTo>
                <a:lnTo>
                  <a:pt x="2293201" y="855002"/>
                </a:lnTo>
                <a:lnTo>
                  <a:pt x="2292083" y="854532"/>
                </a:lnTo>
                <a:lnTo>
                  <a:pt x="2289454" y="854532"/>
                </a:lnTo>
                <a:lnTo>
                  <a:pt x="2288336" y="855002"/>
                </a:lnTo>
                <a:lnTo>
                  <a:pt x="2286470" y="856856"/>
                </a:lnTo>
                <a:lnTo>
                  <a:pt x="2286000" y="857986"/>
                </a:lnTo>
                <a:lnTo>
                  <a:pt x="2286000" y="860615"/>
                </a:lnTo>
                <a:lnTo>
                  <a:pt x="2286470" y="861733"/>
                </a:lnTo>
                <a:lnTo>
                  <a:pt x="2288336" y="863600"/>
                </a:lnTo>
                <a:lnTo>
                  <a:pt x="2289454" y="864057"/>
                </a:lnTo>
                <a:lnTo>
                  <a:pt x="2292083" y="864057"/>
                </a:lnTo>
                <a:lnTo>
                  <a:pt x="2293201" y="863600"/>
                </a:lnTo>
                <a:lnTo>
                  <a:pt x="2295067" y="861733"/>
                </a:lnTo>
                <a:lnTo>
                  <a:pt x="2295525" y="860615"/>
                </a:lnTo>
                <a:lnTo>
                  <a:pt x="2295525" y="857986"/>
                </a:lnTo>
                <a:close/>
              </a:path>
              <a:path w="9867900" h="3000375">
                <a:moveTo>
                  <a:pt x="2295525" y="430720"/>
                </a:moveTo>
                <a:lnTo>
                  <a:pt x="2295067" y="429590"/>
                </a:lnTo>
                <a:lnTo>
                  <a:pt x="2293201" y="427736"/>
                </a:lnTo>
                <a:lnTo>
                  <a:pt x="2292083" y="427266"/>
                </a:lnTo>
                <a:lnTo>
                  <a:pt x="2289454" y="427266"/>
                </a:lnTo>
                <a:lnTo>
                  <a:pt x="2288336" y="427736"/>
                </a:lnTo>
                <a:lnTo>
                  <a:pt x="2286470" y="429590"/>
                </a:lnTo>
                <a:lnTo>
                  <a:pt x="2286000" y="430720"/>
                </a:lnTo>
                <a:lnTo>
                  <a:pt x="2286000" y="433349"/>
                </a:lnTo>
                <a:lnTo>
                  <a:pt x="2286470" y="434467"/>
                </a:lnTo>
                <a:lnTo>
                  <a:pt x="2288336" y="436333"/>
                </a:lnTo>
                <a:lnTo>
                  <a:pt x="2289454" y="436791"/>
                </a:lnTo>
                <a:lnTo>
                  <a:pt x="2292083" y="436791"/>
                </a:lnTo>
                <a:lnTo>
                  <a:pt x="2293201" y="436333"/>
                </a:lnTo>
                <a:lnTo>
                  <a:pt x="2295067" y="434467"/>
                </a:lnTo>
                <a:lnTo>
                  <a:pt x="2295525" y="433349"/>
                </a:lnTo>
                <a:lnTo>
                  <a:pt x="2295525" y="430720"/>
                </a:lnTo>
                <a:close/>
              </a:path>
              <a:path w="9867900" h="300037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9867900" h="3000375">
                <a:moveTo>
                  <a:pt x="2343150" y="2994304"/>
                </a:moveTo>
                <a:lnTo>
                  <a:pt x="2342692" y="2993186"/>
                </a:lnTo>
                <a:lnTo>
                  <a:pt x="2340826" y="2991320"/>
                </a:lnTo>
                <a:lnTo>
                  <a:pt x="2339708" y="2990850"/>
                </a:lnTo>
                <a:lnTo>
                  <a:pt x="2337079" y="2990850"/>
                </a:lnTo>
                <a:lnTo>
                  <a:pt x="2335961" y="2991320"/>
                </a:lnTo>
                <a:lnTo>
                  <a:pt x="2334095" y="2993186"/>
                </a:lnTo>
                <a:lnTo>
                  <a:pt x="2333625" y="2994304"/>
                </a:lnTo>
                <a:lnTo>
                  <a:pt x="2333625" y="2996933"/>
                </a:lnTo>
                <a:lnTo>
                  <a:pt x="2334095" y="2998051"/>
                </a:lnTo>
                <a:lnTo>
                  <a:pt x="2335961" y="2999917"/>
                </a:lnTo>
                <a:lnTo>
                  <a:pt x="2337079" y="3000375"/>
                </a:lnTo>
                <a:lnTo>
                  <a:pt x="2339708" y="3000375"/>
                </a:lnTo>
                <a:lnTo>
                  <a:pt x="2340826" y="2999917"/>
                </a:lnTo>
                <a:lnTo>
                  <a:pt x="2342692" y="2998051"/>
                </a:lnTo>
                <a:lnTo>
                  <a:pt x="2343150" y="2996933"/>
                </a:lnTo>
                <a:lnTo>
                  <a:pt x="2343150" y="2994304"/>
                </a:lnTo>
                <a:close/>
              </a:path>
              <a:path w="9867900" h="3000375">
                <a:moveTo>
                  <a:pt x="2343150" y="2567038"/>
                </a:moveTo>
                <a:lnTo>
                  <a:pt x="2342692" y="2565920"/>
                </a:lnTo>
                <a:lnTo>
                  <a:pt x="2340826" y="2564053"/>
                </a:lnTo>
                <a:lnTo>
                  <a:pt x="2339708" y="2563596"/>
                </a:lnTo>
                <a:lnTo>
                  <a:pt x="2337079" y="2563596"/>
                </a:lnTo>
                <a:lnTo>
                  <a:pt x="2335961" y="2564053"/>
                </a:lnTo>
                <a:lnTo>
                  <a:pt x="2334095" y="2565920"/>
                </a:lnTo>
                <a:lnTo>
                  <a:pt x="2333625" y="2567038"/>
                </a:lnTo>
                <a:lnTo>
                  <a:pt x="2333625" y="2569667"/>
                </a:lnTo>
                <a:lnTo>
                  <a:pt x="2334095" y="2570797"/>
                </a:lnTo>
                <a:lnTo>
                  <a:pt x="2335961" y="2572651"/>
                </a:lnTo>
                <a:lnTo>
                  <a:pt x="2337079" y="2573121"/>
                </a:lnTo>
                <a:lnTo>
                  <a:pt x="2339708" y="2573121"/>
                </a:lnTo>
                <a:lnTo>
                  <a:pt x="2340826" y="2572651"/>
                </a:lnTo>
                <a:lnTo>
                  <a:pt x="2342692" y="2570797"/>
                </a:lnTo>
                <a:lnTo>
                  <a:pt x="2343150" y="2569667"/>
                </a:lnTo>
                <a:lnTo>
                  <a:pt x="2343150" y="2567038"/>
                </a:lnTo>
                <a:close/>
              </a:path>
              <a:path w="9867900" h="3000375">
                <a:moveTo>
                  <a:pt x="2343150" y="2139772"/>
                </a:moveTo>
                <a:lnTo>
                  <a:pt x="2342692" y="2138654"/>
                </a:lnTo>
                <a:lnTo>
                  <a:pt x="2340826" y="2136787"/>
                </a:lnTo>
                <a:lnTo>
                  <a:pt x="2339708" y="2136330"/>
                </a:lnTo>
                <a:lnTo>
                  <a:pt x="2337079" y="2136330"/>
                </a:lnTo>
                <a:lnTo>
                  <a:pt x="2335961" y="2136787"/>
                </a:lnTo>
                <a:lnTo>
                  <a:pt x="2334095" y="2138654"/>
                </a:lnTo>
                <a:lnTo>
                  <a:pt x="2333625" y="2139772"/>
                </a:lnTo>
                <a:lnTo>
                  <a:pt x="2333625" y="2142401"/>
                </a:lnTo>
                <a:lnTo>
                  <a:pt x="2334095" y="2143531"/>
                </a:lnTo>
                <a:lnTo>
                  <a:pt x="2335961" y="2145385"/>
                </a:lnTo>
                <a:lnTo>
                  <a:pt x="2337079" y="2145855"/>
                </a:lnTo>
                <a:lnTo>
                  <a:pt x="2339708" y="2145855"/>
                </a:lnTo>
                <a:lnTo>
                  <a:pt x="2340826" y="2145385"/>
                </a:lnTo>
                <a:lnTo>
                  <a:pt x="2342692" y="2143531"/>
                </a:lnTo>
                <a:lnTo>
                  <a:pt x="2343150" y="2142401"/>
                </a:lnTo>
                <a:lnTo>
                  <a:pt x="2343150" y="2139772"/>
                </a:lnTo>
                <a:close/>
              </a:path>
              <a:path w="9867900" h="3000375">
                <a:moveTo>
                  <a:pt x="2343150" y="1712506"/>
                </a:moveTo>
                <a:lnTo>
                  <a:pt x="2342692" y="1711388"/>
                </a:lnTo>
                <a:lnTo>
                  <a:pt x="2340826" y="1709534"/>
                </a:lnTo>
                <a:lnTo>
                  <a:pt x="2339708" y="1709064"/>
                </a:lnTo>
                <a:lnTo>
                  <a:pt x="2337079" y="1709064"/>
                </a:lnTo>
                <a:lnTo>
                  <a:pt x="2335961" y="1709534"/>
                </a:lnTo>
                <a:lnTo>
                  <a:pt x="2334095" y="1711388"/>
                </a:lnTo>
                <a:lnTo>
                  <a:pt x="2333625" y="1712506"/>
                </a:lnTo>
                <a:lnTo>
                  <a:pt x="2333625" y="1715135"/>
                </a:lnTo>
                <a:lnTo>
                  <a:pt x="2334095" y="1716265"/>
                </a:lnTo>
                <a:lnTo>
                  <a:pt x="2335961" y="1718119"/>
                </a:lnTo>
                <a:lnTo>
                  <a:pt x="2337079" y="1718589"/>
                </a:lnTo>
                <a:lnTo>
                  <a:pt x="2339708" y="1718589"/>
                </a:lnTo>
                <a:lnTo>
                  <a:pt x="2340826" y="1718119"/>
                </a:lnTo>
                <a:lnTo>
                  <a:pt x="2342692" y="1716265"/>
                </a:lnTo>
                <a:lnTo>
                  <a:pt x="2343150" y="1715135"/>
                </a:lnTo>
                <a:lnTo>
                  <a:pt x="2343150" y="1712506"/>
                </a:lnTo>
                <a:close/>
              </a:path>
              <a:path w="9867900" h="3000375">
                <a:moveTo>
                  <a:pt x="2343150" y="1285252"/>
                </a:moveTo>
                <a:lnTo>
                  <a:pt x="2342692" y="1284122"/>
                </a:lnTo>
                <a:lnTo>
                  <a:pt x="2340826" y="1282268"/>
                </a:lnTo>
                <a:lnTo>
                  <a:pt x="2339708" y="1281798"/>
                </a:lnTo>
                <a:lnTo>
                  <a:pt x="2337079" y="1281798"/>
                </a:lnTo>
                <a:lnTo>
                  <a:pt x="2335961" y="1282268"/>
                </a:lnTo>
                <a:lnTo>
                  <a:pt x="2334095" y="1284122"/>
                </a:lnTo>
                <a:lnTo>
                  <a:pt x="2333625" y="1285252"/>
                </a:lnTo>
                <a:lnTo>
                  <a:pt x="2333625" y="1287881"/>
                </a:lnTo>
                <a:lnTo>
                  <a:pt x="2334095" y="1288999"/>
                </a:lnTo>
                <a:lnTo>
                  <a:pt x="2335961" y="1290853"/>
                </a:lnTo>
                <a:lnTo>
                  <a:pt x="2337079" y="1291323"/>
                </a:lnTo>
                <a:lnTo>
                  <a:pt x="2339708" y="1291323"/>
                </a:lnTo>
                <a:lnTo>
                  <a:pt x="2340826" y="1290853"/>
                </a:lnTo>
                <a:lnTo>
                  <a:pt x="2342692" y="1288999"/>
                </a:lnTo>
                <a:lnTo>
                  <a:pt x="2343150" y="1287881"/>
                </a:lnTo>
                <a:lnTo>
                  <a:pt x="2343150" y="1285252"/>
                </a:lnTo>
                <a:close/>
              </a:path>
              <a:path w="9867900" h="3000375">
                <a:moveTo>
                  <a:pt x="2343150" y="857986"/>
                </a:moveTo>
                <a:lnTo>
                  <a:pt x="2342692" y="856856"/>
                </a:lnTo>
                <a:lnTo>
                  <a:pt x="2340826" y="855002"/>
                </a:lnTo>
                <a:lnTo>
                  <a:pt x="2339708" y="854532"/>
                </a:lnTo>
                <a:lnTo>
                  <a:pt x="2337079" y="854532"/>
                </a:lnTo>
                <a:lnTo>
                  <a:pt x="2335961" y="855002"/>
                </a:lnTo>
                <a:lnTo>
                  <a:pt x="2334095" y="856856"/>
                </a:lnTo>
                <a:lnTo>
                  <a:pt x="2333625" y="857986"/>
                </a:lnTo>
                <a:lnTo>
                  <a:pt x="2333625" y="860615"/>
                </a:lnTo>
                <a:lnTo>
                  <a:pt x="2334095" y="861733"/>
                </a:lnTo>
                <a:lnTo>
                  <a:pt x="2335961" y="863600"/>
                </a:lnTo>
                <a:lnTo>
                  <a:pt x="2337079" y="864057"/>
                </a:lnTo>
                <a:lnTo>
                  <a:pt x="2339708" y="864057"/>
                </a:lnTo>
                <a:lnTo>
                  <a:pt x="2340826" y="863600"/>
                </a:lnTo>
                <a:lnTo>
                  <a:pt x="2342692" y="861733"/>
                </a:lnTo>
                <a:lnTo>
                  <a:pt x="2343150" y="860615"/>
                </a:lnTo>
                <a:lnTo>
                  <a:pt x="2343150" y="857986"/>
                </a:lnTo>
                <a:close/>
              </a:path>
              <a:path w="9867900" h="3000375">
                <a:moveTo>
                  <a:pt x="2343150" y="430720"/>
                </a:moveTo>
                <a:lnTo>
                  <a:pt x="2342692" y="429590"/>
                </a:lnTo>
                <a:lnTo>
                  <a:pt x="2340826" y="427736"/>
                </a:lnTo>
                <a:lnTo>
                  <a:pt x="2339708" y="427266"/>
                </a:lnTo>
                <a:lnTo>
                  <a:pt x="2337079" y="427266"/>
                </a:lnTo>
                <a:lnTo>
                  <a:pt x="2335961" y="427736"/>
                </a:lnTo>
                <a:lnTo>
                  <a:pt x="2334095" y="429590"/>
                </a:lnTo>
                <a:lnTo>
                  <a:pt x="2333625" y="430720"/>
                </a:lnTo>
                <a:lnTo>
                  <a:pt x="2333625" y="433349"/>
                </a:lnTo>
                <a:lnTo>
                  <a:pt x="2334095" y="434467"/>
                </a:lnTo>
                <a:lnTo>
                  <a:pt x="2335961" y="436333"/>
                </a:lnTo>
                <a:lnTo>
                  <a:pt x="2337079" y="436791"/>
                </a:lnTo>
                <a:lnTo>
                  <a:pt x="2339708" y="436791"/>
                </a:lnTo>
                <a:lnTo>
                  <a:pt x="2340826" y="436333"/>
                </a:lnTo>
                <a:lnTo>
                  <a:pt x="2342692" y="434467"/>
                </a:lnTo>
                <a:lnTo>
                  <a:pt x="2343150" y="433349"/>
                </a:lnTo>
                <a:lnTo>
                  <a:pt x="2343150" y="430720"/>
                </a:lnTo>
                <a:close/>
              </a:path>
              <a:path w="9867900" h="300037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9867900" h="3000375">
                <a:moveTo>
                  <a:pt x="2390775" y="2994304"/>
                </a:moveTo>
                <a:lnTo>
                  <a:pt x="2390317" y="2993186"/>
                </a:lnTo>
                <a:lnTo>
                  <a:pt x="2388451" y="2991320"/>
                </a:lnTo>
                <a:lnTo>
                  <a:pt x="2387333" y="2990850"/>
                </a:lnTo>
                <a:lnTo>
                  <a:pt x="2384704" y="2990850"/>
                </a:lnTo>
                <a:lnTo>
                  <a:pt x="2383586" y="2991320"/>
                </a:lnTo>
                <a:lnTo>
                  <a:pt x="2381720" y="2993186"/>
                </a:lnTo>
                <a:lnTo>
                  <a:pt x="2381250" y="2994304"/>
                </a:lnTo>
                <a:lnTo>
                  <a:pt x="2381250" y="2996933"/>
                </a:lnTo>
                <a:lnTo>
                  <a:pt x="2381720" y="2998051"/>
                </a:lnTo>
                <a:lnTo>
                  <a:pt x="2383586" y="2999917"/>
                </a:lnTo>
                <a:lnTo>
                  <a:pt x="2384704" y="3000375"/>
                </a:lnTo>
                <a:lnTo>
                  <a:pt x="2387333" y="3000375"/>
                </a:lnTo>
                <a:lnTo>
                  <a:pt x="2388451" y="2999917"/>
                </a:lnTo>
                <a:lnTo>
                  <a:pt x="2390317" y="2998051"/>
                </a:lnTo>
                <a:lnTo>
                  <a:pt x="2390775" y="2996933"/>
                </a:lnTo>
                <a:lnTo>
                  <a:pt x="2390775" y="2994304"/>
                </a:lnTo>
                <a:close/>
              </a:path>
              <a:path w="9867900" h="3000375">
                <a:moveTo>
                  <a:pt x="2390775" y="2567038"/>
                </a:moveTo>
                <a:lnTo>
                  <a:pt x="2390317" y="2565920"/>
                </a:lnTo>
                <a:lnTo>
                  <a:pt x="2388451" y="2564053"/>
                </a:lnTo>
                <a:lnTo>
                  <a:pt x="2387333" y="2563596"/>
                </a:lnTo>
                <a:lnTo>
                  <a:pt x="2384704" y="2563596"/>
                </a:lnTo>
                <a:lnTo>
                  <a:pt x="2383586" y="2564053"/>
                </a:lnTo>
                <a:lnTo>
                  <a:pt x="2381720" y="2565920"/>
                </a:lnTo>
                <a:lnTo>
                  <a:pt x="2381250" y="2567038"/>
                </a:lnTo>
                <a:lnTo>
                  <a:pt x="2381250" y="2569667"/>
                </a:lnTo>
                <a:lnTo>
                  <a:pt x="2381720" y="2570797"/>
                </a:lnTo>
                <a:lnTo>
                  <a:pt x="2383586" y="2572651"/>
                </a:lnTo>
                <a:lnTo>
                  <a:pt x="2384704" y="2573121"/>
                </a:lnTo>
                <a:lnTo>
                  <a:pt x="2387333" y="2573121"/>
                </a:lnTo>
                <a:lnTo>
                  <a:pt x="2388451" y="2572651"/>
                </a:lnTo>
                <a:lnTo>
                  <a:pt x="2390317" y="2570797"/>
                </a:lnTo>
                <a:lnTo>
                  <a:pt x="2390775" y="2569667"/>
                </a:lnTo>
                <a:lnTo>
                  <a:pt x="2390775" y="2567038"/>
                </a:lnTo>
                <a:close/>
              </a:path>
              <a:path w="9867900" h="3000375">
                <a:moveTo>
                  <a:pt x="2390775" y="2139772"/>
                </a:moveTo>
                <a:lnTo>
                  <a:pt x="2390317" y="2138654"/>
                </a:lnTo>
                <a:lnTo>
                  <a:pt x="2388451" y="2136787"/>
                </a:lnTo>
                <a:lnTo>
                  <a:pt x="2387333" y="2136330"/>
                </a:lnTo>
                <a:lnTo>
                  <a:pt x="2384704" y="2136330"/>
                </a:lnTo>
                <a:lnTo>
                  <a:pt x="2383586" y="2136787"/>
                </a:lnTo>
                <a:lnTo>
                  <a:pt x="2381720" y="2138654"/>
                </a:lnTo>
                <a:lnTo>
                  <a:pt x="2381250" y="2139772"/>
                </a:lnTo>
                <a:lnTo>
                  <a:pt x="2381250" y="2142401"/>
                </a:lnTo>
                <a:lnTo>
                  <a:pt x="2381720" y="2143531"/>
                </a:lnTo>
                <a:lnTo>
                  <a:pt x="2383586" y="2145385"/>
                </a:lnTo>
                <a:lnTo>
                  <a:pt x="2384704" y="2145855"/>
                </a:lnTo>
                <a:lnTo>
                  <a:pt x="2387333" y="2145855"/>
                </a:lnTo>
                <a:lnTo>
                  <a:pt x="2388451" y="2145385"/>
                </a:lnTo>
                <a:lnTo>
                  <a:pt x="2390317" y="2143531"/>
                </a:lnTo>
                <a:lnTo>
                  <a:pt x="2390775" y="2142401"/>
                </a:lnTo>
                <a:lnTo>
                  <a:pt x="2390775" y="2139772"/>
                </a:lnTo>
                <a:close/>
              </a:path>
              <a:path w="9867900" h="3000375">
                <a:moveTo>
                  <a:pt x="2390775" y="1712506"/>
                </a:moveTo>
                <a:lnTo>
                  <a:pt x="2390317" y="1711388"/>
                </a:lnTo>
                <a:lnTo>
                  <a:pt x="2388451" y="1709534"/>
                </a:lnTo>
                <a:lnTo>
                  <a:pt x="2387333" y="1709064"/>
                </a:lnTo>
                <a:lnTo>
                  <a:pt x="2384704" y="1709064"/>
                </a:lnTo>
                <a:lnTo>
                  <a:pt x="2383586" y="1709534"/>
                </a:lnTo>
                <a:lnTo>
                  <a:pt x="2381720" y="1711388"/>
                </a:lnTo>
                <a:lnTo>
                  <a:pt x="2381250" y="1712506"/>
                </a:lnTo>
                <a:lnTo>
                  <a:pt x="2381250" y="1715135"/>
                </a:lnTo>
                <a:lnTo>
                  <a:pt x="2381720" y="1716265"/>
                </a:lnTo>
                <a:lnTo>
                  <a:pt x="2383586" y="1718119"/>
                </a:lnTo>
                <a:lnTo>
                  <a:pt x="2384704" y="1718589"/>
                </a:lnTo>
                <a:lnTo>
                  <a:pt x="2387333" y="1718589"/>
                </a:lnTo>
                <a:lnTo>
                  <a:pt x="2388451" y="1718119"/>
                </a:lnTo>
                <a:lnTo>
                  <a:pt x="2390317" y="1716265"/>
                </a:lnTo>
                <a:lnTo>
                  <a:pt x="2390775" y="1715135"/>
                </a:lnTo>
                <a:lnTo>
                  <a:pt x="2390775" y="1712506"/>
                </a:lnTo>
                <a:close/>
              </a:path>
              <a:path w="9867900" h="3000375">
                <a:moveTo>
                  <a:pt x="2390775" y="1285252"/>
                </a:moveTo>
                <a:lnTo>
                  <a:pt x="2390317" y="1284122"/>
                </a:lnTo>
                <a:lnTo>
                  <a:pt x="2388451" y="1282268"/>
                </a:lnTo>
                <a:lnTo>
                  <a:pt x="2387333" y="1281798"/>
                </a:lnTo>
                <a:lnTo>
                  <a:pt x="2384704" y="1281798"/>
                </a:lnTo>
                <a:lnTo>
                  <a:pt x="2383586" y="1282268"/>
                </a:lnTo>
                <a:lnTo>
                  <a:pt x="2381720" y="1284122"/>
                </a:lnTo>
                <a:lnTo>
                  <a:pt x="2381250" y="1285252"/>
                </a:lnTo>
                <a:lnTo>
                  <a:pt x="2381250" y="1287881"/>
                </a:lnTo>
                <a:lnTo>
                  <a:pt x="2381720" y="1288999"/>
                </a:lnTo>
                <a:lnTo>
                  <a:pt x="2383586" y="1290853"/>
                </a:lnTo>
                <a:lnTo>
                  <a:pt x="2384704" y="1291323"/>
                </a:lnTo>
                <a:lnTo>
                  <a:pt x="2387333" y="1291323"/>
                </a:lnTo>
                <a:lnTo>
                  <a:pt x="2388451" y="1290853"/>
                </a:lnTo>
                <a:lnTo>
                  <a:pt x="2390317" y="1288999"/>
                </a:lnTo>
                <a:lnTo>
                  <a:pt x="2390775" y="1287881"/>
                </a:lnTo>
                <a:lnTo>
                  <a:pt x="2390775" y="1285252"/>
                </a:lnTo>
                <a:close/>
              </a:path>
              <a:path w="9867900" h="3000375">
                <a:moveTo>
                  <a:pt x="2390775" y="857986"/>
                </a:moveTo>
                <a:lnTo>
                  <a:pt x="2390317" y="856856"/>
                </a:lnTo>
                <a:lnTo>
                  <a:pt x="2388451" y="855002"/>
                </a:lnTo>
                <a:lnTo>
                  <a:pt x="2387333" y="854532"/>
                </a:lnTo>
                <a:lnTo>
                  <a:pt x="2384704" y="854532"/>
                </a:lnTo>
                <a:lnTo>
                  <a:pt x="2383586" y="855002"/>
                </a:lnTo>
                <a:lnTo>
                  <a:pt x="2381720" y="856856"/>
                </a:lnTo>
                <a:lnTo>
                  <a:pt x="2381250" y="857986"/>
                </a:lnTo>
                <a:lnTo>
                  <a:pt x="2381250" y="860615"/>
                </a:lnTo>
                <a:lnTo>
                  <a:pt x="2381720" y="861733"/>
                </a:lnTo>
                <a:lnTo>
                  <a:pt x="2383586" y="863600"/>
                </a:lnTo>
                <a:lnTo>
                  <a:pt x="2384704" y="864057"/>
                </a:lnTo>
                <a:lnTo>
                  <a:pt x="2387333" y="864057"/>
                </a:lnTo>
                <a:lnTo>
                  <a:pt x="2388451" y="863600"/>
                </a:lnTo>
                <a:lnTo>
                  <a:pt x="2390317" y="861733"/>
                </a:lnTo>
                <a:lnTo>
                  <a:pt x="2390775" y="860615"/>
                </a:lnTo>
                <a:lnTo>
                  <a:pt x="2390775" y="857986"/>
                </a:lnTo>
                <a:close/>
              </a:path>
              <a:path w="9867900" h="3000375">
                <a:moveTo>
                  <a:pt x="2390775" y="430720"/>
                </a:moveTo>
                <a:lnTo>
                  <a:pt x="2390317" y="429590"/>
                </a:lnTo>
                <a:lnTo>
                  <a:pt x="2388451" y="427736"/>
                </a:lnTo>
                <a:lnTo>
                  <a:pt x="2387333" y="427266"/>
                </a:lnTo>
                <a:lnTo>
                  <a:pt x="2384704" y="427266"/>
                </a:lnTo>
                <a:lnTo>
                  <a:pt x="2383586" y="427736"/>
                </a:lnTo>
                <a:lnTo>
                  <a:pt x="2381720" y="429590"/>
                </a:lnTo>
                <a:lnTo>
                  <a:pt x="2381250" y="430720"/>
                </a:lnTo>
                <a:lnTo>
                  <a:pt x="2381250" y="433349"/>
                </a:lnTo>
                <a:lnTo>
                  <a:pt x="2381720" y="434467"/>
                </a:lnTo>
                <a:lnTo>
                  <a:pt x="2383586" y="436333"/>
                </a:lnTo>
                <a:lnTo>
                  <a:pt x="2384704" y="436791"/>
                </a:lnTo>
                <a:lnTo>
                  <a:pt x="2387333" y="436791"/>
                </a:lnTo>
                <a:lnTo>
                  <a:pt x="2388451" y="436333"/>
                </a:lnTo>
                <a:lnTo>
                  <a:pt x="2390317" y="434467"/>
                </a:lnTo>
                <a:lnTo>
                  <a:pt x="2390775" y="433349"/>
                </a:lnTo>
                <a:lnTo>
                  <a:pt x="2390775" y="430720"/>
                </a:lnTo>
                <a:close/>
              </a:path>
              <a:path w="9867900" h="300037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9867900" h="3000375">
                <a:moveTo>
                  <a:pt x="2438400" y="2994304"/>
                </a:moveTo>
                <a:lnTo>
                  <a:pt x="2437942" y="2993186"/>
                </a:lnTo>
                <a:lnTo>
                  <a:pt x="2436076" y="2991320"/>
                </a:lnTo>
                <a:lnTo>
                  <a:pt x="2434958" y="2990850"/>
                </a:lnTo>
                <a:lnTo>
                  <a:pt x="2432329" y="2990850"/>
                </a:lnTo>
                <a:lnTo>
                  <a:pt x="2431211" y="2991320"/>
                </a:lnTo>
                <a:lnTo>
                  <a:pt x="2429345" y="2993186"/>
                </a:lnTo>
                <a:lnTo>
                  <a:pt x="2428875" y="2994304"/>
                </a:lnTo>
                <a:lnTo>
                  <a:pt x="2428875" y="2996933"/>
                </a:lnTo>
                <a:lnTo>
                  <a:pt x="2429345" y="2998051"/>
                </a:lnTo>
                <a:lnTo>
                  <a:pt x="2431211" y="2999917"/>
                </a:lnTo>
                <a:lnTo>
                  <a:pt x="2432329" y="3000375"/>
                </a:lnTo>
                <a:lnTo>
                  <a:pt x="2434958" y="3000375"/>
                </a:lnTo>
                <a:lnTo>
                  <a:pt x="2436076" y="2999917"/>
                </a:lnTo>
                <a:lnTo>
                  <a:pt x="2437942" y="2998051"/>
                </a:lnTo>
                <a:lnTo>
                  <a:pt x="2438400" y="2996933"/>
                </a:lnTo>
                <a:lnTo>
                  <a:pt x="2438400" y="2994304"/>
                </a:lnTo>
                <a:close/>
              </a:path>
              <a:path w="9867900" h="3000375">
                <a:moveTo>
                  <a:pt x="2438400" y="2567038"/>
                </a:moveTo>
                <a:lnTo>
                  <a:pt x="2437942" y="2565920"/>
                </a:lnTo>
                <a:lnTo>
                  <a:pt x="2436076" y="2564053"/>
                </a:lnTo>
                <a:lnTo>
                  <a:pt x="2434958" y="2563596"/>
                </a:lnTo>
                <a:lnTo>
                  <a:pt x="2432329" y="2563596"/>
                </a:lnTo>
                <a:lnTo>
                  <a:pt x="2431211" y="2564053"/>
                </a:lnTo>
                <a:lnTo>
                  <a:pt x="2429345" y="2565920"/>
                </a:lnTo>
                <a:lnTo>
                  <a:pt x="2428875" y="2567038"/>
                </a:lnTo>
                <a:lnTo>
                  <a:pt x="2428875" y="2569667"/>
                </a:lnTo>
                <a:lnTo>
                  <a:pt x="2429345" y="2570797"/>
                </a:lnTo>
                <a:lnTo>
                  <a:pt x="2431211" y="2572651"/>
                </a:lnTo>
                <a:lnTo>
                  <a:pt x="2432329" y="2573121"/>
                </a:lnTo>
                <a:lnTo>
                  <a:pt x="2434958" y="2573121"/>
                </a:lnTo>
                <a:lnTo>
                  <a:pt x="2436076" y="2572651"/>
                </a:lnTo>
                <a:lnTo>
                  <a:pt x="2437942" y="2570797"/>
                </a:lnTo>
                <a:lnTo>
                  <a:pt x="2438400" y="2569667"/>
                </a:lnTo>
                <a:lnTo>
                  <a:pt x="2438400" y="2567038"/>
                </a:lnTo>
                <a:close/>
              </a:path>
              <a:path w="9867900" h="3000375">
                <a:moveTo>
                  <a:pt x="2438400" y="2139772"/>
                </a:moveTo>
                <a:lnTo>
                  <a:pt x="2437942" y="2138654"/>
                </a:lnTo>
                <a:lnTo>
                  <a:pt x="2436076" y="2136787"/>
                </a:lnTo>
                <a:lnTo>
                  <a:pt x="2434958" y="2136330"/>
                </a:lnTo>
                <a:lnTo>
                  <a:pt x="2432329" y="2136330"/>
                </a:lnTo>
                <a:lnTo>
                  <a:pt x="2431211" y="2136787"/>
                </a:lnTo>
                <a:lnTo>
                  <a:pt x="2429345" y="2138654"/>
                </a:lnTo>
                <a:lnTo>
                  <a:pt x="2428875" y="2139772"/>
                </a:lnTo>
                <a:lnTo>
                  <a:pt x="2428875" y="2142401"/>
                </a:lnTo>
                <a:lnTo>
                  <a:pt x="2429345" y="2143531"/>
                </a:lnTo>
                <a:lnTo>
                  <a:pt x="2431211" y="2145385"/>
                </a:lnTo>
                <a:lnTo>
                  <a:pt x="2432329" y="2145855"/>
                </a:lnTo>
                <a:lnTo>
                  <a:pt x="2434958" y="2145855"/>
                </a:lnTo>
                <a:lnTo>
                  <a:pt x="2436076" y="2145385"/>
                </a:lnTo>
                <a:lnTo>
                  <a:pt x="2437942" y="2143531"/>
                </a:lnTo>
                <a:lnTo>
                  <a:pt x="2438400" y="2142401"/>
                </a:lnTo>
                <a:lnTo>
                  <a:pt x="2438400" y="2139772"/>
                </a:lnTo>
                <a:close/>
              </a:path>
              <a:path w="9867900" h="3000375">
                <a:moveTo>
                  <a:pt x="2438400" y="1712506"/>
                </a:moveTo>
                <a:lnTo>
                  <a:pt x="2437942" y="1711388"/>
                </a:lnTo>
                <a:lnTo>
                  <a:pt x="2436076" y="1709534"/>
                </a:lnTo>
                <a:lnTo>
                  <a:pt x="2434958" y="1709064"/>
                </a:lnTo>
                <a:lnTo>
                  <a:pt x="2432329" y="1709064"/>
                </a:lnTo>
                <a:lnTo>
                  <a:pt x="2431211" y="1709534"/>
                </a:lnTo>
                <a:lnTo>
                  <a:pt x="2429345" y="1711388"/>
                </a:lnTo>
                <a:lnTo>
                  <a:pt x="2428875" y="1712506"/>
                </a:lnTo>
                <a:lnTo>
                  <a:pt x="2428875" y="1715135"/>
                </a:lnTo>
                <a:lnTo>
                  <a:pt x="2429345" y="1716265"/>
                </a:lnTo>
                <a:lnTo>
                  <a:pt x="2431211" y="1718119"/>
                </a:lnTo>
                <a:lnTo>
                  <a:pt x="2432329" y="1718589"/>
                </a:lnTo>
                <a:lnTo>
                  <a:pt x="2434958" y="1718589"/>
                </a:lnTo>
                <a:lnTo>
                  <a:pt x="2436076" y="1718119"/>
                </a:lnTo>
                <a:lnTo>
                  <a:pt x="2437942" y="1716265"/>
                </a:lnTo>
                <a:lnTo>
                  <a:pt x="2438400" y="1715135"/>
                </a:lnTo>
                <a:lnTo>
                  <a:pt x="2438400" y="1712506"/>
                </a:lnTo>
                <a:close/>
              </a:path>
              <a:path w="9867900" h="3000375">
                <a:moveTo>
                  <a:pt x="2438400" y="1285252"/>
                </a:moveTo>
                <a:lnTo>
                  <a:pt x="2437942" y="1284122"/>
                </a:lnTo>
                <a:lnTo>
                  <a:pt x="2436076" y="1282268"/>
                </a:lnTo>
                <a:lnTo>
                  <a:pt x="2434958" y="1281798"/>
                </a:lnTo>
                <a:lnTo>
                  <a:pt x="2432329" y="1281798"/>
                </a:lnTo>
                <a:lnTo>
                  <a:pt x="2431211" y="1282268"/>
                </a:lnTo>
                <a:lnTo>
                  <a:pt x="2429345" y="1284122"/>
                </a:lnTo>
                <a:lnTo>
                  <a:pt x="2428875" y="1285252"/>
                </a:lnTo>
                <a:lnTo>
                  <a:pt x="2428875" y="1287881"/>
                </a:lnTo>
                <a:lnTo>
                  <a:pt x="2429345" y="1288999"/>
                </a:lnTo>
                <a:lnTo>
                  <a:pt x="2431211" y="1290853"/>
                </a:lnTo>
                <a:lnTo>
                  <a:pt x="2432329" y="1291323"/>
                </a:lnTo>
                <a:lnTo>
                  <a:pt x="2434958" y="1291323"/>
                </a:lnTo>
                <a:lnTo>
                  <a:pt x="2436076" y="1290853"/>
                </a:lnTo>
                <a:lnTo>
                  <a:pt x="2437942" y="1288999"/>
                </a:lnTo>
                <a:lnTo>
                  <a:pt x="2438400" y="1287881"/>
                </a:lnTo>
                <a:lnTo>
                  <a:pt x="2438400" y="1285252"/>
                </a:lnTo>
                <a:close/>
              </a:path>
              <a:path w="9867900" h="3000375">
                <a:moveTo>
                  <a:pt x="2438400" y="857986"/>
                </a:moveTo>
                <a:lnTo>
                  <a:pt x="2437942" y="856856"/>
                </a:lnTo>
                <a:lnTo>
                  <a:pt x="2436076" y="855002"/>
                </a:lnTo>
                <a:lnTo>
                  <a:pt x="2434958" y="854532"/>
                </a:lnTo>
                <a:lnTo>
                  <a:pt x="2432329" y="854532"/>
                </a:lnTo>
                <a:lnTo>
                  <a:pt x="2431211" y="855002"/>
                </a:lnTo>
                <a:lnTo>
                  <a:pt x="2429345" y="856856"/>
                </a:lnTo>
                <a:lnTo>
                  <a:pt x="2428875" y="857986"/>
                </a:lnTo>
                <a:lnTo>
                  <a:pt x="2428875" y="860615"/>
                </a:lnTo>
                <a:lnTo>
                  <a:pt x="2429345" y="861733"/>
                </a:lnTo>
                <a:lnTo>
                  <a:pt x="2431211" y="863600"/>
                </a:lnTo>
                <a:lnTo>
                  <a:pt x="2432329" y="864057"/>
                </a:lnTo>
                <a:lnTo>
                  <a:pt x="2434958" y="864057"/>
                </a:lnTo>
                <a:lnTo>
                  <a:pt x="2436076" y="863600"/>
                </a:lnTo>
                <a:lnTo>
                  <a:pt x="2437942" y="861733"/>
                </a:lnTo>
                <a:lnTo>
                  <a:pt x="2438400" y="860615"/>
                </a:lnTo>
                <a:lnTo>
                  <a:pt x="2438400" y="857986"/>
                </a:lnTo>
                <a:close/>
              </a:path>
              <a:path w="9867900" h="3000375">
                <a:moveTo>
                  <a:pt x="2438400" y="430720"/>
                </a:moveTo>
                <a:lnTo>
                  <a:pt x="2437942" y="429590"/>
                </a:lnTo>
                <a:lnTo>
                  <a:pt x="2436076" y="427736"/>
                </a:lnTo>
                <a:lnTo>
                  <a:pt x="2434958" y="427266"/>
                </a:lnTo>
                <a:lnTo>
                  <a:pt x="2432329" y="427266"/>
                </a:lnTo>
                <a:lnTo>
                  <a:pt x="2431211" y="427736"/>
                </a:lnTo>
                <a:lnTo>
                  <a:pt x="2429345" y="429590"/>
                </a:lnTo>
                <a:lnTo>
                  <a:pt x="2428875" y="430720"/>
                </a:lnTo>
                <a:lnTo>
                  <a:pt x="2428875" y="433349"/>
                </a:lnTo>
                <a:lnTo>
                  <a:pt x="2429345" y="434467"/>
                </a:lnTo>
                <a:lnTo>
                  <a:pt x="2431211" y="436333"/>
                </a:lnTo>
                <a:lnTo>
                  <a:pt x="2432329" y="436791"/>
                </a:lnTo>
                <a:lnTo>
                  <a:pt x="2434958" y="436791"/>
                </a:lnTo>
                <a:lnTo>
                  <a:pt x="2436076" y="436333"/>
                </a:lnTo>
                <a:lnTo>
                  <a:pt x="2437942" y="434467"/>
                </a:lnTo>
                <a:lnTo>
                  <a:pt x="2438400" y="433349"/>
                </a:lnTo>
                <a:lnTo>
                  <a:pt x="2438400" y="430720"/>
                </a:lnTo>
                <a:close/>
              </a:path>
              <a:path w="9867900" h="300037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9867900" h="3000375">
                <a:moveTo>
                  <a:pt x="2486025" y="2994304"/>
                </a:moveTo>
                <a:lnTo>
                  <a:pt x="2485567" y="2993186"/>
                </a:lnTo>
                <a:lnTo>
                  <a:pt x="2483701" y="2991320"/>
                </a:lnTo>
                <a:lnTo>
                  <a:pt x="2482583" y="2990850"/>
                </a:lnTo>
                <a:lnTo>
                  <a:pt x="2479954" y="2990850"/>
                </a:lnTo>
                <a:lnTo>
                  <a:pt x="2478836" y="2991320"/>
                </a:lnTo>
                <a:lnTo>
                  <a:pt x="2476970" y="2993186"/>
                </a:lnTo>
                <a:lnTo>
                  <a:pt x="2476500" y="2994304"/>
                </a:lnTo>
                <a:lnTo>
                  <a:pt x="2476500" y="2996933"/>
                </a:lnTo>
                <a:lnTo>
                  <a:pt x="2476970" y="2998051"/>
                </a:lnTo>
                <a:lnTo>
                  <a:pt x="2478836" y="2999917"/>
                </a:lnTo>
                <a:lnTo>
                  <a:pt x="2479954" y="3000375"/>
                </a:lnTo>
                <a:lnTo>
                  <a:pt x="2482583" y="3000375"/>
                </a:lnTo>
                <a:lnTo>
                  <a:pt x="2483701" y="2999917"/>
                </a:lnTo>
                <a:lnTo>
                  <a:pt x="2485567" y="2998051"/>
                </a:lnTo>
                <a:lnTo>
                  <a:pt x="2486025" y="2996933"/>
                </a:lnTo>
                <a:lnTo>
                  <a:pt x="2486025" y="2994304"/>
                </a:lnTo>
                <a:close/>
              </a:path>
              <a:path w="9867900" h="3000375">
                <a:moveTo>
                  <a:pt x="2486025" y="2567038"/>
                </a:moveTo>
                <a:lnTo>
                  <a:pt x="2485567" y="2565920"/>
                </a:lnTo>
                <a:lnTo>
                  <a:pt x="2483701" y="2564053"/>
                </a:lnTo>
                <a:lnTo>
                  <a:pt x="2482583" y="2563596"/>
                </a:lnTo>
                <a:lnTo>
                  <a:pt x="2479954" y="2563596"/>
                </a:lnTo>
                <a:lnTo>
                  <a:pt x="2478836" y="2564053"/>
                </a:lnTo>
                <a:lnTo>
                  <a:pt x="2476970" y="2565920"/>
                </a:lnTo>
                <a:lnTo>
                  <a:pt x="2476500" y="2567038"/>
                </a:lnTo>
                <a:lnTo>
                  <a:pt x="2476500" y="2569667"/>
                </a:lnTo>
                <a:lnTo>
                  <a:pt x="2476970" y="2570797"/>
                </a:lnTo>
                <a:lnTo>
                  <a:pt x="2478836" y="2572651"/>
                </a:lnTo>
                <a:lnTo>
                  <a:pt x="2479954" y="2573121"/>
                </a:lnTo>
                <a:lnTo>
                  <a:pt x="2482583" y="2573121"/>
                </a:lnTo>
                <a:lnTo>
                  <a:pt x="2483701" y="2572651"/>
                </a:lnTo>
                <a:lnTo>
                  <a:pt x="2485567" y="2570797"/>
                </a:lnTo>
                <a:lnTo>
                  <a:pt x="2486025" y="2569667"/>
                </a:lnTo>
                <a:lnTo>
                  <a:pt x="2486025" y="2567038"/>
                </a:lnTo>
                <a:close/>
              </a:path>
              <a:path w="9867900" h="3000375">
                <a:moveTo>
                  <a:pt x="2486025" y="2139772"/>
                </a:moveTo>
                <a:lnTo>
                  <a:pt x="2485567" y="2138654"/>
                </a:lnTo>
                <a:lnTo>
                  <a:pt x="2483701" y="2136787"/>
                </a:lnTo>
                <a:lnTo>
                  <a:pt x="2482583" y="2136330"/>
                </a:lnTo>
                <a:lnTo>
                  <a:pt x="2479954" y="2136330"/>
                </a:lnTo>
                <a:lnTo>
                  <a:pt x="2478836" y="2136787"/>
                </a:lnTo>
                <a:lnTo>
                  <a:pt x="2476970" y="2138654"/>
                </a:lnTo>
                <a:lnTo>
                  <a:pt x="2476500" y="2139772"/>
                </a:lnTo>
                <a:lnTo>
                  <a:pt x="2476500" y="2142401"/>
                </a:lnTo>
                <a:lnTo>
                  <a:pt x="2476970" y="2143531"/>
                </a:lnTo>
                <a:lnTo>
                  <a:pt x="2478836" y="2145385"/>
                </a:lnTo>
                <a:lnTo>
                  <a:pt x="2479954" y="2145855"/>
                </a:lnTo>
                <a:lnTo>
                  <a:pt x="2482583" y="2145855"/>
                </a:lnTo>
                <a:lnTo>
                  <a:pt x="2483701" y="2145385"/>
                </a:lnTo>
                <a:lnTo>
                  <a:pt x="2485567" y="2143531"/>
                </a:lnTo>
                <a:lnTo>
                  <a:pt x="2486025" y="2142401"/>
                </a:lnTo>
                <a:lnTo>
                  <a:pt x="2486025" y="2139772"/>
                </a:lnTo>
                <a:close/>
              </a:path>
              <a:path w="9867900" h="3000375">
                <a:moveTo>
                  <a:pt x="2486025" y="1712506"/>
                </a:moveTo>
                <a:lnTo>
                  <a:pt x="2485567" y="1711388"/>
                </a:lnTo>
                <a:lnTo>
                  <a:pt x="2483701" y="1709534"/>
                </a:lnTo>
                <a:lnTo>
                  <a:pt x="2482583" y="1709064"/>
                </a:lnTo>
                <a:lnTo>
                  <a:pt x="2479954" y="1709064"/>
                </a:lnTo>
                <a:lnTo>
                  <a:pt x="2478836" y="1709534"/>
                </a:lnTo>
                <a:lnTo>
                  <a:pt x="2476970" y="1711388"/>
                </a:lnTo>
                <a:lnTo>
                  <a:pt x="2476500" y="1712506"/>
                </a:lnTo>
                <a:lnTo>
                  <a:pt x="2476500" y="1715135"/>
                </a:lnTo>
                <a:lnTo>
                  <a:pt x="2476970" y="1716265"/>
                </a:lnTo>
                <a:lnTo>
                  <a:pt x="2478836" y="1718119"/>
                </a:lnTo>
                <a:lnTo>
                  <a:pt x="2479954" y="1718589"/>
                </a:lnTo>
                <a:lnTo>
                  <a:pt x="2482583" y="1718589"/>
                </a:lnTo>
                <a:lnTo>
                  <a:pt x="2483701" y="1718119"/>
                </a:lnTo>
                <a:lnTo>
                  <a:pt x="2485567" y="1716265"/>
                </a:lnTo>
                <a:lnTo>
                  <a:pt x="2486025" y="1715135"/>
                </a:lnTo>
                <a:lnTo>
                  <a:pt x="2486025" y="1712506"/>
                </a:lnTo>
                <a:close/>
              </a:path>
              <a:path w="9867900" h="3000375">
                <a:moveTo>
                  <a:pt x="2486025" y="1285252"/>
                </a:moveTo>
                <a:lnTo>
                  <a:pt x="2485567" y="1284122"/>
                </a:lnTo>
                <a:lnTo>
                  <a:pt x="2483701" y="1282268"/>
                </a:lnTo>
                <a:lnTo>
                  <a:pt x="2482583" y="1281798"/>
                </a:lnTo>
                <a:lnTo>
                  <a:pt x="2479954" y="1281798"/>
                </a:lnTo>
                <a:lnTo>
                  <a:pt x="2478836" y="1282268"/>
                </a:lnTo>
                <a:lnTo>
                  <a:pt x="2476970" y="1284122"/>
                </a:lnTo>
                <a:lnTo>
                  <a:pt x="2476500" y="1285252"/>
                </a:lnTo>
                <a:lnTo>
                  <a:pt x="2476500" y="1287881"/>
                </a:lnTo>
                <a:lnTo>
                  <a:pt x="2476970" y="1288999"/>
                </a:lnTo>
                <a:lnTo>
                  <a:pt x="2478836" y="1290853"/>
                </a:lnTo>
                <a:lnTo>
                  <a:pt x="2479954" y="1291323"/>
                </a:lnTo>
                <a:lnTo>
                  <a:pt x="2482583" y="1291323"/>
                </a:lnTo>
                <a:lnTo>
                  <a:pt x="2483701" y="1290853"/>
                </a:lnTo>
                <a:lnTo>
                  <a:pt x="2485567" y="1288999"/>
                </a:lnTo>
                <a:lnTo>
                  <a:pt x="2486025" y="1287881"/>
                </a:lnTo>
                <a:lnTo>
                  <a:pt x="2486025" y="1285252"/>
                </a:lnTo>
                <a:close/>
              </a:path>
              <a:path w="9867900" h="3000375">
                <a:moveTo>
                  <a:pt x="2486025" y="857986"/>
                </a:moveTo>
                <a:lnTo>
                  <a:pt x="2485567" y="856856"/>
                </a:lnTo>
                <a:lnTo>
                  <a:pt x="2483701" y="855002"/>
                </a:lnTo>
                <a:lnTo>
                  <a:pt x="2482583" y="854532"/>
                </a:lnTo>
                <a:lnTo>
                  <a:pt x="2479954" y="854532"/>
                </a:lnTo>
                <a:lnTo>
                  <a:pt x="2478836" y="855002"/>
                </a:lnTo>
                <a:lnTo>
                  <a:pt x="2476970" y="856856"/>
                </a:lnTo>
                <a:lnTo>
                  <a:pt x="2476500" y="857986"/>
                </a:lnTo>
                <a:lnTo>
                  <a:pt x="2476500" y="860615"/>
                </a:lnTo>
                <a:lnTo>
                  <a:pt x="2476970" y="861733"/>
                </a:lnTo>
                <a:lnTo>
                  <a:pt x="2478836" y="863600"/>
                </a:lnTo>
                <a:lnTo>
                  <a:pt x="2479954" y="864057"/>
                </a:lnTo>
                <a:lnTo>
                  <a:pt x="2482583" y="864057"/>
                </a:lnTo>
                <a:lnTo>
                  <a:pt x="2483701" y="863600"/>
                </a:lnTo>
                <a:lnTo>
                  <a:pt x="2485567" y="861733"/>
                </a:lnTo>
                <a:lnTo>
                  <a:pt x="2486025" y="860615"/>
                </a:lnTo>
                <a:lnTo>
                  <a:pt x="2486025" y="857986"/>
                </a:lnTo>
                <a:close/>
              </a:path>
              <a:path w="9867900" h="3000375">
                <a:moveTo>
                  <a:pt x="2486025" y="430720"/>
                </a:moveTo>
                <a:lnTo>
                  <a:pt x="2485567" y="429590"/>
                </a:lnTo>
                <a:lnTo>
                  <a:pt x="2483701" y="427736"/>
                </a:lnTo>
                <a:lnTo>
                  <a:pt x="2482583" y="427266"/>
                </a:lnTo>
                <a:lnTo>
                  <a:pt x="2479954" y="427266"/>
                </a:lnTo>
                <a:lnTo>
                  <a:pt x="2478836" y="427736"/>
                </a:lnTo>
                <a:lnTo>
                  <a:pt x="2476970" y="429590"/>
                </a:lnTo>
                <a:lnTo>
                  <a:pt x="2476500" y="430720"/>
                </a:lnTo>
                <a:lnTo>
                  <a:pt x="2476500" y="433349"/>
                </a:lnTo>
                <a:lnTo>
                  <a:pt x="2476970" y="434467"/>
                </a:lnTo>
                <a:lnTo>
                  <a:pt x="2478836" y="436333"/>
                </a:lnTo>
                <a:lnTo>
                  <a:pt x="2479954" y="436791"/>
                </a:lnTo>
                <a:lnTo>
                  <a:pt x="2482583" y="436791"/>
                </a:lnTo>
                <a:lnTo>
                  <a:pt x="2483701" y="436333"/>
                </a:lnTo>
                <a:lnTo>
                  <a:pt x="2485567" y="434467"/>
                </a:lnTo>
                <a:lnTo>
                  <a:pt x="2486025" y="433349"/>
                </a:lnTo>
                <a:lnTo>
                  <a:pt x="2486025" y="430720"/>
                </a:lnTo>
                <a:close/>
              </a:path>
              <a:path w="9867900" h="300037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9867900" h="3000375">
                <a:moveTo>
                  <a:pt x="2533650" y="2994304"/>
                </a:moveTo>
                <a:lnTo>
                  <a:pt x="2533192" y="2993186"/>
                </a:lnTo>
                <a:lnTo>
                  <a:pt x="2531326" y="2991320"/>
                </a:lnTo>
                <a:lnTo>
                  <a:pt x="2530208" y="2990850"/>
                </a:lnTo>
                <a:lnTo>
                  <a:pt x="2527579" y="2990850"/>
                </a:lnTo>
                <a:lnTo>
                  <a:pt x="2526461" y="2991320"/>
                </a:lnTo>
                <a:lnTo>
                  <a:pt x="2524595" y="2993186"/>
                </a:lnTo>
                <a:lnTo>
                  <a:pt x="2524125" y="2994304"/>
                </a:lnTo>
                <a:lnTo>
                  <a:pt x="2524125" y="2996933"/>
                </a:lnTo>
                <a:lnTo>
                  <a:pt x="2524595" y="2998051"/>
                </a:lnTo>
                <a:lnTo>
                  <a:pt x="2526461" y="2999917"/>
                </a:lnTo>
                <a:lnTo>
                  <a:pt x="2527579" y="3000375"/>
                </a:lnTo>
                <a:lnTo>
                  <a:pt x="2530208" y="3000375"/>
                </a:lnTo>
                <a:lnTo>
                  <a:pt x="2531326" y="2999917"/>
                </a:lnTo>
                <a:lnTo>
                  <a:pt x="2533192" y="2998051"/>
                </a:lnTo>
                <a:lnTo>
                  <a:pt x="2533650" y="2996933"/>
                </a:lnTo>
                <a:lnTo>
                  <a:pt x="2533650" y="2994304"/>
                </a:lnTo>
                <a:close/>
              </a:path>
              <a:path w="9867900" h="3000375">
                <a:moveTo>
                  <a:pt x="2533650" y="2567038"/>
                </a:moveTo>
                <a:lnTo>
                  <a:pt x="2533192" y="2565920"/>
                </a:lnTo>
                <a:lnTo>
                  <a:pt x="2531326" y="2564053"/>
                </a:lnTo>
                <a:lnTo>
                  <a:pt x="2530208" y="2563596"/>
                </a:lnTo>
                <a:lnTo>
                  <a:pt x="2527579" y="2563596"/>
                </a:lnTo>
                <a:lnTo>
                  <a:pt x="2526461" y="2564053"/>
                </a:lnTo>
                <a:lnTo>
                  <a:pt x="2524595" y="2565920"/>
                </a:lnTo>
                <a:lnTo>
                  <a:pt x="2524125" y="2567038"/>
                </a:lnTo>
                <a:lnTo>
                  <a:pt x="2524125" y="2569667"/>
                </a:lnTo>
                <a:lnTo>
                  <a:pt x="2524595" y="2570797"/>
                </a:lnTo>
                <a:lnTo>
                  <a:pt x="2526461" y="2572651"/>
                </a:lnTo>
                <a:lnTo>
                  <a:pt x="2527579" y="2573121"/>
                </a:lnTo>
                <a:lnTo>
                  <a:pt x="2530208" y="2573121"/>
                </a:lnTo>
                <a:lnTo>
                  <a:pt x="2531326" y="2572651"/>
                </a:lnTo>
                <a:lnTo>
                  <a:pt x="2533192" y="2570797"/>
                </a:lnTo>
                <a:lnTo>
                  <a:pt x="2533650" y="2569667"/>
                </a:lnTo>
                <a:lnTo>
                  <a:pt x="2533650" y="2567038"/>
                </a:lnTo>
                <a:close/>
              </a:path>
              <a:path w="9867900" h="3000375">
                <a:moveTo>
                  <a:pt x="2533650" y="2139772"/>
                </a:moveTo>
                <a:lnTo>
                  <a:pt x="2533192" y="2138654"/>
                </a:lnTo>
                <a:lnTo>
                  <a:pt x="2531326" y="2136787"/>
                </a:lnTo>
                <a:lnTo>
                  <a:pt x="2530208" y="2136330"/>
                </a:lnTo>
                <a:lnTo>
                  <a:pt x="2527579" y="2136330"/>
                </a:lnTo>
                <a:lnTo>
                  <a:pt x="2526461" y="2136787"/>
                </a:lnTo>
                <a:lnTo>
                  <a:pt x="2524595" y="2138654"/>
                </a:lnTo>
                <a:lnTo>
                  <a:pt x="2524125" y="2139772"/>
                </a:lnTo>
                <a:lnTo>
                  <a:pt x="2524125" y="2142401"/>
                </a:lnTo>
                <a:lnTo>
                  <a:pt x="2524595" y="2143531"/>
                </a:lnTo>
                <a:lnTo>
                  <a:pt x="2526461" y="2145385"/>
                </a:lnTo>
                <a:lnTo>
                  <a:pt x="2527579" y="2145855"/>
                </a:lnTo>
                <a:lnTo>
                  <a:pt x="2530208" y="2145855"/>
                </a:lnTo>
                <a:lnTo>
                  <a:pt x="2531326" y="2145385"/>
                </a:lnTo>
                <a:lnTo>
                  <a:pt x="2533192" y="2143531"/>
                </a:lnTo>
                <a:lnTo>
                  <a:pt x="2533650" y="2142401"/>
                </a:lnTo>
                <a:lnTo>
                  <a:pt x="2533650" y="2139772"/>
                </a:lnTo>
                <a:close/>
              </a:path>
              <a:path w="9867900" h="3000375">
                <a:moveTo>
                  <a:pt x="2533650" y="1712506"/>
                </a:moveTo>
                <a:lnTo>
                  <a:pt x="2533192" y="1711388"/>
                </a:lnTo>
                <a:lnTo>
                  <a:pt x="2531326" y="1709534"/>
                </a:lnTo>
                <a:lnTo>
                  <a:pt x="2530208" y="1709064"/>
                </a:lnTo>
                <a:lnTo>
                  <a:pt x="2527579" y="1709064"/>
                </a:lnTo>
                <a:lnTo>
                  <a:pt x="2526461" y="1709534"/>
                </a:lnTo>
                <a:lnTo>
                  <a:pt x="2524595" y="1711388"/>
                </a:lnTo>
                <a:lnTo>
                  <a:pt x="2524125" y="1712506"/>
                </a:lnTo>
                <a:lnTo>
                  <a:pt x="2524125" y="1715135"/>
                </a:lnTo>
                <a:lnTo>
                  <a:pt x="2524595" y="1716265"/>
                </a:lnTo>
                <a:lnTo>
                  <a:pt x="2526461" y="1718119"/>
                </a:lnTo>
                <a:lnTo>
                  <a:pt x="2527579" y="1718589"/>
                </a:lnTo>
                <a:lnTo>
                  <a:pt x="2530208" y="1718589"/>
                </a:lnTo>
                <a:lnTo>
                  <a:pt x="2531326" y="1718119"/>
                </a:lnTo>
                <a:lnTo>
                  <a:pt x="2533192" y="1716265"/>
                </a:lnTo>
                <a:lnTo>
                  <a:pt x="2533650" y="1715135"/>
                </a:lnTo>
                <a:lnTo>
                  <a:pt x="2533650" y="1712506"/>
                </a:lnTo>
                <a:close/>
              </a:path>
              <a:path w="9867900" h="3000375">
                <a:moveTo>
                  <a:pt x="2533650" y="1285252"/>
                </a:moveTo>
                <a:lnTo>
                  <a:pt x="2533192" y="1284122"/>
                </a:lnTo>
                <a:lnTo>
                  <a:pt x="2531326" y="1282268"/>
                </a:lnTo>
                <a:lnTo>
                  <a:pt x="2530208" y="1281798"/>
                </a:lnTo>
                <a:lnTo>
                  <a:pt x="2527579" y="1281798"/>
                </a:lnTo>
                <a:lnTo>
                  <a:pt x="2526461" y="1282268"/>
                </a:lnTo>
                <a:lnTo>
                  <a:pt x="2524595" y="1284122"/>
                </a:lnTo>
                <a:lnTo>
                  <a:pt x="2524125" y="1285252"/>
                </a:lnTo>
                <a:lnTo>
                  <a:pt x="2524125" y="1287881"/>
                </a:lnTo>
                <a:lnTo>
                  <a:pt x="2524595" y="1288999"/>
                </a:lnTo>
                <a:lnTo>
                  <a:pt x="2526461" y="1290853"/>
                </a:lnTo>
                <a:lnTo>
                  <a:pt x="2527579" y="1291323"/>
                </a:lnTo>
                <a:lnTo>
                  <a:pt x="2530208" y="1291323"/>
                </a:lnTo>
                <a:lnTo>
                  <a:pt x="2531326" y="1290853"/>
                </a:lnTo>
                <a:lnTo>
                  <a:pt x="2533192" y="1288999"/>
                </a:lnTo>
                <a:lnTo>
                  <a:pt x="2533650" y="1287881"/>
                </a:lnTo>
                <a:lnTo>
                  <a:pt x="2533650" y="1285252"/>
                </a:lnTo>
                <a:close/>
              </a:path>
              <a:path w="9867900" h="3000375">
                <a:moveTo>
                  <a:pt x="2533650" y="857986"/>
                </a:moveTo>
                <a:lnTo>
                  <a:pt x="2533192" y="856856"/>
                </a:lnTo>
                <a:lnTo>
                  <a:pt x="2531326" y="855002"/>
                </a:lnTo>
                <a:lnTo>
                  <a:pt x="2530208" y="854532"/>
                </a:lnTo>
                <a:lnTo>
                  <a:pt x="2527579" y="854532"/>
                </a:lnTo>
                <a:lnTo>
                  <a:pt x="2526461" y="855002"/>
                </a:lnTo>
                <a:lnTo>
                  <a:pt x="2524595" y="856856"/>
                </a:lnTo>
                <a:lnTo>
                  <a:pt x="2524125" y="857986"/>
                </a:lnTo>
                <a:lnTo>
                  <a:pt x="2524125" y="860615"/>
                </a:lnTo>
                <a:lnTo>
                  <a:pt x="2524595" y="861733"/>
                </a:lnTo>
                <a:lnTo>
                  <a:pt x="2526461" y="863600"/>
                </a:lnTo>
                <a:lnTo>
                  <a:pt x="2527579" y="864057"/>
                </a:lnTo>
                <a:lnTo>
                  <a:pt x="2530208" y="864057"/>
                </a:lnTo>
                <a:lnTo>
                  <a:pt x="2531326" y="863600"/>
                </a:lnTo>
                <a:lnTo>
                  <a:pt x="2533192" y="861733"/>
                </a:lnTo>
                <a:lnTo>
                  <a:pt x="2533650" y="860615"/>
                </a:lnTo>
                <a:lnTo>
                  <a:pt x="2533650" y="857986"/>
                </a:lnTo>
                <a:close/>
              </a:path>
              <a:path w="9867900" h="3000375">
                <a:moveTo>
                  <a:pt x="2533650" y="430720"/>
                </a:moveTo>
                <a:lnTo>
                  <a:pt x="2533192" y="429590"/>
                </a:lnTo>
                <a:lnTo>
                  <a:pt x="2531326" y="427736"/>
                </a:lnTo>
                <a:lnTo>
                  <a:pt x="2530208" y="427266"/>
                </a:lnTo>
                <a:lnTo>
                  <a:pt x="2527579" y="427266"/>
                </a:lnTo>
                <a:lnTo>
                  <a:pt x="2526461" y="427736"/>
                </a:lnTo>
                <a:lnTo>
                  <a:pt x="2524595" y="429590"/>
                </a:lnTo>
                <a:lnTo>
                  <a:pt x="2524125" y="430720"/>
                </a:lnTo>
                <a:lnTo>
                  <a:pt x="2524125" y="433349"/>
                </a:lnTo>
                <a:lnTo>
                  <a:pt x="2524595" y="434467"/>
                </a:lnTo>
                <a:lnTo>
                  <a:pt x="2526461" y="436333"/>
                </a:lnTo>
                <a:lnTo>
                  <a:pt x="2527579" y="436791"/>
                </a:lnTo>
                <a:lnTo>
                  <a:pt x="2530208" y="436791"/>
                </a:lnTo>
                <a:lnTo>
                  <a:pt x="2531326" y="436333"/>
                </a:lnTo>
                <a:lnTo>
                  <a:pt x="2533192" y="434467"/>
                </a:lnTo>
                <a:lnTo>
                  <a:pt x="2533650" y="433349"/>
                </a:lnTo>
                <a:lnTo>
                  <a:pt x="2533650" y="430720"/>
                </a:lnTo>
                <a:close/>
              </a:path>
              <a:path w="9867900" h="300037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9867900" h="3000375">
                <a:moveTo>
                  <a:pt x="2581275" y="2994304"/>
                </a:moveTo>
                <a:lnTo>
                  <a:pt x="2580817" y="2993186"/>
                </a:lnTo>
                <a:lnTo>
                  <a:pt x="2578951" y="2991320"/>
                </a:lnTo>
                <a:lnTo>
                  <a:pt x="2577833" y="2990850"/>
                </a:lnTo>
                <a:lnTo>
                  <a:pt x="2575204" y="2990850"/>
                </a:lnTo>
                <a:lnTo>
                  <a:pt x="2574086" y="2991320"/>
                </a:lnTo>
                <a:lnTo>
                  <a:pt x="2572220" y="2993186"/>
                </a:lnTo>
                <a:lnTo>
                  <a:pt x="2571750" y="2994304"/>
                </a:lnTo>
                <a:lnTo>
                  <a:pt x="2571750" y="2996933"/>
                </a:lnTo>
                <a:lnTo>
                  <a:pt x="2572220" y="2998051"/>
                </a:lnTo>
                <a:lnTo>
                  <a:pt x="2574086" y="2999917"/>
                </a:lnTo>
                <a:lnTo>
                  <a:pt x="2575204" y="3000375"/>
                </a:lnTo>
                <a:lnTo>
                  <a:pt x="2577833" y="3000375"/>
                </a:lnTo>
                <a:lnTo>
                  <a:pt x="2578951" y="2999917"/>
                </a:lnTo>
                <a:lnTo>
                  <a:pt x="2580817" y="2998051"/>
                </a:lnTo>
                <a:lnTo>
                  <a:pt x="2581275" y="2996933"/>
                </a:lnTo>
                <a:lnTo>
                  <a:pt x="2581275" y="2994304"/>
                </a:lnTo>
                <a:close/>
              </a:path>
              <a:path w="9867900" h="3000375">
                <a:moveTo>
                  <a:pt x="2581275" y="2567038"/>
                </a:moveTo>
                <a:lnTo>
                  <a:pt x="2580817" y="2565920"/>
                </a:lnTo>
                <a:lnTo>
                  <a:pt x="2578951" y="2564053"/>
                </a:lnTo>
                <a:lnTo>
                  <a:pt x="2577833" y="2563596"/>
                </a:lnTo>
                <a:lnTo>
                  <a:pt x="2575204" y="2563596"/>
                </a:lnTo>
                <a:lnTo>
                  <a:pt x="2574086" y="2564053"/>
                </a:lnTo>
                <a:lnTo>
                  <a:pt x="2572220" y="2565920"/>
                </a:lnTo>
                <a:lnTo>
                  <a:pt x="2571750" y="2567038"/>
                </a:lnTo>
                <a:lnTo>
                  <a:pt x="2571750" y="2569667"/>
                </a:lnTo>
                <a:lnTo>
                  <a:pt x="2572220" y="2570797"/>
                </a:lnTo>
                <a:lnTo>
                  <a:pt x="2574086" y="2572651"/>
                </a:lnTo>
                <a:lnTo>
                  <a:pt x="2575204" y="2573121"/>
                </a:lnTo>
                <a:lnTo>
                  <a:pt x="2577833" y="2573121"/>
                </a:lnTo>
                <a:lnTo>
                  <a:pt x="2578951" y="2572651"/>
                </a:lnTo>
                <a:lnTo>
                  <a:pt x="2580817" y="2570797"/>
                </a:lnTo>
                <a:lnTo>
                  <a:pt x="2581275" y="2569667"/>
                </a:lnTo>
                <a:lnTo>
                  <a:pt x="2581275" y="2567038"/>
                </a:lnTo>
                <a:close/>
              </a:path>
              <a:path w="9867900" h="3000375">
                <a:moveTo>
                  <a:pt x="2581275" y="2139772"/>
                </a:moveTo>
                <a:lnTo>
                  <a:pt x="2580817" y="2138654"/>
                </a:lnTo>
                <a:lnTo>
                  <a:pt x="2578951" y="2136787"/>
                </a:lnTo>
                <a:lnTo>
                  <a:pt x="2577833" y="2136330"/>
                </a:lnTo>
                <a:lnTo>
                  <a:pt x="2575204" y="2136330"/>
                </a:lnTo>
                <a:lnTo>
                  <a:pt x="2574086" y="2136787"/>
                </a:lnTo>
                <a:lnTo>
                  <a:pt x="2572220" y="2138654"/>
                </a:lnTo>
                <a:lnTo>
                  <a:pt x="2571750" y="2139772"/>
                </a:lnTo>
                <a:lnTo>
                  <a:pt x="2571750" y="2142401"/>
                </a:lnTo>
                <a:lnTo>
                  <a:pt x="2572220" y="2143531"/>
                </a:lnTo>
                <a:lnTo>
                  <a:pt x="2574086" y="2145385"/>
                </a:lnTo>
                <a:lnTo>
                  <a:pt x="2575204" y="2145855"/>
                </a:lnTo>
                <a:lnTo>
                  <a:pt x="2577833" y="2145855"/>
                </a:lnTo>
                <a:lnTo>
                  <a:pt x="2578951" y="2145385"/>
                </a:lnTo>
                <a:lnTo>
                  <a:pt x="2580817" y="2143531"/>
                </a:lnTo>
                <a:lnTo>
                  <a:pt x="2581275" y="2142401"/>
                </a:lnTo>
                <a:lnTo>
                  <a:pt x="2581275" y="2139772"/>
                </a:lnTo>
                <a:close/>
              </a:path>
              <a:path w="9867900" h="3000375">
                <a:moveTo>
                  <a:pt x="2581275" y="1712506"/>
                </a:moveTo>
                <a:lnTo>
                  <a:pt x="2580817" y="1711388"/>
                </a:lnTo>
                <a:lnTo>
                  <a:pt x="2578951" y="1709534"/>
                </a:lnTo>
                <a:lnTo>
                  <a:pt x="2577833" y="1709064"/>
                </a:lnTo>
                <a:lnTo>
                  <a:pt x="2575204" y="1709064"/>
                </a:lnTo>
                <a:lnTo>
                  <a:pt x="2574086" y="1709534"/>
                </a:lnTo>
                <a:lnTo>
                  <a:pt x="2572220" y="1711388"/>
                </a:lnTo>
                <a:lnTo>
                  <a:pt x="2571750" y="1712506"/>
                </a:lnTo>
                <a:lnTo>
                  <a:pt x="2571750" y="1715135"/>
                </a:lnTo>
                <a:lnTo>
                  <a:pt x="2572220" y="1716265"/>
                </a:lnTo>
                <a:lnTo>
                  <a:pt x="2574086" y="1718119"/>
                </a:lnTo>
                <a:lnTo>
                  <a:pt x="2575204" y="1718589"/>
                </a:lnTo>
                <a:lnTo>
                  <a:pt x="2577833" y="1718589"/>
                </a:lnTo>
                <a:lnTo>
                  <a:pt x="2578951" y="1718119"/>
                </a:lnTo>
                <a:lnTo>
                  <a:pt x="2580817" y="1716265"/>
                </a:lnTo>
                <a:lnTo>
                  <a:pt x="2581275" y="1715135"/>
                </a:lnTo>
                <a:lnTo>
                  <a:pt x="2581275" y="1712506"/>
                </a:lnTo>
                <a:close/>
              </a:path>
              <a:path w="9867900" h="3000375">
                <a:moveTo>
                  <a:pt x="2581275" y="1285252"/>
                </a:moveTo>
                <a:lnTo>
                  <a:pt x="2580817" y="1284122"/>
                </a:lnTo>
                <a:lnTo>
                  <a:pt x="2578951" y="1282268"/>
                </a:lnTo>
                <a:lnTo>
                  <a:pt x="2577833" y="1281798"/>
                </a:lnTo>
                <a:lnTo>
                  <a:pt x="2575204" y="1281798"/>
                </a:lnTo>
                <a:lnTo>
                  <a:pt x="2574086" y="1282268"/>
                </a:lnTo>
                <a:lnTo>
                  <a:pt x="2572220" y="1284122"/>
                </a:lnTo>
                <a:lnTo>
                  <a:pt x="2571750" y="1285252"/>
                </a:lnTo>
                <a:lnTo>
                  <a:pt x="2571750" y="1287881"/>
                </a:lnTo>
                <a:lnTo>
                  <a:pt x="2572220" y="1288999"/>
                </a:lnTo>
                <a:lnTo>
                  <a:pt x="2574086" y="1290853"/>
                </a:lnTo>
                <a:lnTo>
                  <a:pt x="2575204" y="1291323"/>
                </a:lnTo>
                <a:lnTo>
                  <a:pt x="2577833" y="1291323"/>
                </a:lnTo>
                <a:lnTo>
                  <a:pt x="2578951" y="1290853"/>
                </a:lnTo>
                <a:lnTo>
                  <a:pt x="2580817" y="1288999"/>
                </a:lnTo>
                <a:lnTo>
                  <a:pt x="2581275" y="1287881"/>
                </a:lnTo>
                <a:lnTo>
                  <a:pt x="2581275" y="1285252"/>
                </a:lnTo>
                <a:close/>
              </a:path>
              <a:path w="9867900" h="3000375">
                <a:moveTo>
                  <a:pt x="2581275" y="857986"/>
                </a:moveTo>
                <a:lnTo>
                  <a:pt x="2580817" y="856856"/>
                </a:lnTo>
                <a:lnTo>
                  <a:pt x="2578951" y="855002"/>
                </a:lnTo>
                <a:lnTo>
                  <a:pt x="2577833" y="854532"/>
                </a:lnTo>
                <a:lnTo>
                  <a:pt x="2575204" y="854532"/>
                </a:lnTo>
                <a:lnTo>
                  <a:pt x="2574086" y="855002"/>
                </a:lnTo>
                <a:lnTo>
                  <a:pt x="2572220" y="856856"/>
                </a:lnTo>
                <a:lnTo>
                  <a:pt x="2571750" y="857986"/>
                </a:lnTo>
                <a:lnTo>
                  <a:pt x="2571750" y="860615"/>
                </a:lnTo>
                <a:lnTo>
                  <a:pt x="2572220" y="861733"/>
                </a:lnTo>
                <a:lnTo>
                  <a:pt x="2574086" y="863600"/>
                </a:lnTo>
                <a:lnTo>
                  <a:pt x="2575204" y="864057"/>
                </a:lnTo>
                <a:lnTo>
                  <a:pt x="2577833" y="864057"/>
                </a:lnTo>
                <a:lnTo>
                  <a:pt x="2578951" y="863600"/>
                </a:lnTo>
                <a:lnTo>
                  <a:pt x="2580817" y="861733"/>
                </a:lnTo>
                <a:lnTo>
                  <a:pt x="2581275" y="860615"/>
                </a:lnTo>
                <a:lnTo>
                  <a:pt x="2581275" y="857986"/>
                </a:lnTo>
                <a:close/>
              </a:path>
              <a:path w="9867900" h="3000375">
                <a:moveTo>
                  <a:pt x="2581275" y="430720"/>
                </a:moveTo>
                <a:lnTo>
                  <a:pt x="2580817" y="429590"/>
                </a:lnTo>
                <a:lnTo>
                  <a:pt x="2578951" y="427736"/>
                </a:lnTo>
                <a:lnTo>
                  <a:pt x="2577833" y="427266"/>
                </a:lnTo>
                <a:lnTo>
                  <a:pt x="2575204" y="427266"/>
                </a:lnTo>
                <a:lnTo>
                  <a:pt x="2574086" y="427736"/>
                </a:lnTo>
                <a:lnTo>
                  <a:pt x="2572220" y="429590"/>
                </a:lnTo>
                <a:lnTo>
                  <a:pt x="2571750" y="430720"/>
                </a:lnTo>
                <a:lnTo>
                  <a:pt x="2571750" y="433349"/>
                </a:lnTo>
                <a:lnTo>
                  <a:pt x="2572220" y="434467"/>
                </a:lnTo>
                <a:lnTo>
                  <a:pt x="2574086" y="436333"/>
                </a:lnTo>
                <a:lnTo>
                  <a:pt x="2575204" y="436791"/>
                </a:lnTo>
                <a:lnTo>
                  <a:pt x="2577833" y="436791"/>
                </a:lnTo>
                <a:lnTo>
                  <a:pt x="2578951" y="436333"/>
                </a:lnTo>
                <a:lnTo>
                  <a:pt x="2580817" y="434467"/>
                </a:lnTo>
                <a:lnTo>
                  <a:pt x="2581275" y="433349"/>
                </a:lnTo>
                <a:lnTo>
                  <a:pt x="2581275" y="430720"/>
                </a:lnTo>
                <a:close/>
              </a:path>
              <a:path w="9867900" h="300037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9867900" h="3000375">
                <a:moveTo>
                  <a:pt x="2628900" y="2994304"/>
                </a:moveTo>
                <a:lnTo>
                  <a:pt x="2628442" y="2993186"/>
                </a:lnTo>
                <a:lnTo>
                  <a:pt x="2626576" y="2991320"/>
                </a:lnTo>
                <a:lnTo>
                  <a:pt x="2625458" y="2990850"/>
                </a:lnTo>
                <a:lnTo>
                  <a:pt x="2622829" y="2990850"/>
                </a:lnTo>
                <a:lnTo>
                  <a:pt x="2621711" y="2991320"/>
                </a:lnTo>
                <a:lnTo>
                  <a:pt x="2619845" y="2993186"/>
                </a:lnTo>
                <a:lnTo>
                  <a:pt x="2619375" y="2994304"/>
                </a:lnTo>
                <a:lnTo>
                  <a:pt x="2619375" y="2996933"/>
                </a:lnTo>
                <a:lnTo>
                  <a:pt x="2619845" y="2998051"/>
                </a:lnTo>
                <a:lnTo>
                  <a:pt x="2621711" y="2999917"/>
                </a:lnTo>
                <a:lnTo>
                  <a:pt x="2622829" y="3000375"/>
                </a:lnTo>
                <a:lnTo>
                  <a:pt x="2625458" y="3000375"/>
                </a:lnTo>
                <a:lnTo>
                  <a:pt x="2626576" y="2999917"/>
                </a:lnTo>
                <a:lnTo>
                  <a:pt x="2628442" y="2998051"/>
                </a:lnTo>
                <a:lnTo>
                  <a:pt x="2628900" y="2996933"/>
                </a:lnTo>
                <a:lnTo>
                  <a:pt x="2628900" y="2994304"/>
                </a:lnTo>
                <a:close/>
              </a:path>
              <a:path w="9867900" h="3000375">
                <a:moveTo>
                  <a:pt x="2628900" y="2567038"/>
                </a:moveTo>
                <a:lnTo>
                  <a:pt x="2628442" y="2565920"/>
                </a:lnTo>
                <a:lnTo>
                  <a:pt x="2626576" y="2564053"/>
                </a:lnTo>
                <a:lnTo>
                  <a:pt x="2625458" y="2563596"/>
                </a:lnTo>
                <a:lnTo>
                  <a:pt x="2622829" y="2563596"/>
                </a:lnTo>
                <a:lnTo>
                  <a:pt x="2621711" y="2564053"/>
                </a:lnTo>
                <a:lnTo>
                  <a:pt x="2619845" y="2565920"/>
                </a:lnTo>
                <a:lnTo>
                  <a:pt x="2619375" y="2567038"/>
                </a:lnTo>
                <a:lnTo>
                  <a:pt x="2619375" y="2569667"/>
                </a:lnTo>
                <a:lnTo>
                  <a:pt x="2619845" y="2570797"/>
                </a:lnTo>
                <a:lnTo>
                  <a:pt x="2621711" y="2572651"/>
                </a:lnTo>
                <a:lnTo>
                  <a:pt x="2622829" y="2573121"/>
                </a:lnTo>
                <a:lnTo>
                  <a:pt x="2625458" y="2573121"/>
                </a:lnTo>
                <a:lnTo>
                  <a:pt x="2626576" y="2572651"/>
                </a:lnTo>
                <a:lnTo>
                  <a:pt x="2628442" y="2570797"/>
                </a:lnTo>
                <a:lnTo>
                  <a:pt x="2628900" y="2569667"/>
                </a:lnTo>
                <a:lnTo>
                  <a:pt x="2628900" y="2567038"/>
                </a:lnTo>
                <a:close/>
              </a:path>
              <a:path w="9867900" h="3000375">
                <a:moveTo>
                  <a:pt x="2628900" y="2139772"/>
                </a:moveTo>
                <a:lnTo>
                  <a:pt x="2628442" y="2138654"/>
                </a:lnTo>
                <a:lnTo>
                  <a:pt x="2626576" y="2136787"/>
                </a:lnTo>
                <a:lnTo>
                  <a:pt x="2625458" y="2136330"/>
                </a:lnTo>
                <a:lnTo>
                  <a:pt x="2622829" y="2136330"/>
                </a:lnTo>
                <a:lnTo>
                  <a:pt x="2621711" y="2136787"/>
                </a:lnTo>
                <a:lnTo>
                  <a:pt x="2619845" y="2138654"/>
                </a:lnTo>
                <a:lnTo>
                  <a:pt x="2619375" y="2139772"/>
                </a:lnTo>
                <a:lnTo>
                  <a:pt x="2619375" y="2142401"/>
                </a:lnTo>
                <a:lnTo>
                  <a:pt x="2619845" y="2143531"/>
                </a:lnTo>
                <a:lnTo>
                  <a:pt x="2621711" y="2145385"/>
                </a:lnTo>
                <a:lnTo>
                  <a:pt x="2622829" y="2145855"/>
                </a:lnTo>
                <a:lnTo>
                  <a:pt x="2625458" y="2145855"/>
                </a:lnTo>
                <a:lnTo>
                  <a:pt x="2626576" y="2145385"/>
                </a:lnTo>
                <a:lnTo>
                  <a:pt x="2628442" y="2143531"/>
                </a:lnTo>
                <a:lnTo>
                  <a:pt x="2628900" y="2142401"/>
                </a:lnTo>
                <a:lnTo>
                  <a:pt x="2628900" y="2139772"/>
                </a:lnTo>
                <a:close/>
              </a:path>
              <a:path w="9867900" h="3000375">
                <a:moveTo>
                  <a:pt x="2628900" y="1712506"/>
                </a:moveTo>
                <a:lnTo>
                  <a:pt x="2628442" y="1711388"/>
                </a:lnTo>
                <a:lnTo>
                  <a:pt x="2626576" y="1709534"/>
                </a:lnTo>
                <a:lnTo>
                  <a:pt x="2625458" y="1709064"/>
                </a:lnTo>
                <a:lnTo>
                  <a:pt x="2622829" y="1709064"/>
                </a:lnTo>
                <a:lnTo>
                  <a:pt x="2621711" y="1709534"/>
                </a:lnTo>
                <a:lnTo>
                  <a:pt x="2619845" y="1711388"/>
                </a:lnTo>
                <a:lnTo>
                  <a:pt x="2619375" y="1712506"/>
                </a:lnTo>
                <a:lnTo>
                  <a:pt x="2619375" y="1715135"/>
                </a:lnTo>
                <a:lnTo>
                  <a:pt x="2619845" y="1716265"/>
                </a:lnTo>
                <a:lnTo>
                  <a:pt x="2621711" y="1718119"/>
                </a:lnTo>
                <a:lnTo>
                  <a:pt x="2622829" y="1718589"/>
                </a:lnTo>
                <a:lnTo>
                  <a:pt x="2625458" y="1718589"/>
                </a:lnTo>
                <a:lnTo>
                  <a:pt x="2626576" y="1718119"/>
                </a:lnTo>
                <a:lnTo>
                  <a:pt x="2628442" y="1716265"/>
                </a:lnTo>
                <a:lnTo>
                  <a:pt x="2628900" y="1715135"/>
                </a:lnTo>
                <a:lnTo>
                  <a:pt x="2628900" y="1712506"/>
                </a:lnTo>
                <a:close/>
              </a:path>
              <a:path w="9867900" h="3000375">
                <a:moveTo>
                  <a:pt x="2628900" y="1285252"/>
                </a:moveTo>
                <a:lnTo>
                  <a:pt x="2628442" y="1284122"/>
                </a:lnTo>
                <a:lnTo>
                  <a:pt x="2626576" y="1282268"/>
                </a:lnTo>
                <a:lnTo>
                  <a:pt x="2625458" y="1281798"/>
                </a:lnTo>
                <a:lnTo>
                  <a:pt x="2622829" y="1281798"/>
                </a:lnTo>
                <a:lnTo>
                  <a:pt x="2621711" y="1282268"/>
                </a:lnTo>
                <a:lnTo>
                  <a:pt x="2619845" y="1284122"/>
                </a:lnTo>
                <a:lnTo>
                  <a:pt x="2619375" y="1285252"/>
                </a:lnTo>
                <a:lnTo>
                  <a:pt x="2619375" y="1287881"/>
                </a:lnTo>
                <a:lnTo>
                  <a:pt x="2619845" y="1288999"/>
                </a:lnTo>
                <a:lnTo>
                  <a:pt x="2621711" y="1290853"/>
                </a:lnTo>
                <a:lnTo>
                  <a:pt x="2622829" y="1291323"/>
                </a:lnTo>
                <a:lnTo>
                  <a:pt x="2625458" y="1291323"/>
                </a:lnTo>
                <a:lnTo>
                  <a:pt x="2626576" y="1290853"/>
                </a:lnTo>
                <a:lnTo>
                  <a:pt x="2628442" y="1288999"/>
                </a:lnTo>
                <a:lnTo>
                  <a:pt x="2628900" y="1287881"/>
                </a:lnTo>
                <a:lnTo>
                  <a:pt x="2628900" y="1285252"/>
                </a:lnTo>
                <a:close/>
              </a:path>
              <a:path w="9867900" h="3000375">
                <a:moveTo>
                  <a:pt x="2628900" y="857986"/>
                </a:moveTo>
                <a:lnTo>
                  <a:pt x="2628442" y="856856"/>
                </a:lnTo>
                <a:lnTo>
                  <a:pt x="2626576" y="855002"/>
                </a:lnTo>
                <a:lnTo>
                  <a:pt x="2625458" y="854532"/>
                </a:lnTo>
                <a:lnTo>
                  <a:pt x="2622829" y="854532"/>
                </a:lnTo>
                <a:lnTo>
                  <a:pt x="2621711" y="855002"/>
                </a:lnTo>
                <a:lnTo>
                  <a:pt x="2619845" y="856856"/>
                </a:lnTo>
                <a:lnTo>
                  <a:pt x="2619375" y="857986"/>
                </a:lnTo>
                <a:lnTo>
                  <a:pt x="2619375" y="860615"/>
                </a:lnTo>
                <a:lnTo>
                  <a:pt x="2619845" y="861733"/>
                </a:lnTo>
                <a:lnTo>
                  <a:pt x="2621711" y="863600"/>
                </a:lnTo>
                <a:lnTo>
                  <a:pt x="2622829" y="864057"/>
                </a:lnTo>
                <a:lnTo>
                  <a:pt x="2625458" y="864057"/>
                </a:lnTo>
                <a:lnTo>
                  <a:pt x="2626576" y="863600"/>
                </a:lnTo>
                <a:lnTo>
                  <a:pt x="2628442" y="861733"/>
                </a:lnTo>
                <a:lnTo>
                  <a:pt x="2628900" y="860615"/>
                </a:lnTo>
                <a:lnTo>
                  <a:pt x="2628900" y="857986"/>
                </a:lnTo>
                <a:close/>
              </a:path>
              <a:path w="9867900" h="3000375">
                <a:moveTo>
                  <a:pt x="2628900" y="430720"/>
                </a:moveTo>
                <a:lnTo>
                  <a:pt x="2628442" y="429590"/>
                </a:lnTo>
                <a:lnTo>
                  <a:pt x="2626576" y="427736"/>
                </a:lnTo>
                <a:lnTo>
                  <a:pt x="2625458" y="427266"/>
                </a:lnTo>
                <a:lnTo>
                  <a:pt x="2622829" y="427266"/>
                </a:lnTo>
                <a:lnTo>
                  <a:pt x="2621711" y="427736"/>
                </a:lnTo>
                <a:lnTo>
                  <a:pt x="2619845" y="429590"/>
                </a:lnTo>
                <a:lnTo>
                  <a:pt x="2619375" y="430720"/>
                </a:lnTo>
                <a:lnTo>
                  <a:pt x="2619375" y="433349"/>
                </a:lnTo>
                <a:lnTo>
                  <a:pt x="2619845" y="434467"/>
                </a:lnTo>
                <a:lnTo>
                  <a:pt x="2621711" y="436333"/>
                </a:lnTo>
                <a:lnTo>
                  <a:pt x="2622829" y="436791"/>
                </a:lnTo>
                <a:lnTo>
                  <a:pt x="2625458" y="436791"/>
                </a:lnTo>
                <a:lnTo>
                  <a:pt x="2626576" y="436333"/>
                </a:lnTo>
                <a:lnTo>
                  <a:pt x="2628442" y="434467"/>
                </a:lnTo>
                <a:lnTo>
                  <a:pt x="2628900" y="433349"/>
                </a:lnTo>
                <a:lnTo>
                  <a:pt x="2628900" y="430720"/>
                </a:lnTo>
                <a:close/>
              </a:path>
              <a:path w="9867900" h="300037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9867900" h="3000375">
                <a:moveTo>
                  <a:pt x="2676525" y="2994304"/>
                </a:moveTo>
                <a:lnTo>
                  <a:pt x="2676067" y="2993186"/>
                </a:lnTo>
                <a:lnTo>
                  <a:pt x="2674201" y="2991320"/>
                </a:lnTo>
                <a:lnTo>
                  <a:pt x="2673083" y="2990850"/>
                </a:lnTo>
                <a:lnTo>
                  <a:pt x="2670454" y="2990850"/>
                </a:lnTo>
                <a:lnTo>
                  <a:pt x="2669336" y="2991320"/>
                </a:lnTo>
                <a:lnTo>
                  <a:pt x="2667470" y="2993186"/>
                </a:lnTo>
                <a:lnTo>
                  <a:pt x="2667000" y="2994304"/>
                </a:lnTo>
                <a:lnTo>
                  <a:pt x="2667000" y="2996933"/>
                </a:lnTo>
                <a:lnTo>
                  <a:pt x="2667470" y="2998051"/>
                </a:lnTo>
                <a:lnTo>
                  <a:pt x="2669336" y="2999917"/>
                </a:lnTo>
                <a:lnTo>
                  <a:pt x="2670454" y="3000375"/>
                </a:lnTo>
                <a:lnTo>
                  <a:pt x="2673083" y="3000375"/>
                </a:lnTo>
                <a:lnTo>
                  <a:pt x="2674201" y="2999917"/>
                </a:lnTo>
                <a:lnTo>
                  <a:pt x="2676067" y="2998051"/>
                </a:lnTo>
                <a:lnTo>
                  <a:pt x="2676525" y="2996933"/>
                </a:lnTo>
                <a:lnTo>
                  <a:pt x="2676525" y="2994304"/>
                </a:lnTo>
                <a:close/>
              </a:path>
              <a:path w="9867900" h="3000375">
                <a:moveTo>
                  <a:pt x="2676525" y="2567038"/>
                </a:moveTo>
                <a:lnTo>
                  <a:pt x="2676067" y="2565920"/>
                </a:lnTo>
                <a:lnTo>
                  <a:pt x="2674201" y="2564053"/>
                </a:lnTo>
                <a:lnTo>
                  <a:pt x="2673083" y="2563596"/>
                </a:lnTo>
                <a:lnTo>
                  <a:pt x="2670454" y="2563596"/>
                </a:lnTo>
                <a:lnTo>
                  <a:pt x="2669336" y="2564053"/>
                </a:lnTo>
                <a:lnTo>
                  <a:pt x="2667470" y="2565920"/>
                </a:lnTo>
                <a:lnTo>
                  <a:pt x="2667000" y="2567038"/>
                </a:lnTo>
                <a:lnTo>
                  <a:pt x="2667000" y="2569667"/>
                </a:lnTo>
                <a:lnTo>
                  <a:pt x="2667470" y="2570797"/>
                </a:lnTo>
                <a:lnTo>
                  <a:pt x="2669336" y="2572651"/>
                </a:lnTo>
                <a:lnTo>
                  <a:pt x="2670454" y="2573121"/>
                </a:lnTo>
                <a:lnTo>
                  <a:pt x="2673083" y="2573121"/>
                </a:lnTo>
                <a:lnTo>
                  <a:pt x="2674201" y="2572651"/>
                </a:lnTo>
                <a:lnTo>
                  <a:pt x="2676067" y="2570797"/>
                </a:lnTo>
                <a:lnTo>
                  <a:pt x="2676525" y="2569667"/>
                </a:lnTo>
                <a:lnTo>
                  <a:pt x="2676525" y="2567038"/>
                </a:lnTo>
                <a:close/>
              </a:path>
              <a:path w="9867900" h="3000375">
                <a:moveTo>
                  <a:pt x="2676525" y="2139772"/>
                </a:moveTo>
                <a:lnTo>
                  <a:pt x="2676067" y="2138654"/>
                </a:lnTo>
                <a:lnTo>
                  <a:pt x="2674201" y="2136787"/>
                </a:lnTo>
                <a:lnTo>
                  <a:pt x="2673083" y="2136330"/>
                </a:lnTo>
                <a:lnTo>
                  <a:pt x="2670454" y="2136330"/>
                </a:lnTo>
                <a:lnTo>
                  <a:pt x="2669336" y="2136787"/>
                </a:lnTo>
                <a:lnTo>
                  <a:pt x="2667470" y="2138654"/>
                </a:lnTo>
                <a:lnTo>
                  <a:pt x="2667000" y="2139772"/>
                </a:lnTo>
                <a:lnTo>
                  <a:pt x="2667000" y="2142401"/>
                </a:lnTo>
                <a:lnTo>
                  <a:pt x="2667470" y="2143531"/>
                </a:lnTo>
                <a:lnTo>
                  <a:pt x="2669336" y="2145385"/>
                </a:lnTo>
                <a:lnTo>
                  <a:pt x="2670454" y="2145855"/>
                </a:lnTo>
                <a:lnTo>
                  <a:pt x="2673083" y="2145855"/>
                </a:lnTo>
                <a:lnTo>
                  <a:pt x="2674201" y="2145385"/>
                </a:lnTo>
                <a:lnTo>
                  <a:pt x="2676067" y="2143531"/>
                </a:lnTo>
                <a:lnTo>
                  <a:pt x="2676525" y="2142401"/>
                </a:lnTo>
                <a:lnTo>
                  <a:pt x="2676525" y="2139772"/>
                </a:lnTo>
                <a:close/>
              </a:path>
              <a:path w="9867900" h="3000375">
                <a:moveTo>
                  <a:pt x="2676525" y="1712506"/>
                </a:moveTo>
                <a:lnTo>
                  <a:pt x="2676067" y="1711388"/>
                </a:lnTo>
                <a:lnTo>
                  <a:pt x="2674201" y="1709534"/>
                </a:lnTo>
                <a:lnTo>
                  <a:pt x="2673083" y="1709064"/>
                </a:lnTo>
                <a:lnTo>
                  <a:pt x="2670454" y="1709064"/>
                </a:lnTo>
                <a:lnTo>
                  <a:pt x="2669336" y="1709534"/>
                </a:lnTo>
                <a:lnTo>
                  <a:pt x="2667470" y="1711388"/>
                </a:lnTo>
                <a:lnTo>
                  <a:pt x="2667000" y="1712506"/>
                </a:lnTo>
                <a:lnTo>
                  <a:pt x="2667000" y="1715135"/>
                </a:lnTo>
                <a:lnTo>
                  <a:pt x="2667470" y="1716265"/>
                </a:lnTo>
                <a:lnTo>
                  <a:pt x="2669336" y="1718119"/>
                </a:lnTo>
                <a:lnTo>
                  <a:pt x="2670454" y="1718589"/>
                </a:lnTo>
                <a:lnTo>
                  <a:pt x="2673083" y="1718589"/>
                </a:lnTo>
                <a:lnTo>
                  <a:pt x="2674201" y="1718119"/>
                </a:lnTo>
                <a:lnTo>
                  <a:pt x="2676067" y="1716265"/>
                </a:lnTo>
                <a:lnTo>
                  <a:pt x="2676525" y="1715135"/>
                </a:lnTo>
                <a:lnTo>
                  <a:pt x="2676525" y="1712506"/>
                </a:lnTo>
                <a:close/>
              </a:path>
              <a:path w="9867900" h="3000375">
                <a:moveTo>
                  <a:pt x="2676525" y="1285252"/>
                </a:moveTo>
                <a:lnTo>
                  <a:pt x="2676067" y="1284122"/>
                </a:lnTo>
                <a:lnTo>
                  <a:pt x="2674201" y="1282268"/>
                </a:lnTo>
                <a:lnTo>
                  <a:pt x="2673083" y="1281798"/>
                </a:lnTo>
                <a:lnTo>
                  <a:pt x="2670454" y="1281798"/>
                </a:lnTo>
                <a:lnTo>
                  <a:pt x="2669336" y="1282268"/>
                </a:lnTo>
                <a:lnTo>
                  <a:pt x="2667470" y="1284122"/>
                </a:lnTo>
                <a:lnTo>
                  <a:pt x="2667000" y="1285252"/>
                </a:lnTo>
                <a:lnTo>
                  <a:pt x="2667000" y="1287881"/>
                </a:lnTo>
                <a:lnTo>
                  <a:pt x="2667470" y="1288999"/>
                </a:lnTo>
                <a:lnTo>
                  <a:pt x="2669336" y="1290853"/>
                </a:lnTo>
                <a:lnTo>
                  <a:pt x="2670454" y="1291323"/>
                </a:lnTo>
                <a:lnTo>
                  <a:pt x="2673083" y="1291323"/>
                </a:lnTo>
                <a:lnTo>
                  <a:pt x="2674201" y="1290853"/>
                </a:lnTo>
                <a:lnTo>
                  <a:pt x="2676067" y="1288999"/>
                </a:lnTo>
                <a:lnTo>
                  <a:pt x="2676525" y="1287881"/>
                </a:lnTo>
                <a:lnTo>
                  <a:pt x="2676525" y="1285252"/>
                </a:lnTo>
                <a:close/>
              </a:path>
              <a:path w="9867900" h="3000375">
                <a:moveTo>
                  <a:pt x="2676525" y="857986"/>
                </a:moveTo>
                <a:lnTo>
                  <a:pt x="2676067" y="856856"/>
                </a:lnTo>
                <a:lnTo>
                  <a:pt x="2674201" y="855002"/>
                </a:lnTo>
                <a:lnTo>
                  <a:pt x="2673083" y="854532"/>
                </a:lnTo>
                <a:lnTo>
                  <a:pt x="2670454" y="854532"/>
                </a:lnTo>
                <a:lnTo>
                  <a:pt x="2669336" y="855002"/>
                </a:lnTo>
                <a:lnTo>
                  <a:pt x="2667470" y="856856"/>
                </a:lnTo>
                <a:lnTo>
                  <a:pt x="2667000" y="857986"/>
                </a:lnTo>
                <a:lnTo>
                  <a:pt x="2667000" y="860615"/>
                </a:lnTo>
                <a:lnTo>
                  <a:pt x="2667470" y="861733"/>
                </a:lnTo>
                <a:lnTo>
                  <a:pt x="2669336" y="863600"/>
                </a:lnTo>
                <a:lnTo>
                  <a:pt x="2670454" y="864057"/>
                </a:lnTo>
                <a:lnTo>
                  <a:pt x="2673083" y="864057"/>
                </a:lnTo>
                <a:lnTo>
                  <a:pt x="2674201" y="863600"/>
                </a:lnTo>
                <a:lnTo>
                  <a:pt x="2676067" y="861733"/>
                </a:lnTo>
                <a:lnTo>
                  <a:pt x="2676525" y="860615"/>
                </a:lnTo>
                <a:lnTo>
                  <a:pt x="2676525" y="857986"/>
                </a:lnTo>
                <a:close/>
              </a:path>
              <a:path w="9867900" h="3000375">
                <a:moveTo>
                  <a:pt x="2676525" y="430720"/>
                </a:moveTo>
                <a:lnTo>
                  <a:pt x="2676067" y="429590"/>
                </a:lnTo>
                <a:lnTo>
                  <a:pt x="2674201" y="427736"/>
                </a:lnTo>
                <a:lnTo>
                  <a:pt x="2673083" y="427266"/>
                </a:lnTo>
                <a:lnTo>
                  <a:pt x="2670454" y="427266"/>
                </a:lnTo>
                <a:lnTo>
                  <a:pt x="2669336" y="427736"/>
                </a:lnTo>
                <a:lnTo>
                  <a:pt x="2667470" y="429590"/>
                </a:lnTo>
                <a:lnTo>
                  <a:pt x="2667000" y="430720"/>
                </a:lnTo>
                <a:lnTo>
                  <a:pt x="2667000" y="433349"/>
                </a:lnTo>
                <a:lnTo>
                  <a:pt x="2667470" y="434467"/>
                </a:lnTo>
                <a:lnTo>
                  <a:pt x="2669336" y="436333"/>
                </a:lnTo>
                <a:lnTo>
                  <a:pt x="2670454" y="436791"/>
                </a:lnTo>
                <a:lnTo>
                  <a:pt x="2673083" y="436791"/>
                </a:lnTo>
                <a:lnTo>
                  <a:pt x="2674201" y="436333"/>
                </a:lnTo>
                <a:lnTo>
                  <a:pt x="2676067" y="434467"/>
                </a:lnTo>
                <a:lnTo>
                  <a:pt x="2676525" y="433349"/>
                </a:lnTo>
                <a:lnTo>
                  <a:pt x="2676525" y="430720"/>
                </a:lnTo>
                <a:close/>
              </a:path>
              <a:path w="9867900" h="300037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9867900" h="3000375">
                <a:moveTo>
                  <a:pt x="2724150" y="2994304"/>
                </a:moveTo>
                <a:lnTo>
                  <a:pt x="2723692" y="2993186"/>
                </a:lnTo>
                <a:lnTo>
                  <a:pt x="2721826" y="2991320"/>
                </a:lnTo>
                <a:lnTo>
                  <a:pt x="2720708" y="2990850"/>
                </a:lnTo>
                <a:lnTo>
                  <a:pt x="2718079" y="2990850"/>
                </a:lnTo>
                <a:lnTo>
                  <a:pt x="2716961" y="2991320"/>
                </a:lnTo>
                <a:lnTo>
                  <a:pt x="2715095" y="2993186"/>
                </a:lnTo>
                <a:lnTo>
                  <a:pt x="2714625" y="2994304"/>
                </a:lnTo>
                <a:lnTo>
                  <a:pt x="2714625" y="2996933"/>
                </a:lnTo>
                <a:lnTo>
                  <a:pt x="2715095" y="2998051"/>
                </a:lnTo>
                <a:lnTo>
                  <a:pt x="2716961" y="2999917"/>
                </a:lnTo>
                <a:lnTo>
                  <a:pt x="2718079" y="3000375"/>
                </a:lnTo>
                <a:lnTo>
                  <a:pt x="2720708" y="3000375"/>
                </a:lnTo>
                <a:lnTo>
                  <a:pt x="2721826" y="2999917"/>
                </a:lnTo>
                <a:lnTo>
                  <a:pt x="2723692" y="2998051"/>
                </a:lnTo>
                <a:lnTo>
                  <a:pt x="2724150" y="2996933"/>
                </a:lnTo>
                <a:lnTo>
                  <a:pt x="2724150" y="2994304"/>
                </a:lnTo>
                <a:close/>
              </a:path>
              <a:path w="9867900" h="3000375">
                <a:moveTo>
                  <a:pt x="2724150" y="2567038"/>
                </a:moveTo>
                <a:lnTo>
                  <a:pt x="2723692" y="2565920"/>
                </a:lnTo>
                <a:lnTo>
                  <a:pt x="2721826" y="2564053"/>
                </a:lnTo>
                <a:lnTo>
                  <a:pt x="2720708" y="2563596"/>
                </a:lnTo>
                <a:lnTo>
                  <a:pt x="2718079" y="2563596"/>
                </a:lnTo>
                <a:lnTo>
                  <a:pt x="2716961" y="2564053"/>
                </a:lnTo>
                <a:lnTo>
                  <a:pt x="2715095" y="2565920"/>
                </a:lnTo>
                <a:lnTo>
                  <a:pt x="2714625" y="2567038"/>
                </a:lnTo>
                <a:lnTo>
                  <a:pt x="2714625" y="2569667"/>
                </a:lnTo>
                <a:lnTo>
                  <a:pt x="2715095" y="2570797"/>
                </a:lnTo>
                <a:lnTo>
                  <a:pt x="2716961" y="2572651"/>
                </a:lnTo>
                <a:lnTo>
                  <a:pt x="2718079" y="2573121"/>
                </a:lnTo>
                <a:lnTo>
                  <a:pt x="2720708" y="2573121"/>
                </a:lnTo>
                <a:lnTo>
                  <a:pt x="2721826" y="2572651"/>
                </a:lnTo>
                <a:lnTo>
                  <a:pt x="2723692" y="2570797"/>
                </a:lnTo>
                <a:lnTo>
                  <a:pt x="2724150" y="2569667"/>
                </a:lnTo>
                <a:lnTo>
                  <a:pt x="2724150" y="2567038"/>
                </a:lnTo>
                <a:close/>
              </a:path>
              <a:path w="9867900" h="3000375">
                <a:moveTo>
                  <a:pt x="2724150" y="2139772"/>
                </a:moveTo>
                <a:lnTo>
                  <a:pt x="2723692" y="2138654"/>
                </a:lnTo>
                <a:lnTo>
                  <a:pt x="2721826" y="2136787"/>
                </a:lnTo>
                <a:lnTo>
                  <a:pt x="2720708" y="2136330"/>
                </a:lnTo>
                <a:lnTo>
                  <a:pt x="2718079" y="2136330"/>
                </a:lnTo>
                <a:lnTo>
                  <a:pt x="2716961" y="2136787"/>
                </a:lnTo>
                <a:lnTo>
                  <a:pt x="2715095" y="2138654"/>
                </a:lnTo>
                <a:lnTo>
                  <a:pt x="2714625" y="2139772"/>
                </a:lnTo>
                <a:lnTo>
                  <a:pt x="2714625" y="2142401"/>
                </a:lnTo>
                <a:lnTo>
                  <a:pt x="2715095" y="2143531"/>
                </a:lnTo>
                <a:lnTo>
                  <a:pt x="2716961" y="2145385"/>
                </a:lnTo>
                <a:lnTo>
                  <a:pt x="2718079" y="2145855"/>
                </a:lnTo>
                <a:lnTo>
                  <a:pt x="2720708" y="2145855"/>
                </a:lnTo>
                <a:lnTo>
                  <a:pt x="2721826" y="2145385"/>
                </a:lnTo>
                <a:lnTo>
                  <a:pt x="2723692" y="2143531"/>
                </a:lnTo>
                <a:lnTo>
                  <a:pt x="2724150" y="2142401"/>
                </a:lnTo>
                <a:lnTo>
                  <a:pt x="2724150" y="2139772"/>
                </a:lnTo>
                <a:close/>
              </a:path>
              <a:path w="9867900" h="3000375">
                <a:moveTo>
                  <a:pt x="2724150" y="1712506"/>
                </a:moveTo>
                <a:lnTo>
                  <a:pt x="2723692" y="1711388"/>
                </a:lnTo>
                <a:lnTo>
                  <a:pt x="2721826" y="1709534"/>
                </a:lnTo>
                <a:lnTo>
                  <a:pt x="2720708" y="1709064"/>
                </a:lnTo>
                <a:lnTo>
                  <a:pt x="2718079" y="1709064"/>
                </a:lnTo>
                <a:lnTo>
                  <a:pt x="2716961" y="1709534"/>
                </a:lnTo>
                <a:lnTo>
                  <a:pt x="2715095" y="1711388"/>
                </a:lnTo>
                <a:lnTo>
                  <a:pt x="2714625" y="1712506"/>
                </a:lnTo>
                <a:lnTo>
                  <a:pt x="2714625" y="1715135"/>
                </a:lnTo>
                <a:lnTo>
                  <a:pt x="2715095" y="1716265"/>
                </a:lnTo>
                <a:lnTo>
                  <a:pt x="2716961" y="1718119"/>
                </a:lnTo>
                <a:lnTo>
                  <a:pt x="2718079" y="1718589"/>
                </a:lnTo>
                <a:lnTo>
                  <a:pt x="2720708" y="1718589"/>
                </a:lnTo>
                <a:lnTo>
                  <a:pt x="2721826" y="1718119"/>
                </a:lnTo>
                <a:lnTo>
                  <a:pt x="2723692" y="1716265"/>
                </a:lnTo>
                <a:lnTo>
                  <a:pt x="2724150" y="1715135"/>
                </a:lnTo>
                <a:lnTo>
                  <a:pt x="2724150" y="1712506"/>
                </a:lnTo>
                <a:close/>
              </a:path>
              <a:path w="9867900" h="3000375">
                <a:moveTo>
                  <a:pt x="2724150" y="1285252"/>
                </a:moveTo>
                <a:lnTo>
                  <a:pt x="2723692" y="1284122"/>
                </a:lnTo>
                <a:lnTo>
                  <a:pt x="2721826" y="1282268"/>
                </a:lnTo>
                <a:lnTo>
                  <a:pt x="2720708" y="1281798"/>
                </a:lnTo>
                <a:lnTo>
                  <a:pt x="2718079" y="1281798"/>
                </a:lnTo>
                <a:lnTo>
                  <a:pt x="2716961" y="1282268"/>
                </a:lnTo>
                <a:lnTo>
                  <a:pt x="2715095" y="1284122"/>
                </a:lnTo>
                <a:lnTo>
                  <a:pt x="2714625" y="1285252"/>
                </a:lnTo>
                <a:lnTo>
                  <a:pt x="2714625" y="1287881"/>
                </a:lnTo>
                <a:lnTo>
                  <a:pt x="2715095" y="1288999"/>
                </a:lnTo>
                <a:lnTo>
                  <a:pt x="2716961" y="1290853"/>
                </a:lnTo>
                <a:lnTo>
                  <a:pt x="2718079" y="1291323"/>
                </a:lnTo>
                <a:lnTo>
                  <a:pt x="2720708" y="1291323"/>
                </a:lnTo>
                <a:lnTo>
                  <a:pt x="2721826" y="1290853"/>
                </a:lnTo>
                <a:lnTo>
                  <a:pt x="2723692" y="1288999"/>
                </a:lnTo>
                <a:lnTo>
                  <a:pt x="2724150" y="1287881"/>
                </a:lnTo>
                <a:lnTo>
                  <a:pt x="2724150" y="1285252"/>
                </a:lnTo>
                <a:close/>
              </a:path>
              <a:path w="9867900" h="3000375">
                <a:moveTo>
                  <a:pt x="2724150" y="857986"/>
                </a:moveTo>
                <a:lnTo>
                  <a:pt x="2723692" y="856856"/>
                </a:lnTo>
                <a:lnTo>
                  <a:pt x="2721826" y="855002"/>
                </a:lnTo>
                <a:lnTo>
                  <a:pt x="2720708" y="854532"/>
                </a:lnTo>
                <a:lnTo>
                  <a:pt x="2718079" y="854532"/>
                </a:lnTo>
                <a:lnTo>
                  <a:pt x="2716961" y="855002"/>
                </a:lnTo>
                <a:lnTo>
                  <a:pt x="2715095" y="856856"/>
                </a:lnTo>
                <a:lnTo>
                  <a:pt x="2714625" y="857986"/>
                </a:lnTo>
                <a:lnTo>
                  <a:pt x="2714625" y="860615"/>
                </a:lnTo>
                <a:lnTo>
                  <a:pt x="2715095" y="861733"/>
                </a:lnTo>
                <a:lnTo>
                  <a:pt x="2716961" y="863600"/>
                </a:lnTo>
                <a:lnTo>
                  <a:pt x="2718079" y="864057"/>
                </a:lnTo>
                <a:lnTo>
                  <a:pt x="2720708" y="864057"/>
                </a:lnTo>
                <a:lnTo>
                  <a:pt x="2721826" y="863600"/>
                </a:lnTo>
                <a:lnTo>
                  <a:pt x="2723692" y="861733"/>
                </a:lnTo>
                <a:lnTo>
                  <a:pt x="2724150" y="860615"/>
                </a:lnTo>
                <a:lnTo>
                  <a:pt x="2724150" y="857986"/>
                </a:lnTo>
                <a:close/>
              </a:path>
              <a:path w="9867900" h="3000375">
                <a:moveTo>
                  <a:pt x="2724150" y="430720"/>
                </a:moveTo>
                <a:lnTo>
                  <a:pt x="2723692" y="429590"/>
                </a:lnTo>
                <a:lnTo>
                  <a:pt x="2721826" y="427736"/>
                </a:lnTo>
                <a:lnTo>
                  <a:pt x="2720708" y="427266"/>
                </a:lnTo>
                <a:lnTo>
                  <a:pt x="2718079" y="427266"/>
                </a:lnTo>
                <a:lnTo>
                  <a:pt x="2716961" y="427736"/>
                </a:lnTo>
                <a:lnTo>
                  <a:pt x="2715095" y="429590"/>
                </a:lnTo>
                <a:lnTo>
                  <a:pt x="2714625" y="430720"/>
                </a:lnTo>
                <a:lnTo>
                  <a:pt x="2714625" y="433349"/>
                </a:lnTo>
                <a:lnTo>
                  <a:pt x="2715095" y="434467"/>
                </a:lnTo>
                <a:lnTo>
                  <a:pt x="2716961" y="436333"/>
                </a:lnTo>
                <a:lnTo>
                  <a:pt x="2718079" y="436791"/>
                </a:lnTo>
                <a:lnTo>
                  <a:pt x="2720708" y="436791"/>
                </a:lnTo>
                <a:lnTo>
                  <a:pt x="2721826" y="436333"/>
                </a:lnTo>
                <a:lnTo>
                  <a:pt x="2723692" y="434467"/>
                </a:lnTo>
                <a:lnTo>
                  <a:pt x="2724150" y="433349"/>
                </a:lnTo>
                <a:lnTo>
                  <a:pt x="2724150" y="430720"/>
                </a:lnTo>
                <a:close/>
              </a:path>
              <a:path w="9867900" h="300037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9867900" h="3000375">
                <a:moveTo>
                  <a:pt x="2771775" y="2994304"/>
                </a:moveTo>
                <a:lnTo>
                  <a:pt x="2771317" y="2993186"/>
                </a:lnTo>
                <a:lnTo>
                  <a:pt x="2769451" y="2991320"/>
                </a:lnTo>
                <a:lnTo>
                  <a:pt x="2768333" y="2990850"/>
                </a:lnTo>
                <a:lnTo>
                  <a:pt x="2765704" y="2990850"/>
                </a:lnTo>
                <a:lnTo>
                  <a:pt x="2764586" y="2991320"/>
                </a:lnTo>
                <a:lnTo>
                  <a:pt x="2762720" y="2993186"/>
                </a:lnTo>
                <a:lnTo>
                  <a:pt x="2762250" y="2994304"/>
                </a:lnTo>
                <a:lnTo>
                  <a:pt x="2762250" y="2996933"/>
                </a:lnTo>
                <a:lnTo>
                  <a:pt x="2762720" y="2998051"/>
                </a:lnTo>
                <a:lnTo>
                  <a:pt x="2764586" y="2999917"/>
                </a:lnTo>
                <a:lnTo>
                  <a:pt x="2765704" y="3000375"/>
                </a:lnTo>
                <a:lnTo>
                  <a:pt x="2768333" y="3000375"/>
                </a:lnTo>
                <a:lnTo>
                  <a:pt x="2769451" y="2999917"/>
                </a:lnTo>
                <a:lnTo>
                  <a:pt x="2771317" y="2998051"/>
                </a:lnTo>
                <a:lnTo>
                  <a:pt x="2771775" y="2996933"/>
                </a:lnTo>
                <a:lnTo>
                  <a:pt x="2771775" y="2994304"/>
                </a:lnTo>
                <a:close/>
              </a:path>
              <a:path w="9867900" h="3000375">
                <a:moveTo>
                  <a:pt x="2771775" y="2567038"/>
                </a:moveTo>
                <a:lnTo>
                  <a:pt x="2771317" y="2565920"/>
                </a:lnTo>
                <a:lnTo>
                  <a:pt x="2769451" y="2564053"/>
                </a:lnTo>
                <a:lnTo>
                  <a:pt x="2768333" y="2563596"/>
                </a:lnTo>
                <a:lnTo>
                  <a:pt x="2765704" y="2563596"/>
                </a:lnTo>
                <a:lnTo>
                  <a:pt x="2764586" y="2564053"/>
                </a:lnTo>
                <a:lnTo>
                  <a:pt x="2762720" y="2565920"/>
                </a:lnTo>
                <a:lnTo>
                  <a:pt x="2762250" y="2567038"/>
                </a:lnTo>
                <a:lnTo>
                  <a:pt x="2762250" y="2569667"/>
                </a:lnTo>
                <a:lnTo>
                  <a:pt x="2762720" y="2570797"/>
                </a:lnTo>
                <a:lnTo>
                  <a:pt x="2764586" y="2572651"/>
                </a:lnTo>
                <a:lnTo>
                  <a:pt x="2765704" y="2573121"/>
                </a:lnTo>
                <a:lnTo>
                  <a:pt x="2768333" y="2573121"/>
                </a:lnTo>
                <a:lnTo>
                  <a:pt x="2769451" y="2572651"/>
                </a:lnTo>
                <a:lnTo>
                  <a:pt x="2771317" y="2570797"/>
                </a:lnTo>
                <a:lnTo>
                  <a:pt x="2771775" y="2569667"/>
                </a:lnTo>
                <a:lnTo>
                  <a:pt x="2771775" y="2567038"/>
                </a:lnTo>
                <a:close/>
              </a:path>
              <a:path w="9867900" h="3000375">
                <a:moveTo>
                  <a:pt x="2771775" y="2139772"/>
                </a:moveTo>
                <a:lnTo>
                  <a:pt x="2771317" y="2138654"/>
                </a:lnTo>
                <a:lnTo>
                  <a:pt x="2769451" y="2136787"/>
                </a:lnTo>
                <a:lnTo>
                  <a:pt x="2768333" y="2136330"/>
                </a:lnTo>
                <a:lnTo>
                  <a:pt x="2765704" y="2136330"/>
                </a:lnTo>
                <a:lnTo>
                  <a:pt x="2764586" y="2136787"/>
                </a:lnTo>
                <a:lnTo>
                  <a:pt x="2762720" y="2138654"/>
                </a:lnTo>
                <a:lnTo>
                  <a:pt x="2762250" y="2139772"/>
                </a:lnTo>
                <a:lnTo>
                  <a:pt x="2762250" y="2142401"/>
                </a:lnTo>
                <a:lnTo>
                  <a:pt x="2762720" y="2143531"/>
                </a:lnTo>
                <a:lnTo>
                  <a:pt x="2764586" y="2145385"/>
                </a:lnTo>
                <a:lnTo>
                  <a:pt x="2765704" y="2145855"/>
                </a:lnTo>
                <a:lnTo>
                  <a:pt x="2768333" y="2145855"/>
                </a:lnTo>
                <a:lnTo>
                  <a:pt x="2769451" y="2145385"/>
                </a:lnTo>
                <a:lnTo>
                  <a:pt x="2771317" y="2143531"/>
                </a:lnTo>
                <a:lnTo>
                  <a:pt x="2771775" y="2142401"/>
                </a:lnTo>
                <a:lnTo>
                  <a:pt x="2771775" y="2139772"/>
                </a:lnTo>
                <a:close/>
              </a:path>
              <a:path w="9867900" h="3000375">
                <a:moveTo>
                  <a:pt x="2771775" y="1712506"/>
                </a:moveTo>
                <a:lnTo>
                  <a:pt x="2771317" y="1711388"/>
                </a:lnTo>
                <a:lnTo>
                  <a:pt x="2769451" y="1709534"/>
                </a:lnTo>
                <a:lnTo>
                  <a:pt x="2768333" y="1709064"/>
                </a:lnTo>
                <a:lnTo>
                  <a:pt x="2765704" y="1709064"/>
                </a:lnTo>
                <a:lnTo>
                  <a:pt x="2764586" y="1709534"/>
                </a:lnTo>
                <a:lnTo>
                  <a:pt x="2762720" y="1711388"/>
                </a:lnTo>
                <a:lnTo>
                  <a:pt x="2762250" y="1712506"/>
                </a:lnTo>
                <a:lnTo>
                  <a:pt x="2762250" y="1715135"/>
                </a:lnTo>
                <a:lnTo>
                  <a:pt x="2762720" y="1716265"/>
                </a:lnTo>
                <a:lnTo>
                  <a:pt x="2764586" y="1718119"/>
                </a:lnTo>
                <a:lnTo>
                  <a:pt x="2765704" y="1718589"/>
                </a:lnTo>
                <a:lnTo>
                  <a:pt x="2768333" y="1718589"/>
                </a:lnTo>
                <a:lnTo>
                  <a:pt x="2769451" y="1718119"/>
                </a:lnTo>
                <a:lnTo>
                  <a:pt x="2771317" y="1716265"/>
                </a:lnTo>
                <a:lnTo>
                  <a:pt x="2771775" y="1715135"/>
                </a:lnTo>
                <a:lnTo>
                  <a:pt x="2771775" y="1712506"/>
                </a:lnTo>
                <a:close/>
              </a:path>
              <a:path w="9867900" h="3000375">
                <a:moveTo>
                  <a:pt x="2771775" y="1285252"/>
                </a:moveTo>
                <a:lnTo>
                  <a:pt x="2771317" y="1284122"/>
                </a:lnTo>
                <a:lnTo>
                  <a:pt x="2769451" y="1282268"/>
                </a:lnTo>
                <a:lnTo>
                  <a:pt x="2768333" y="1281798"/>
                </a:lnTo>
                <a:lnTo>
                  <a:pt x="2765704" y="1281798"/>
                </a:lnTo>
                <a:lnTo>
                  <a:pt x="2764586" y="1282268"/>
                </a:lnTo>
                <a:lnTo>
                  <a:pt x="2762720" y="1284122"/>
                </a:lnTo>
                <a:lnTo>
                  <a:pt x="2762250" y="1285252"/>
                </a:lnTo>
                <a:lnTo>
                  <a:pt x="2762250" y="1287881"/>
                </a:lnTo>
                <a:lnTo>
                  <a:pt x="2762720" y="1288999"/>
                </a:lnTo>
                <a:lnTo>
                  <a:pt x="2764586" y="1290853"/>
                </a:lnTo>
                <a:lnTo>
                  <a:pt x="2765704" y="1291323"/>
                </a:lnTo>
                <a:lnTo>
                  <a:pt x="2768333" y="1291323"/>
                </a:lnTo>
                <a:lnTo>
                  <a:pt x="2769451" y="1290853"/>
                </a:lnTo>
                <a:lnTo>
                  <a:pt x="2771317" y="1288999"/>
                </a:lnTo>
                <a:lnTo>
                  <a:pt x="2771775" y="1287881"/>
                </a:lnTo>
                <a:lnTo>
                  <a:pt x="2771775" y="1285252"/>
                </a:lnTo>
                <a:close/>
              </a:path>
              <a:path w="9867900" h="3000375">
                <a:moveTo>
                  <a:pt x="2771775" y="857986"/>
                </a:moveTo>
                <a:lnTo>
                  <a:pt x="2771317" y="856856"/>
                </a:lnTo>
                <a:lnTo>
                  <a:pt x="2769451" y="855002"/>
                </a:lnTo>
                <a:lnTo>
                  <a:pt x="2768333" y="854532"/>
                </a:lnTo>
                <a:lnTo>
                  <a:pt x="2765704" y="854532"/>
                </a:lnTo>
                <a:lnTo>
                  <a:pt x="2764586" y="855002"/>
                </a:lnTo>
                <a:lnTo>
                  <a:pt x="2762720" y="856856"/>
                </a:lnTo>
                <a:lnTo>
                  <a:pt x="2762250" y="857986"/>
                </a:lnTo>
                <a:lnTo>
                  <a:pt x="2762250" y="860615"/>
                </a:lnTo>
                <a:lnTo>
                  <a:pt x="2762720" y="861733"/>
                </a:lnTo>
                <a:lnTo>
                  <a:pt x="2764586" y="863600"/>
                </a:lnTo>
                <a:lnTo>
                  <a:pt x="2765704" y="864057"/>
                </a:lnTo>
                <a:lnTo>
                  <a:pt x="2768333" y="864057"/>
                </a:lnTo>
                <a:lnTo>
                  <a:pt x="2769451" y="863600"/>
                </a:lnTo>
                <a:lnTo>
                  <a:pt x="2771317" y="861733"/>
                </a:lnTo>
                <a:lnTo>
                  <a:pt x="2771775" y="860615"/>
                </a:lnTo>
                <a:lnTo>
                  <a:pt x="2771775" y="857986"/>
                </a:lnTo>
                <a:close/>
              </a:path>
              <a:path w="9867900" h="3000375">
                <a:moveTo>
                  <a:pt x="2771775" y="430720"/>
                </a:moveTo>
                <a:lnTo>
                  <a:pt x="2771317" y="429590"/>
                </a:lnTo>
                <a:lnTo>
                  <a:pt x="2769451" y="427736"/>
                </a:lnTo>
                <a:lnTo>
                  <a:pt x="2768333" y="427266"/>
                </a:lnTo>
                <a:lnTo>
                  <a:pt x="2765704" y="427266"/>
                </a:lnTo>
                <a:lnTo>
                  <a:pt x="2764586" y="427736"/>
                </a:lnTo>
                <a:lnTo>
                  <a:pt x="2762720" y="429590"/>
                </a:lnTo>
                <a:lnTo>
                  <a:pt x="2762250" y="430720"/>
                </a:lnTo>
                <a:lnTo>
                  <a:pt x="2762250" y="433349"/>
                </a:lnTo>
                <a:lnTo>
                  <a:pt x="2762720" y="434467"/>
                </a:lnTo>
                <a:lnTo>
                  <a:pt x="2764586" y="436333"/>
                </a:lnTo>
                <a:lnTo>
                  <a:pt x="2765704" y="436791"/>
                </a:lnTo>
                <a:lnTo>
                  <a:pt x="2768333" y="436791"/>
                </a:lnTo>
                <a:lnTo>
                  <a:pt x="2769451" y="436333"/>
                </a:lnTo>
                <a:lnTo>
                  <a:pt x="2771317" y="434467"/>
                </a:lnTo>
                <a:lnTo>
                  <a:pt x="2771775" y="433349"/>
                </a:lnTo>
                <a:lnTo>
                  <a:pt x="2771775" y="430720"/>
                </a:lnTo>
                <a:close/>
              </a:path>
              <a:path w="9867900" h="300037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9867900" h="3000375">
                <a:moveTo>
                  <a:pt x="2819400" y="2994304"/>
                </a:moveTo>
                <a:lnTo>
                  <a:pt x="2818942" y="2993186"/>
                </a:lnTo>
                <a:lnTo>
                  <a:pt x="2817076" y="2991320"/>
                </a:lnTo>
                <a:lnTo>
                  <a:pt x="2815958" y="2990850"/>
                </a:lnTo>
                <a:lnTo>
                  <a:pt x="2813329" y="2990850"/>
                </a:lnTo>
                <a:lnTo>
                  <a:pt x="2812211" y="2991320"/>
                </a:lnTo>
                <a:lnTo>
                  <a:pt x="2810345" y="2993186"/>
                </a:lnTo>
                <a:lnTo>
                  <a:pt x="2809875" y="2994304"/>
                </a:lnTo>
                <a:lnTo>
                  <a:pt x="2809875" y="2996933"/>
                </a:lnTo>
                <a:lnTo>
                  <a:pt x="2810345" y="2998051"/>
                </a:lnTo>
                <a:lnTo>
                  <a:pt x="2812211" y="2999917"/>
                </a:lnTo>
                <a:lnTo>
                  <a:pt x="2813329" y="3000375"/>
                </a:lnTo>
                <a:lnTo>
                  <a:pt x="2815958" y="3000375"/>
                </a:lnTo>
                <a:lnTo>
                  <a:pt x="2817076" y="2999917"/>
                </a:lnTo>
                <a:lnTo>
                  <a:pt x="2818942" y="2998051"/>
                </a:lnTo>
                <a:lnTo>
                  <a:pt x="2819400" y="2996933"/>
                </a:lnTo>
                <a:lnTo>
                  <a:pt x="2819400" y="2994304"/>
                </a:lnTo>
                <a:close/>
              </a:path>
              <a:path w="9867900" h="3000375">
                <a:moveTo>
                  <a:pt x="2819400" y="2567038"/>
                </a:moveTo>
                <a:lnTo>
                  <a:pt x="2818942" y="2565920"/>
                </a:lnTo>
                <a:lnTo>
                  <a:pt x="2817076" y="2564053"/>
                </a:lnTo>
                <a:lnTo>
                  <a:pt x="2815958" y="2563596"/>
                </a:lnTo>
                <a:lnTo>
                  <a:pt x="2813329" y="2563596"/>
                </a:lnTo>
                <a:lnTo>
                  <a:pt x="2812211" y="2564053"/>
                </a:lnTo>
                <a:lnTo>
                  <a:pt x="2810345" y="2565920"/>
                </a:lnTo>
                <a:lnTo>
                  <a:pt x="2809875" y="2567038"/>
                </a:lnTo>
                <a:lnTo>
                  <a:pt x="2809875" y="2569667"/>
                </a:lnTo>
                <a:lnTo>
                  <a:pt x="2810345" y="2570797"/>
                </a:lnTo>
                <a:lnTo>
                  <a:pt x="2812211" y="2572651"/>
                </a:lnTo>
                <a:lnTo>
                  <a:pt x="2813329" y="2573121"/>
                </a:lnTo>
                <a:lnTo>
                  <a:pt x="2815958" y="2573121"/>
                </a:lnTo>
                <a:lnTo>
                  <a:pt x="2817076" y="2572651"/>
                </a:lnTo>
                <a:lnTo>
                  <a:pt x="2818942" y="2570797"/>
                </a:lnTo>
                <a:lnTo>
                  <a:pt x="2819400" y="2569667"/>
                </a:lnTo>
                <a:lnTo>
                  <a:pt x="2819400" y="2567038"/>
                </a:lnTo>
                <a:close/>
              </a:path>
              <a:path w="9867900" h="3000375">
                <a:moveTo>
                  <a:pt x="2819400" y="2139772"/>
                </a:moveTo>
                <a:lnTo>
                  <a:pt x="2818942" y="2138654"/>
                </a:lnTo>
                <a:lnTo>
                  <a:pt x="2817076" y="2136787"/>
                </a:lnTo>
                <a:lnTo>
                  <a:pt x="2815958" y="2136330"/>
                </a:lnTo>
                <a:lnTo>
                  <a:pt x="2813329" y="2136330"/>
                </a:lnTo>
                <a:lnTo>
                  <a:pt x="2812211" y="2136787"/>
                </a:lnTo>
                <a:lnTo>
                  <a:pt x="2810345" y="2138654"/>
                </a:lnTo>
                <a:lnTo>
                  <a:pt x="2809875" y="2139772"/>
                </a:lnTo>
                <a:lnTo>
                  <a:pt x="2809875" y="2142401"/>
                </a:lnTo>
                <a:lnTo>
                  <a:pt x="2810345" y="2143531"/>
                </a:lnTo>
                <a:lnTo>
                  <a:pt x="2812211" y="2145385"/>
                </a:lnTo>
                <a:lnTo>
                  <a:pt x="2813329" y="2145855"/>
                </a:lnTo>
                <a:lnTo>
                  <a:pt x="2815958" y="2145855"/>
                </a:lnTo>
                <a:lnTo>
                  <a:pt x="2817076" y="2145385"/>
                </a:lnTo>
                <a:lnTo>
                  <a:pt x="2818942" y="2143531"/>
                </a:lnTo>
                <a:lnTo>
                  <a:pt x="2819400" y="2142401"/>
                </a:lnTo>
                <a:lnTo>
                  <a:pt x="2819400" y="2139772"/>
                </a:lnTo>
                <a:close/>
              </a:path>
              <a:path w="9867900" h="3000375">
                <a:moveTo>
                  <a:pt x="2819400" y="1712506"/>
                </a:moveTo>
                <a:lnTo>
                  <a:pt x="2818942" y="1711388"/>
                </a:lnTo>
                <a:lnTo>
                  <a:pt x="2817076" y="1709534"/>
                </a:lnTo>
                <a:lnTo>
                  <a:pt x="2815958" y="1709064"/>
                </a:lnTo>
                <a:lnTo>
                  <a:pt x="2813329" y="1709064"/>
                </a:lnTo>
                <a:lnTo>
                  <a:pt x="2812211" y="1709534"/>
                </a:lnTo>
                <a:lnTo>
                  <a:pt x="2810345" y="1711388"/>
                </a:lnTo>
                <a:lnTo>
                  <a:pt x="2809875" y="1712506"/>
                </a:lnTo>
                <a:lnTo>
                  <a:pt x="2809875" y="1715135"/>
                </a:lnTo>
                <a:lnTo>
                  <a:pt x="2810345" y="1716265"/>
                </a:lnTo>
                <a:lnTo>
                  <a:pt x="2812211" y="1718119"/>
                </a:lnTo>
                <a:lnTo>
                  <a:pt x="2813329" y="1718589"/>
                </a:lnTo>
                <a:lnTo>
                  <a:pt x="2815958" y="1718589"/>
                </a:lnTo>
                <a:lnTo>
                  <a:pt x="2817076" y="1718119"/>
                </a:lnTo>
                <a:lnTo>
                  <a:pt x="2818942" y="1716265"/>
                </a:lnTo>
                <a:lnTo>
                  <a:pt x="2819400" y="1715135"/>
                </a:lnTo>
                <a:lnTo>
                  <a:pt x="2819400" y="1712506"/>
                </a:lnTo>
                <a:close/>
              </a:path>
              <a:path w="9867900" h="3000375">
                <a:moveTo>
                  <a:pt x="2819400" y="1285252"/>
                </a:moveTo>
                <a:lnTo>
                  <a:pt x="2818942" y="1284122"/>
                </a:lnTo>
                <a:lnTo>
                  <a:pt x="2817076" y="1282268"/>
                </a:lnTo>
                <a:lnTo>
                  <a:pt x="2815958" y="1281798"/>
                </a:lnTo>
                <a:lnTo>
                  <a:pt x="2813329" y="1281798"/>
                </a:lnTo>
                <a:lnTo>
                  <a:pt x="2812211" y="1282268"/>
                </a:lnTo>
                <a:lnTo>
                  <a:pt x="2810345" y="1284122"/>
                </a:lnTo>
                <a:lnTo>
                  <a:pt x="2809875" y="1285252"/>
                </a:lnTo>
                <a:lnTo>
                  <a:pt x="2809875" y="1287881"/>
                </a:lnTo>
                <a:lnTo>
                  <a:pt x="2810345" y="1288999"/>
                </a:lnTo>
                <a:lnTo>
                  <a:pt x="2812211" y="1290853"/>
                </a:lnTo>
                <a:lnTo>
                  <a:pt x="2813329" y="1291323"/>
                </a:lnTo>
                <a:lnTo>
                  <a:pt x="2815958" y="1291323"/>
                </a:lnTo>
                <a:lnTo>
                  <a:pt x="2817076" y="1290853"/>
                </a:lnTo>
                <a:lnTo>
                  <a:pt x="2818942" y="1288999"/>
                </a:lnTo>
                <a:lnTo>
                  <a:pt x="2819400" y="1287881"/>
                </a:lnTo>
                <a:lnTo>
                  <a:pt x="2819400" y="1285252"/>
                </a:lnTo>
                <a:close/>
              </a:path>
              <a:path w="9867900" h="3000375">
                <a:moveTo>
                  <a:pt x="2819400" y="857986"/>
                </a:moveTo>
                <a:lnTo>
                  <a:pt x="2818942" y="856856"/>
                </a:lnTo>
                <a:lnTo>
                  <a:pt x="2817076" y="855002"/>
                </a:lnTo>
                <a:lnTo>
                  <a:pt x="2815958" y="854532"/>
                </a:lnTo>
                <a:lnTo>
                  <a:pt x="2813329" y="854532"/>
                </a:lnTo>
                <a:lnTo>
                  <a:pt x="2812211" y="855002"/>
                </a:lnTo>
                <a:lnTo>
                  <a:pt x="2810345" y="856856"/>
                </a:lnTo>
                <a:lnTo>
                  <a:pt x="2809875" y="857986"/>
                </a:lnTo>
                <a:lnTo>
                  <a:pt x="2809875" y="860615"/>
                </a:lnTo>
                <a:lnTo>
                  <a:pt x="2810345" y="861733"/>
                </a:lnTo>
                <a:lnTo>
                  <a:pt x="2812211" y="863600"/>
                </a:lnTo>
                <a:lnTo>
                  <a:pt x="2813329" y="864057"/>
                </a:lnTo>
                <a:lnTo>
                  <a:pt x="2815958" y="864057"/>
                </a:lnTo>
                <a:lnTo>
                  <a:pt x="2817076" y="863600"/>
                </a:lnTo>
                <a:lnTo>
                  <a:pt x="2818942" y="861733"/>
                </a:lnTo>
                <a:lnTo>
                  <a:pt x="2819400" y="860615"/>
                </a:lnTo>
                <a:lnTo>
                  <a:pt x="2819400" y="857986"/>
                </a:lnTo>
                <a:close/>
              </a:path>
              <a:path w="9867900" h="3000375">
                <a:moveTo>
                  <a:pt x="2819400" y="430720"/>
                </a:moveTo>
                <a:lnTo>
                  <a:pt x="2818942" y="429590"/>
                </a:lnTo>
                <a:lnTo>
                  <a:pt x="2817076" y="427736"/>
                </a:lnTo>
                <a:lnTo>
                  <a:pt x="2815958" y="427266"/>
                </a:lnTo>
                <a:lnTo>
                  <a:pt x="2813329" y="427266"/>
                </a:lnTo>
                <a:lnTo>
                  <a:pt x="2812211" y="427736"/>
                </a:lnTo>
                <a:lnTo>
                  <a:pt x="2810345" y="429590"/>
                </a:lnTo>
                <a:lnTo>
                  <a:pt x="2809875" y="430720"/>
                </a:lnTo>
                <a:lnTo>
                  <a:pt x="2809875" y="433349"/>
                </a:lnTo>
                <a:lnTo>
                  <a:pt x="2810345" y="434467"/>
                </a:lnTo>
                <a:lnTo>
                  <a:pt x="2812211" y="436333"/>
                </a:lnTo>
                <a:lnTo>
                  <a:pt x="2813329" y="436791"/>
                </a:lnTo>
                <a:lnTo>
                  <a:pt x="2815958" y="436791"/>
                </a:lnTo>
                <a:lnTo>
                  <a:pt x="2817076" y="436333"/>
                </a:lnTo>
                <a:lnTo>
                  <a:pt x="2818942" y="434467"/>
                </a:lnTo>
                <a:lnTo>
                  <a:pt x="2819400" y="433349"/>
                </a:lnTo>
                <a:lnTo>
                  <a:pt x="2819400" y="430720"/>
                </a:lnTo>
                <a:close/>
              </a:path>
              <a:path w="9867900" h="300037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9867900" h="3000375">
                <a:moveTo>
                  <a:pt x="2867025" y="2994304"/>
                </a:moveTo>
                <a:lnTo>
                  <a:pt x="2866567" y="2993186"/>
                </a:lnTo>
                <a:lnTo>
                  <a:pt x="2864701" y="2991320"/>
                </a:lnTo>
                <a:lnTo>
                  <a:pt x="2863583" y="2990850"/>
                </a:lnTo>
                <a:lnTo>
                  <a:pt x="2860954" y="2990850"/>
                </a:lnTo>
                <a:lnTo>
                  <a:pt x="2859836" y="2991320"/>
                </a:lnTo>
                <a:lnTo>
                  <a:pt x="2857970" y="2993186"/>
                </a:lnTo>
                <a:lnTo>
                  <a:pt x="2857500" y="2994304"/>
                </a:lnTo>
                <a:lnTo>
                  <a:pt x="2857500" y="2996933"/>
                </a:lnTo>
                <a:lnTo>
                  <a:pt x="2857970" y="2998051"/>
                </a:lnTo>
                <a:lnTo>
                  <a:pt x="2859836" y="2999917"/>
                </a:lnTo>
                <a:lnTo>
                  <a:pt x="2860954" y="3000375"/>
                </a:lnTo>
                <a:lnTo>
                  <a:pt x="2863583" y="3000375"/>
                </a:lnTo>
                <a:lnTo>
                  <a:pt x="2864701" y="2999917"/>
                </a:lnTo>
                <a:lnTo>
                  <a:pt x="2866567" y="2998051"/>
                </a:lnTo>
                <a:lnTo>
                  <a:pt x="2867025" y="2996933"/>
                </a:lnTo>
                <a:lnTo>
                  <a:pt x="2867025" y="2994304"/>
                </a:lnTo>
                <a:close/>
              </a:path>
              <a:path w="9867900" h="3000375">
                <a:moveTo>
                  <a:pt x="2867025" y="2567038"/>
                </a:moveTo>
                <a:lnTo>
                  <a:pt x="2866567" y="2565920"/>
                </a:lnTo>
                <a:lnTo>
                  <a:pt x="2864701" y="2564053"/>
                </a:lnTo>
                <a:lnTo>
                  <a:pt x="2863583" y="2563596"/>
                </a:lnTo>
                <a:lnTo>
                  <a:pt x="2860954" y="2563596"/>
                </a:lnTo>
                <a:lnTo>
                  <a:pt x="2859836" y="2564053"/>
                </a:lnTo>
                <a:lnTo>
                  <a:pt x="2857970" y="2565920"/>
                </a:lnTo>
                <a:lnTo>
                  <a:pt x="2857500" y="2567038"/>
                </a:lnTo>
                <a:lnTo>
                  <a:pt x="2857500" y="2569667"/>
                </a:lnTo>
                <a:lnTo>
                  <a:pt x="2857970" y="2570797"/>
                </a:lnTo>
                <a:lnTo>
                  <a:pt x="2859836" y="2572651"/>
                </a:lnTo>
                <a:lnTo>
                  <a:pt x="2860954" y="2573121"/>
                </a:lnTo>
                <a:lnTo>
                  <a:pt x="2863583" y="2573121"/>
                </a:lnTo>
                <a:lnTo>
                  <a:pt x="2864701" y="2572651"/>
                </a:lnTo>
                <a:lnTo>
                  <a:pt x="2866567" y="2570797"/>
                </a:lnTo>
                <a:lnTo>
                  <a:pt x="2867025" y="2569667"/>
                </a:lnTo>
                <a:lnTo>
                  <a:pt x="2867025" y="2567038"/>
                </a:lnTo>
                <a:close/>
              </a:path>
              <a:path w="9867900" h="3000375">
                <a:moveTo>
                  <a:pt x="2867025" y="2139772"/>
                </a:moveTo>
                <a:lnTo>
                  <a:pt x="2866567" y="2138654"/>
                </a:lnTo>
                <a:lnTo>
                  <a:pt x="2864701" y="2136787"/>
                </a:lnTo>
                <a:lnTo>
                  <a:pt x="2863583" y="2136330"/>
                </a:lnTo>
                <a:lnTo>
                  <a:pt x="2860954" y="2136330"/>
                </a:lnTo>
                <a:lnTo>
                  <a:pt x="2859836" y="2136787"/>
                </a:lnTo>
                <a:lnTo>
                  <a:pt x="2857970" y="2138654"/>
                </a:lnTo>
                <a:lnTo>
                  <a:pt x="2857500" y="2139772"/>
                </a:lnTo>
                <a:lnTo>
                  <a:pt x="2857500" y="2142401"/>
                </a:lnTo>
                <a:lnTo>
                  <a:pt x="2857970" y="2143531"/>
                </a:lnTo>
                <a:lnTo>
                  <a:pt x="2859836" y="2145385"/>
                </a:lnTo>
                <a:lnTo>
                  <a:pt x="2860954" y="2145855"/>
                </a:lnTo>
                <a:lnTo>
                  <a:pt x="2863583" y="2145855"/>
                </a:lnTo>
                <a:lnTo>
                  <a:pt x="2864701" y="2145385"/>
                </a:lnTo>
                <a:lnTo>
                  <a:pt x="2866567" y="2143531"/>
                </a:lnTo>
                <a:lnTo>
                  <a:pt x="2867025" y="2142401"/>
                </a:lnTo>
                <a:lnTo>
                  <a:pt x="2867025" y="2139772"/>
                </a:lnTo>
                <a:close/>
              </a:path>
              <a:path w="9867900" h="3000375">
                <a:moveTo>
                  <a:pt x="2867025" y="1712506"/>
                </a:moveTo>
                <a:lnTo>
                  <a:pt x="2866567" y="1711388"/>
                </a:lnTo>
                <a:lnTo>
                  <a:pt x="2864701" y="1709534"/>
                </a:lnTo>
                <a:lnTo>
                  <a:pt x="2863583" y="1709064"/>
                </a:lnTo>
                <a:lnTo>
                  <a:pt x="2860954" y="1709064"/>
                </a:lnTo>
                <a:lnTo>
                  <a:pt x="2859836" y="1709534"/>
                </a:lnTo>
                <a:lnTo>
                  <a:pt x="2857970" y="1711388"/>
                </a:lnTo>
                <a:lnTo>
                  <a:pt x="2857500" y="1712506"/>
                </a:lnTo>
                <a:lnTo>
                  <a:pt x="2857500" y="1715135"/>
                </a:lnTo>
                <a:lnTo>
                  <a:pt x="2857970" y="1716265"/>
                </a:lnTo>
                <a:lnTo>
                  <a:pt x="2859836" y="1718119"/>
                </a:lnTo>
                <a:lnTo>
                  <a:pt x="2860954" y="1718589"/>
                </a:lnTo>
                <a:lnTo>
                  <a:pt x="2863583" y="1718589"/>
                </a:lnTo>
                <a:lnTo>
                  <a:pt x="2864701" y="1718119"/>
                </a:lnTo>
                <a:lnTo>
                  <a:pt x="2866567" y="1716265"/>
                </a:lnTo>
                <a:lnTo>
                  <a:pt x="2867025" y="1715135"/>
                </a:lnTo>
                <a:lnTo>
                  <a:pt x="2867025" y="1712506"/>
                </a:lnTo>
                <a:close/>
              </a:path>
              <a:path w="9867900" h="3000375">
                <a:moveTo>
                  <a:pt x="2867025" y="1285252"/>
                </a:moveTo>
                <a:lnTo>
                  <a:pt x="2866567" y="1284122"/>
                </a:lnTo>
                <a:lnTo>
                  <a:pt x="2864701" y="1282268"/>
                </a:lnTo>
                <a:lnTo>
                  <a:pt x="2863583" y="1281798"/>
                </a:lnTo>
                <a:lnTo>
                  <a:pt x="2860954" y="1281798"/>
                </a:lnTo>
                <a:lnTo>
                  <a:pt x="2859836" y="1282268"/>
                </a:lnTo>
                <a:lnTo>
                  <a:pt x="2857970" y="1284122"/>
                </a:lnTo>
                <a:lnTo>
                  <a:pt x="2857500" y="1285252"/>
                </a:lnTo>
                <a:lnTo>
                  <a:pt x="2857500" y="1287881"/>
                </a:lnTo>
                <a:lnTo>
                  <a:pt x="2857970" y="1288999"/>
                </a:lnTo>
                <a:lnTo>
                  <a:pt x="2859836" y="1290853"/>
                </a:lnTo>
                <a:lnTo>
                  <a:pt x="2860954" y="1291323"/>
                </a:lnTo>
                <a:lnTo>
                  <a:pt x="2863583" y="1291323"/>
                </a:lnTo>
                <a:lnTo>
                  <a:pt x="2864701" y="1290853"/>
                </a:lnTo>
                <a:lnTo>
                  <a:pt x="2866567" y="1288999"/>
                </a:lnTo>
                <a:lnTo>
                  <a:pt x="2867025" y="1287881"/>
                </a:lnTo>
                <a:lnTo>
                  <a:pt x="2867025" y="1285252"/>
                </a:lnTo>
                <a:close/>
              </a:path>
              <a:path w="9867900" h="3000375">
                <a:moveTo>
                  <a:pt x="2867025" y="857986"/>
                </a:moveTo>
                <a:lnTo>
                  <a:pt x="2866567" y="856856"/>
                </a:lnTo>
                <a:lnTo>
                  <a:pt x="2864701" y="855002"/>
                </a:lnTo>
                <a:lnTo>
                  <a:pt x="2863583" y="854532"/>
                </a:lnTo>
                <a:lnTo>
                  <a:pt x="2860954" y="854532"/>
                </a:lnTo>
                <a:lnTo>
                  <a:pt x="2859836" y="855002"/>
                </a:lnTo>
                <a:lnTo>
                  <a:pt x="2857970" y="856856"/>
                </a:lnTo>
                <a:lnTo>
                  <a:pt x="2857500" y="857986"/>
                </a:lnTo>
                <a:lnTo>
                  <a:pt x="2857500" y="860615"/>
                </a:lnTo>
                <a:lnTo>
                  <a:pt x="2857970" y="861733"/>
                </a:lnTo>
                <a:lnTo>
                  <a:pt x="2859836" y="863600"/>
                </a:lnTo>
                <a:lnTo>
                  <a:pt x="2860954" y="864057"/>
                </a:lnTo>
                <a:lnTo>
                  <a:pt x="2863583" y="864057"/>
                </a:lnTo>
                <a:lnTo>
                  <a:pt x="2864701" y="863600"/>
                </a:lnTo>
                <a:lnTo>
                  <a:pt x="2866567" y="861733"/>
                </a:lnTo>
                <a:lnTo>
                  <a:pt x="2867025" y="860615"/>
                </a:lnTo>
                <a:lnTo>
                  <a:pt x="2867025" y="857986"/>
                </a:lnTo>
                <a:close/>
              </a:path>
              <a:path w="9867900" h="3000375">
                <a:moveTo>
                  <a:pt x="2867025" y="430720"/>
                </a:moveTo>
                <a:lnTo>
                  <a:pt x="2866567" y="429590"/>
                </a:lnTo>
                <a:lnTo>
                  <a:pt x="2864701" y="427736"/>
                </a:lnTo>
                <a:lnTo>
                  <a:pt x="2863583" y="427266"/>
                </a:lnTo>
                <a:lnTo>
                  <a:pt x="2860954" y="427266"/>
                </a:lnTo>
                <a:lnTo>
                  <a:pt x="2859836" y="427736"/>
                </a:lnTo>
                <a:lnTo>
                  <a:pt x="2857970" y="429590"/>
                </a:lnTo>
                <a:lnTo>
                  <a:pt x="2857500" y="430720"/>
                </a:lnTo>
                <a:lnTo>
                  <a:pt x="2857500" y="433349"/>
                </a:lnTo>
                <a:lnTo>
                  <a:pt x="2857970" y="434467"/>
                </a:lnTo>
                <a:lnTo>
                  <a:pt x="2859836" y="436333"/>
                </a:lnTo>
                <a:lnTo>
                  <a:pt x="2860954" y="436791"/>
                </a:lnTo>
                <a:lnTo>
                  <a:pt x="2863583" y="436791"/>
                </a:lnTo>
                <a:lnTo>
                  <a:pt x="2864701" y="436333"/>
                </a:lnTo>
                <a:lnTo>
                  <a:pt x="2866567" y="434467"/>
                </a:lnTo>
                <a:lnTo>
                  <a:pt x="2867025" y="433349"/>
                </a:lnTo>
                <a:lnTo>
                  <a:pt x="2867025" y="430720"/>
                </a:lnTo>
                <a:close/>
              </a:path>
              <a:path w="9867900" h="300037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9867900" h="3000375">
                <a:moveTo>
                  <a:pt x="2914650" y="2994304"/>
                </a:moveTo>
                <a:lnTo>
                  <a:pt x="2914192" y="2993186"/>
                </a:lnTo>
                <a:lnTo>
                  <a:pt x="2912326" y="2991320"/>
                </a:lnTo>
                <a:lnTo>
                  <a:pt x="2911208" y="2990850"/>
                </a:lnTo>
                <a:lnTo>
                  <a:pt x="2908579" y="2990850"/>
                </a:lnTo>
                <a:lnTo>
                  <a:pt x="2907461" y="2991320"/>
                </a:lnTo>
                <a:lnTo>
                  <a:pt x="2905595" y="2993186"/>
                </a:lnTo>
                <a:lnTo>
                  <a:pt x="2905125" y="2994304"/>
                </a:lnTo>
                <a:lnTo>
                  <a:pt x="2905125" y="2996933"/>
                </a:lnTo>
                <a:lnTo>
                  <a:pt x="2905595" y="2998051"/>
                </a:lnTo>
                <a:lnTo>
                  <a:pt x="2907461" y="2999917"/>
                </a:lnTo>
                <a:lnTo>
                  <a:pt x="2908579" y="3000375"/>
                </a:lnTo>
                <a:lnTo>
                  <a:pt x="2911208" y="3000375"/>
                </a:lnTo>
                <a:lnTo>
                  <a:pt x="2912326" y="2999917"/>
                </a:lnTo>
                <a:lnTo>
                  <a:pt x="2914192" y="2998051"/>
                </a:lnTo>
                <a:lnTo>
                  <a:pt x="2914650" y="2996933"/>
                </a:lnTo>
                <a:lnTo>
                  <a:pt x="2914650" y="2994304"/>
                </a:lnTo>
                <a:close/>
              </a:path>
              <a:path w="9867900" h="3000375">
                <a:moveTo>
                  <a:pt x="2914650" y="2567038"/>
                </a:moveTo>
                <a:lnTo>
                  <a:pt x="2914192" y="2565920"/>
                </a:lnTo>
                <a:lnTo>
                  <a:pt x="2912326" y="2564053"/>
                </a:lnTo>
                <a:lnTo>
                  <a:pt x="2911208" y="2563596"/>
                </a:lnTo>
                <a:lnTo>
                  <a:pt x="2908579" y="2563596"/>
                </a:lnTo>
                <a:lnTo>
                  <a:pt x="2907461" y="2564053"/>
                </a:lnTo>
                <a:lnTo>
                  <a:pt x="2905595" y="2565920"/>
                </a:lnTo>
                <a:lnTo>
                  <a:pt x="2905125" y="2567038"/>
                </a:lnTo>
                <a:lnTo>
                  <a:pt x="2905125" y="2569667"/>
                </a:lnTo>
                <a:lnTo>
                  <a:pt x="2905595" y="2570797"/>
                </a:lnTo>
                <a:lnTo>
                  <a:pt x="2907461" y="2572651"/>
                </a:lnTo>
                <a:lnTo>
                  <a:pt x="2908579" y="2573121"/>
                </a:lnTo>
                <a:lnTo>
                  <a:pt x="2911208" y="2573121"/>
                </a:lnTo>
                <a:lnTo>
                  <a:pt x="2912326" y="2572651"/>
                </a:lnTo>
                <a:lnTo>
                  <a:pt x="2914192" y="2570797"/>
                </a:lnTo>
                <a:lnTo>
                  <a:pt x="2914650" y="2569667"/>
                </a:lnTo>
                <a:lnTo>
                  <a:pt x="2914650" y="2567038"/>
                </a:lnTo>
                <a:close/>
              </a:path>
              <a:path w="9867900" h="3000375">
                <a:moveTo>
                  <a:pt x="2914650" y="2139772"/>
                </a:moveTo>
                <a:lnTo>
                  <a:pt x="2914192" y="2138654"/>
                </a:lnTo>
                <a:lnTo>
                  <a:pt x="2912326" y="2136787"/>
                </a:lnTo>
                <a:lnTo>
                  <a:pt x="2911208" y="2136330"/>
                </a:lnTo>
                <a:lnTo>
                  <a:pt x="2908579" y="2136330"/>
                </a:lnTo>
                <a:lnTo>
                  <a:pt x="2907461" y="2136787"/>
                </a:lnTo>
                <a:lnTo>
                  <a:pt x="2905595" y="2138654"/>
                </a:lnTo>
                <a:lnTo>
                  <a:pt x="2905125" y="2139772"/>
                </a:lnTo>
                <a:lnTo>
                  <a:pt x="2905125" y="2142401"/>
                </a:lnTo>
                <a:lnTo>
                  <a:pt x="2905595" y="2143531"/>
                </a:lnTo>
                <a:lnTo>
                  <a:pt x="2907461" y="2145385"/>
                </a:lnTo>
                <a:lnTo>
                  <a:pt x="2908579" y="2145855"/>
                </a:lnTo>
                <a:lnTo>
                  <a:pt x="2911208" y="2145855"/>
                </a:lnTo>
                <a:lnTo>
                  <a:pt x="2912326" y="2145385"/>
                </a:lnTo>
                <a:lnTo>
                  <a:pt x="2914192" y="2143531"/>
                </a:lnTo>
                <a:lnTo>
                  <a:pt x="2914650" y="2142401"/>
                </a:lnTo>
                <a:lnTo>
                  <a:pt x="2914650" y="2139772"/>
                </a:lnTo>
                <a:close/>
              </a:path>
              <a:path w="9867900" h="3000375">
                <a:moveTo>
                  <a:pt x="2914650" y="1712506"/>
                </a:moveTo>
                <a:lnTo>
                  <a:pt x="2914192" y="1711388"/>
                </a:lnTo>
                <a:lnTo>
                  <a:pt x="2912326" y="1709534"/>
                </a:lnTo>
                <a:lnTo>
                  <a:pt x="2911208" y="1709064"/>
                </a:lnTo>
                <a:lnTo>
                  <a:pt x="2908579" y="1709064"/>
                </a:lnTo>
                <a:lnTo>
                  <a:pt x="2907461" y="1709534"/>
                </a:lnTo>
                <a:lnTo>
                  <a:pt x="2905595" y="1711388"/>
                </a:lnTo>
                <a:lnTo>
                  <a:pt x="2905125" y="1712506"/>
                </a:lnTo>
                <a:lnTo>
                  <a:pt x="2905125" y="1715135"/>
                </a:lnTo>
                <a:lnTo>
                  <a:pt x="2905595" y="1716265"/>
                </a:lnTo>
                <a:lnTo>
                  <a:pt x="2907461" y="1718119"/>
                </a:lnTo>
                <a:lnTo>
                  <a:pt x="2908579" y="1718589"/>
                </a:lnTo>
                <a:lnTo>
                  <a:pt x="2911208" y="1718589"/>
                </a:lnTo>
                <a:lnTo>
                  <a:pt x="2912326" y="1718119"/>
                </a:lnTo>
                <a:lnTo>
                  <a:pt x="2914192" y="1716265"/>
                </a:lnTo>
                <a:lnTo>
                  <a:pt x="2914650" y="1715135"/>
                </a:lnTo>
                <a:lnTo>
                  <a:pt x="2914650" y="1712506"/>
                </a:lnTo>
                <a:close/>
              </a:path>
              <a:path w="9867900" h="3000375">
                <a:moveTo>
                  <a:pt x="2914650" y="1285252"/>
                </a:moveTo>
                <a:lnTo>
                  <a:pt x="2914192" y="1284122"/>
                </a:lnTo>
                <a:lnTo>
                  <a:pt x="2912326" y="1282268"/>
                </a:lnTo>
                <a:lnTo>
                  <a:pt x="2911208" y="1281798"/>
                </a:lnTo>
                <a:lnTo>
                  <a:pt x="2908579" y="1281798"/>
                </a:lnTo>
                <a:lnTo>
                  <a:pt x="2907461" y="1282268"/>
                </a:lnTo>
                <a:lnTo>
                  <a:pt x="2905595" y="1284122"/>
                </a:lnTo>
                <a:lnTo>
                  <a:pt x="2905125" y="1285252"/>
                </a:lnTo>
                <a:lnTo>
                  <a:pt x="2905125" y="1287881"/>
                </a:lnTo>
                <a:lnTo>
                  <a:pt x="2905595" y="1288999"/>
                </a:lnTo>
                <a:lnTo>
                  <a:pt x="2907461" y="1290853"/>
                </a:lnTo>
                <a:lnTo>
                  <a:pt x="2908579" y="1291323"/>
                </a:lnTo>
                <a:lnTo>
                  <a:pt x="2911208" y="1291323"/>
                </a:lnTo>
                <a:lnTo>
                  <a:pt x="2912326" y="1290853"/>
                </a:lnTo>
                <a:lnTo>
                  <a:pt x="2914192" y="1288999"/>
                </a:lnTo>
                <a:lnTo>
                  <a:pt x="2914650" y="1287881"/>
                </a:lnTo>
                <a:lnTo>
                  <a:pt x="2914650" y="1285252"/>
                </a:lnTo>
                <a:close/>
              </a:path>
              <a:path w="9867900" h="3000375">
                <a:moveTo>
                  <a:pt x="2914650" y="857986"/>
                </a:moveTo>
                <a:lnTo>
                  <a:pt x="2914192" y="856856"/>
                </a:lnTo>
                <a:lnTo>
                  <a:pt x="2912326" y="855002"/>
                </a:lnTo>
                <a:lnTo>
                  <a:pt x="2911208" y="854532"/>
                </a:lnTo>
                <a:lnTo>
                  <a:pt x="2908579" y="854532"/>
                </a:lnTo>
                <a:lnTo>
                  <a:pt x="2907461" y="855002"/>
                </a:lnTo>
                <a:lnTo>
                  <a:pt x="2905595" y="856856"/>
                </a:lnTo>
                <a:lnTo>
                  <a:pt x="2905125" y="857986"/>
                </a:lnTo>
                <a:lnTo>
                  <a:pt x="2905125" y="860615"/>
                </a:lnTo>
                <a:lnTo>
                  <a:pt x="2905595" y="861733"/>
                </a:lnTo>
                <a:lnTo>
                  <a:pt x="2907461" y="863600"/>
                </a:lnTo>
                <a:lnTo>
                  <a:pt x="2908579" y="864057"/>
                </a:lnTo>
                <a:lnTo>
                  <a:pt x="2911208" y="864057"/>
                </a:lnTo>
                <a:lnTo>
                  <a:pt x="2912326" y="863600"/>
                </a:lnTo>
                <a:lnTo>
                  <a:pt x="2914192" y="861733"/>
                </a:lnTo>
                <a:lnTo>
                  <a:pt x="2914650" y="860615"/>
                </a:lnTo>
                <a:lnTo>
                  <a:pt x="2914650" y="857986"/>
                </a:lnTo>
                <a:close/>
              </a:path>
              <a:path w="9867900" h="3000375">
                <a:moveTo>
                  <a:pt x="2914650" y="430720"/>
                </a:moveTo>
                <a:lnTo>
                  <a:pt x="2914192" y="429590"/>
                </a:lnTo>
                <a:lnTo>
                  <a:pt x="2912326" y="427736"/>
                </a:lnTo>
                <a:lnTo>
                  <a:pt x="2911208" y="427266"/>
                </a:lnTo>
                <a:lnTo>
                  <a:pt x="2908579" y="427266"/>
                </a:lnTo>
                <a:lnTo>
                  <a:pt x="2907461" y="427736"/>
                </a:lnTo>
                <a:lnTo>
                  <a:pt x="2905595" y="429590"/>
                </a:lnTo>
                <a:lnTo>
                  <a:pt x="2905125" y="430720"/>
                </a:lnTo>
                <a:lnTo>
                  <a:pt x="2905125" y="433349"/>
                </a:lnTo>
                <a:lnTo>
                  <a:pt x="2905595" y="434467"/>
                </a:lnTo>
                <a:lnTo>
                  <a:pt x="2907461" y="436333"/>
                </a:lnTo>
                <a:lnTo>
                  <a:pt x="2908579" y="436791"/>
                </a:lnTo>
                <a:lnTo>
                  <a:pt x="2911208" y="436791"/>
                </a:lnTo>
                <a:lnTo>
                  <a:pt x="2912326" y="436333"/>
                </a:lnTo>
                <a:lnTo>
                  <a:pt x="2914192" y="434467"/>
                </a:lnTo>
                <a:lnTo>
                  <a:pt x="2914650" y="433349"/>
                </a:lnTo>
                <a:lnTo>
                  <a:pt x="2914650" y="430720"/>
                </a:lnTo>
                <a:close/>
              </a:path>
              <a:path w="9867900" h="300037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9867900" h="3000375">
                <a:moveTo>
                  <a:pt x="2962275" y="2994304"/>
                </a:moveTo>
                <a:lnTo>
                  <a:pt x="2961817" y="2993186"/>
                </a:lnTo>
                <a:lnTo>
                  <a:pt x="2959951" y="2991320"/>
                </a:lnTo>
                <a:lnTo>
                  <a:pt x="2958833" y="2990850"/>
                </a:lnTo>
                <a:lnTo>
                  <a:pt x="2956204" y="2990850"/>
                </a:lnTo>
                <a:lnTo>
                  <a:pt x="2955086" y="2991320"/>
                </a:lnTo>
                <a:lnTo>
                  <a:pt x="2953220" y="2993186"/>
                </a:lnTo>
                <a:lnTo>
                  <a:pt x="2952750" y="2994304"/>
                </a:lnTo>
                <a:lnTo>
                  <a:pt x="2952750" y="2996933"/>
                </a:lnTo>
                <a:lnTo>
                  <a:pt x="2953220" y="2998051"/>
                </a:lnTo>
                <a:lnTo>
                  <a:pt x="2955086" y="2999917"/>
                </a:lnTo>
                <a:lnTo>
                  <a:pt x="2956204" y="3000375"/>
                </a:lnTo>
                <a:lnTo>
                  <a:pt x="2958833" y="3000375"/>
                </a:lnTo>
                <a:lnTo>
                  <a:pt x="2959951" y="2999917"/>
                </a:lnTo>
                <a:lnTo>
                  <a:pt x="2961817" y="2998051"/>
                </a:lnTo>
                <a:lnTo>
                  <a:pt x="2962275" y="2996933"/>
                </a:lnTo>
                <a:lnTo>
                  <a:pt x="2962275" y="2994304"/>
                </a:lnTo>
                <a:close/>
              </a:path>
              <a:path w="9867900" h="3000375">
                <a:moveTo>
                  <a:pt x="2962275" y="2567038"/>
                </a:moveTo>
                <a:lnTo>
                  <a:pt x="2961817" y="2565920"/>
                </a:lnTo>
                <a:lnTo>
                  <a:pt x="2959951" y="2564053"/>
                </a:lnTo>
                <a:lnTo>
                  <a:pt x="2958833" y="2563596"/>
                </a:lnTo>
                <a:lnTo>
                  <a:pt x="2956204" y="2563596"/>
                </a:lnTo>
                <a:lnTo>
                  <a:pt x="2955086" y="2564053"/>
                </a:lnTo>
                <a:lnTo>
                  <a:pt x="2953220" y="2565920"/>
                </a:lnTo>
                <a:lnTo>
                  <a:pt x="2952750" y="2567038"/>
                </a:lnTo>
                <a:lnTo>
                  <a:pt x="2952750" y="2569667"/>
                </a:lnTo>
                <a:lnTo>
                  <a:pt x="2953220" y="2570797"/>
                </a:lnTo>
                <a:lnTo>
                  <a:pt x="2955086" y="2572651"/>
                </a:lnTo>
                <a:lnTo>
                  <a:pt x="2956204" y="2573121"/>
                </a:lnTo>
                <a:lnTo>
                  <a:pt x="2958833" y="2573121"/>
                </a:lnTo>
                <a:lnTo>
                  <a:pt x="2959951" y="2572651"/>
                </a:lnTo>
                <a:lnTo>
                  <a:pt x="2961817" y="2570797"/>
                </a:lnTo>
                <a:lnTo>
                  <a:pt x="2962275" y="2569667"/>
                </a:lnTo>
                <a:lnTo>
                  <a:pt x="2962275" y="2567038"/>
                </a:lnTo>
                <a:close/>
              </a:path>
              <a:path w="9867900" h="3000375">
                <a:moveTo>
                  <a:pt x="2962275" y="2139772"/>
                </a:moveTo>
                <a:lnTo>
                  <a:pt x="2961817" y="2138654"/>
                </a:lnTo>
                <a:lnTo>
                  <a:pt x="2959951" y="2136787"/>
                </a:lnTo>
                <a:lnTo>
                  <a:pt x="2958833" y="2136330"/>
                </a:lnTo>
                <a:lnTo>
                  <a:pt x="2956204" y="2136330"/>
                </a:lnTo>
                <a:lnTo>
                  <a:pt x="2955086" y="2136787"/>
                </a:lnTo>
                <a:lnTo>
                  <a:pt x="2953220" y="2138654"/>
                </a:lnTo>
                <a:lnTo>
                  <a:pt x="2952750" y="2139772"/>
                </a:lnTo>
                <a:lnTo>
                  <a:pt x="2952750" y="2142401"/>
                </a:lnTo>
                <a:lnTo>
                  <a:pt x="2953220" y="2143531"/>
                </a:lnTo>
                <a:lnTo>
                  <a:pt x="2955086" y="2145385"/>
                </a:lnTo>
                <a:lnTo>
                  <a:pt x="2956204" y="2145855"/>
                </a:lnTo>
                <a:lnTo>
                  <a:pt x="2958833" y="2145855"/>
                </a:lnTo>
                <a:lnTo>
                  <a:pt x="2959951" y="2145385"/>
                </a:lnTo>
                <a:lnTo>
                  <a:pt x="2961817" y="2143531"/>
                </a:lnTo>
                <a:lnTo>
                  <a:pt x="2962275" y="2142401"/>
                </a:lnTo>
                <a:lnTo>
                  <a:pt x="2962275" y="2139772"/>
                </a:lnTo>
                <a:close/>
              </a:path>
              <a:path w="9867900" h="3000375">
                <a:moveTo>
                  <a:pt x="2962275" y="1712506"/>
                </a:moveTo>
                <a:lnTo>
                  <a:pt x="2961817" y="1711388"/>
                </a:lnTo>
                <a:lnTo>
                  <a:pt x="2959951" y="1709534"/>
                </a:lnTo>
                <a:lnTo>
                  <a:pt x="2958833" y="1709064"/>
                </a:lnTo>
                <a:lnTo>
                  <a:pt x="2956204" y="1709064"/>
                </a:lnTo>
                <a:lnTo>
                  <a:pt x="2955086" y="1709534"/>
                </a:lnTo>
                <a:lnTo>
                  <a:pt x="2953220" y="1711388"/>
                </a:lnTo>
                <a:lnTo>
                  <a:pt x="2952750" y="1712506"/>
                </a:lnTo>
                <a:lnTo>
                  <a:pt x="2952750" y="1715135"/>
                </a:lnTo>
                <a:lnTo>
                  <a:pt x="2953220" y="1716265"/>
                </a:lnTo>
                <a:lnTo>
                  <a:pt x="2955086" y="1718119"/>
                </a:lnTo>
                <a:lnTo>
                  <a:pt x="2956204" y="1718589"/>
                </a:lnTo>
                <a:lnTo>
                  <a:pt x="2958833" y="1718589"/>
                </a:lnTo>
                <a:lnTo>
                  <a:pt x="2959951" y="1718119"/>
                </a:lnTo>
                <a:lnTo>
                  <a:pt x="2961817" y="1716265"/>
                </a:lnTo>
                <a:lnTo>
                  <a:pt x="2962275" y="1715135"/>
                </a:lnTo>
                <a:lnTo>
                  <a:pt x="2962275" y="1712506"/>
                </a:lnTo>
                <a:close/>
              </a:path>
              <a:path w="9867900" h="3000375">
                <a:moveTo>
                  <a:pt x="2962275" y="1285252"/>
                </a:moveTo>
                <a:lnTo>
                  <a:pt x="2961817" y="1284122"/>
                </a:lnTo>
                <a:lnTo>
                  <a:pt x="2959951" y="1282268"/>
                </a:lnTo>
                <a:lnTo>
                  <a:pt x="2958833" y="1281798"/>
                </a:lnTo>
                <a:lnTo>
                  <a:pt x="2956204" y="1281798"/>
                </a:lnTo>
                <a:lnTo>
                  <a:pt x="2955086" y="1282268"/>
                </a:lnTo>
                <a:lnTo>
                  <a:pt x="2953220" y="1284122"/>
                </a:lnTo>
                <a:lnTo>
                  <a:pt x="2952750" y="1285252"/>
                </a:lnTo>
                <a:lnTo>
                  <a:pt x="2952750" y="1287881"/>
                </a:lnTo>
                <a:lnTo>
                  <a:pt x="2953220" y="1288999"/>
                </a:lnTo>
                <a:lnTo>
                  <a:pt x="2955086" y="1290853"/>
                </a:lnTo>
                <a:lnTo>
                  <a:pt x="2956204" y="1291323"/>
                </a:lnTo>
                <a:lnTo>
                  <a:pt x="2958833" y="1291323"/>
                </a:lnTo>
                <a:lnTo>
                  <a:pt x="2959951" y="1290853"/>
                </a:lnTo>
                <a:lnTo>
                  <a:pt x="2961817" y="1288999"/>
                </a:lnTo>
                <a:lnTo>
                  <a:pt x="2962275" y="1287881"/>
                </a:lnTo>
                <a:lnTo>
                  <a:pt x="2962275" y="1285252"/>
                </a:lnTo>
                <a:close/>
              </a:path>
              <a:path w="9867900" h="3000375">
                <a:moveTo>
                  <a:pt x="2962275" y="857986"/>
                </a:moveTo>
                <a:lnTo>
                  <a:pt x="2961817" y="856856"/>
                </a:lnTo>
                <a:lnTo>
                  <a:pt x="2959951" y="855002"/>
                </a:lnTo>
                <a:lnTo>
                  <a:pt x="2958833" y="854532"/>
                </a:lnTo>
                <a:lnTo>
                  <a:pt x="2956204" y="854532"/>
                </a:lnTo>
                <a:lnTo>
                  <a:pt x="2955086" y="855002"/>
                </a:lnTo>
                <a:lnTo>
                  <a:pt x="2953220" y="856856"/>
                </a:lnTo>
                <a:lnTo>
                  <a:pt x="2952750" y="857986"/>
                </a:lnTo>
                <a:lnTo>
                  <a:pt x="2952750" y="860615"/>
                </a:lnTo>
                <a:lnTo>
                  <a:pt x="2953220" y="861733"/>
                </a:lnTo>
                <a:lnTo>
                  <a:pt x="2955086" y="863600"/>
                </a:lnTo>
                <a:lnTo>
                  <a:pt x="2956204" y="864057"/>
                </a:lnTo>
                <a:lnTo>
                  <a:pt x="2958833" y="864057"/>
                </a:lnTo>
                <a:lnTo>
                  <a:pt x="2959951" y="863600"/>
                </a:lnTo>
                <a:lnTo>
                  <a:pt x="2961817" y="861733"/>
                </a:lnTo>
                <a:lnTo>
                  <a:pt x="2962275" y="860615"/>
                </a:lnTo>
                <a:lnTo>
                  <a:pt x="2962275" y="857986"/>
                </a:lnTo>
                <a:close/>
              </a:path>
              <a:path w="9867900" h="3000375">
                <a:moveTo>
                  <a:pt x="2962275" y="430720"/>
                </a:moveTo>
                <a:lnTo>
                  <a:pt x="2961817" y="429590"/>
                </a:lnTo>
                <a:lnTo>
                  <a:pt x="2959951" y="427736"/>
                </a:lnTo>
                <a:lnTo>
                  <a:pt x="2958833" y="427266"/>
                </a:lnTo>
                <a:lnTo>
                  <a:pt x="2956204" y="427266"/>
                </a:lnTo>
                <a:lnTo>
                  <a:pt x="2955086" y="427736"/>
                </a:lnTo>
                <a:lnTo>
                  <a:pt x="2953220" y="429590"/>
                </a:lnTo>
                <a:lnTo>
                  <a:pt x="2952750" y="430720"/>
                </a:lnTo>
                <a:lnTo>
                  <a:pt x="2952750" y="433349"/>
                </a:lnTo>
                <a:lnTo>
                  <a:pt x="2953220" y="434467"/>
                </a:lnTo>
                <a:lnTo>
                  <a:pt x="2955086" y="436333"/>
                </a:lnTo>
                <a:lnTo>
                  <a:pt x="2956204" y="436791"/>
                </a:lnTo>
                <a:lnTo>
                  <a:pt x="2958833" y="436791"/>
                </a:lnTo>
                <a:lnTo>
                  <a:pt x="2959951" y="436333"/>
                </a:lnTo>
                <a:lnTo>
                  <a:pt x="2961817" y="434467"/>
                </a:lnTo>
                <a:lnTo>
                  <a:pt x="2962275" y="433349"/>
                </a:lnTo>
                <a:lnTo>
                  <a:pt x="2962275" y="430720"/>
                </a:lnTo>
                <a:close/>
              </a:path>
              <a:path w="9867900" h="300037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9867900" h="3000375">
                <a:moveTo>
                  <a:pt x="3009900" y="2994304"/>
                </a:moveTo>
                <a:lnTo>
                  <a:pt x="3009442" y="2993186"/>
                </a:lnTo>
                <a:lnTo>
                  <a:pt x="3007576" y="2991320"/>
                </a:lnTo>
                <a:lnTo>
                  <a:pt x="3006458" y="2990850"/>
                </a:lnTo>
                <a:lnTo>
                  <a:pt x="3003829" y="2990850"/>
                </a:lnTo>
                <a:lnTo>
                  <a:pt x="3002711" y="2991320"/>
                </a:lnTo>
                <a:lnTo>
                  <a:pt x="3000845" y="2993186"/>
                </a:lnTo>
                <a:lnTo>
                  <a:pt x="3000375" y="2994304"/>
                </a:lnTo>
                <a:lnTo>
                  <a:pt x="3000375" y="2996933"/>
                </a:lnTo>
                <a:lnTo>
                  <a:pt x="3000845" y="2998051"/>
                </a:lnTo>
                <a:lnTo>
                  <a:pt x="3002711" y="2999917"/>
                </a:lnTo>
                <a:lnTo>
                  <a:pt x="3003829" y="3000375"/>
                </a:lnTo>
                <a:lnTo>
                  <a:pt x="3006458" y="3000375"/>
                </a:lnTo>
                <a:lnTo>
                  <a:pt x="3007576" y="2999917"/>
                </a:lnTo>
                <a:lnTo>
                  <a:pt x="3009442" y="2998051"/>
                </a:lnTo>
                <a:lnTo>
                  <a:pt x="3009900" y="2996933"/>
                </a:lnTo>
                <a:lnTo>
                  <a:pt x="3009900" y="2994304"/>
                </a:lnTo>
                <a:close/>
              </a:path>
              <a:path w="9867900" h="3000375">
                <a:moveTo>
                  <a:pt x="3009900" y="2567038"/>
                </a:moveTo>
                <a:lnTo>
                  <a:pt x="3009442" y="2565920"/>
                </a:lnTo>
                <a:lnTo>
                  <a:pt x="3007576" y="2564053"/>
                </a:lnTo>
                <a:lnTo>
                  <a:pt x="3006458" y="2563596"/>
                </a:lnTo>
                <a:lnTo>
                  <a:pt x="3003829" y="2563596"/>
                </a:lnTo>
                <a:lnTo>
                  <a:pt x="3002711" y="2564053"/>
                </a:lnTo>
                <a:lnTo>
                  <a:pt x="3000845" y="2565920"/>
                </a:lnTo>
                <a:lnTo>
                  <a:pt x="3000375" y="2567038"/>
                </a:lnTo>
                <a:lnTo>
                  <a:pt x="3000375" y="2569667"/>
                </a:lnTo>
                <a:lnTo>
                  <a:pt x="3000845" y="2570797"/>
                </a:lnTo>
                <a:lnTo>
                  <a:pt x="3002711" y="2572651"/>
                </a:lnTo>
                <a:lnTo>
                  <a:pt x="3003829" y="2573121"/>
                </a:lnTo>
                <a:lnTo>
                  <a:pt x="3006458" y="2573121"/>
                </a:lnTo>
                <a:lnTo>
                  <a:pt x="3007576" y="2572651"/>
                </a:lnTo>
                <a:lnTo>
                  <a:pt x="3009442" y="2570797"/>
                </a:lnTo>
                <a:lnTo>
                  <a:pt x="3009900" y="2569667"/>
                </a:lnTo>
                <a:lnTo>
                  <a:pt x="3009900" y="2567038"/>
                </a:lnTo>
                <a:close/>
              </a:path>
              <a:path w="9867900" h="3000375">
                <a:moveTo>
                  <a:pt x="3009900" y="2139772"/>
                </a:moveTo>
                <a:lnTo>
                  <a:pt x="3009442" y="2138654"/>
                </a:lnTo>
                <a:lnTo>
                  <a:pt x="3007576" y="2136787"/>
                </a:lnTo>
                <a:lnTo>
                  <a:pt x="3006458" y="2136330"/>
                </a:lnTo>
                <a:lnTo>
                  <a:pt x="3003829" y="2136330"/>
                </a:lnTo>
                <a:lnTo>
                  <a:pt x="3002711" y="2136787"/>
                </a:lnTo>
                <a:lnTo>
                  <a:pt x="3000845" y="2138654"/>
                </a:lnTo>
                <a:lnTo>
                  <a:pt x="3000375" y="2139772"/>
                </a:lnTo>
                <a:lnTo>
                  <a:pt x="3000375" y="2142401"/>
                </a:lnTo>
                <a:lnTo>
                  <a:pt x="3000845" y="2143531"/>
                </a:lnTo>
                <a:lnTo>
                  <a:pt x="3002711" y="2145385"/>
                </a:lnTo>
                <a:lnTo>
                  <a:pt x="3003829" y="2145855"/>
                </a:lnTo>
                <a:lnTo>
                  <a:pt x="3006458" y="2145855"/>
                </a:lnTo>
                <a:lnTo>
                  <a:pt x="3007576" y="2145385"/>
                </a:lnTo>
                <a:lnTo>
                  <a:pt x="3009442" y="2143531"/>
                </a:lnTo>
                <a:lnTo>
                  <a:pt x="3009900" y="2142401"/>
                </a:lnTo>
                <a:lnTo>
                  <a:pt x="3009900" y="2139772"/>
                </a:lnTo>
                <a:close/>
              </a:path>
              <a:path w="9867900" h="3000375">
                <a:moveTo>
                  <a:pt x="3009900" y="1712506"/>
                </a:moveTo>
                <a:lnTo>
                  <a:pt x="3009442" y="1711388"/>
                </a:lnTo>
                <a:lnTo>
                  <a:pt x="3007576" y="1709534"/>
                </a:lnTo>
                <a:lnTo>
                  <a:pt x="3006458" y="1709064"/>
                </a:lnTo>
                <a:lnTo>
                  <a:pt x="3003829" y="1709064"/>
                </a:lnTo>
                <a:lnTo>
                  <a:pt x="3002711" y="1709534"/>
                </a:lnTo>
                <a:lnTo>
                  <a:pt x="3000845" y="1711388"/>
                </a:lnTo>
                <a:lnTo>
                  <a:pt x="3000375" y="1712506"/>
                </a:lnTo>
                <a:lnTo>
                  <a:pt x="3000375" y="1715135"/>
                </a:lnTo>
                <a:lnTo>
                  <a:pt x="3000845" y="1716265"/>
                </a:lnTo>
                <a:lnTo>
                  <a:pt x="3002711" y="1718119"/>
                </a:lnTo>
                <a:lnTo>
                  <a:pt x="3003829" y="1718589"/>
                </a:lnTo>
                <a:lnTo>
                  <a:pt x="3006458" y="1718589"/>
                </a:lnTo>
                <a:lnTo>
                  <a:pt x="3007576" y="1718119"/>
                </a:lnTo>
                <a:lnTo>
                  <a:pt x="3009442" y="1716265"/>
                </a:lnTo>
                <a:lnTo>
                  <a:pt x="3009900" y="1715135"/>
                </a:lnTo>
                <a:lnTo>
                  <a:pt x="3009900" y="1712506"/>
                </a:lnTo>
                <a:close/>
              </a:path>
              <a:path w="9867900" h="3000375">
                <a:moveTo>
                  <a:pt x="3009900" y="1285252"/>
                </a:moveTo>
                <a:lnTo>
                  <a:pt x="3009442" y="1284122"/>
                </a:lnTo>
                <a:lnTo>
                  <a:pt x="3007576" y="1282268"/>
                </a:lnTo>
                <a:lnTo>
                  <a:pt x="3006458" y="1281798"/>
                </a:lnTo>
                <a:lnTo>
                  <a:pt x="3003829" y="1281798"/>
                </a:lnTo>
                <a:lnTo>
                  <a:pt x="3002711" y="1282268"/>
                </a:lnTo>
                <a:lnTo>
                  <a:pt x="3000845" y="1284122"/>
                </a:lnTo>
                <a:lnTo>
                  <a:pt x="3000375" y="1285252"/>
                </a:lnTo>
                <a:lnTo>
                  <a:pt x="3000375" y="1287881"/>
                </a:lnTo>
                <a:lnTo>
                  <a:pt x="3000845" y="1288999"/>
                </a:lnTo>
                <a:lnTo>
                  <a:pt x="3002711" y="1290853"/>
                </a:lnTo>
                <a:lnTo>
                  <a:pt x="3003829" y="1291323"/>
                </a:lnTo>
                <a:lnTo>
                  <a:pt x="3006458" y="1291323"/>
                </a:lnTo>
                <a:lnTo>
                  <a:pt x="3007576" y="1290853"/>
                </a:lnTo>
                <a:lnTo>
                  <a:pt x="3009442" y="1288999"/>
                </a:lnTo>
                <a:lnTo>
                  <a:pt x="3009900" y="1287881"/>
                </a:lnTo>
                <a:lnTo>
                  <a:pt x="3009900" y="1285252"/>
                </a:lnTo>
                <a:close/>
              </a:path>
              <a:path w="9867900" h="3000375">
                <a:moveTo>
                  <a:pt x="3009900" y="857986"/>
                </a:moveTo>
                <a:lnTo>
                  <a:pt x="3009442" y="856856"/>
                </a:lnTo>
                <a:lnTo>
                  <a:pt x="3007576" y="855002"/>
                </a:lnTo>
                <a:lnTo>
                  <a:pt x="3006458" y="854532"/>
                </a:lnTo>
                <a:lnTo>
                  <a:pt x="3003829" y="854532"/>
                </a:lnTo>
                <a:lnTo>
                  <a:pt x="3002711" y="855002"/>
                </a:lnTo>
                <a:lnTo>
                  <a:pt x="3000845" y="856856"/>
                </a:lnTo>
                <a:lnTo>
                  <a:pt x="3000375" y="857986"/>
                </a:lnTo>
                <a:lnTo>
                  <a:pt x="3000375" y="860615"/>
                </a:lnTo>
                <a:lnTo>
                  <a:pt x="3000845" y="861733"/>
                </a:lnTo>
                <a:lnTo>
                  <a:pt x="3002711" y="863600"/>
                </a:lnTo>
                <a:lnTo>
                  <a:pt x="3003829" y="864057"/>
                </a:lnTo>
                <a:lnTo>
                  <a:pt x="3006458" y="864057"/>
                </a:lnTo>
                <a:lnTo>
                  <a:pt x="3007576" y="863600"/>
                </a:lnTo>
                <a:lnTo>
                  <a:pt x="3009442" y="861733"/>
                </a:lnTo>
                <a:lnTo>
                  <a:pt x="3009900" y="860615"/>
                </a:lnTo>
                <a:lnTo>
                  <a:pt x="3009900" y="857986"/>
                </a:lnTo>
                <a:close/>
              </a:path>
              <a:path w="9867900" h="3000375">
                <a:moveTo>
                  <a:pt x="3009900" y="430720"/>
                </a:moveTo>
                <a:lnTo>
                  <a:pt x="3009442" y="429590"/>
                </a:lnTo>
                <a:lnTo>
                  <a:pt x="3007576" y="427736"/>
                </a:lnTo>
                <a:lnTo>
                  <a:pt x="3006458" y="427266"/>
                </a:lnTo>
                <a:lnTo>
                  <a:pt x="3003829" y="427266"/>
                </a:lnTo>
                <a:lnTo>
                  <a:pt x="3002711" y="427736"/>
                </a:lnTo>
                <a:lnTo>
                  <a:pt x="3000845" y="429590"/>
                </a:lnTo>
                <a:lnTo>
                  <a:pt x="3000375" y="430720"/>
                </a:lnTo>
                <a:lnTo>
                  <a:pt x="3000375" y="433349"/>
                </a:lnTo>
                <a:lnTo>
                  <a:pt x="3000845" y="434467"/>
                </a:lnTo>
                <a:lnTo>
                  <a:pt x="3002711" y="436333"/>
                </a:lnTo>
                <a:lnTo>
                  <a:pt x="3003829" y="436791"/>
                </a:lnTo>
                <a:lnTo>
                  <a:pt x="3006458" y="436791"/>
                </a:lnTo>
                <a:lnTo>
                  <a:pt x="3007576" y="436333"/>
                </a:lnTo>
                <a:lnTo>
                  <a:pt x="3009442" y="434467"/>
                </a:lnTo>
                <a:lnTo>
                  <a:pt x="3009900" y="433349"/>
                </a:lnTo>
                <a:lnTo>
                  <a:pt x="3009900" y="430720"/>
                </a:lnTo>
                <a:close/>
              </a:path>
              <a:path w="9867900" h="300037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9867900" h="3000375">
                <a:moveTo>
                  <a:pt x="3057525" y="2994304"/>
                </a:moveTo>
                <a:lnTo>
                  <a:pt x="3057067" y="2993186"/>
                </a:lnTo>
                <a:lnTo>
                  <a:pt x="3055201" y="2991320"/>
                </a:lnTo>
                <a:lnTo>
                  <a:pt x="3054083" y="2990850"/>
                </a:lnTo>
                <a:lnTo>
                  <a:pt x="3051454" y="2990850"/>
                </a:lnTo>
                <a:lnTo>
                  <a:pt x="3050336" y="2991320"/>
                </a:lnTo>
                <a:lnTo>
                  <a:pt x="3048470" y="2993186"/>
                </a:lnTo>
                <a:lnTo>
                  <a:pt x="3048000" y="2994304"/>
                </a:lnTo>
                <a:lnTo>
                  <a:pt x="3048000" y="2996933"/>
                </a:lnTo>
                <a:lnTo>
                  <a:pt x="3048470" y="2998051"/>
                </a:lnTo>
                <a:lnTo>
                  <a:pt x="3050336" y="2999917"/>
                </a:lnTo>
                <a:lnTo>
                  <a:pt x="3051454" y="3000375"/>
                </a:lnTo>
                <a:lnTo>
                  <a:pt x="3054083" y="3000375"/>
                </a:lnTo>
                <a:lnTo>
                  <a:pt x="3055201" y="2999917"/>
                </a:lnTo>
                <a:lnTo>
                  <a:pt x="3057067" y="2998051"/>
                </a:lnTo>
                <a:lnTo>
                  <a:pt x="3057525" y="2996933"/>
                </a:lnTo>
                <a:lnTo>
                  <a:pt x="3057525" y="2994304"/>
                </a:lnTo>
                <a:close/>
              </a:path>
              <a:path w="9867900" h="3000375">
                <a:moveTo>
                  <a:pt x="3057525" y="2567038"/>
                </a:moveTo>
                <a:lnTo>
                  <a:pt x="3057067" y="2565920"/>
                </a:lnTo>
                <a:lnTo>
                  <a:pt x="3055201" y="2564053"/>
                </a:lnTo>
                <a:lnTo>
                  <a:pt x="3054083" y="2563596"/>
                </a:lnTo>
                <a:lnTo>
                  <a:pt x="3051454" y="2563596"/>
                </a:lnTo>
                <a:lnTo>
                  <a:pt x="3050336" y="2564053"/>
                </a:lnTo>
                <a:lnTo>
                  <a:pt x="3048470" y="2565920"/>
                </a:lnTo>
                <a:lnTo>
                  <a:pt x="3048000" y="2567038"/>
                </a:lnTo>
                <a:lnTo>
                  <a:pt x="3048000" y="2569667"/>
                </a:lnTo>
                <a:lnTo>
                  <a:pt x="3048470" y="2570797"/>
                </a:lnTo>
                <a:lnTo>
                  <a:pt x="3050336" y="2572651"/>
                </a:lnTo>
                <a:lnTo>
                  <a:pt x="3051454" y="2573121"/>
                </a:lnTo>
                <a:lnTo>
                  <a:pt x="3054083" y="2573121"/>
                </a:lnTo>
                <a:lnTo>
                  <a:pt x="3055201" y="2572651"/>
                </a:lnTo>
                <a:lnTo>
                  <a:pt x="3057067" y="2570797"/>
                </a:lnTo>
                <a:lnTo>
                  <a:pt x="3057525" y="2569667"/>
                </a:lnTo>
                <a:lnTo>
                  <a:pt x="3057525" y="2567038"/>
                </a:lnTo>
                <a:close/>
              </a:path>
              <a:path w="9867900" h="3000375">
                <a:moveTo>
                  <a:pt x="3057525" y="2139772"/>
                </a:moveTo>
                <a:lnTo>
                  <a:pt x="3057067" y="2138654"/>
                </a:lnTo>
                <a:lnTo>
                  <a:pt x="3055201" y="2136787"/>
                </a:lnTo>
                <a:lnTo>
                  <a:pt x="3054083" y="2136330"/>
                </a:lnTo>
                <a:lnTo>
                  <a:pt x="3051454" y="2136330"/>
                </a:lnTo>
                <a:lnTo>
                  <a:pt x="3050336" y="2136787"/>
                </a:lnTo>
                <a:lnTo>
                  <a:pt x="3048470" y="2138654"/>
                </a:lnTo>
                <a:lnTo>
                  <a:pt x="3048000" y="2139772"/>
                </a:lnTo>
                <a:lnTo>
                  <a:pt x="3048000" y="2142401"/>
                </a:lnTo>
                <a:lnTo>
                  <a:pt x="3048470" y="2143531"/>
                </a:lnTo>
                <a:lnTo>
                  <a:pt x="3050336" y="2145385"/>
                </a:lnTo>
                <a:lnTo>
                  <a:pt x="3051454" y="2145855"/>
                </a:lnTo>
                <a:lnTo>
                  <a:pt x="3054083" y="2145855"/>
                </a:lnTo>
                <a:lnTo>
                  <a:pt x="3055201" y="2145385"/>
                </a:lnTo>
                <a:lnTo>
                  <a:pt x="3057067" y="2143531"/>
                </a:lnTo>
                <a:lnTo>
                  <a:pt x="3057525" y="2142401"/>
                </a:lnTo>
                <a:lnTo>
                  <a:pt x="3057525" y="2139772"/>
                </a:lnTo>
                <a:close/>
              </a:path>
              <a:path w="9867900" h="3000375">
                <a:moveTo>
                  <a:pt x="3057525" y="1712506"/>
                </a:moveTo>
                <a:lnTo>
                  <a:pt x="3057067" y="1711388"/>
                </a:lnTo>
                <a:lnTo>
                  <a:pt x="3055201" y="1709534"/>
                </a:lnTo>
                <a:lnTo>
                  <a:pt x="3054083" y="1709064"/>
                </a:lnTo>
                <a:lnTo>
                  <a:pt x="3051454" y="1709064"/>
                </a:lnTo>
                <a:lnTo>
                  <a:pt x="3050336" y="1709534"/>
                </a:lnTo>
                <a:lnTo>
                  <a:pt x="3048470" y="1711388"/>
                </a:lnTo>
                <a:lnTo>
                  <a:pt x="3048000" y="1712506"/>
                </a:lnTo>
                <a:lnTo>
                  <a:pt x="3048000" y="1715135"/>
                </a:lnTo>
                <a:lnTo>
                  <a:pt x="3048470" y="1716265"/>
                </a:lnTo>
                <a:lnTo>
                  <a:pt x="3050336" y="1718119"/>
                </a:lnTo>
                <a:lnTo>
                  <a:pt x="3051454" y="1718589"/>
                </a:lnTo>
                <a:lnTo>
                  <a:pt x="3054083" y="1718589"/>
                </a:lnTo>
                <a:lnTo>
                  <a:pt x="3055201" y="1718119"/>
                </a:lnTo>
                <a:lnTo>
                  <a:pt x="3057067" y="1716265"/>
                </a:lnTo>
                <a:lnTo>
                  <a:pt x="3057525" y="1715135"/>
                </a:lnTo>
                <a:lnTo>
                  <a:pt x="3057525" y="1712506"/>
                </a:lnTo>
                <a:close/>
              </a:path>
              <a:path w="9867900" h="3000375">
                <a:moveTo>
                  <a:pt x="3057525" y="1285252"/>
                </a:moveTo>
                <a:lnTo>
                  <a:pt x="3057067" y="1284122"/>
                </a:lnTo>
                <a:lnTo>
                  <a:pt x="3055201" y="1282268"/>
                </a:lnTo>
                <a:lnTo>
                  <a:pt x="3054083" y="1281798"/>
                </a:lnTo>
                <a:lnTo>
                  <a:pt x="3051454" y="1281798"/>
                </a:lnTo>
                <a:lnTo>
                  <a:pt x="3050336" y="1282268"/>
                </a:lnTo>
                <a:lnTo>
                  <a:pt x="3048470" y="1284122"/>
                </a:lnTo>
                <a:lnTo>
                  <a:pt x="3048000" y="1285252"/>
                </a:lnTo>
                <a:lnTo>
                  <a:pt x="3048000" y="1287881"/>
                </a:lnTo>
                <a:lnTo>
                  <a:pt x="3048470" y="1288999"/>
                </a:lnTo>
                <a:lnTo>
                  <a:pt x="3050336" y="1290853"/>
                </a:lnTo>
                <a:lnTo>
                  <a:pt x="3051454" y="1291323"/>
                </a:lnTo>
                <a:lnTo>
                  <a:pt x="3054083" y="1291323"/>
                </a:lnTo>
                <a:lnTo>
                  <a:pt x="3055201" y="1290853"/>
                </a:lnTo>
                <a:lnTo>
                  <a:pt x="3057067" y="1288999"/>
                </a:lnTo>
                <a:lnTo>
                  <a:pt x="3057525" y="1287881"/>
                </a:lnTo>
                <a:lnTo>
                  <a:pt x="3057525" y="1285252"/>
                </a:lnTo>
                <a:close/>
              </a:path>
              <a:path w="9867900" h="3000375">
                <a:moveTo>
                  <a:pt x="3057525" y="857986"/>
                </a:moveTo>
                <a:lnTo>
                  <a:pt x="3057067" y="856856"/>
                </a:lnTo>
                <a:lnTo>
                  <a:pt x="3055201" y="855002"/>
                </a:lnTo>
                <a:lnTo>
                  <a:pt x="3054083" y="854532"/>
                </a:lnTo>
                <a:lnTo>
                  <a:pt x="3051454" y="854532"/>
                </a:lnTo>
                <a:lnTo>
                  <a:pt x="3050336" y="855002"/>
                </a:lnTo>
                <a:lnTo>
                  <a:pt x="3048470" y="856856"/>
                </a:lnTo>
                <a:lnTo>
                  <a:pt x="3048000" y="857986"/>
                </a:lnTo>
                <a:lnTo>
                  <a:pt x="3048000" y="860615"/>
                </a:lnTo>
                <a:lnTo>
                  <a:pt x="3048470" y="861733"/>
                </a:lnTo>
                <a:lnTo>
                  <a:pt x="3050336" y="863600"/>
                </a:lnTo>
                <a:lnTo>
                  <a:pt x="3051454" y="864057"/>
                </a:lnTo>
                <a:lnTo>
                  <a:pt x="3054083" y="864057"/>
                </a:lnTo>
                <a:lnTo>
                  <a:pt x="3055201" y="863600"/>
                </a:lnTo>
                <a:lnTo>
                  <a:pt x="3057067" y="861733"/>
                </a:lnTo>
                <a:lnTo>
                  <a:pt x="3057525" y="860615"/>
                </a:lnTo>
                <a:lnTo>
                  <a:pt x="3057525" y="857986"/>
                </a:lnTo>
                <a:close/>
              </a:path>
              <a:path w="9867900" h="3000375">
                <a:moveTo>
                  <a:pt x="3057525" y="430720"/>
                </a:moveTo>
                <a:lnTo>
                  <a:pt x="3057067" y="429590"/>
                </a:lnTo>
                <a:lnTo>
                  <a:pt x="3055201" y="427736"/>
                </a:lnTo>
                <a:lnTo>
                  <a:pt x="3054083" y="427266"/>
                </a:lnTo>
                <a:lnTo>
                  <a:pt x="3051454" y="427266"/>
                </a:lnTo>
                <a:lnTo>
                  <a:pt x="3050336" y="427736"/>
                </a:lnTo>
                <a:lnTo>
                  <a:pt x="3048470" y="429590"/>
                </a:lnTo>
                <a:lnTo>
                  <a:pt x="3048000" y="430720"/>
                </a:lnTo>
                <a:lnTo>
                  <a:pt x="3048000" y="433349"/>
                </a:lnTo>
                <a:lnTo>
                  <a:pt x="3048470" y="434467"/>
                </a:lnTo>
                <a:lnTo>
                  <a:pt x="3050336" y="436333"/>
                </a:lnTo>
                <a:lnTo>
                  <a:pt x="3051454" y="436791"/>
                </a:lnTo>
                <a:lnTo>
                  <a:pt x="3054083" y="436791"/>
                </a:lnTo>
                <a:lnTo>
                  <a:pt x="3055201" y="436333"/>
                </a:lnTo>
                <a:lnTo>
                  <a:pt x="3057067" y="434467"/>
                </a:lnTo>
                <a:lnTo>
                  <a:pt x="3057525" y="433349"/>
                </a:lnTo>
                <a:lnTo>
                  <a:pt x="3057525" y="430720"/>
                </a:lnTo>
                <a:close/>
              </a:path>
              <a:path w="9867900" h="300037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9867900" h="3000375">
                <a:moveTo>
                  <a:pt x="3105150" y="2994304"/>
                </a:moveTo>
                <a:lnTo>
                  <a:pt x="3104692" y="2993186"/>
                </a:lnTo>
                <a:lnTo>
                  <a:pt x="3102826" y="2991320"/>
                </a:lnTo>
                <a:lnTo>
                  <a:pt x="3101708" y="2990850"/>
                </a:lnTo>
                <a:lnTo>
                  <a:pt x="3099079" y="2990850"/>
                </a:lnTo>
                <a:lnTo>
                  <a:pt x="3097961" y="2991320"/>
                </a:lnTo>
                <a:lnTo>
                  <a:pt x="3096095" y="2993186"/>
                </a:lnTo>
                <a:lnTo>
                  <a:pt x="3095625" y="2994304"/>
                </a:lnTo>
                <a:lnTo>
                  <a:pt x="3095625" y="2996933"/>
                </a:lnTo>
                <a:lnTo>
                  <a:pt x="3096095" y="2998051"/>
                </a:lnTo>
                <a:lnTo>
                  <a:pt x="3097961" y="2999917"/>
                </a:lnTo>
                <a:lnTo>
                  <a:pt x="3099079" y="3000375"/>
                </a:lnTo>
                <a:lnTo>
                  <a:pt x="3101708" y="3000375"/>
                </a:lnTo>
                <a:lnTo>
                  <a:pt x="3102826" y="2999917"/>
                </a:lnTo>
                <a:lnTo>
                  <a:pt x="3104692" y="2998051"/>
                </a:lnTo>
                <a:lnTo>
                  <a:pt x="3105150" y="2996933"/>
                </a:lnTo>
                <a:lnTo>
                  <a:pt x="3105150" y="2994304"/>
                </a:lnTo>
                <a:close/>
              </a:path>
              <a:path w="9867900" h="3000375">
                <a:moveTo>
                  <a:pt x="3105150" y="2567038"/>
                </a:moveTo>
                <a:lnTo>
                  <a:pt x="3104692" y="2565920"/>
                </a:lnTo>
                <a:lnTo>
                  <a:pt x="3102826" y="2564053"/>
                </a:lnTo>
                <a:lnTo>
                  <a:pt x="3101708" y="2563596"/>
                </a:lnTo>
                <a:lnTo>
                  <a:pt x="3099079" y="2563596"/>
                </a:lnTo>
                <a:lnTo>
                  <a:pt x="3097961" y="2564053"/>
                </a:lnTo>
                <a:lnTo>
                  <a:pt x="3096095" y="2565920"/>
                </a:lnTo>
                <a:lnTo>
                  <a:pt x="3095625" y="2567038"/>
                </a:lnTo>
                <a:lnTo>
                  <a:pt x="3095625" y="2569667"/>
                </a:lnTo>
                <a:lnTo>
                  <a:pt x="3096095" y="2570797"/>
                </a:lnTo>
                <a:lnTo>
                  <a:pt x="3097961" y="2572651"/>
                </a:lnTo>
                <a:lnTo>
                  <a:pt x="3099079" y="2573121"/>
                </a:lnTo>
                <a:lnTo>
                  <a:pt x="3101708" y="2573121"/>
                </a:lnTo>
                <a:lnTo>
                  <a:pt x="3102826" y="2572651"/>
                </a:lnTo>
                <a:lnTo>
                  <a:pt x="3104692" y="2570797"/>
                </a:lnTo>
                <a:lnTo>
                  <a:pt x="3105150" y="2569667"/>
                </a:lnTo>
                <a:lnTo>
                  <a:pt x="3105150" y="2567038"/>
                </a:lnTo>
                <a:close/>
              </a:path>
              <a:path w="9867900" h="3000375">
                <a:moveTo>
                  <a:pt x="3105150" y="2139772"/>
                </a:moveTo>
                <a:lnTo>
                  <a:pt x="3104692" y="2138654"/>
                </a:lnTo>
                <a:lnTo>
                  <a:pt x="3102826" y="2136787"/>
                </a:lnTo>
                <a:lnTo>
                  <a:pt x="3101708" y="2136330"/>
                </a:lnTo>
                <a:lnTo>
                  <a:pt x="3099079" y="2136330"/>
                </a:lnTo>
                <a:lnTo>
                  <a:pt x="3097961" y="2136787"/>
                </a:lnTo>
                <a:lnTo>
                  <a:pt x="3096095" y="2138654"/>
                </a:lnTo>
                <a:lnTo>
                  <a:pt x="3095625" y="2139772"/>
                </a:lnTo>
                <a:lnTo>
                  <a:pt x="3095625" y="2142401"/>
                </a:lnTo>
                <a:lnTo>
                  <a:pt x="3096095" y="2143531"/>
                </a:lnTo>
                <a:lnTo>
                  <a:pt x="3097961" y="2145385"/>
                </a:lnTo>
                <a:lnTo>
                  <a:pt x="3099079" y="2145855"/>
                </a:lnTo>
                <a:lnTo>
                  <a:pt x="3101708" y="2145855"/>
                </a:lnTo>
                <a:lnTo>
                  <a:pt x="3102826" y="2145385"/>
                </a:lnTo>
                <a:lnTo>
                  <a:pt x="3104692" y="2143531"/>
                </a:lnTo>
                <a:lnTo>
                  <a:pt x="3105150" y="2142401"/>
                </a:lnTo>
                <a:lnTo>
                  <a:pt x="3105150" y="2139772"/>
                </a:lnTo>
                <a:close/>
              </a:path>
              <a:path w="9867900" h="3000375">
                <a:moveTo>
                  <a:pt x="3105150" y="1712506"/>
                </a:moveTo>
                <a:lnTo>
                  <a:pt x="3104692" y="1711388"/>
                </a:lnTo>
                <a:lnTo>
                  <a:pt x="3102826" y="1709534"/>
                </a:lnTo>
                <a:lnTo>
                  <a:pt x="3101708" y="1709064"/>
                </a:lnTo>
                <a:lnTo>
                  <a:pt x="3099079" y="1709064"/>
                </a:lnTo>
                <a:lnTo>
                  <a:pt x="3097961" y="1709534"/>
                </a:lnTo>
                <a:lnTo>
                  <a:pt x="3096095" y="1711388"/>
                </a:lnTo>
                <a:lnTo>
                  <a:pt x="3095625" y="1712506"/>
                </a:lnTo>
                <a:lnTo>
                  <a:pt x="3095625" y="1715135"/>
                </a:lnTo>
                <a:lnTo>
                  <a:pt x="3096095" y="1716265"/>
                </a:lnTo>
                <a:lnTo>
                  <a:pt x="3097961" y="1718119"/>
                </a:lnTo>
                <a:lnTo>
                  <a:pt x="3099079" y="1718589"/>
                </a:lnTo>
                <a:lnTo>
                  <a:pt x="3101708" y="1718589"/>
                </a:lnTo>
                <a:lnTo>
                  <a:pt x="3102826" y="1718119"/>
                </a:lnTo>
                <a:lnTo>
                  <a:pt x="3104692" y="1716265"/>
                </a:lnTo>
                <a:lnTo>
                  <a:pt x="3105150" y="1715135"/>
                </a:lnTo>
                <a:lnTo>
                  <a:pt x="3105150" y="1712506"/>
                </a:lnTo>
                <a:close/>
              </a:path>
              <a:path w="9867900" h="3000375">
                <a:moveTo>
                  <a:pt x="3105150" y="1285252"/>
                </a:moveTo>
                <a:lnTo>
                  <a:pt x="3104692" y="1284122"/>
                </a:lnTo>
                <a:lnTo>
                  <a:pt x="3102826" y="1282268"/>
                </a:lnTo>
                <a:lnTo>
                  <a:pt x="3101708" y="1281798"/>
                </a:lnTo>
                <a:lnTo>
                  <a:pt x="3099079" y="1281798"/>
                </a:lnTo>
                <a:lnTo>
                  <a:pt x="3097961" y="1282268"/>
                </a:lnTo>
                <a:lnTo>
                  <a:pt x="3096095" y="1284122"/>
                </a:lnTo>
                <a:lnTo>
                  <a:pt x="3095625" y="1285252"/>
                </a:lnTo>
                <a:lnTo>
                  <a:pt x="3095625" y="1287881"/>
                </a:lnTo>
                <a:lnTo>
                  <a:pt x="3096095" y="1288999"/>
                </a:lnTo>
                <a:lnTo>
                  <a:pt x="3097961" y="1290853"/>
                </a:lnTo>
                <a:lnTo>
                  <a:pt x="3099079" y="1291323"/>
                </a:lnTo>
                <a:lnTo>
                  <a:pt x="3101708" y="1291323"/>
                </a:lnTo>
                <a:lnTo>
                  <a:pt x="3102826" y="1290853"/>
                </a:lnTo>
                <a:lnTo>
                  <a:pt x="3104692" y="1288999"/>
                </a:lnTo>
                <a:lnTo>
                  <a:pt x="3105150" y="1287881"/>
                </a:lnTo>
                <a:lnTo>
                  <a:pt x="3105150" y="1285252"/>
                </a:lnTo>
                <a:close/>
              </a:path>
              <a:path w="9867900" h="3000375">
                <a:moveTo>
                  <a:pt x="3105150" y="857986"/>
                </a:moveTo>
                <a:lnTo>
                  <a:pt x="3104692" y="856856"/>
                </a:lnTo>
                <a:lnTo>
                  <a:pt x="3102826" y="855002"/>
                </a:lnTo>
                <a:lnTo>
                  <a:pt x="3101708" y="854532"/>
                </a:lnTo>
                <a:lnTo>
                  <a:pt x="3099079" y="854532"/>
                </a:lnTo>
                <a:lnTo>
                  <a:pt x="3097961" y="855002"/>
                </a:lnTo>
                <a:lnTo>
                  <a:pt x="3096095" y="856856"/>
                </a:lnTo>
                <a:lnTo>
                  <a:pt x="3095625" y="857986"/>
                </a:lnTo>
                <a:lnTo>
                  <a:pt x="3095625" y="860615"/>
                </a:lnTo>
                <a:lnTo>
                  <a:pt x="3096095" y="861733"/>
                </a:lnTo>
                <a:lnTo>
                  <a:pt x="3097961" y="863600"/>
                </a:lnTo>
                <a:lnTo>
                  <a:pt x="3099079" y="864057"/>
                </a:lnTo>
                <a:lnTo>
                  <a:pt x="3101708" y="864057"/>
                </a:lnTo>
                <a:lnTo>
                  <a:pt x="3102826" y="863600"/>
                </a:lnTo>
                <a:lnTo>
                  <a:pt x="3104692" y="861733"/>
                </a:lnTo>
                <a:lnTo>
                  <a:pt x="3105150" y="860615"/>
                </a:lnTo>
                <a:lnTo>
                  <a:pt x="3105150" y="857986"/>
                </a:lnTo>
                <a:close/>
              </a:path>
              <a:path w="9867900" h="3000375">
                <a:moveTo>
                  <a:pt x="3105150" y="430720"/>
                </a:moveTo>
                <a:lnTo>
                  <a:pt x="3104692" y="429590"/>
                </a:lnTo>
                <a:lnTo>
                  <a:pt x="3102826" y="427736"/>
                </a:lnTo>
                <a:lnTo>
                  <a:pt x="3101708" y="427266"/>
                </a:lnTo>
                <a:lnTo>
                  <a:pt x="3099079" y="427266"/>
                </a:lnTo>
                <a:lnTo>
                  <a:pt x="3097961" y="427736"/>
                </a:lnTo>
                <a:lnTo>
                  <a:pt x="3096095" y="429590"/>
                </a:lnTo>
                <a:lnTo>
                  <a:pt x="3095625" y="430720"/>
                </a:lnTo>
                <a:lnTo>
                  <a:pt x="3095625" y="433349"/>
                </a:lnTo>
                <a:lnTo>
                  <a:pt x="3096095" y="434467"/>
                </a:lnTo>
                <a:lnTo>
                  <a:pt x="3097961" y="436333"/>
                </a:lnTo>
                <a:lnTo>
                  <a:pt x="3099079" y="436791"/>
                </a:lnTo>
                <a:lnTo>
                  <a:pt x="3101708" y="436791"/>
                </a:lnTo>
                <a:lnTo>
                  <a:pt x="3102826" y="436333"/>
                </a:lnTo>
                <a:lnTo>
                  <a:pt x="3104692" y="434467"/>
                </a:lnTo>
                <a:lnTo>
                  <a:pt x="3105150" y="433349"/>
                </a:lnTo>
                <a:lnTo>
                  <a:pt x="3105150" y="430720"/>
                </a:lnTo>
                <a:close/>
              </a:path>
              <a:path w="9867900" h="300037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9867900" h="3000375">
                <a:moveTo>
                  <a:pt x="3152775" y="2994304"/>
                </a:moveTo>
                <a:lnTo>
                  <a:pt x="3152317" y="2993186"/>
                </a:lnTo>
                <a:lnTo>
                  <a:pt x="3150451" y="2991320"/>
                </a:lnTo>
                <a:lnTo>
                  <a:pt x="3149333" y="2990850"/>
                </a:lnTo>
                <a:lnTo>
                  <a:pt x="3146704" y="2990850"/>
                </a:lnTo>
                <a:lnTo>
                  <a:pt x="3145586" y="2991320"/>
                </a:lnTo>
                <a:lnTo>
                  <a:pt x="3143720" y="2993186"/>
                </a:lnTo>
                <a:lnTo>
                  <a:pt x="3143250" y="2994304"/>
                </a:lnTo>
                <a:lnTo>
                  <a:pt x="3143250" y="2996933"/>
                </a:lnTo>
                <a:lnTo>
                  <a:pt x="3143720" y="2998051"/>
                </a:lnTo>
                <a:lnTo>
                  <a:pt x="3145586" y="2999917"/>
                </a:lnTo>
                <a:lnTo>
                  <a:pt x="3146704" y="3000375"/>
                </a:lnTo>
                <a:lnTo>
                  <a:pt x="3149333" y="3000375"/>
                </a:lnTo>
                <a:lnTo>
                  <a:pt x="3150451" y="2999917"/>
                </a:lnTo>
                <a:lnTo>
                  <a:pt x="3152317" y="2998051"/>
                </a:lnTo>
                <a:lnTo>
                  <a:pt x="3152775" y="2996933"/>
                </a:lnTo>
                <a:lnTo>
                  <a:pt x="3152775" y="2994304"/>
                </a:lnTo>
                <a:close/>
              </a:path>
              <a:path w="9867900" h="3000375">
                <a:moveTo>
                  <a:pt x="3152775" y="2567038"/>
                </a:moveTo>
                <a:lnTo>
                  <a:pt x="3152317" y="2565920"/>
                </a:lnTo>
                <a:lnTo>
                  <a:pt x="3150451" y="2564053"/>
                </a:lnTo>
                <a:lnTo>
                  <a:pt x="3149333" y="2563596"/>
                </a:lnTo>
                <a:lnTo>
                  <a:pt x="3146704" y="2563596"/>
                </a:lnTo>
                <a:lnTo>
                  <a:pt x="3145586" y="2564053"/>
                </a:lnTo>
                <a:lnTo>
                  <a:pt x="3143720" y="2565920"/>
                </a:lnTo>
                <a:lnTo>
                  <a:pt x="3143250" y="2567038"/>
                </a:lnTo>
                <a:lnTo>
                  <a:pt x="3143250" y="2569667"/>
                </a:lnTo>
                <a:lnTo>
                  <a:pt x="3143720" y="2570797"/>
                </a:lnTo>
                <a:lnTo>
                  <a:pt x="3145586" y="2572651"/>
                </a:lnTo>
                <a:lnTo>
                  <a:pt x="3146704" y="2573121"/>
                </a:lnTo>
                <a:lnTo>
                  <a:pt x="3149333" y="2573121"/>
                </a:lnTo>
                <a:lnTo>
                  <a:pt x="3150451" y="2572651"/>
                </a:lnTo>
                <a:lnTo>
                  <a:pt x="3152317" y="2570797"/>
                </a:lnTo>
                <a:lnTo>
                  <a:pt x="3152775" y="2569667"/>
                </a:lnTo>
                <a:lnTo>
                  <a:pt x="3152775" y="2567038"/>
                </a:lnTo>
                <a:close/>
              </a:path>
              <a:path w="9867900" h="3000375">
                <a:moveTo>
                  <a:pt x="3152775" y="2139772"/>
                </a:moveTo>
                <a:lnTo>
                  <a:pt x="3152317" y="2138654"/>
                </a:lnTo>
                <a:lnTo>
                  <a:pt x="3150451" y="2136787"/>
                </a:lnTo>
                <a:lnTo>
                  <a:pt x="3149333" y="2136330"/>
                </a:lnTo>
                <a:lnTo>
                  <a:pt x="3146704" y="2136330"/>
                </a:lnTo>
                <a:lnTo>
                  <a:pt x="3145586" y="2136787"/>
                </a:lnTo>
                <a:lnTo>
                  <a:pt x="3143720" y="2138654"/>
                </a:lnTo>
                <a:lnTo>
                  <a:pt x="3143250" y="2139772"/>
                </a:lnTo>
                <a:lnTo>
                  <a:pt x="3143250" y="2142401"/>
                </a:lnTo>
                <a:lnTo>
                  <a:pt x="3143720" y="2143531"/>
                </a:lnTo>
                <a:lnTo>
                  <a:pt x="3145586" y="2145385"/>
                </a:lnTo>
                <a:lnTo>
                  <a:pt x="3146704" y="2145855"/>
                </a:lnTo>
                <a:lnTo>
                  <a:pt x="3149333" y="2145855"/>
                </a:lnTo>
                <a:lnTo>
                  <a:pt x="3150451" y="2145385"/>
                </a:lnTo>
                <a:lnTo>
                  <a:pt x="3152317" y="2143531"/>
                </a:lnTo>
                <a:lnTo>
                  <a:pt x="3152775" y="2142401"/>
                </a:lnTo>
                <a:lnTo>
                  <a:pt x="3152775" y="2139772"/>
                </a:lnTo>
                <a:close/>
              </a:path>
              <a:path w="9867900" h="3000375">
                <a:moveTo>
                  <a:pt x="3152775" y="1712506"/>
                </a:moveTo>
                <a:lnTo>
                  <a:pt x="3152317" y="1711388"/>
                </a:lnTo>
                <a:lnTo>
                  <a:pt x="3150451" y="1709534"/>
                </a:lnTo>
                <a:lnTo>
                  <a:pt x="3149333" y="1709064"/>
                </a:lnTo>
                <a:lnTo>
                  <a:pt x="3146704" y="1709064"/>
                </a:lnTo>
                <a:lnTo>
                  <a:pt x="3145586" y="1709534"/>
                </a:lnTo>
                <a:lnTo>
                  <a:pt x="3143720" y="1711388"/>
                </a:lnTo>
                <a:lnTo>
                  <a:pt x="3143250" y="1712506"/>
                </a:lnTo>
                <a:lnTo>
                  <a:pt x="3143250" y="1715135"/>
                </a:lnTo>
                <a:lnTo>
                  <a:pt x="3143720" y="1716265"/>
                </a:lnTo>
                <a:lnTo>
                  <a:pt x="3145586" y="1718119"/>
                </a:lnTo>
                <a:lnTo>
                  <a:pt x="3146704" y="1718589"/>
                </a:lnTo>
                <a:lnTo>
                  <a:pt x="3149333" y="1718589"/>
                </a:lnTo>
                <a:lnTo>
                  <a:pt x="3150451" y="1718119"/>
                </a:lnTo>
                <a:lnTo>
                  <a:pt x="3152317" y="1716265"/>
                </a:lnTo>
                <a:lnTo>
                  <a:pt x="3152775" y="1715135"/>
                </a:lnTo>
                <a:lnTo>
                  <a:pt x="3152775" y="1712506"/>
                </a:lnTo>
                <a:close/>
              </a:path>
              <a:path w="9867900" h="3000375">
                <a:moveTo>
                  <a:pt x="3152775" y="1285252"/>
                </a:moveTo>
                <a:lnTo>
                  <a:pt x="3152317" y="1284122"/>
                </a:lnTo>
                <a:lnTo>
                  <a:pt x="3150451" y="1282268"/>
                </a:lnTo>
                <a:lnTo>
                  <a:pt x="3149333" y="1281798"/>
                </a:lnTo>
                <a:lnTo>
                  <a:pt x="3146704" y="1281798"/>
                </a:lnTo>
                <a:lnTo>
                  <a:pt x="3145586" y="1282268"/>
                </a:lnTo>
                <a:lnTo>
                  <a:pt x="3143720" y="1284122"/>
                </a:lnTo>
                <a:lnTo>
                  <a:pt x="3143250" y="1285252"/>
                </a:lnTo>
                <a:lnTo>
                  <a:pt x="3143250" y="1287881"/>
                </a:lnTo>
                <a:lnTo>
                  <a:pt x="3143720" y="1288999"/>
                </a:lnTo>
                <a:lnTo>
                  <a:pt x="3145586" y="1290853"/>
                </a:lnTo>
                <a:lnTo>
                  <a:pt x="3146704" y="1291323"/>
                </a:lnTo>
                <a:lnTo>
                  <a:pt x="3149333" y="1291323"/>
                </a:lnTo>
                <a:lnTo>
                  <a:pt x="3150451" y="1290853"/>
                </a:lnTo>
                <a:lnTo>
                  <a:pt x="3152317" y="1288999"/>
                </a:lnTo>
                <a:lnTo>
                  <a:pt x="3152775" y="1287881"/>
                </a:lnTo>
                <a:lnTo>
                  <a:pt x="3152775" y="1285252"/>
                </a:lnTo>
                <a:close/>
              </a:path>
              <a:path w="9867900" h="3000375">
                <a:moveTo>
                  <a:pt x="3152775" y="857986"/>
                </a:moveTo>
                <a:lnTo>
                  <a:pt x="3152317" y="856856"/>
                </a:lnTo>
                <a:lnTo>
                  <a:pt x="3150451" y="855002"/>
                </a:lnTo>
                <a:lnTo>
                  <a:pt x="3149333" y="854532"/>
                </a:lnTo>
                <a:lnTo>
                  <a:pt x="3146704" y="854532"/>
                </a:lnTo>
                <a:lnTo>
                  <a:pt x="3145586" y="855002"/>
                </a:lnTo>
                <a:lnTo>
                  <a:pt x="3143720" y="856856"/>
                </a:lnTo>
                <a:lnTo>
                  <a:pt x="3143250" y="857986"/>
                </a:lnTo>
                <a:lnTo>
                  <a:pt x="3143250" y="860615"/>
                </a:lnTo>
                <a:lnTo>
                  <a:pt x="3143720" y="861733"/>
                </a:lnTo>
                <a:lnTo>
                  <a:pt x="3145586" y="863600"/>
                </a:lnTo>
                <a:lnTo>
                  <a:pt x="3146704" y="864057"/>
                </a:lnTo>
                <a:lnTo>
                  <a:pt x="3149333" y="864057"/>
                </a:lnTo>
                <a:lnTo>
                  <a:pt x="3150451" y="863600"/>
                </a:lnTo>
                <a:lnTo>
                  <a:pt x="3152317" y="861733"/>
                </a:lnTo>
                <a:lnTo>
                  <a:pt x="3152775" y="860615"/>
                </a:lnTo>
                <a:lnTo>
                  <a:pt x="3152775" y="857986"/>
                </a:lnTo>
                <a:close/>
              </a:path>
              <a:path w="9867900" h="3000375">
                <a:moveTo>
                  <a:pt x="3152775" y="430720"/>
                </a:moveTo>
                <a:lnTo>
                  <a:pt x="3152317" y="429590"/>
                </a:lnTo>
                <a:lnTo>
                  <a:pt x="3150451" y="427736"/>
                </a:lnTo>
                <a:lnTo>
                  <a:pt x="3149333" y="427266"/>
                </a:lnTo>
                <a:lnTo>
                  <a:pt x="3146704" y="427266"/>
                </a:lnTo>
                <a:lnTo>
                  <a:pt x="3145586" y="427736"/>
                </a:lnTo>
                <a:lnTo>
                  <a:pt x="3143720" y="429590"/>
                </a:lnTo>
                <a:lnTo>
                  <a:pt x="3143250" y="430720"/>
                </a:lnTo>
                <a:lnTo>
                  <a:pt x="3143250" y="433349"/>
                </a:lnTo>
                <a:lnTo>
                  <a:pt x="3143720" y="434467"/>
                </a:lnTo>
                <a:lnTo>
                  <a:pt x="3145586" y="436333"/>
                </a:lnTo>
                <a:lnTo>
                  <a:pt x="3146704" y="436791"/>
                </a:lnTo>
                <a:lnTo>
                  <a:pt x="3149333" y="436791"/>
                </a:lnTo>
                <a:lnTo>
                  <a:pt x="3150451" y="436333"/>
                </a:lnTo>
                <a:lnTo>
                  <a:pt x="3152317" y="434467"/>
                </a:lnTo>
                <a:lnTo>
                  <a:pt x="3152775" y="433349"/>
                </a:lnTo>
                <a:lnTo>
                  <a:pt x="3152775" y="430720"/>
                </a:lnTo>
                <a:close/>
              </a:path>
              <a:path w="9867900" h="300037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9867900" h="3000375">
                <a:moveTo>
                  <a:pt x="3200400" y="2994304"/>
                </a:moveTo>
                <a:lnTo>
                  <a:pt x="3199942" y="2993186"/>
                </a:lnTo>
                <a:lnTo>
                  <a:pt x="3198076" y="2991320"/>
                </a:lnTo>
                <a:lnTo>
                  <a:pt x="3196958" y="2990850"/>
                </a:lnTo>
                <a:lnTo>
                  <a:pt x="3194329" y="2990850"/>
                </a:lnTo>
                <a:lnTo>
                  <a:pt x="3193211" y="2991320"/>
                </a:lnTo>
                <a:lnTo>
                  <a:pt x="3191345" y="2993186"/>
                </a:lnTo>
                <a:lnTo>
                  <a:pt x="3190875" y="2994304"/>
                </a:lnTo>
                <a:lnTo>
                  <a:pt x="3190875" y="2996933"/>
                </a:lnTo>
                <a:lnTo>
                  <a:pt x="3191345" y="2998051"/>
                </a:lnTo>
                <a:lnTo>
                  <a:pt x="3193211" y="2999917"/>
                </a:lnTo>
                <a:lnTo>
                  <a:pt x="3194329" y="3000375"/>
                </a:lnTo>
                <a:lnTo>
                  <a:pt x="3196958" y="3000375"/>
                </a:lnTo>
                <a:lnTo>
                  <a:pt x="3198076" y="2999917"/>
                </a:lnTo>
                <a:lnTo>
                  <a:pt x="3199942" y="2998051"/>
                </a:lnTo>
                <a:lnTo>
                  <a:pt x="3200400" y="2996933"/>
                </a:lnTo>
                <a:lnTo>
                  <a:pt x="3200400" y="2994304"/>
                </a:lnTo>
                <a:close/>
              </a:path>
              <a:path w="9867900" h="3000375">
                <a:moveTo>
                  <a:pt x="3200400" y="2567038"/>
                </a:moveTo>
                <a:lnTo>
                  <a:pt x="3199942" y="2565920"/>
                </a:lnTo>
                <a:lnTo>
                  <a:pt x="3198076" y="2564053"/>
                </a:lnTo>
                <a:lnTo>
                  <a:pt x="3196958" y="2563596"/>
                </a:lnTo>
                <a:lnTo>
                  <a:pt x="3194329" y="2563596"/>
                </a:lnTo>
                <a:lnTo>
                  <a:pt x="3193211" y="2564053"/>
                </a:lnTo>
                <a:lnTo>
                  <a:pt x="3191345" y="2565920"/>
                </a:lnTo>
                <a:lnTo>
                  <a:pt x="3190875" y="2567038"/>
                </a:lnTo>
                <a:lnTo>
                  <a:pt x="3190875" y="2569667"/>
                </a:lnTo>
                <a:lnTo>
                  <a:pt x="3191345" y="2570797"/>
                </a:lnTo>
                <a:lnTo>
                  <a:pt x="3193211" y="2572651"/>
                </a:lnTo>
                <a:lnTo>
                  <a:pt x="3194329" y="2573121"/>
                </a:lnTo>
                <a:lnTo>
                  <a:pt x="3196958" y="2573121"/>
                </a:lnTo>
                <a:lnTo>
                  <a:pt x="3198076" y="2572651"/>
                </a:lnTo>
                <a:lnTo>
                  <a:pt x="3199942" y="2570797"/>
                </a:lnTo>
                <a:lnTo>
                  <a:pt x="3200400" y="2569667"/>
                </a:lnTo>
                <a:lnTo>
                  <a:pt x="3200400" y="2567038"/>
                </a:lnTo>
                <a:close/>
              </a:path>
              <a:path w="9867900" h="3000375">
                <a:moveTo>
                  <a:pt x="3200400" y="2139772"/>
                </a:moveTo>
                <a:lnTo>
                  <a:pt x="3199942" y="2138654"/>
                </a:lnTo>
                <a:lnTo>
                  <a:pt x="3198076" y="2136787"/>
                </a:lnTo>
                <a:lnTo>
                  <a:pt x="3196958" y="2136330"/>
                </a:lnTo>
                <a:lnTo>
                  <a:pt x="3194329" y="2136330"/>
                </a:lnTo>
                <a:lnTo>
                  <a:pt x="3193211" y="2136787"/>
                </a:lnTo>
                <a:lnTo>
                  <a:pt x="3191345" y="2138654"/>
                </a:lnTo>
                <a:lnTo>
                  <a:pt x="3190875" y="2139772"/>
                </a:lnTo>
                <a:lnTo>
                  <a:pt x="3190875" y="2142401"/>
                </a:lnTo>
                <a:lnTo>
                  <a:pt x="3191345" y="2143531"/>
                </a:lnTo>
                <a:lnTo>
                  <a:pt x="3193211" y="2145385"/>
                </a:lnTo>
                <a:lnTo>
                  <a:pt x="3194329" y="2145855"/>
                </a:lnTo>
                <a:lnTo>
                  <a:pt x="3196958" y="2145855"/>
                </a:lnTo>
                <a:lnTo>
                  <a:pt x="3198076" y="2145385"/>
                </a:lnTo>
                <a:lnTo>
                  <a:pt x="3199942" y="2143531"/>
                </a:lnTo>
                <a:lnTo>
                  <a:pt x="3200400" y="2142401"/>
                </a:lnTo>
                <a:lnTo>
                  <a:pt x="3200400" y="2139772"/>
                </a:lnTo>
                <a:close/>
              </a:path>
              <a:path w="9867900" h="3000375">
                <a:moveTo>
                  <a:pt x="3200400" y="1712506"/>
                </a:moveTo>
                <a:lnTo>
                  <a:pt x="3199942" y="1711388"/>
                </a:lnTo>
                <a:lnTo>
                  <a:pt x="3198076" y="1709534"/>
                </a:lnTo>
                <a:lnTo>
                  <a:pt x="3196958" y="1709064"/>
                </a:lnTo>
                <a:lnTo>
                  <a:pt x="3194329" y="1709064"/>
                </a:lnTo>
                <a:lnTo>
                  <a:pt x="3193211" y="1709534"/>
                </a:lnTo>
                <a:lnTo>
                  <a:pt x="3191345" y="1711388"/>
                </a:lnTo>
                <a:lnTo>
                  <a:pt x="3190875" y="1712506"/>
                </a:lnTo>
                <a:lnTo>
                  <a:pt x="3190875" y="1715135"/>
                </a:lnTo>
                <a:lnTo>
                  <a:pt x="3191345" y="1716265"/>
                </a:lnTo>
                <a:lnTo>
                  <a:pt x="3193211" y="1718119"/>
                </a:lnTo>
                <a:lnTo>
                  <a:pt x="3194329" y="1718589"/>
                </a:lnTo>
                <a:lnTo>
                  <a:pt x="3196958" y="1718589"/>
                </a:lnTo>
                <a:lnTo>
                  <a:pt x="3198076" y="1718119"/>
                </a:lnTo>
                <a:lnTo>
                  <a:pt x="3199942" y="1716265"/>
                </a:lnTo>
                <a:lnTo>
                  <a:pt x="3200400" y="1715135"/>
                </a:lnTo>
                <a:lnTo>
                  <a:pt x="3200400" y="1712506"/>
                </a:lnTo>
                <a:close/>
              </a:path>
              <a:path w="9867900" h="3000375">
                <a:moveTo>
                  <a:pt x="3200400" y="1285252"/>
                </a:moveTo>
                <a:lnTo>
                  <a:pt x="3199942" y="1284122"/>
                </a:lnTo>
                <a:lnTo>
                  <a:pt x="3198076" y="1282268"/>
                </a:lnTo>
                <a:lnTo>
                  <a:pt x="3196958" y="1281798"/>
                </a:lnTo>
                <a:lnTo>
                  <a:pt x="3194329" y="1281798"/>
                </a:lnTo>
                <a:lnTo>
                  <a:pt x="3193211" y="1282268"/>
                </a:lnTo>
                <a:lnTo>
                  <a:pt x="3191345" y="1284122"/>
                </a:lnTo>
                <a:lnTo>
                  <a:pt x="3190875" y="1285252"/>
                </a:lnTo>
                <a:lnTo>
                  <a:pt x="3190875" y="1287881"/>
                </a:lnTo>
                <a:lnTo>
                  <a:pt x="3191345" y="1288999"/>
                </a:lnTo>
                <a:lnTo>
                  <a:pt x="3193211" y="1290853"/>
                </a:lnTo>
                <a:lnTo>
                  <a:pt x="3194329" y="1291323"/>
                </a:lnTo>
                <a:lnTo>
                  <a:pt x="3196958" y="1291323"/>
                </a:lnTo>
                <a:lnTo>
                  <a:pt x="3198076" y="1290853"/>
                </a:lnTo>
                <a:lnTo>
                  <a:pt x="3199942" y="1288999"/>
                </a:lnTo>
                <a:lnTo>
                  <a:pt x="3200400" y="1287881"/>
                </a:lnTo>
                <a:lnTo>
                  <a:pt x="3200400" y="1285252"/>
                </a:lnTo>
                <a:close/>
              </a:path>
              <a:path w="9867900" h="3000375">
                <a:moveTo>
                  <a:pt x="3200400" y="857986"/>
                </a:moveTo>
                <a:lnTo>
                  <a:pt x="3199942" y="856856"/>
                </a:lnTo>
                <a:lnTo>
                  <a:pt x="3198076" y="855002"/>
                </a:lnTo>
                <a:lnTo>
                  <a:pt x="3196958" y="854532"/>
                </a:lnTo>
                <a:lnTo>
                  <a:pt x="3194329" y="854532"/>
                </a:lnTo>
                <a:lnTo>
                  <a:pt x="3193211" y="855002"/>
                </a:lnTo>
                <a:lnTo>
                  <a:pt x="3191345" y="856856"/>
                </a:lnTo>
                <a:lnTo>
                  <a:pt x="3190875" y="857986"/>
                </a:lnTo>
                <a:lnTo>
                  <a:pt x="3190875" y="860615"/>
                </a:lnTo>
                <a:lnTo>
                  <a:pt x="3191345" y="861733"/>
                </a:lnTo>
                <a:lnTo>
                  <a:pt x="3193211" y="863600"/>
                </a:lnTo>
                <a:lnTo>
                  <a:pt x="3194329" y="864057"/>
                </a:lnTo>
                <a:lnTo>
                  <a:pt x="3196958" y="864057"/>
                </a:lnTo>
                <a:lnTo>
                  <a:pt x="3198076" y="863600"/>
                </a:lnTo>
                <a:lnTo>
                  <a:pt x="3199942" y="861733"/>
                </a:lnTo>
                <a:lnTo>
                  <a:pt x="3200400" y="860615"/>
                </a:lnTo>
                <a:lnTo>
                  <a:pt x="3200400" y="857986"/>
                </a:lnTo>
                <a:close/>
              </a:path>
              <a:path w="9867900" h="3000375">
                <a:moveTo>
                  <a:pt x="3200400" y="430720"/>
                </a:moveTo>
                <a:lnTo>
                  <a:pt x="3199942" y="429590"/>
                </a:lnTo>
                <a:lnTo>
                  <a:pt x="3198076" y="427736"/>
                </a:lnTo>
                <a:lnTo>
                  <a:pt x="3196958" y="427266"/>
                </a:lnTo>
                <a:lnTo>
                  <a:pt x="3194329" y="427266"/>
                </a:lnTo>
                <a:lnTo>
                  <a:pt x="3193211" y="427736"/>
                </a:lnTo>
                <a:lnTo>
                  <a:pt x="3191345" y="429590"/>
                </a:lnTo>
                <a:lnTo>
                  <a:pt x="3190875" y="430720"/>
                </a:lnTo>
                <a:lnTo>
                  <a:pt x="3190875" y="433349"/>
                </a:lnTo>
                <a:lnTo>
                  <a:pt x="3191345" y="434467"/>
                </a:lnTo>
                <a:lnTo>
                  <a:pt x="3193211" y="436333"/>
                </a:lnTo>
                <a:lnTo>
                  <a:pt x="3194329" y="436791"/>
                </a:lnTo>
                <a:lnTo>
                  <a:pt x="3196958" y="436791"/>
                </a:lnTo>
                <a:lnTo>
                  <a:pt x="3198076" y="436333"/>
                </a:lnTo>
                <a:lnTo>
                  <a:pt x="3199942" y="434467"/>
                </a:lnTo>
                <a:lnTo>
                  <a:pt x="3200400" y="433349"/>
                </a:lnTo>
                <a:lnTo>
                  <a:pt x="3200400" y="430720"/>
                </a:lnTo>
                <a:close/>
              </a:path>
              <a:path w="9867900" h="300037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9867900" h="3000375">
                <a:moveTo>
                  <a:pt x="3248025" y="2994304"/>
                </a:moveTo>
                <a:lnTo>
                  <a:pt x="3247567" y="2993186"/>
                </a:lnTo>
                <a:lnTo>
                  <a:pt x="3245701" y="2991320"/>
                </a:lnTo>
                <a:lnTo>
                  <a:pt x="3244583" y="2990850"/>
                </a:lnTo>
                <a:lnTo>
                  <a:pt x="3241954" y="2990850"/>
                </a:lnTo>
                <a:lnTo>
                  <a:pt x="3240836" y="2991320"/>
                </a:lnTo>
                <a:lnTo>
                  <a:pt x="3238970" y="2993186"/>
                </a:lnTo>
                <a:lnTo>
                  <a:pt x="3238500" y="2994304"/>
                </a:lnTo>
                <a:lnTo>
                  <a:pt x="3238500" y="2996933"/>
                </a:lnTo>
                <a:lnTo>
                  <a:pt x="3238970" y="2998051"/>
                </a:lnTo>
                <a:lnTo>
                  <a:pt x="3240836" y="2999917"/>
                </a:lnTo>
                <a:lnTo>
                  <a:pt x="3241954" y="3000375"/>
                </a:lnTo>
                <a:lnTo>
                  <a:pt x="3244583" y="3000375"/>
                </a:lnTo>
                <a:lnTo>
                  <a:pt x="3245701" y="2999917"/>
                </a:lnTo>
                <a:lnTo>
                  <a:pt x="3247567" y="2998051"/>
                </a:lnTo>
                <a:lnTo>
                  <a:pt x="3248025" y="2996933"/>
                </a:lnTo>
                <a:lnTo>
                  <a:pt x="3248025" y="2994304"/>
                </a:lnTo>
                <a:close/>
              </a:path>
              <a:path w="9867900" h="3000375">
                <a:moveTo>
                  <a:pt x="3248025" y="2567038"/>
                </a:moveTo>
                <a:lnTo>
                  <a:pt x="3247567" y="2565920"/>
                </a:lnTo>
                <a:lnTo>
                  <a:pt x="3245701" y="2564053"/>
                </a:lnTo>
                <a:lnTo>
                  <a:pt x="3244583" y="2563596"/>
                </a:lnTo>
                <a:lnTo>
                  <a:pt x="3241954" y="2563596"/>
                </a:lnTo>
                <a:lnTo>
                  <a:pt x="3240836" y="2564053"/>
                </a:lnTo>
                <a:lnTo>
                  <a:pt x="3238970" y="2565920"/>
                </a:lnTo>
                <a:lnTo>
                  <a:pt x="3238500" y="2567038"/>
                </a:lnTo>
                <a:lnTo>
                  <a:pt x="3238500" y="2569667"/>
                </a:lnTo>
                <a:lnTo>
                  <a:pt x="3238970" y="2570797"/>
                </a:lnTo>
                <a:lnTo>
                  <a:pt x="3240836" y="2572651"/>
                </a:lnTo>
                <a:lnTo>
                  <a:pt x="3241954" y="2573121"/>
                </a:lnTo>
                <a:lnTo>
                  <a:pt x="3244583" y="2573121"/>
                </a:lnTo>
                <a:lnTo>
                  <a:pt x="3245701" y="2572651"/>
                </a:lnTo>
                <a:lnTo>
                  <a:pt x="3247567" y="2570797"/>
                </a:lnTo>
                <a:lnTo>
                  <a:pt x="3248025" y="2569667"/>
                </a:lnTo>
                <a:lnTo>
                  <a:pt x="3248025" y="2567038"/>
                </a:lnTo>
                <a:close/>
              </a:path>
              <a:path w="9867900" h="3000375">
                <a:moveTo>
                  <a:pt x="3248025" y="2139772"/>
                </a:moveTo>
                <a:lnTo>
                  <a:pt x="3247567" y="2138654"/>
                </a:lnTo>
                <a:lnTo>
                  <a:pt x="3245701" y="2136787"/>
                </a:lnTo>
                <a:lnTo>
                  <a:pt x="3244583" y="2136330"/>
                </a:lnTo>
                <a:lnTo>
                  <a:pt x="3241954" y="2136330"/>
                </a:lnTo>
                <a:lnTo>
                  <a:pt x="3240836" y="2136787"/>
                </a:lnTo>
                <a:lnTo>
                  <a:pt x="3238970" y="2138654"/>
                </a:lnTo>
                <a:lnTo>
                  <a:pt x="3238500" y="2139772"/>
                </a:lnTo>
                <a:lnTo>
                  <a:pt x="3238500" y="2142401"/>
                </a:lnTo>
                <a:lnTo>
                  <a:pt x="3238970" y="2143531"/>
                </a:lnTo>
                <a:lnTo>
                  <a:pt x="3240836" y="2145385"/>
                </a:lnTo>
                <a:lnTo>
                  <a:pt x="3241954" y="2145855"/>
                </a:lnTo>
                <a:lnTo>
                  <a:pt x="3244583" y="2145855"/>
                </a:lnTo>
                <a:lnTo>
                  <a:pt x="3245701" y="2145385"/>
                </a:lnTo>
                <a:lnTo>
                  <a:pt x="3247567" y="2143531"/>
                </a:lnTo>
                <a:lnTo>
                  <a:pt x="3248025" y="2142401"/>
                </a:lnTo>
                <a:lnTo>
                  <a:pt x="3248025" y="2139772"/>
                </a:lnTo>
                <a:close/>
              </a:path>
              <a:path w="9867900" h="3000375">
                <a:moveTo>
                  <a:pt x="3248025" y="1712506"/>
                </a:moveTo>
                <a:lnTo>
                  <a:pt x="3247567" y="1711388"/>
                </a:lnTo>
                <a:lnTo>
                  <a:pt x="3245701" y="1709534"/>
                </a:lnTo>
                <a:lnTo>
                  <a:pt x="3244583" y="1709064"/>
                </a:lnTo>
                <a:lnTo>
                  <a:pt x="3241954" y="1709064"/>
                </a:lnTo>
                <a:lnTo>
                  <a:pt x="3240836" y="1709534"/>
                </a:lnTo>
                <a:lnTo>
                  <a:pt x="3238970" y="1711388"/>
                </a:lnTo>
                <a:lnTo>
                  <a:pt x="3238500" y="1712506"/>
                </a:lnTo>
                <a:lnTo>
                  <a:pt x="3238500" y="1715135"/>
                </a:lnTo>
                <a:lnTo>
                  <a:pt x="3238970" y="1716265"/>
                </a:lnTo>
                <a:lnTo>
                  <a:pt x="3240836" y="1718119"/>
                </a:lnTo>
                <a:lnTo>
                  <a:pt x="3241954" y="1718589"/>
                </a:lnTo>
                <a:lnTo>
                  <a:pt x="3244583" y="1718589"/>
                </a:lnTo>
                <a:lnTo>
                  <a:pt x="3245701" y="1718119"/>
                </a:lnTo>
                <a:lnTo>
                  <a:pt x="3247567" y="1716265"/>
                </a:lnTo>
                <a:lnTo>
                  <a:pt x="3248025" y="1715135"/>
                </a:lnTo>
                <a:lnTo>
                  <a:pt x="3248025" y="1712506"/>
                </a:lnTo>
                <a:close/>
              </a:path>
              <a:path w="9867900" h="3000375">
                <a:moveTo>
                  <a:pt x="3248025" y="1285252"/>
                </a:moveTo>
                <a:lnTo>
                  <a:pt x="3247567" y="1284122"/>
                </a:lnTo>
                <a:lnTo>
                  <a:pt x="3245701" y="1282268"/>
                </a:lnTo>
                <a:lnTo>
                  <a:pt x="3244583" y="1281798"/>
                </a:lnTo>
                <a:lnTo>
                  <a:pt x="3241954" y="1281798"/>
                </a:lnTo>
                <a:lnTo>
                  <a:pt x="3240836" y="1282268"/>
                </a:lnTo>
                <a:lnTo>
                  <a:pt x="3238970" y="1284122"/>
                </a:lnTo>
                <a:lnTo>
                  <a:pt x="3238500" y="1285252"/>
                </a:lnTo>
                <a:lnTo>
                  <a:pt x="3238500" y="1287881"/>
                </a:lnTo>
                <a:lnTo>
                  <a:pt x="3238970" y="1288999"/>
                </a:lnTo>
                <a:lnTo>
                  <a:pt x="3240836" y="1290853"/>
                </a:lnTo>
                <a:lnTo>
                  <a:pt x="3241954" y="1291323"/>
                </a:lnTo>
                <a:lnTo>
                  <a:pt x="3244583" y="1291323"/>
                </a:lnTo>
                <a:lnTo>
                  <a:pt x="3245701" y="1290853"/>
                </a:lnTo>
                <a:lnTo>
                  <a:pt x="3247567" y="1288999"/>
                </a:lnTo>
                <a:lnTo>
                  <a:pt x="3248025" y="1287881"/>
                </a:lnTo>
                <a:lnTo>
                  <a:pt x="3248025" y="1285252"/>
                </a:lnTo>
                <a:close/>
              </a:path>
              <a:path w="9867900" h="3000375">
                <a:moveTo>
                  <a:pt x="3248025" y="857986"/>
                </a:moveTo>
                <a:lnTo>
                  <a:pt x="3247567" y="856856"/>
                </a:lnTo>
                <a:lnTo>
                  <a:pt x="3245701" y="855002"/>
                </a:lnTo>
                <a:lnTo>
                  <a:pt x="3244583" y="854532"/>
                </a:lnTo>
                <a:lnTo>
                  <a:pt x="3241954" y="854532"/>
                </a:lnTo>
                <a:lnTo>
                  <a:pt x="3240836" y="855002"/>
                </a:lnTo>
                <a:lnTo>
                  <a:pt x="3238970" y="856856"/>
                </a:lnTo>
                <a:lnTo>
                  <a:pt x="3238500" y="857986"/>
                </a:lnTo>
                <a:lnTo>
                  <a:pt x="3238500" y="860615"/>
                </a:lnTo>
                <a:lnTo>
                  <a:pt x="3238970" y="861733"/>
                </a:lnTo>
                <a:lnTo>
                  <a:pt x="3240836" y="863600"/>
                </a:lnTo>
                <a:lnTo>
                  <a:pt x="3241954" y="864057"/>
                </a:lnTo>
                <a:lnTo>
                  <a:pt x="3244583" y="864057"/>
                </a:lnTo>
                <a:lnTo>
                  <a:pt x="3245701" y="863600"/>
                </a:lnTo>
                <a:lnTo>
                  <a:pt x="3247567" y="861733"/>
                </a:lnTo>
                <a:lnTo>
                  <a:pt x="3248025" y="860615"/>
                </a:lnTo>
                <a:lnTo>
                  <a:pt x="3248025" y="857986"/>
                </a:lnTo>
                <a:close/>
              </a:path>
              <a:path w="9867900" h="3000375">
                <a:moveTo>
                  <a:pt x="3248025" y="430720"/>
                </a:moveTo>
                <a:lnTo>
                  <a:pt x="3247567" y="429590"/>
                </a:lnTo>
                <a:lnTo>
                  <a:pt x="3245701" y="427736"/>
                </a:lnTo>
                <a:lnTo>
                  <a:pt x="3244583" y="427266"/>
                </a:lnTo>
                <a:lnTo>
                  <a:pt x="3241954" y="427266"/>
                </a:lnTo>
                <a:lnTo>
                  <a:pt x="3240836" y="427736"/>
                </a:lnTo>
                <a:lnTo>
                  <a:pt x="3238970" y="429590"/>
                </a:lnTo>
                <a:lnTo>
                  <a:pt x="3238500" y="430720"/>
                </a:lnTo>
                <a:lnTo>
                  <a:pt x="3238500" y="433349"/>
                </a:lnTo>
                <a:lnTo>
                  <a:pt x="3238970" y="434467"/>
                </a:lnTo>
                <a:lnTo>
                  <a:pt x="3240836" y="436333"/>
                </a:lnTo>
                <a:lnTo>
                  <a:pt x="3241954" y="436791"/>
                </a:lnTo>
                <a:lnTo>
                  <a:pt x="3244583" y="436791"/>
                </a:lnTo>
                <a:lnTo>
                  <a:pt x="3245701" y="436333"/>
                </a:lnTo>
                <a:lnTo>
                  <a:pt x="3247567" y="434467"/>
                </a:lnTo>
                <a:lnTo>
                  <a:pt x="3248025" y="433349"/>
                </a:lnTo>
                <a:lnTo>
                  <a:pt x="3248025" y="430720"/>
                </a:lnTo>
                <a:close/>
              </a:path>
              <a:path w="9867900" h="300037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9867900" h="3000375">
                <a:moveTo>
                  <a:pt x="3295650" y="2994304"/>
                </a:moveTo>
                <a:lnTo>
                  <a:pt x="3295192" y="2993186"/>
                </a:lnTo>
                <a:lnTo>
                  <a:pt x="3293326" y="2991320"/>
                </a:lnTo>
                <a:lnTo>
                  <a:pt x="3292208" y="2990850"/>
                </a:lnTo>
                <a:lnTo>
                  <a:pt x="3289579" y="2990850"/>
                </a:lnTo>
                <a:lnTo>
                  <a:pt x="3288461" y="2991320"/>
                </a:lnTo>
                <a:lnTo>
                  <a:pt x="3286595" y="2993186"/>
                </a:lnTo>
                <a:lnTo>
                  <a:pt x="3286125" y="2994304"/>
                </a:lnTo>
                <a:lnTo>
                  <a:pt x="3286125" y="2996933"/>
                </a:lnTo>
                <a:lnTo>
                  <a:pt x="3286595" y="2998051"/>
                </a:lnTo>
                <a:lnTo>
                  <a:pt x="3288461" y="2999917"/>
                </a:lnTo>
                <a:lnTo>
                  <a:pt x="3289579" y="3000375"/>
                </a:lnTo>
                <a:lnTo>
                  <a:pt x="3292208" y="3000375"/>
                </a:lnTo>
                <a:lnTo>
                  <a:pt x="3293326" y="2999917"/>
                </a:lnTo>
                <a:lnTo>
                  <a:pt x="3295192" y="2998051"/>
                </a:lnTo>
                <a:lnTo>
                  <a:pt x="3295650" y="2996933"/>
                </a:lnTo>
                <a:lnTo>
                  <a:pt x="3295650" y="2994304"/>
                </a:lnTo>
                <a:close/>
              </a:path>
              <a:path w="9867900" h="3000375">
                <a:moveTo>
                  <a:pt x="3295650" y="2567038"/>
                </a:moveTo>
                <a:lnTo>
                  <a:pt x="3295192" y="2565920"/>
                </a:lnTo>
                <a:lnTo>
                  <a:pt x="3293326" y="2564053"/>
                </a:lnTo>
                <a:lnTo>
                  <a:pt x="3292208" y="2563596"/>
                </a:lnTo>
                <a:lnTo>
                  <a:pt x="3289579" y="2563596"/>
                </a:lnTo>
                <a:lnTo>
                  <a:pt x="3288461" y="2564053"/>
                </a:lnTo>
                <a:lnTo>
                  <a:pt x="3286595" y="2565920"/>
                </a:lnTo>
                <a:lnTo>
                  <a:pt x="3286125" y="2567038"/>
                </a:lnTo>
                <a:lnTo>
                  <a:pt x="3286125" y="2569667"/>
                </a:lnTo>
                <a:lnTo>
                  <a:pt x="3286595" y="2570797"/>
                </a:lnTo>
                <a:lnTo>
                  <a:pt x="3288461" y="2572651"/>
                </a:lnTo>
                <a:lnTo>
                  <a:pt x="3289579" y="2573121"/>
                </a:lnTo>
                <a:lnTo>
                  <a:pt x="3292208" y="2573121"/>
                </a:lnTo>
                <a:lnTo>
                  <a:pt x="3293326" y="2572651"/>
                </a:lnTo>
                <a:lnTo>
                  <a:pt x="3295192" y="2570797"/>
                </a:lnTo>
                <a:lnTo>
                  <a:pt x="3295650" y="2569667"/>
                </a:lnTo>
                <a:lnTo>
                  <a:pt x="3295650" y="2567038"/>
                </a:lnTo>
                <a:close/>
              </a:path>
              <a:path w="9867900" h="3000375">
                <a:moveTo>
                  <a:pt x="3295650" y="2139772"/>
                </a:moveTo>
                <a:lnTo>
                  <a:pt x="3295192" y="2138654"/>
                </a:lnTo>
                <a:lnTo>
                  <a:pt x="3293326" y="2136787"/>
                </a:lnTo>
                <a:lnTo>
                  <a:pt x="3292208" y="2136330"/>
                </a:lnTo>
                <a:lnTo>
                  <a:pt x="3289579" y="2136330"/>
                </a:lnTo>
                <a:lnTo>
                  <a:pt x="3288461" y="2136787"/>
                </a:lnTo>
                <a:lnTo>
                  <a:pt x="3286595" y="2138654"/>
                </a:lnTo>
                <a:lnTo>
                  <a:pt x="3286125" y="2139772"/>
                </a:lnTo>
                <a:lnTo>
                  <a:pt x="3286125" y="2142401"/>
                </a:lnTo>
                <a:lnTo>
                  <a:pt x="3286595" y="2143531"/>
                </a:lnTo>
                <a:lnTo>
                  <a:pt x="3288461" y="2145385"/>
                </a:lnTo>
                <a:lnTo>
                  <a:pt x="3289579" y="2145855"/>
                </a:lnTo>
                <a:lnTo>
                  <a:pt x="3292208" y="2145855"/>
                </a:lnTo>
                <a:lnTo>
                  <a:pt x="3293326" y="2145385"/>
                </a:lnTo>
                <a:lnTo>
                  <a:pt x="3295192" y="2143531"/>
                </a:lnTo>
                <a:lnTo>
                  <a:pt x="3295650" y="2142401"/>
                </a:lnTo>
                <a:lnTo>
                  <a:pt x="3295650" y="2139772"/>
                </a:lnTo>
                <a:close/>
              </a:path>
              <a:path w="9867900" h="3000375">
                <a:moveTo>
                  <a:pt x="3295650" y="1712506"/>
                </a:moveTo>
                <a:lnTo>
                  <a:pt x="3295192" y="1711388"/>
                </a:lnTo>
                <a:lnTo>
                  <a:pt x="3293326" y="1709534"/>
                </a:lnTo>
                <a:lnTo>
                  <a:pt x="3292208" y="1709064"/>
                </a:lnTo>
                <a:lnTo>
                  <a:pt x="3289579" y="1709064"/>
                </a:lnTo>
                <a:lnTo>
                  <a:pt x="3288461" y="1709534"/>
                </a:lnTo>
                <a:lnTo>
                  <a:pt x="3286595" y="1711388"/>
                </a:lnTo>
                <a:lnTo>
                  <a:pt x="3286125" y="1712506"/>
                </a:lnTo>
                <a:lnTo>
                  <a:pt x="3286125" y="1715135"/>
                </a:lnTo>
                <a:lnTo>
                  <a:pt x="3286595" y="1716265"/>
                </a:lnTo>
                <a:lnTo>
                  <a:pt x="3288461" y="1718119"/>
                </a:lnTo>
                <a:lnTo>
                  <a:pt x="3289579" y="1718589"/>
                </a:lnTo>
                <a:lnTo>
                  <a:pt x="3292208" y="1718589"/>
                </a:lnTo>
                <a:lnTo>
                  <a:pt x="3293326" y="1718119"/>
                </a:lnTo>
                <a:lnTo>
                  <a:pt x="3295192" y="1716265"/>
                </a:lnTo>
                <a:lnTo>
                  <a:pt x="3295650" y="1715135"/>
                </a:lnTo>
                <a:lnTo>
                  <a:pt x="3295650" y="1712506"/>
                </a:lnTo>
                <a:close/>
              </a:path>
              <a:path w="9867900" h="3000375">
                <a:moveTo>
                  <a:pt x="3295650" y="1285252"/>
                </a:moveTo>
                <a:lnTo>
                  <a:pt x="3295192" y="1284122"/>
                </a:lnTo>
                <a:lnTo>
                  <a:pt x="3293326" y="1282268"/>
                </a:lnTo>
                <a:lnTo>
                  <a:pt x="3292208" y="1281798"/>
                </a:lnTo>
                <a:lnTo>
                  <a:pt x="3289579" y="1281798"/>
                </a:lnTo>
                <a:lnTo>
                  <a:pt x="3288461" y="1282268"/>
                </a:lnTo>
                <a:lnTo>
                  <a:pt x="3286595" y="1284122"/>
                </a:lnTo>
                <a:lnTo>
                  <a:pt x="3286125" y="1285252"/>
                </a:lnTo>
                <a:lnTo>
                  <a:pt x="3286125" y="1287881"/>
                </a:lnTo>
                <a:lnTo>
                  <a:pt x="3286595" y="1288999"/>
                </a:lnTo>
                <a:lnTo>
                  <a:pt x="3288461" y="1290853"/>
                </a:lnTo>
                <a:lnTo>
                  <a:pt x="3289579" y="1291323"/>
                </a:lnTo>
                <a:lnTo>
                  <a:pt x="3292208" y="1291323"/>
                </a:lnTo>
                <a:lnTo>
                  <a:pt x="3293326" y="1290853"/>
                </a:lnTo>
                <a:lnTo>
                  <a:pt x="3295192" y="1288999"/>
                </a:lnTo>
                <a:lnTo>
                  <a:pt x="3295650" y="1287881"/>
                </a:lnTo>
                <a:lnTo>
                  <a:pt x="3295650" y="1285252"/>
                </a:lnTo>
                <a:close/>
              </a:path>
              <a:path w="9867900" h="3000375">
                <a:moveTo>
                  <a:pt x="3295650" y="857986"/>
                </a:moveTo>
                <a:lnTo>
                  <a:pt x="3295192" y="856856"/>
                </a:lnTo>
                <a:lnTo>
                  <a:pt x="3293326" y="855002"/>
                </a:lnTo>
                <a:lnTo>
                  <a:pt x="3292208" y="854532"/>
                </a:lnTo>
                <a:lnTo>
                  <a:pt x="3289579" y="854532"/>
                </a:lnTo>
                <a:lnTo>
                  <a:pt x="3288461" y="855002"/>
                </a:lnTo>
                <a:lnTo>
                  <a:pt x="3286595" y="856856"/>
                </a:lnTo>
                <a:lnTo>
                  <a:pt x="3286125" y="857986"/>
                </a:lnTo>
                <a:lnTo>
                  <a:pt x="3286125" y="860615"/>
                </a:lnTo>
                <a:lnTo>
                  <a:pt x="3286595" y="861733"/>
                </a:lnTo>
                <a:lnTo>
                  <a:pt x="3288461" y="863600"/>
                </a:lnTo>
                <a:lnTo>
                  <a:pt x="3289579" y="864057"/>
                </a:lnTo>
                <a:lnTo>
                  <a:pt x="3292208" y="864057"/>
                </a:lnTo>
                <a:lnTo>
                  <a:pt x="3293326" y="863600"/>
                </a:lnTo>
                <a:lnTo>
                  <a:pt x="3295192" y="861733"/>
                </a:lnTo>
                <a:lnTo>
                  <a:pt x="3295650" y="860615"/>
                </a:lnTo>
                <a:lnTo>
                  <a:pt x="3295650" y="857986"/>
                </a:lnTo>
                <a:close/>
              </a:path>
              <a:path w="9867900" h="3000375">
                <a:moveTo>
                  <a:pt x="3295650" y="430720"/>
                </a:moveTo>
                <a:lnTo>
                  <a:pt x="3295192" y="429590"/>
                </a:lnTo>
                <a:lnTo>
                  <a:pt x="3293326" y="427736"/>
                </a:lnTo>
                <a:lnTo>
                  <a:pt x="3292208" y="427266"/>
                </a:lnTo>
                <a:lnTo>
                  <a:pt x="3289579" y="427266"/>
                </a:lnTo>
                <a:lnTo>
                  <a:pt x="3288461" y="427736"/>
                </a:lnTo>
                <a:lnTo>
                  <a:pt x="3286595" y="429590"/>
                </a:lnTo>
                <a:lnTo>
                  <a:pt x="3286125" y="430720"/>
                </a:lnTo>
                <a:lnTo>
                  <a:pt x="3286125" y="433349"/>
                </a:lnTo>
                <a:lnTo>
                  <a:pt x="3286595" y="434467"/>
                </a:lnTo>
                <a:lnTo>
                  <a:pt x="3288461" y="436333"/>
                </a:lnTo>
                <a:lnTo>
                  <a:pt x="3289579" y="436791"/>
                </a:lnTo>
                <a:lnTo>
                  <a:pt x="3292208" y="436791"/>
                </a:lnTo>
                <a:lnTo>
                  <a:pt x="3293326" y="436333"/>
                </a:lnTo>
                <a:lnTo>
                  <a:pt x="3295192" y="434467"/>
                </a:lnTo>
                <a:lnTo>
                  <a:pt x="3295650" y="433349"/>
                </a:lnTo>
                <a:lnTo>
                  <a:pt x="3295650" y="430720"/>
                </a:lnTo>
                <a:close/>
              </a:path>
              <a:path w="9867900" h="300037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9867900" h="3000375">
                <a:moveTo>
                  <a:pt x="3343275" y="2994304"/>
                </a:moveTo>
                <a:lnTo>
                  <a:pt x="3342817" y="2993186"/>
                </a:lnTo>
                <a:lnTo>
                  <a:pt x="3340951" y="2991320"/>
                </a:lnTo>
                <a:lnTo>
                  <a:pt x="3339833" y="2990850"/>
                </a:lnTo>
                <a:lnTo>
                  <a:pt x="3337204" y="2990850"/>
                </a:lnTo>
                <a:lnTo>
                  <a:pt x="3336074" y="2991320"/>
                </a:lnTo>
                <a:lnTo>
                  <a:pt x="3334220" y="2993186"/>
                </a:lnTo>
                <a:lnTo>
                  <a:pt x="3333750" y="2994304"/>
                </a:lnTo>
                <a:lnTo>
                  <a:pt x="3333750" y="2996933"/>
                </a:lnTo>
                <a:lnTo>
                  <a:pt x="3334220" y="2998051"/>
                </a:lnTo>
                <a:lnTo>
                  <a:pt x="3336074" y="2999917"/>
                </a:lnTo>
                <a:lnTo>
                  <a:pt x="3337204" y="3000375"/>
                </a:lnTo>
                <a:lnTo>
                  <a:pt x="3339833" y="3000375"/>
                </a:lnTo>
                <a:lnTo>
                  <a:pt x="3340951" y="2999917"/>
                </a:lnTo>
                <a:lnTo>
                  <a:pt x="3342817" y="2998051"/>
                </a:lnTo>
                <a:lnTo>
                  <a:pt x="3343275" y="2996933"/>
                </a:lnTo>
                <a:lnTo>
                  <a:pt x="3343275" y="2994304"/>
                </a:lnTo>
                <a:close/>
              </a:path>
              <a:path w="9867900" h="3000375">
                <a:moveTo>
                  <a:pt x="3343275" y="2567038"/>
                </a:moveTo>
                <a:lnTo>
                  <a:pt x="3342817" y="2565920"/>
                </a:lnTo>
                <a:lnTo>
                  <a:pt x="3340951" y="2564053"/>
                </a:lnTo>
                <a:lnTo>
                  <a:pt x="3339833" y="2563596"/>
                </a:lnTo>
                <a:lnTo>
                  <a:pt x="3337204" y="2563596"/>
                </a:lnTo>
                <a:lnTo>
                  <a:pt x="3336074" y="2564053"/>
                </a:lnTo>
                <a:lnTo>
                  <a:pt x="3334220" y="2565920"/>
                </a:lnTo>
                <a:lnTo>
                  <a:pt x="3333750" y="2567038"/>
                </a:lnTo>
                <a:lnTo>
                  <a:pt x="3333750" y="2569667"/>
                </a:lnTo>
                <a:lnTo>
                  <a:pt x="3334220" y="2570797"/>
                </a:lnTo>
                <a:lnTo>
                  <a:pt x="3336074" y="2572651"/>
                </a:lnTo>
                <a:lnTo>
                  <a:pt x="3337204" y="2573121"/>
                </a:lnTo>
                <a:lnTo>
                  <a:pt x="3339833" y="2573121"/>
                </a:lnTo>
                <a:lnTo>
                  <a:pt x="3340951" y="2572651"/>
                </a:lnTo>
                <a:lnTo>
                  <a:pt x="3342817" y="2570797"/>
                </a:lnTo>
                <a:lnTo>
                  <a:pt x="3343275" y="2569667"/>
                </a:lnTo>
                <a:lnTo>
                  <a:pt x="3343275" y="2567038"/>
                </a:lnTo>
                <a:close/>
              </a:path>
              <a:path w="9867900" h="3000375">
                <a:moveTo>
                  <a:pt x="3343275" y="2139772"/>
                </a:moveTo>
                <a:lnTo>
                  <a:pt x="3342817" y="2138654"/>
                </a:lnTo>
                <a:lnTo>
                  <a:pt x="3340951" y="2136787"/>
                </a:lnTo>
                <a:lnTo>
                  <a:pt x="3339833" y="2136330"/>
                </a:lnTo>
                <a:lnTo>
                  <a:pt x="3337204" y="2136330"/>
                </a:lnTo>
                <a:lnTo>
                  <a:pt x="3336074" y="2136787"/>
                </a:lnTo>
                <a:lnTo>
                  <a:pt x="3334220" y="2138654"/>
                </a:lnTo>
                <a:lnTo>
                  <a:pt x="3333750" y="2139772"/>
                </a:lnTo>
                <a:lnTo>
                  <a:pt x="3333750" y="2142401"/>
                </a:lnTo>
                <a:lnTo>
                  <a:pt x="3334220" y="2143531"/>
                </a:lnTo>
                <a:lnTo>
                  <a:pt x="3336074" y="2145385"/>
                </a:lnTo>
                <a:lnTo>
                  <a:pt x="3337204" y="2145855"/>
                </a:lnTo>
                <a:lnTo>
                  <a:pt x="3339833" y="2145855"/>
                </a:lnTo>
                <a:lnTo>
                  <a:pt x="3340951" y="2145385"/>
                </a:lnTo>
                <a:lnTo>
                  <a:pt x="3342817" y="2143531"/>
                </a:lnTo>
                <a:lnTo>
                  <a:pt x="3343275" y="2142401"/>
                </a:lnTo>
                <a:lnTo>
                  <a:pt x="3343275" y="2139772"/>
                </a:lnTo>
                <a:close/>
              </a:path>
              <a:path w="9867900" h="3000375">
                <a:moveTo>
                  <a:pt x="3343275" y="1712506"/>
                </a:moveTo>
                <a:lnTo>
                  <a:pt x="3342817" y="1711388"/>
                </a:lnTo>
                <a:lnTo>
                  <a:pt x="3340951" y="1709534"/>
                </a:lnTo>
                <a:lnTo>
                  <a:pt x="3339833" y="1709064"/>
                </a:lnTo>
                <a:lnTo>
                  <a:pt x="3337204" y="1709064"/>
                </a:lnTo>
                <a:lnTo>
                  <a:pt x="3336074" y="1709534"/>
                </a:lnTo>
                <a:lnTo>
                  <a:pt x="3334220" y="1711388"/>
                </a:lnTo>
                <a:lnTo>
                  <a:pt x="3333750" y="1712506"/>
                </a:lnTo>
                <a:lnTo>
                  <a:pt x="3333750" y="1715135"/>
                </a:lnTo>
                <a:lnTo>
                  <a:pt x="3334220" y="1716265"/>
                </a:lnTo>
                <a:lnTo>
                  <a:pt x="3336074" y="1718119"/>
                </a:lnTo>
                <a:lnTo>
                  <a:pt x="3337204" y="1718589"/>
                </a:lnTo>
                <a:lnTo>
                  <a:pt x="3339833" y="1718589"/>
                </a:lnTo>
                <a:lnTo>
                  <a:pt x="3340951" y="1718119"/>
                </a:lnTo>
                <a:lnTo>
                  <a:pt x="3342817" y="1716265"/>
                </a:lnTo>
                <a:lnTo>
                  <a:pt x="3343275" y="1715135"/>
                </a:lnTo>
                <a:lnTo>
                  <a:pt x="3343275" y="1712506"/>
                </a:lnTo>
                <a:close/>
              </a:path>
              <a:path w="9867900" h="3000375">
                <a:moveTo>
                  <a:pt x="3343275" y="1285252"/>
                </a:moveTo>
                <a:lnTo>
                  <a:pt x="3342817" y="1284122"/>
                </a:lnTo>
                <a:lnTo>
                  <a:pt x="3340951" y="1282268"/>
                </a:lnTo>
                <a:lnTo>
                  <a:pt x="3339833" y="1281798"/>
                </a:lnTo>
                <a:lnTo>
                  <a:pt x="3337204" y="1281798"/>
                </a:lnTo>
                <a:lnTo>
                  <a:pt x="3336074" y="1282268"/>
                </a:lnTo>
                <a:lnTo>
                  <a:pt x="3334220" y="1284122"/>
                </a:lnTo>
                <a:lnTo>
                  <a:pt x="3333750" y="1285252"/>
                </a:lnTo>
                <a:lnTo>
                  <a:pt x="3333750" y="1287881"/>
                </a:lnTo>
                <a:lnTo>
                  <a:pt x="3334220" y="1288999"/>
                </a:lnTo>
                <a:lnTo>
                  <a:pt x="3336074" y="1290853"/>
                </a:lnTo>
                <a:lnTo>
                  <a:pt x="3337204" y="1291323"/>
                </a:lnTo>
                <a:lnTo>
                  <a:pt x="3339833" y="1291323"/>
                </a:lnTo>
                <a:lnTo>
                  <a:pt x="3340951" y="1290853"/>
                </a:lnTo>
                <a:lnTo>
                  <a:pt x="3342817" y="1288999"/>
                </a:lnTo>
                <a:lnTo>
                  <a:pt x="3343275" y="1287881"/>
                </a:lnTo>
                <a:lnTo>
                  <a:pt x="3343275" y="1285252"/>
                </a:lnTo>
                <a:close/>
              </a:path>
              <a:path w="9867900" h="3000375">
                <a:moveTo>
                  <a:pt x="3343275" y="857986"/>
                </a:moveTo>
                <a:lnTo>
                  <a:pt x="3342817" y="856856"/>
                </a:lnTo>
                <a:lnTo>
                  <a:pt x="3340951" y="855002"/>
                </a:lnTo>
                <a:lnTo>
                  <a:pt x="3339833" y="854532"/>
                </a:lnTo>
                <a:lnTo>
                  <a:pt x="3337204" y="854532"/>
                </a:lnTo>
                <a:lnTo>
                  <a:pt x="3336074" y="855002"/>
                </a:lnTo>
                <a:lnTo>
                  <a:pt x="3334220" y="856856"/>
                </a:lnTo>
                <a:lnTo>
                  <a:pt x="3333750" y="857986"/>
                </a:lnTo>
                <a:lnTo>
                  <a:pt x="3333750" y="860615"/>
                </a:lnTo>
                <a:lnTo>
                  <a:pt x="3334220" y="861733"/>
                </a:lnTo>
                <a:lnTo>
                  <a:pt x="3336074" y="863600"/>
                </a:lnTo>
                <a:lnTo>
                  <a:pt x="3337204" y="864057"/>
                </a:lnTo>
                <a:lnTo>
                  <a:pt x="3339833" y="864057"/>
                </a:lnTo>
                <a:lnTo>
                  <a:pt x="3340951" y="863600"/>
                </a:lnTo>
                <a:lnTo>
                  <a:pt x="3342817" y="861733"/>
                </a:lnTo>
                <a:lnTo>
                  <a:pt x="3343275" y="860615"/>
                </a:lnTo>
                <a:lnTo>
                  <a:pt x="3343275" y="857986"/>
                </a:lnTo>
                <a:close/>
              </a:path>
              <a:path w="9867900" h="3000375">
                <a:moveTo>
                  <a:pt x="3343275" y="430720"/>
                </a:moveTo>
                <a:lnTo>
                  <a:pt x="3342817" y="429590"/>
                </a:lnTo>
                <a:lnTo>
                  <a:pt x="3340951" y="427736"/>
                </a:lnTo>
                <a:lnTo>
                  <a:pt x="3339833" y="427266"/>
                </a:lnTo>
                <a:lnTo>
                  <a:pt x="3337204" y="427266"/>
                </a:lnTo>
                <a:lnTo>
                  <a:pt x="3336074" y="427736"/>
                </a:lnTo>
                <a:lnTo>
                  <a:pt x="3334220" y="429590"/>
                </a:lnTo>
                <a:lnTo>
                  <a:pt x="3333750" y="430720"/>
                </a:lnTo>
                <a:lnTo>
                  <a:pt x="3333750" y="433349"/>
                </a:lnTo>
                <a:lnTo>
                  <a:pt x="3334220" y="434467"/>
                </a:lnTo>
                <a:lnTo>
                  <a:pt x="3336074" y="436333"/>
                </a:lnTo>
                <a:lnTo>
                  <a:pt x="3337204" y="436791"/>
                </a:lnTo>
                <a:lnTo>
                  <a:pt x="3339833" y="436791"/>
                </a:lnTo>
                <a:lnTo>
                  <a:pt x="3340951" y="436333"/>
                </a:lnTo>
                <a:lnTo>
                  <a:pt x="3342817" y="434467"/>
                </a:lnTo>
                <a:lnTo>
                  <a:pt x="3343275" y="433349"/>
                </a:lnTo>
                <a:lnTo>
                  <a:pt x="3343275" y="430720"/>
                </a:lnTo>
                <a:close/>
              </a:path>
              <a:path w="9867900" h="300037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9867900" h="3000375">
                <a:moveTo>
                  <a:pt x="3390900" y="2994304"/>
                </a:moveTo>
                <a:lnTo>
                  <a:pt x="3390442" y="2993186"/>
                </a:lnTo>
                <a:lnTo>
                  <a:pt x="3388576" y="2991320"/>
                </a:lnTo>
                <a:lnTo>
                  <a:pt x="3387458" y="2990850"/>
                </a:lnTo>
                <a:lnTo>
                  <a:pt x="3384829" y="2990850"/>
                </a:lnTo>
                <a:lnTo>
                  <a:pt x="3383699" y="2991320"/>
                </a:lnTo>
                <a:lnTo>
                  <a:pt x="3381845" y="2993186"/>
                </a:lnTo>
                <a:lnTo>
                  <a:pt x="3381375" y="2994304"/>
                </a:lnTo>
                <a:lnTo>
                  <a:pt x="3381375" y="2996933"/>
                </a:lnTo>
                <a:lnTo>
                  <a:pt x="3381845" y="2998051"/>
                </a:lnTo>
                <a:lnTo>
                  <a:pt x="3383699" y="2999917"/>
                </a:lnTo>
                <a:lnTo>
                  <a:pt x="3384829" y="3000375"/>
                </a:lnTo>
                <a:lnTo>
                  <a:pt x="3387458" y="3000375"/>
                </a:lnTo>
                <a:lnTo>
                  <a:pt x="3388576" y="2999917"/>
                </a:lnTo>
                <a:lnTo>
                  <a:pt x="3390442" y="2998051"/>
                </a:lnTo>
                <a:lnTo>
                  <a:pt x="3390900" y="2996933"/>
                </a:lnTo>
                <a:lnTo>
                  <a:pt x="3390900" y="2994304"/>
                </a:lnTo>
                <a:close/>
              </a:path>
              <a:path w="9867900" h="3000375">
                <a:moveTo>
                  <a:pt x="3390900" y="2567038"/>
                </a:moveTo>
                <a:lnTo>
                  <a:pt x="3390442" y="2565920"/>
                </a:lnTo>
                <a:lnTo>
                  <a:pt x="3388576" y="2564053"/>
                </a:lnTo>
                <a:lnTo>
                  <a:pt x="3387458" y="2563596"/>
                </a:lnTo>
                <a:lnTo>
                  <a:pt x="3384829" y="2563596"/>
                </a:lnTo>
                <a:lnTo>
                  <a:pt x="3383699" y="2564053"/>
                </a:lnTo>
                <a:lnTo>
                  <a:pt x="3381845" y="2565920"/>
                </a:lnTo>
                <a:lnTo>
                  <a:pt x="3381375" y="2567038"/>
                </a:lnTo>
                <a:lnTo>
                  <a:pt x="3381375" y="2569667"/>
                </a:lnTo>
                <a:lnTo>
                  <a:pt x="3381845" y="2570797"/>
                </a:lnTo>
                <a:lnTo>
                  <a:pt x="3383699" y="2572651"/>
                </a:lnTo>
                <a:lnTo>
                  <a:pt x="3384829" y="2573121"/>
                </a:lnTo>
                <a:lnTo>
                  <a:pt x="3387458" y="2573121"/>
                </a:lnTo>
                <a:lnTo>
                  <a:pt x="3388576" y="2572651"/>
                </a:lnTo>
                <a:lnTo>
                  <a:pt x="3390442" y="2570797"/>
                </a:lnTo>
                <a:lnTo>
                  <a:pt x="3390900" y="2569667"/>
                </a:lnTo>
                <a:lnTo>
                  <a:pt x="3390900" y="2567038"/>
                </a:lnTo>
                <a:close/>
              </a:path>
              <a:path w="9867900" h="3000375">
                <a:moveTo>
                  <a:pt x="3390900" y="2139772"/>
                </a:moveTo>
                <a:lnTo>
                  <a:pt x="3390442" y="2138654"/>
                </a:lnTo>
                <a:lnTo>
                  <a:pt x="3388576" y="2136787"/>
                </a:lnTo>
                <a:lnTo>
                  <a:pt x="3387458" y="2136330"/>
                </a:lnTo>
                <a:lnTo>
                  <a:pt x="3384829" y="2136330"/>
                </a:lnTo>
                <a:lnTo>
                  <a:pt x="3383699" y="2136787"/>
                </a:lnTo>
                <a:lnTo>
                  <a:pt x="3381845" y="2138654"/>
                </a:lnTo>
                <a:lnTo>
                  <a:pt x="3381375" y="2139772"/>
                </a:lnTo>
                <a:lnTo>
                  <a:pt x="3381375" y="2142401"/>
                </a:lnTo>
                <a:lnTo>
                  <a:pt x="3381845" y="2143531"/>
                </a:lnTo>
                <a:lnTo>
                  <a:pt x="3383699" y="2145385"/>
                </a:lnTo>
                <a:lnTo>
                  <a:pt x="3384829" y="2145855"/>
                </a:lnTo>
                <a:lnTo>
                  <a:pt x="3387458" y="2145855"/>
                </a:lnTo>
                <a:lnTo>
                  <a:pt x="3388576" y="2145385"/>
                </a:lnTo>
                <a:lnTo>
                  <a:pt x="3390442" y="2143531"/>
                </a:lnTo>
                <a:lnTo>
                  <a:pt x="3390900" y="2142401"/>
                </a:lnTo>
                <a:lnTo>
                  <a:pt x="3390900" y="2139772"/>
                </a:lnTo>
                <a:close/>
              </a:path>
              <a:path w="9867900" h="3000375">
                <a:moveTo>
                  <a:pt x="3390900" y="1712506"/>
                </a:moveTo>
                <a:lnTo>
                  <a:pt x="3390442" y="1711388"/>
                </a:lnTo>
                <a:lnTo>
                  <a:pt x="3388576" y="1709534"/>
                </a:lnTo>
                <a:lnTo>
                  <a:pt x="3387458" y="1709064"/>
                </a:lnTo>
                <a:lnTo>
                  <a:pt x="3384829" y="1709064"/>
                </a:lnTo>
                <a:lnTo>
                  <a:pt x="3383699" y="1709534"/>
                </a:lnTo>
                <a:lnTo>
                  <a:pt x="3381845" y="1711388"/>
                </a:lnTo>
                <a:lnTo>
                  <a:pt x="3381375" y="1712506"/>
                </a:lnTo>
                <a:lnTo>
                  <a:pt x="3381375" y="1715135"/>
                </a:lnTo>
                <a:lnTo>
                  <a:pt x="3381845" y="1716265"/>
                </a:lnTo>
                <a:lnTo>
                  <a:pt x="3383699" y="1718119"/>
                </a:lnTo>
                <a:lnTo>
                  <a:pt x="3384829" y="1718589"/>
                </a:lnTo>
                <a:lnTo>
                  <a:pt x="3387458" y="1718589"/>
                </a:lnTo>
                <a:lnTo>
                  <a:pt x="3388576" y="1718119"/>
                </a:lnTo>
                <a:lnTo>
                  <a:pt x="3390442" y="1716265"/>
                </a:lnTo>
                <a:lnTo>
                  <a:pt x="3390900" y="1715135"/>
                </a:lnTo>
                <a:lnTo>
                  <a:pt x="3390900" y="1712506"/>
                </a:lnTo>
                <a:close/>
              </a:path>
              <a:path w="9867900" h="3000375">
                <a:moveTo>
                  <a:pt x="3390900" y="1285252"/>
                </a:moveTo>
                <a:lnTo>
                  <a:pt x="3390442" y="1284122"/>
                </a:lnTo>
                <a:lnTo>
                  <a:pt x="3388576" y="1282268"/>
                </a:lnTo>
                <a:lnTo>
                  <a:pt x="3387458" y="1281798"/>
                </a:lnTo>
                <a:lnTo>
                  <a:pt x="3384829" y="1281798"/>
                </a:lnTo>
                <a:lnTo>
                  <a:pt x="3383699" y="1282268"/>
                </a:lnTo>
                <a:lnTo>
                  <a:pt x="3381845" y="1284122"/>
                </a:lnTo>
                <a:lnTo>
                  <a:pt x="3381375" y="1285252"/>
                </a:lnTo>
                <a:lnTo>
                  <a:pt x="3381375" y="1287881"/>
                </a:lnTo>
                <a:lnTo>
                  <a:pt x="3381845" y="1288999"/>
                </a:lnTo>
                <a:lnTo>
                  <a:pt x="3383699" y="1290853"/>
                </a:lnTo>
                <a:lnTo>
                  <a:pt x="3384829" y="1291323"/>
                </a:lnTo>
                <a:lnTo>
                  <a:pt x="3387458" y="1291323"/>
                </a:lnTo>
                <a:lnTo>
                  <a:pt x="3388576" y="1290853"/>
                </a:lnTo>
                <a:lnTo>
                  <a:pt x="3390442" y="1288999"/>
                </a:lnTo>
                <a:lnTo>
                  <a:pt x="3390900" y="1287881"/>
                </a:lnTo>
                <a:lnTo>
                  <a:pt x="3390900" y="1285252"/>
                </a:lnTo>
                <a:close/>
              </a:path>
              <a:path w="9867900" h="3000375">
                <a:moveTo>
                  <a:pt x="3390900" y="857986"/>
                </a:moveTo>
                <a:lnTo>
                  <a:pt x="3390442" y="856856"/>
                </a:lnTo>
                <a:lnTo>
                  <a:pt x="3388576" y="855002"/>
                </a:lnTo>
                <a:lnTo>
                  <a:pt x="3387458" y="854532"/>
                </a:lnTo>
                <a:lnTo>
                  <a:pt x="3384829" y="854532"/>
                </a:lnTo>
                <a:lnTo>
                  <a:pt x="3383699" y="855002"/>
                </a:lnTo>
                <a:lnTo>
                  <a:pt x="3381845" y="856856"/>
                </a:lnTo>
                <a:lnTo>
                  <a:pt x="3381375" y="857986"/>
                </a:lnTo>
                <a:lnTo>
                  <a:pt x="3381375" y="860615"/>
                </a:lnTo>
                <a:lnTo>
                  <a:pt x="3381845" y="861733"/>
                </a:lnTo>
                <a:lnTo>
                  <a:pt x="3383699" y="863600"/>
                </a:lnTo>
                <a:lnTo>
                  <a:pt x="3384829" y="864057"/>
                </a:lnTo>
                <a:lnTo>
                  <a:pt x="3387458" y="864057"/>
                </a:lnTo>
                <a:lnTo>
                  <a:pt x="3388576" y="863600"/>
                </a:lnTo>
                <a:lnTo>
                  <a:pt x="3390442" y="861733"/>
                </a:lnTo>
                <a:lnTo>
                  <a:pt x="3390900" y="860615"/>
                </a:lnTo>
                <a:lnTo>
                  <a:pt x="3390900" y="857986"/>
                </a:lnTo>
                <a:close/>
              </a:path>
              <a:path w="9867900" h="3000375">
                <a:moveTo>
                  <a:pt x="3390900" y="430720"/>
                </a:moveTo>
                <a:lnTo>
                  <a:pt x="3390442" y="429590"/>
                </a:lnTo>
                <a:lnTo>
                  <a:pt x="3388576" y="427736"/>
                </a:lnTo>
                <a:lnTo>
                  <a:pt x="3387458" y="427266"/>
                </a:lnTo>
                <a:lnTo>
                  <a:pt x="3384829" y="427266"/>
                </a:lnTo>
                <a:lnTo>
                  <a:pt x="3383699" y="427736"/>
                </a:lnTo>
                <a:lnTo>
                  <a:pt x="3381845" y="429590"/>
                </a:lnTo>
                <a:lnTo>
                  <a:pt x="3381375" y="430720"/>
                </a:lnTo>
                <a:lnTo>
                  <a:pt x="3381375" y="433349"/>
                </a:lnTo>
                <a:lnTo>
                  <a:pt x="3381845" y="434467"/>
                </a:lnTo>
                <a:lnTo>
                  <a:pt x="3383699" y="436333"/>
                </a:lnTo>
                <a:lnTo>
                  <a:pt x="3384829" y="436791"/>
                </a:lnTo>
                <a:lnTo>
                  <a:pt x="3387458" y="436791"/>
                </a:lnTo>
                <a:lnTo>
                  <a:pt x="3388576" y="436333"/>
                </a:lnTo>
                <a:lnTo>
                  <a:pt x="3390442" y="434467"/>
                </a:lnTo>
                <a:lnTo>
                  <a:pt x="3390900" y="433349"/>
                </a:lnTo>
                <a:lnTo>
                  <a:pt x="3390900" y="430720"/>
                </a:lnTo>
                <a:close/>
              </a:path>
              <a:path w="9867900" h="300037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9867900" h="3000375">
                <a:moveTo>
                  <a:pt x="3438525" y="2994304"/>
                </a:moveTo>
                <a:lnTo>
                  <a:pt x="3438067" y="2993186"/>
                </a:lnTo>
                <a:lnTo>
                  <a:pt x="3436201" y="2991320"/>
                </a:lnTo>
                <a:lnTo>
                  <a:pt x="3435083" y="2990850"/>
                </a:lnTo>
                <a:lnTo>
                  <a:pt x="3432454" y="2990850"/>
                </a:lnTo>
                <a:lnTo>
                  <a:pt x="3431336" y="2991320"/>
                </a:lnTo>
                <a:lnTo>
                  <a:pt x="3429470" y="2993186"/>
                </a:lnTo>
                <a:lnTo>
                  <a:pt x="3429000" y="2994304"/>
                </a:lnTo>
                <a:lnTo>
                  <a:pt x="3429000" y="2996933"/>
                </a:lnTo>
                <a:lnTo>
                  <a:pt x="3429470" y="2998051"/>
                </a:lnTo>
                <a:lnTo>
                  <a:pt x="3431336" y="2999917"/>
                </a:lnTo>
                <a:lnTo>
                  <a:pt x="3432454" y="3000375"/>
                </a:lnTo>
                <a:lnTo>
                  <a:pt x="3435083" y="3000375"/>
                </a:lnTo>
                <a:lnTo>
                  <a:pt x="3436201" y="2999917"/>
                </a:lnTo>
                <a:lnTo>
                  <a:pt x="3438067" y="2998051"/>
                </a:lnTo>
                <a:lnTo>
                  <a:pt x="3438525" y="2996933"/>
                </a:lnTo>
                <a:lnTo>
                  <a:pt x="3438525" y="2994304"/>
                </a:lnTo>
                <a:close/>
              </a:path>
              <a:path w="9867900" h="3000375">
                <a:moveTo>
                  <a:pt x="3438525" y="2567038"/>
                </a:moveTo>
                <a:lnTo>
                  <a:pt x="3438067" y="2565920"/>
                </a:lnTo>
                <a:lnTo>
                  <a:pt x="3436201" y="2564053"/>
                </a:lnTo>
                <a:lnTo>
                  <a:pt x="3435083" y="2563596"/>
                </a:lnTo>
                <a:lnTo>
                  <a:pt x="3432454" y="2563596"/>
                </a:lnTo>
                <a:lnTo>
                  <a:pt x="3431336" y="2564053"/>
                </a:lnTo>
                <a:lnTo>
                  <a:pt x="3429470" y="2565920"/>
                </a:lnTo>
                <a:lnTo>
                  <a:pt x="3429000" y="2567038"/>
                </a:lnTo>
                <a:lnTo>
                  <a:pt x="3429000" y="2569667"/>
                </a:lnTo>
                <a:lnTo>
                  <a:pt x="3429470" y="2570797"/>
                </a:lnTo>
                <a:lnTo>
                  <a:pt x="3431336" y="2572651"/>
                </a:lnTo>
                <a:lnTo>
                  <a:pt x="3432454" y="2573121"/>
                </a:lnTo>
                <a:lnTo>
                  <a:pt x="3435083" y="2573121"/>
                </a:lnTo>
                <a:lnTo>
                  <a:pt x="3436201" y="2572651"/>
                </a:lnTo>
                <a:lnTo>
                  <a:pt x="3438067" y="2570797"/>
                </a:lnTo>
                <a:lnTo>
                  <a:pt x="3438525" y="2569667"/>
                </a:lnTo>
                <a:lnTo>
                  <a:pt x="3438525" y="2567038"/>
                </a:lnTo>
                <a:close/>
              </a:path>
              <a:path w="9867900" h="3000375">
                <a:moveTo>
                  <a:pt x="3438525" y="2139772"/>
                </a:moveTo>
                <a:lnTo>
                  <a:pt x="3438067" y="2138654"/>
                </a:lnTo>
                <a:lnTo>
                  <a:pt x="3436201" y="2136787"/>
                </a:lnTo>
                <a:lnTo>
                  <a:pt x="3435083" y="2136330"/>
                </a:lnTo>
                <a:lnTo>
                  <a:pt x="3432454" y="2136330"/>
                </a:lnTo>
                <a:lnTo>
                  <a:pt x="3431336" y="2136787"/>
                </a:lnTo>
                <a:lnTo>
                  <a:pt x="3429470" y="2138654"/>
                </a:lnTo>
                <a:lnTo>
                  <a:pt x="3429000" y="2139772"/>
                </a:lnTo>
                <a:lnTo>
                  <a:pt x="3429000" y="2142401"/>
                </a:lnTo>
                <a:lnTo>
                  <a:pt x="3429470" y="2143531"/>
                </a:lnTo>
                <a:lnTo>
                  <a:pt x="3431336" y="2145385"/>
                </a:lnTo>
                <a:lnTo>
                  <a:pt x="3432454" y="2145855"/>
                </a:lnTo>
                <a:lnTo>
                  <a:pt x="3435083" y="2145855"/>
                </a:lnTo>
                <a:lnTo>
                  <a:pt x="3436201" y="2145385"/>
                </a:lnTo>
                <a:lnTo>
                  <a:pt x="3438067" y="2143531"/>
                </a:lnTo>
                <a:lnTo>
                  <a:pt x="3438525" y="2142401"/>
                </a:lnTo>
                <a:lnTo>
                  <a:pt x="3438525" y="2139772"/>
                </a:lnTo>
                <a:close/>
              </a:path>
              <a:path w="9867900" h="3000375">
                <a:moveTo>
                  <a:pt x="3438525" y="1712506"/>
                </a:moveTo>
                <a:lnTo>
                  <a:pt x="3438067" y="1711388"/>
                </a:lnTo>
                <a:lnTo>
                  <a:pt x="3436201" y="1709534"/>
                </a:lnTo>
                <a:lnTo>
                  <a:pt x="3435083" y="1709064"/>
                </a:lnTo>
                <a:lnTo>
                  <a:pt x="3432454" y="1709064"/>
                </a:lnTo>
                <a:lnTo>
                  <a:pt x="3431336" y="1709534"/>
                </a:lnTo>
                <a:lnTo>
                  <a:pt x="3429470" y="1711388"/>
                </a:lnTo>
                <a:lnTo>
                  <a:pt x="3429000" y="1712506"/>
                </a:lnTo>
                <a:lnTo>
                  <a:pt x="3429000" y="1715135"/>
                </a:lnTo>
                <a:lnTo>
                  <a:pt x="3429470" y="1716265"/>
                </a:lnTo>
                <a:lnTo>
                  <a:pt x="3431336" y="1718119"/>
                </a:lnTo>
                <a:lnTo>
                  <a:pt x="3432454" y="1718589"/>
                </a:lnTo>
                <a:lnTo>
                  <a:pt x="3435083" y="1718589"/>
                </a:lnTo>
                <a:lnTo>
                  <a:pt x="3436201" y="1718119"/>
                </a:lnTo>
                <a:lnTo>
                  <a:pt x="3438067" y="1716265"/>
                </a:lnTo>
                <a:lnTo>
                  <a:pt x="3438525" y="1715135"/>
                </a:lnTo>
                <a:lnTo>
                  <a:pt x="3438525" y="1712506"/>
                </a:lnTo>
                <a:close/>
              </a:path>
              <a:path w="9867900" h="3000375">
                <a:moveTo>
                  <a:pt x="3438525" y="1285252"/>
                </a:moveTo>
                <a:lnTo>
                  <a:pt x="3438067" y="1284122"/>
                </a:lnTo>
                <a:lnTo>
                  <a:pt x="3436201" y="1282268"/>
                </a:lnTo>
                <a:lnTo>
                  <a:pt x="3435083" y="1281798"/>
                </a:lnTo>
                <a:lnTo>
                  <a:pt x="3432454" y="1281798"/>
                </a:lnTo>
                <a:lnTo>
                  <a:pt x="3431336" y="1282268"/>
                </a:lnTo>
                <a:lnTo>
                  <a:pt x="3429470" y="1284122"/>
                </a:lnTo>
                <a:lnTo>
                  <a:pt x="3429000" y="1285252"/>
                </a:lnTo>
                <a:lnTo>
                  <a:pt x="3429000" y="1287881"/>
                </a:lnTo>
                <a:lnTo>
                  <a:pt x="3429470" y="1288999"/>
                </a:lnTo>
                <a:lnTo>
                  <a:pt x="3431336" y="1290853"/>
                </a:lnTo>
                <a:lnTo>
                  <a:pt x="3432454" y="1291323"/>
                </a:lnTo>
                <a:lnTo>
                  <a:pt x="3435083" y="1291323"/>
                </a:lnTo>
                <a:lnTo>
                  <a:pt x="3436201" y="1290853"/>
                </a:lnTo>
                <a:lnTo>
                  <a:pt x="3438067" y="1288999"/>
                </a:lnTo>
                <a:lnTo>
                  <a:pt x="3438525" y="1287881"/>
                </a:lnTo>
                <a:lnTo>
                  <a:pt x="3438525" y="1285252"/>
                </a:lnTo>
                <a:close/>
              </a:path>
              <a:path w="9867900" h="3000375">
                <a:moveTo>
                  <a:pt x="3438525" y="857986"/>
                </a:moveTo>
                <a:lnTo>
                  <a:pt x="3438067" y="856856"/>
                </a:lnTo>
                <a:lnTo>
                  <a:pt x="3436201" y="855002"/>
                </a:lnTo>
                <a:lnTo>
                  <a:pt x="3435083" y="854532"/>
                </a:lnTo>
                <a:lnTo>
                  <a:pt x="3432454" y="854532"/>
                </a:lnTo>
                <a:lnTo>
                  <a:pt x="3431336" y="855002"/>
                </a:lnTo>
                <a:lnTo>
                  <a:pt x="3429470" y="856856"/>
                </a:lnTo>
                <a:lnTo>
                  <a:pt x="3429000" y="857986"/>
                </a:lnTo>
                <a:lnTo>
                  <a:pt x="3429000" y="860615"/>
                </a:lnTo>
                <a:lnTo>
                  <a:pt x="3429470" y="861733"/>
                </a:lnTo>
                <a:lnTo>
                  <a:pt x="3431336" y="863600"/>
                </a:lnTo>
                <a:lnTo>
                  <a:pt x="3432454" y="864057"/>
                </a:lnTo>
                <a:lnTo>
                  <a:pt x="3435083" y="864057"/>
                </a:lnTo>
                <a:lnTo>
                  <a:pt x="3436201" y="863600"/>
                </a:lnTo>
                <a:lnTo>
                  <a:pt x="3438067" y="861733"/>
                </a:lnTo>
                <a:lnTo>
                  <a:pt x="3438525" y="860615"/>
                </a:lnTo>
                <a:lnTo>
                  <a:pt x="3438525" y="857986"/>
                </a:lnTo>
                <a:close/>
              </a:path>
              <a:path w="9867900" h="3000375">
                <a:moveTo>
                  <a:pt x="3438525" y="430720"/>
                </a:moveTo>
                <a:lnTo>
                  <a:pt x="3438067" y="429590"/>
                </a:lnTo>
                <a:lnTo>
                  <a:pt x="3436201" y="427736"/>
                </a:lnTo>
                <a:lnTo>
                  <a:pt x="3435083" y="427266"/>
                </a:lnTo>
                <a:lnTo>
                  <a:pt x="3432454" y="427266"/>
                </a:lnTo>
                <a:lnTo>
                  <a:pt x="3431336" y="427736"/>
                </a:lnTo>
                <a:lnTo>
                  <a:pt x="3429470" y="429590"/>
                </a:lnTo>
                <a:lnTo>
                  <a:pt x="3429000" y="430720"/>
                </a:lnTo>
                <a:lnTo>
                  <a:pt x="3429000" y="433349"/>
                </a:lnTo>
                <a:lnTo>
                  <a:pt x="3429470" y="434467"/>
                </a:lnTo>
                <a:lnTo>
                  <a:pt x="3431336" y="436333"/>
                </a:lnTo>
                <a:lnTo>
                  <a:pt x="3432454" y="436791"/>
                </a:lnTo>
                <a:lnTo>
                  <a:pt x="3435083" y="436791"/>
                </a:lnTo>
                <a:lnTo>
                  <a:pt x="3436201" y="436333"/>
                </a:lnTo>
                <a:lnTo>
                  <a:pt x="3438067" y="434467"/>
                </a:lnTo>
                <a:lnTo>
                  <a:pt x="3438525" y="433349"/>
                </a:lnTo>
                <a:lnTo>
                  <a:pt x="3438525" y="430720"/>
                </a:lnTo>
                <a:close/>
              </a:path>
              <a:path w="9867900" h="300037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9867900" h="3000375">
                <a:moveTo>
                  <a:pt x="3486150" y="2994304"/>
                </a:moveTo>
                <a:lnTo>
                  <a:pt x="3485692" y="2993186"/>
                </a:lnTo>
                <a:lnTo>
                  <a:pt x="3483826" y="2991320"/>
                </a:lnTo>
                <a:lnTo>
                  <a:pt x="3482708" y="2990850"/>
                </a:lnTo>
                <a:lnTo>
                  <a:pt x="3480079" y="2990850"/>
                </a:lnTo>
                <a:lnTo>
                  <a:pt x="3478961" y="2991320"/>
                </a:lnTo>
                <a:lnTo>
                  <a:pt x="3477095" y="2993186"/>
                </a:lnTo>
                <a:lnTo>
                  <a:pt x="3476625" y="2994304"/>
                </a:lnTo>
                <a:lnTo>
                  <a:pt x="3476625" y="2996933"/>
                </a:lnTo>
                <a:lnTo>
                  <a:pt x="3477095" y="2998051"/>
                </a:lnTo>
                <a:lnTo>
                  <a:pt x="3478961" y="2999917"/>
                </a:lnTo>
                <a:lnTo>
                  <a:pt x="3480079" y="3000375"/>
                </a:lnTo>
                <a:lnTo>
                  <a:pt x="3482708" y="3000375"/>
                </a:lnTo>
                <a:lnTo>
                  <a:pt x="3483826" y="2999917"/>
                </a:lnTo>
                <a:lnTo>
                  <a:pt x="3485692" y="2998051"/>
                </a:lnTo>
                <a:lnTo>
                  <a:pt x="3486150" y="2996933"/>
                </a:lnTo>
                <a:lnTo>
                  <a:pt x="3486150" y="2994304"/>
                </a:lnTo>
                <a:close/>
              </a:path>
              <a:path w="9867900" h="3000375">
                <a:moveTo>
                  <a:pt x="3486150" y="2567038"/>
                </a:moveTo>
                <a:lnTo>
                  <a:pt x="3485692" y="2565920"/>
                </a:lnTo>
                <a:lnTo>
                  <a:pt x="3483826" y="2564053"/>
                </a:lnTo>
                <a:lnTo>
                  <a:pt x="3482708" y="2563596"/>
                </a:lnTo>
                <a:lnTo>
                  <a:pt x="3480079" y="2563596"/>
                </a:lnTo>
                <a:lnTo>
                  <a:pt x="3478961" y="2564053"/>
                </a:lnTo>
                <a:lnTo>
                  <a:pt x="3477095" y="2565920"/>
                </a:lnTo>
                <a:lnTo>
                  <a:pt x="3476625" y="2567038"/>
                </a:lnTo>
                <a:lnTo>
                  <a:pt x="3476625" y="2569667"/>
                </a:lnTo>
                <a:lnTo>
                  <a:pt x="3477095" y="2570797"/>
                </a:lnTo>
                <a:lnTo>
                  <a:pt x="3478961" y="2572651"/>
                </a:lnTo>
                <a:lnTo>
                  <a:pt x="3480079" y="2573121"/>
                </a:lnTo>
                <a:lnTo>
                  <a:pt x="3482708" y="2573121"/>
                </a:lnTo>
                <a:lnTo>
                  <a:pt x="3483826" y="2572651"/>
                </a:lnTo>
                <a:lnTo>
                  <a:pt x="3485692" y="2570797"/>
                </a:lnTo>
                <a:lnTo>
                  <a:pt x="3486150" y="2569667"/>
                </a:lnTo>
                <a:lnTo>
                  <a:pt x="3486150" y="2567038"/>
                </a:lnTo>
                <a:close/>
              </a:path>
              <a:path w="9867900" h="3000375">
                <a:moveTo>
                  <a:pt x="3486150" y="2139772"/>
                </a:moveTo>
                <a:lnTo>
                  <a:pt x="3485692" y="2138654"/>
                </a:lnTo>
                <a:lnTo>
                  <a:pt x="3483826" y="2136787"/>
                </a:lnTo>
                <a:lnTo>
                  <a:pt x="3482708" y="2136330"/>
                </a:lnTo>
                <a:lnTo>
                  <a:pt x="3480079" y="2136330"/>
                </a:lnTo>
                <a:lnTo>
                  <a:pt x="3478961" y="2136787"/>
                </a:lnTo>
                <a:lnTo>
                  <a:pt x="3477095" y="2138654"/>
                </a:lnTo>
                <a:lnTo>
                  <a:pt x="3476625" y="2139772"/>
                </a:lnTo>
                <a:lnTo>
                  <a:pt x="3476625" y="2142401"/>
                </a:lnTo>
                <a:lnTo>
                  <a:pt x="3477095" y="2143531"/>
                </a:lnTo>
                <a:lnTo>
                  <a:pt x="3478961" y="2145385"/>
                </a:lnTo>
                <a:lnTo>
                  <a:pt x="3480079" y="2145855"/>
                </a:lnTo>
                <a:lnTo>
                  <a:pt x="3482708" y="2145855"/>
                </a:lnTo>
                <a:lnTo>
                  <a:pt x="3483826" y="2145385"/>
                </a:lnTo>
                <a:lnTo>
                  <a:pt x="3485692" y="2143531"/>
                </a:lnTo>
                <a:lnTo>
                  <a:pt x="3486150" y="2142401"/>
                </a:lnTo>
                <a:lnTo>
                  <a:pt x="3486150" y="2139772"/>
                </a:lnTo>
                <a:close/>
              </a:path>
              <a:path w="9867900" h="3000375">
                <a:moveTo>
                  <a:pt x="3486150" y="1712506"/>
                </a:moveTo>
                <a:lnTo>
                  <a:pt x="3485692" y="1711388"/>
                </a:lnTo>
                <a:lnTo>
                  <a:pt x="3483826" y="1709534"/>
                </a:lnTo>
                <a:lnTo>
                  <a:pt x="3482708" y="1709064"/>
                </a:lnTo>
                <a:lnTo>
                  <a:pt x="3480079" y="1709064"/>
                </a:lnTo>
                <a:lnTo>
                  <a:pt x="3478961" y="1709534"/>
                </a:lnTo>
                <a:lnTo>
                  <a:pt x="3477095" y="1711388"/>
                </a:lnTo>
                <a:lnTo>
                  <a:pt x="3476625" y="1712506"/>
                </a:lnTo>
                <a:lnTo>
                  <a:pt x="3476625" y="1715135"/>
                </a:lnTo>
                <a:lnTo>
                  <a:pt x="3477095" y="1716265"/>
                </a:lnTo>
                <a:lnTo>
                  <a:pt x="3478961" y="1718119"/>
                </a:lnTo>
                <a:lnTo>
                  <a:pt x="3480079" y="1718589"/>
                </a:lnTo>
                <a:lnTo>
                  <a:pt x="3482708" y="1718589"/>
                </a:lnTo>
                <a:lnTo>
                  <a:pt x="3483826" y="1718119"/>
                </a:lnTo>
                <a:lnTo>
                  <a:pt x="3485692" y="1716265"/>
                </a:lnTo>
                <a:lnTo>
                  <a:pt x="3486150" y="1715135"/>
                </a:lnTo>
                <a:lnTo>
                  <a:pt x="3486150" y="1712506"/>
                </a:lnTo>
                <a:close/>
              </a:path>
              <a:path w="9867900" h="3000375">
                <a:moveTo>
                  <a:pt x="3486150" y="1285252"/>
                </a:moveTo>
                <a:lnTo>
                  <a:pt x="3485692" y="1284122"/>
                </a:lnTo>
                <a:lnTo>
                  <a:pt x="3483826" y="1282268"/>
                </a:lnTo>
                <a:lnTo>
                  <a:pt x="3482708" y="1281798"/>
                </a:lnTo>
                <a:lnTo>
                  <a:pt x="3480079" y="1281798"/>
                </a:lnTo>
                <a:lnTo>
                  <a:pt x="3478961" y="1282268"/>
                </a:lnTo>
                <a:lnTo>
                  <a:pt x="3477095" y="1284122"/>
                </a:lnTo>
                <a:lnTo>
                  <a:pt x="3476625" y="1285252"/>
                </a:lnTo>
                <a:lnTo>
                  <a:pt x="3476625" y="1287881"/>
                </a:lnTo>
                <a:lnTo>
                  <a:pt x="3477095" y="1288999"/>
                </a:lnTo>
                <a:lnTo>
                  <a:pt x="3478961" y="1290853"/>
                </a:lnTo>
                <a:lnTo>
                  <a:pt x="3480079" y="1291323"/>
                </a:lnTo>
                <a:lnTo>
                  <a:pt x="3482708" y="1291323"/>
                </a:lnTo>
                <a:lnTo>
                  <a:pt x="3483826" y="1290853"/>
                </a:lnTo>
                <a:lnTo>
                  <a:pt x="3485692" y="1288999"/>
                </a:lnTo>
                <a:lnTo>
                  <a:pt x="3486150" y="1287881"/>
                </a:lnTo>
                <a:lnTo>
                  <a:pt x="3486150" y="1285252"/>
                </a:lnTo>
                <a:close/>
              </a:path>
              <a:path w="9867900" h="3000375">
                <a:moveTo>
                  <a:pt x="3486150" y="857986"/>
                </a:moveTo>
                <a:lnTo>
                  <a:pt x="3485692" y="856856"/>
                </a:lnTo>
                <a:lnTo>
                  <a:pt x="3483826" y="855002"/>
                </a:lnTo>
                <a:lnTo>
                  <a:pt x="3482708" y="854532"/>
                </a:lnTo>
                <a:lnTo>
                  <a:pt x="3480079" y="854532"/>
                </a:lnTo>
                <a:lnTo>
                  <a:pt x="3478961" y="855002"/>
                </a:lnTo>
                <a:lnTo>
                  <a:pt x="3477095" y="856856"/>
                </a:lnTo>
                <a:lnTo>
                  <a:pt x="3476625" y="857986"/>
                </a:lnTo>
                <a:lnTo>
                  <a:pt x="3476625" y="860615"/>
                </a:lnTo>
                <a:lnTo>
                  <a:pt x="3477095" y="861733"/>
                </a:lnTo>
                <a:lnTo>
                  <a:pt x="3478961" y="863600"/>
                </a:lnTo>
                <a:lnTo>
                  <a:pt x="3480079" y="864057"/>
                </a:lnTo>
                <a:lnTo>
                  <a:pt x="3482708" y="864057"/>
                </a:lnTo>
                <a:lnTo>
                  <a:pt x="3483826" y="863600"/>
                </a:lnTo>
                <a:lnTo>
                  <a:pt x="3485692" y="861733"/>
                </a:lnTo>
                <a:lnTo>
                  <a:pt x="3486150" y="860615"/>
                </a:lnTo>
                <a:lnTo>
                  <a:pt x="3486150" y="857986"/>
                </a:lnTo>
                <a:close/>
              </a:path>
              <a:path w="9867900" h="3000375">
                <a:moveTo>
                  <a:pt x="3486150" y="430720"/>
                </a:moveTo>
                <a:lnTo>
                  <a:pt x="3485692" y="429590"/>
                </a:lnTo>
                <a:lnTo>
                  <a:pt x="3483826" y="427736"/>
                </a:lnTo>
                <a:lnTo>
                  <a:pt x="3482708" y="427266"/>
                </a:lnTo>
                <a:lnTo>
                  <a:pt x="3480079" y="427266"/>
                </a:lnTo>
                <a:lnTo>
                  <a:pt x="3478961" y="427736"/>
                </a:lnTo>
                <a:lnTo>
                  <a:pt x="3477095" y="429590"/>
                </a:lnTo>
                <a:lnTo>
                  <a:pt x="3476625" y="430720"/>
                </a:lnTo>
                <a:lnTo>
                  <a:pt x="3476625" y="433349"/>
                </a:lnTo>
                <a:lnTo>
                  <a:pt x="3477095" y="434467"/>
                </a:lnTo>
                <a:lnTo>
                  <a:pt x="3478961" y="436333"/>
                </a:lnTo>
                <a:lnTo>
                  <a:pt x="3480079" y="436791"/>
                </a:lnTo>
                <a:lnTo>
                  <a:pt x="3482708" y="436791"/>
                </a:lnTo>
                <a:lnTo>
                  <a:pt x="3483826" y="436333"/>
                </a:lnTo>
                <a:lnTo>
                  <a:pt x="3485692" y="434467"/>
                </a:lnTo>
                <a:lnTo>
                  <a:pt x="3486150" y="433349"/>
                </a:lnTo>
                <a:lnTo>
                  <a:pt x="3486150" y="430720"/>
                </a:lnTo>
                <a:close/>
              </a:path>
              <a:path w="9867900" h="300037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9867900" h="3000375">
                <a:moveTo>
                  <a:pt x="3533775" y="2994304"/>
                </a:moveTo>
                <a:lnTo>
                  <a:pt x="3533317" y="2993186"/>
                </a:lnTo>
                <a:lnTo>
                  <a:pt x="3531451" y="2991320"/>
                </a:lnTo>
                <a:lnTo>
                  <a:pt x="3530333" y="2990850"/>
                </a:lnTo>
                <a:lnTo>
                  <a:pt x="3527704" y="2990850"/>
                </a:lnTo>
                <a:lnTo>
                  <a:pt x="3526586" y="2991320"/>
                </a:lnTo>
                <a:lnTo>
                  <a:pt x="3524720" y="2993186"/>
                </a:lnTo>
                <a:lnTo>
                  <a:pt x="3524250" y="2994304"/>
                </a:lnTo>
                <a:lnTo>
                  <a:pt x="3524250" y="2996933"/>
                </a:lnTo>
                <a:lnTo>
                  <a:pt x="3524720" y="2998051"/>
                </a:lnTo>
                <a:lnTo>
                  <a:pt x="3526586" y="2999917"/>
                </a:lnTo>
                <a:lnTo>
                  <a:pt x="3527704" y="3000375"/>
                </a:lnTo>
                <a:lnTo>
                  <a:pt x="3530333" y="3000375"/>
                </a:lnTo>
                <a:lnTo>
                  <a:pt x="3531451" y="2999917"/>
                </a:lnTo>
                <a:lnTo>
                  <a:pt x="3533317" y="2998051"/>
                </a:lnTo>
                <a:lnTo>
                  <a:pt x="3533775" y="2996933"/>
                </a:lnTo>
                <a:lnTo>
                  <a:pt x="3533775" y="2994304"/>
                </a:lnTo>
                <a:close/>
              </a:path>
              <a:path w="9867900" h="3000375">
                <a:moveTo>
                  <a:pt x="3533775" y="2567038"/>
                </a:moveTo>
                <a:lnTo>
                  <a:pt x="3533317" y="2565920"/>
                </a:lnTo>
                <a:lnTo>
                  <a:pt x="3531451" y="2564053"/>
                </a:lnTo>
                <a:lnTo>
                  <a:pt x="3530333" y="2563596"/>
                </a:lnTo>
                <a:lnTo>
                  <a:pt x="3527704" y="2563596"/>
                </a:lnTo>
                <a:lnTo>
                  <a:pt x="3526586" y="2564053"/>
                </a:lnTo>
                <a:lnTo>
                  <a:pt x="3524720" y="2565920"/>
                </a:lnTo>
                <a:lnTo>
                  <a:pt x="3524250" y="2567038"/>
                </a:lnTo>
                <a:lnTo>
                  <a:pt x="3524250" y="2569667"/>
                </a:lnTo>
                <a:lnTo>
                  <a:pt x="3524720" y="2570797"/>
                </a:lnTo>
                <a:lnTo>
                  <a:pt x="3526586" y="2572651"/>
                </a:lnTo>
                <a:lnTo>
                  <a:pt x="3527704" y="2573121"/>
                </a:lnTo>
                <a:lnTo>
                  <a:pt x="3530333" y="2573121"/>
                </a:lnTo>
                <a:lnTo>
                  <a:pt x="3531451" y="2572651"/>
                </a:lnTo>
                <a:lnTo>
                  <a:pt x="3533317" y="2570797"/>
                </a:lnTo>
                <a:lnTo>
                  <a:pt x="3533775" y="2569667"/>
                </a:lnTo>
                <a:lnTo>
                  <a:pt x="3533775" y="2567038"/>
                </a:lnTo>
                <a:close/>
              </a:path>
              <a:path w="9867900" h="3000375">
                <a:moveTo>
                  <a:pt x="3533775" y="2139772"/>
                </a:moveTo>
                <a:lnTo>
                  <a:pt x="3533317" y="2138654"/>
                </a:lnTo>
                <a:lnTo>
                  <a:pt x="3531451" y="2136787"/>
                </a:lnTo>
                <a:lnTo>
                  <a:pt x="3530333" y="2136330"/>
                </a:lnTo>
                <a:lnTo>
                  <a:pt x="3527704" y="2136330"/>
                </a:lnTo>
                <a:lnTo>
                  <a:pt x="3526586" y="2136787"/>
                </a:lnTo>
                <a:lnTo>
                  <a:pt x="3524720" y="2138654"/>
                </a:lnTo>
                <a:lnTo>
                  <a:pt x="3524250" y="2139772"/>
                </a:lnTo>
                <a:lnTo>
                  <a:pt x="3524250" y="2142401"/>
                </a:lnTo>
                <a:lnTo>
                  <a:pt x="3524720" y="2143531"/>
                </a:lnTo>
                <a:lnTo>
                  <a:pt x="3526586" y="2145385"/>
                </a:lnTo>
                <a:lnTo>
                  <a:pt x="3527704" y="2145855"/>
                </a:lnTo>
                <a:lnTo>
                  <a:pt x="3530333" y="2145855"/>
                </a:lnTo>
                <a:lnTo>
                  <a:pt x="3531451" y="2145385"/>
                </a:lnTo>
                <a:lnTo>
                  <a:pt x="3533317" y="2143531"/>
                </a:lnTo>
                <a:lnTo>
                  <a:pt x="3533775" y="2142401"/>
                </a:lnTo>
                <a:lnTo>
                  <a:pt x="3533775" y="2139772"/>
                </a:lnTo>
                <a:close/>
              </a:path>
              <a:path w="9867900" h="3000375">
                <a:moveTo>
                  <a:pt x="3533775" y="1712506"/>
                </a:moveTo>
                <a:lnTo>
                  <a:pt x="3533317" y="1711388"/>
                </a:lnTo>
                <a:lnTo>
                  <a:pt x="3531451" y="1709534"/>
                </a:lnTo>
                <a:lnTo>
                  <a:pt x="3530333" y="1709064"/>
                </a:lnTo>
                <a:lnTo>
                  <a:pt x="3527704" y="1709064"/>
                </a:lnTo>
                <a:lnTo>
                  <a:pt x="3526586" y="1709534"/>
                </a:lnTo>
                <a:lnTo>
                  <a:pt x="3524720" y="1711388"/>
                </a:lnTo>
                <a:lnTo>
                  <a:pt x="3524250" y="1712506"/>
                </a:lnTo>
                <a:lnTo>
                  <a:pt x="3524250" y="1715135"/>
                </a:lnTo>
                <a:lnTo>
                  <a:pt x="3524720" y="1716265"/>
                </a:lnTo>
                <a:lnTo>
                  <a:pt x="3526586" y="1718119"/>
                </a:lnTo>
                <a:lnTo>
                  <a:pt x="3527704" y="1718589"/>
                </a:lnTo>
                <a:lnTo>
                  <a:pt x="3530333" y="1718589"/>
                </a:lnTo>
                <a:lnTo>
                  <a:pt x="3531451" y="1718119"/>
                </a:lnTo>
                <a:lnTo>
                  <a:pt x="3533317" y="1716265"/>
                </a:lnTo>
                <a:lnTo>
                  <a:pt x="3533775" y="1715135"/>
                </a:lnTo>
                <a:lnTo>
                  <a:pt x="3533775" y="1712506"/>
                </a:lnTo>
                <a:close/>
              </a:path>
              <a:path w="9867900" h="3000375">
                <a:moveTo>
                  <a:pt x="3533775" y="1285252"/>
                </a:moveTo>
                <a:lnTo>
                  <a:pt x="3533317" y="1284122"/>
                </a:lnTo>
                <a:lnTo>
                  <a:pt x="3531451" y="1282268"/>
                </a:lnTo>
                <a:lnTo>
                  <a:pt x="3530333" y="1281798"/>
                </a:lnTo>
                <a:lnTo>
                  <a:pt x="3527704" y="1281798"/>
                </a:lnTo>
                <a:lnTo>
                  <a:pt x="3526586" y="1282268"/>
                </a:lnTo>
                <a:lnTo>
                  <a:pt x="3524720" y="1284122"/>
                </a:lnTo>
                <a:lnTo>
                  <a:pt x="3524250" y="1285252"/>
                </a:lnTo>
                <a:lnTo>
                  <a:pt x="3524250" y="1287881"/>
                </a:lnTo>
                <a:lnTo>
                  <a:pt x="3524720" y="1288999"/>
                </a:lnTo>
                <a:lnTo>
                  <a:pt x="3526586" y="1290853"/>
                </a:lnTo>
                <a:lnTo>
                  <a:pt x="3527704" y="1291323"/>
                </a:lnTo>
                <a:lnTo>
                  <a:pt x="3530333" y="1291323"/>
                </a:lnTo>
                <a:lnTo>
                  <a:pt x="3531451" y="1290853"/>
                </a:lnTo>
                <a:lnTo>
                  <a:pt x="3533317" y="1288999"/>
                </a:lnTo>
                <a:lnTo>
                  <a:pt x="3533775" y="1287881"/>
                </a:lnTo>
                <a:lnTo>
                  <a:pt x="3533775" y="1285252"/>
                </a:lnTo>
                <a:close/>
              </a:path>
              <a:path w="9867900" h="3000375">
                <a:moveTo>
                  <a:pt x="3533775" y="857986"/>
                </a:moveTo>
                <a:lnTo>
                  <a:pt x="3533317" y="856856"/>
                </a:lnTo>
                <a:lnTo>
                  <a:pt x="3531451" y="855002"/>
                </a:lnTo>
                <a:lnTo>
                  <a:pt x="3530333" y="854532"/>
                </a:lnTo>
                <a:lnTo>
                  <a:pt x="3527704" y="854532"/>
                </a:lnTo>
                <a:lnTo>
                  <a:pt x="3526586" y="855002"/>
                </a:lnTo>
                <a:lnTo>
                  <a:pt x="3524720" y="856856"/>
                </a:lnTo>
                <a:lnTo>
                  <a:pt x="3524250" y="857986"/>
                </a:lnTo>
                <a:lnTo>
                  <a:pt x="3524250" y="860615"/>
                </a:lnTo>
                <a:lnTo>
                  <a:pt x="3524720" y="861733"/>
                </a:lnTo>
                <a:lnTo>
                  <a:pt x="3526586" y="863600"/>
                </a:lnTo>
                <a:lnTo>
                  <a:pt x="3527704" y="864057"/>
                </a:lnTo>
                <a:lnTo>
                  <a:pt x="3530333" y="864057"/>
                </a:lnTo>
                <a:lnTo>
                  <a:pt x="3531451" y="863600"/>
                </a:lnTo>
                <a:lnTo>
                  <a:pt x="3533317" y="861733"/>
                </a:lnTo>
                <a:lnTo>
                  <a:pt x="3533775" y="860615"/>
                </a:lnTo>
                <a:lnTo>
                  <a:pt x="3533775" y="857986"/>
                </a:lnTo>
                <a:close/>
              </a:path>
              <a:path w="9867900" h="3000375">
                <a:moveTo>
                  <a:pt x="3533775" y="430720"/>
                </a:moveTo>
                <a:lnTo>
                  <a:pt x="3533317" y="429590"/>
                </a:lnTo>
                <a:lnTo>
                  <a:pt x="3531451" y="427736"/>
                </a:lnTo>
                <a:lnTo>
                  <a:pt x="3530333" y="427266"/>
                </a:lnTo>
                <a:lnTo>
                  <a:pt x="3527704" y="427266"/>
                </a:lnTo>
                <a:lnTo>
                  <a:pt x="3526586" y="427736"/>
                </a:lnTo>
                <a:lnTo>
                  <a:pt x="3524720" y="429590"/>
                </a:lnTo>
                <a:lnTo>
                  <a:pt x="3524250" y="430720"/>
                </a:lnTo>
                <a:lnTo>
                  <a:pt x="3524250" y="433349"/>
                </a:lnTo>
                <a:lnTo>
                  <a:pt x="3524720" y="434467"/>
                </a:lnTo>
                <a:lnTo>
                  <a:pt x="3526586" y="436333"/>
                </a:lnTo>
                <a:lnTo>
                  <a:pt x="3527704" y="436791"/>
                </a:lnTo>
                <a:lnTo>
                  <a:pt x="3530333" y="436791"/>
                </a:lnTo>
                <a:lnTo>
                  <a:pt x="3531451" y="436333"/>
                </a:lnTo>
                <a:lnTo>
                  <a:pt x="3533317" y="434467"/>
                </a:lnTo>
                <a:lnTo>
                  <a:pt x="3533775" y="433349"/>
                </a:lnTo>
                <a:lnTo>
                  <a:pt x="3533775" y="430720"/>
                </a:lnTo>
                <a:close/>
              </a:path>
              <a:path w="9867900" h="300037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9867900" h="3000375">
                <a:moveTo>
                  <a:pt x="3581400" y="2994304"/>
                </a:moveTo>
                <a:lnTo>
                  <a:pt x="3580942" y="2993186"/>
                </a:lnTo>
                <a:lnTo>
                  <a:pt x="3579076" y="2991320"/>
                </a:lnTo>
                <a:lnTo>
                  <a:pt x="3577958" y="2990850"/>
                </a:lnTo>
                <a:lnTo>
                  <a:pt x="3575329" y="2990850"/>
                </a:lnTo>
                <a:lnTo>
                  <a:pt x="3574211" y="2991320"/>
                </a:lnTo>
                <a:lnTo>
                  <a:pt x="3572345" y="2993186"/>
                </a:lnTo>
                <a:lnTo>
                  <a:pt x="3571875" y="2994304"/>
                </a:lnTo>
                <a:lnTo>
                  <a:pt x="3571875" y="2996933"/>
                </a:lnTo>
                <a:lnTo>
                  <a:pt x="3572345" y="2998051"/>
                </a:lnTo>
                <a:lnTo>
                  <a:pt x="3574211" y="2999917"/>
                </a:lnTo>
                <a:lnTo>
                  <a:pt x="3575329" y="3000375"/>
                </a:lnTo>
                <a:lnTo>
                  <a:pt x="3577958" y="3000375"/>
                </a:lnTo>
                <a:lnTo>
                  <a:pt x="3579076" y="2999917"/>
                </a:lnTo>
                <a:lnTo>
                  <a:pt x="3580942" y="2998051"/>
                </a:lnTo>
                <a:lnTo>
                  <a:pt x="3581400" y="2996933"/>
                </a:lnTo>
                <a:lnTo>
                  <a:pt x="3581400" y="2994304"/>
                </a:lnTo>
                <a:close/>
              </a:path>
              <a:path w="9867900" h="3000375">
                <a:moveTo>
                  <a:pt x="3581400" y="2567038"/>
                </a:moveTo>
                <a:lnTo>
                  <a:pt x="3580942" y="2565920"/>
                </a:lnTo>
                <a:lnTo>
                  <a:pt x="3579076" y="2564053"/>
                </a:lnTo>
                <a:lnTo>
                  <a:pt x="3577958" y="2563596"/>
                </a:lnTo>
                <a:lnTo>
                  <a:pt x="3575329" y="2563596"/>
                </a:lnTo>
                <a:lnTo>
                  <a:pt x="3574211" y="2564053"/>
                </a:lnTo>
                <a:lnTo>
                  <a:pt x="3572345" y="2565920"/>
                </a:lnTo>
                <a:lnTo>
                  <a:pt x="3571875" y="2567038"/>
                </a:lnTo>
                <a:lnTo>
                  <a:pt x="3571875" y="2569667"/>
                </a:lnTo>
                <a:lnTo>
                  <a:pt x="3572345" y="2570797"/>
                </a:lnTo>
                <a:lnTo>
                  <a:pt x="3574211" y="2572651"/>
                </a:lnTo>
                <a:lnTo>
                  <a:pt x="3575329" y="2573121"/>
                </a:lnTo>
                <a:lnTo>
                  <a:pt x="3577958" y="2573121"/>
                </a:lnTo>
                <a:lnTo>
                  <a:pt x="3579076" y="2572651"/>
                </a:lnTo>
                <a:lnTo>
                  <a:pt x="3580942" y="2570797"/>
                </a:lnTo>
                <a:lnTo>
                  <a:pt x="3581400" y="2569667"/>
                </a:lnTo>
                <a:lnTo>
                  <a:pt x="3581400" y="2567038"/>
                </a:lnTo>
                <a:close/>
              </a:path>
              <a:path w="9867900" h="3000375">
                <a:moveTo>
                  <a:pt x="3581400" y="2139772"/>
                </a:moveTo>
                <a:lnTo>
                  <a:pt x="3580942" y="2138654"/>
                </a:lnTo>
                <a:lnTo>
                  <a:pt x="3579076" y="2136787"/>
                </a:lnTo>
                <a:lnTo>
                  <a:pt x="3577958" y="2136330"/>
                </a:lnTo>
                <a:lnTo>
                  <a:pt x="3575329" y="2136330"/>
                </a:lnTo>
                <a:lnTo>
                  <a:pt x="3574211" y="2136787"/>
                </a:lnTo>
                <a:lnTo>
                  <a:pt x="3572345" y="2138654"/>
                </a:lnTo>
                <a:lnTo>
                  <a:pt x="3571875" y="2139772"/>
                </a:lnTo>
                <a:lnTo>
                  <a:pt x="3571875" y="2142401"/>
                </a:lnTo>
                <a:lnTo>
                  <a:pt x="3572345" y="2143531"/>
                </a:lnTo>
                <a:lnTo>
                  <a:pt x="3574211" y="2145385"/>
                </a:lnTo>
                <a:lnTo>
                  <a:pt x="3575329" y="2145855"/>
                </a:lnTo>
                <a:lnTo>
                  <a:pt x="3577958" y="2145855"/>
                </a:lnTo>
                <a:lnTo>
                  <a:pt x="3579076" y="2145385"/>
                </a:lnTo>
                <a:lnTo>
                  <a:pt x="3580942" y="2143531"/>
                </a:lnTo>
                <a:lnTo>
                  <a:pt x="3581400" y="2142401"/>
                </a:lnTo>
                <a:lnTo>
                  <a:pt x="3581400" y="2139772"/>
                </a:lnTo>
                <a:close/>
              </a:path>
              <a:path w="9867900" h="3000375">
                <a:moveTo>
                  <a:pt x="3581400" y="1712506"/>
                </a:moveTo>
                <a:lnTo>
                  <a:pt x="3580942" y="1711388"/>
                </a:lnTo>
                <a:lnTo>
                  <a:pt x="3579076" y="1709534"/>
                </a:lnTo>
                <a:lnTo>
                  <a:pt x="3577958" y="1709064"/>
                </a:lnTo>
                <a:lnTo>
                  <a:pt x="3575329" y="1709064"/>
                </a:lnTo>
                <a:lnTo>
                  <a:pt x="3574211" y="1709534"/>
                </a:lnTo>
                <a:lnTo>
                  <a:pt x="3572345" y="1711388"/>
                </a:lnTo>
                <a:lnTo>
                  <a:pt x="3571875" y="1712506"/>
                </a:lnTo>
                <a:lnTo>
                  <a:pt x="3571875" y="1715135"/>
                </a:lnTo>
                <a:lnTo>
                  <a:pt x="3572345" y="1716265"/>
                </a:lnTo>
                <a:lnTo>
                  <a:pt x="3574211" y="1718119"/>
                </a:lnTo>
                <a:lnTo>
                  <a:pt x="3575329" y="1718589"/>
                </a:lnTo>
                <a:lnTo>
                  <a:pt x="3577958" y="1718589"/>
                </a:lnTo>
                <a:lnTo>
                  <a:pt x="3579076" y="1718119"/>
                </a:lnTo>
                <a:lnTo>
                  <a:pt x="3580942" y="1716265"/>
                </a:lnTo>
                <a:lnTo>
                  <a:pt x="3581400" y="1715135"/>
                </a:lnTo>
                <a:lnTo>
                  <a:pt x="3581400" y="1712506"/>
                </a:lnTo>
                <a:close/>
              </a:path>
              <a:path w="9867900" h="3000375">
                <a:moveTo>
                  <a:pt x="3581400" y="1285252"/>
                </a:moveTo>
                <a:lnTo>
                  <a:pt x="3580942" y="1284122"/>
                </a:lnTo>
                <a:lnTo>
                  <a:pt x="3579076" y="1282268"/>
                </a:lnTo>
                <a:lnTo>
                  <a:pt x="3577958" y="1281798"/>
                </a:lnTo>
                <a:lnTo>
                  <a:pt x="3575329" y="1281798"/>
                </a:lnTo>
                <a:lnTo>
                  <a:pt x="3574211" y="1282268"/>
                </a:lnTo>
                <a:lnTo>
                  <a:pt x="3572345" y="1284122"/>
                </a:lnTo>
                <a:lnTo>
                  <a:pt x="3571875" y="1285252"/>
                </a:lnTo>
                <a:lnTo>
                  <a:pt x="3571875" y="1287881"/>
                </a:lnTo>
                <a:lnTo>
                  <a:pt x="3572345" y="1288999"/>
                </a:lnTo>
                <a:lnTo>
                  <a:pt x="3574211" y="1290853"/>
                </a:lnTo>
                <a:lnTo>
                  <a:pt x="3575329" y="1291323"/>
                </a:lnTo>
                <a:lnTo>
                  <a:pt x="3577958" y="1291323"/>
                </a:lnTo>
                <a:lnTo>
                  <a:pt x="3579076" y="1290853"/>
                </a:lnTo>
                <a:lnTo>
                  <a:pt x="3580942" y="1288999"/>
                </a:lnTo>
                <a:lnTo>
                  <a:pt x="3581400" y="1287881"/>
                </a:lnTo>
                <a:lnTo>
                  <a:pt x="3581400" y="1285252"/>
                </a:lnTo>
                <a:close/>
              </a:path>
              <a:path w="9867900" h="3000375">
                <a:moveTo>
                  <a:pt x="3581400" y="857986"/>
                </a:moveTo>
                <a:lnTo>
                  <a:pt x="3580942" y="856856"/>
                </a:lnTo>
                <a:lnTo>
                  <a:pt x="3579076" y="855002"/>
                </a:lnTo>
                <a:lnTo>
                  <a:pt x="3577958" y="854532"/>
                </a:lnTo>
                <a:lnTo>
                  <a:pt x="3575329" y="854532"/>
                </a:lnTo>
                <a:lnTo>
                  <a:pt x="3574211" y="855002"/>
                </a:lnTo>
                <a:lnTo>
                  <a:pt x="3572345" y="856856"/>
                </a:lnTo>
                <a:lnTo>
                  <a:pt x="3571875" y="857986"/>
                </a:lnTo>
                <a:lnTo>
                  <a:pt x="3571875" y="860615"/>
                </a:lnTo>
                <a:lnTo>
                  <a:pt x="3572345" y="861733"/>
                </a:lnTo>
                <a:lnTo>
                  <a:pt x="3574211" y="863600"/>
                </a:lnTo>
                <a:lnTo>
                  <a:pt x="3575329" y="864057"/>
                </a:lnTo>
                <a:lnTo>
                  <a:pt x="3577958" y="864057"/>
                </a:lnTo>
                <a:lnTo>
                  <a:pt x="3579076" y="863600"/>
                </a:lnTo>
                <a:lnTo>
                  <a:pt x="3580942" y="861733"/>
                </a:lnTo>
                <a:lnTo>
                  <a:pt x="3581400" y="860615"/>
                </a:lnTo>
                <a:lnTo>
                  <a:pt x="3581400" y="857986"/>
                </a:lnTo>
                <a:close/>
              </a:path>
              <a:path w="9867900" h="3000375">
                <a:moveTo>
                  <a:pt x="3581400" y="430720"/>
                </a:moveTo>
                <a:lnTo>
                  <a:pt x="3580942" y="429590"/>
                </a:lnTo>
                <a:lnTo>
                  <a:pt x="3579076" y="427736"/>
                </a:lnTo>
                <a:lnTo>
                  <a:pt x="3577958" y="427266"/>
                </a:lnTo>
                <a:lnTo>
                  <a:pt x="3575329" y="427266"/>
                </a:lnTo>
                <a:lnTo>
                  <a:pt x="3574211" y="427736"/>
                </a:lnTo>
                <a:lnTo>
                  <a:pt x="3572345" y="429590"/>
                </a:lnTo>
                <a:lnTo>
                  <a:pt x="3571875" y="430720"/>
                </a:lnTo>
                <a:lnTo>
                  <a:pt x="3571875" y="433349"/>
                </a:lnTo>
                <a:lnTo>
                  <a:pt x="3572345" y="434467"/>
                </a:lnTo>
                <a:lnTo>
                  <a:pt x="3574211" y="436333"/>
                </a:lnTo>
                <a:lnTo>
                  <a:pt x="3575329" y="436791"/>
                </a:lnTo>
                <a:lnTo>
                  <a:pt x="3577958" y="436791"/>
                </a:lnTo>
                <a:lnTo>
                  <a:pt x="3579076" y="436333"/>
                </a:lnTo>
                <a:lnTo>
                  <a:pt x="3580942" y="434467"/>
                </a:lnTo>
                <a:lnTo>
                  <a:pt x="3581400" y="433349"/>
                </a:lnTo>
                <a:lnTo>
                  <a:pt x="3581400" y="430720"/>
                </a:lnTo>
                <a:close/>
              </a:path>
              <a:path w="9867900" h="300037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9867900" h="3000375">
                <a:moveTo>
                  <a:pt x="3629025" y="2994304"/>
                </a:moveTo>
                <a:lnTo>
                  <a:pt x="3628567" y="2993186"/>
                </a:lnTo>
                <a:lnTo>
                  <a:pt x="3626701" y="2991320"/>
                </a:lnTo>
                <a:lnTo>
                  <a:pt x="3625583" y="2990850"/>
                </a:lnTo>
                <a:lnTo>
                  <a:pt x="3622954" y="2990850"/>
                </a:lnTo>
                <a:lnTo>
                  <a:pt x="3621836" y="2991320"/>
                </a:lnTo>
                <a:lnTo>
                  <a:pt x="3619970" y="2993186"/>
                </a:lnTo>
                <a:lnTo>
                  <a:pt x="3619500" y="2994304"/>
                </a:lnTo>
                <a:lnTo>
                  <a:pt x="3619500" y="2996933"/>
                </a:lnTo>
                <a:lnTo>
                  <a:pt x="3619970" y="2998051"/>
                </a:lnTo>
                <a:lnTo>
                  <a:pt x="3621836" y="2999917"/>
                </a:lnTo>
                <a:lnTo>
                  <a:pt x="3622954" y="3000375"/>
                </a:lnTo>
                <a:lnTo>
                  <a:pt x="3625583" y="3000375"/>
                </a:lnTo>
                <a:lnTo>
                  <a:pt x="3626701" y="2999917"/>
                </a:lnTo>
                <a:lnTo>
                  <a:pt x="3628567" y="2998051"/>
                </a:lnTo>
                <a:lnTo>
                  <a:pt x="3629025" y="2996933"/>
                </a:lnTo>
                <a:lnTo>
                  <a:pt x="3629025" y="2994304"/>
                </a:lnTo>
                <a:close/>
              </a:path>
              <a:path w="9867900" h="3000375">
                <a:moveTo>
                  <a:pt x="3629025" y="2567038"/>
                </a:moveTo>
                <a:lnTo>
                  <a:pt x="3628567" y="2565920"/>
                </a:lnTo>
                <a:lnTo>
                  <a:pt x="3626701" y="2564053"/>
                </a:lnTo>
                <a:lnTo>
                  <a:pt x="3625583" y="2563596"/>
                </a:lnTo>
                <a:lnTo>
                  <a:pt x="3622954" y="2563596"/>
                </a:lnTo>
                <a:lnTo>
                  <a:pt x="3621836" y="2564053"/>
                </a:lnTo>
                <a:lnTo>
                  <a:pt x="3619970" y="2565920"/>
                </a:lnTo>
                <a:lnTo>
                  <a:pt x="3619500" y="2567038"/>
                </a:lnTo>
                <a:lnTo>
                  <a:pt x="3619500" y="2569667"/>
                </a:lnTo>
                <a:lnTo>
                  <a:pt x="3619970" y="2570797"/>
                </a:lnTo>
                <a:lnTo>
                  <a:pt x="3621836" y="2572651"/>
                </a:lnTo>
                <a:lnTo>
                  <a:pt x="3622954" y="2573121"/>
                </a:lnTo>
                <a:lnTo>
                  <a:pt x="3625583" y="2573121"/>
                </a:lnTo>
                <a:lnTo>
                  <a:pt x="3626701" y="2572651"/>
                </a:lnTo>
                <a:lnTo>
                  <a:pt x="3628567" y="2570797"/>
                </a:lnTo>
                <a:lnTo>
                  <a:pt x="3629025" y="2569667"/>
                </a:lnTo>
                <a:lnTo>
                  <a:pt x="3629025" y="2567038"/>
                </a:lnTo>
                <a:close/>
              </a:path>
              <a:path w="9867900" h="3000375">
                <a:moveTo>
                  <a:pt x="3629025" y="2139772"/>
                </a:moveTo>
                <a:lnTo>
                  <a:pt x="3628567" y="2138654"/>
                </a:lnTo>
                <a:lnTo>
                  <a:pt x="3626701" y="2136787"/>
                </a:lnTo>
                <a:lnTo>
                  <a:pt x="3625583" y="2136330"/>
                </a:lnTo>
                <a:lnTo>
                  <a:pt x="3622954" y="2136330"/>
                </a:lnTo>
                <a:lnTo>
                  <a:pt x="3621836" y="2136787"/>
                </a:lnTo>
                <a:lnTo>
                  <a:pt x="3619970" y="2138654"/>
                </a:lnTo>
                <a:lnTo>
                  <a:pt x="3619500" y="2139772"/>
                </a:lnTo>
                <a:lnTo>
                  <a:pt x="3619500" y="2142401"/>
                </a:lnTo>
                <a:lnTo>
                  <a:pt x="3619970" y="2143531"/>
                </a:lnTo>
                <a:lnTo>
                  <a:pt x="3621836" y="2145385"/>
                </a:lnTo>
                <a:lnTo>
                  <a:pt x="3622954" y="2145855"/>
                </a:lnTo>
                <a:lnTo>
                  <a:pt x="3625583" y="2145855"/>
                </a:lnTo>
                <a:lnTo>
                  <a:pt x="3626701" y="2145385"/>
                </a:lnTo>
                <a:lnTo>
                  <a:pt x="3628567" y="2143531"/>
                </a:lnTo>
                <a:lnTo>
                  <a:pt x="3629025" y="2142401"/>
                </a:lnTo>
                <a:lnTo>
                  <a:pt x="3629025" y="2139772"/>
                </a:lnTo>
                <a:close/>
              </a:path>
              <a:path w="9867900" h="3000375">
                <a:moveTo>
                  <a:pt x="3629025" y="1712506"/>
                </a:moveTo>
                <a:lnTo>
                  <a:pt x="3628567" y="1711388"/>
                </a:lnTo>
                <a:lnTo>
                  <a:pt x="3626701" y="1709534"/>
                </a:lnTo>
                <a:lnTo>
                  <a:pt x="3625583" y="1709064"/>
                </a:lnTo>
                <a:lnTo>
                  <a:pt x="3622954" y="1709064"/>
                </a:lnTo>
                <a:lnTo>
                  <a:pt x="3621836" y="1709534"/>
                </a:lnTo>
                <a:lnTo>
                  <a:pt x="3619970" y="1711388"/>
                </a:lnTo>
                <a:lnTo>
                  <a:pt x="3619500" y="1712506"/>
                </a:lnTo>
                <a:lnTo>
                  <a:pt x="3619500" y="1715135"/>
                </a:lnTo>
                <a:lnTo>
                  <a:pt x="3619970" y="1716265"/>
                </a:lnTo>
                <a:lnTo>
                  <a:pt x="3621836" y="1718119"/>
                </a:lnTo>
                <a:lnTo>
                  <a:pt x="3622954" y="1718589"/>
                </a:lnTo>
                <a:lnTo>
                  <a:pt x="3625583" y="1718589"/>
                </a:lnTo>
                <a:lnTo>
                  <a:pt x="3626701" y="1718119"/>
                </a:lnTo>
                <a:lnTo>
                  <a:pt x="3628567" y="1716265"/>
                </a:lnTo>
                <a:lnTo>
                  <a:pt x="3629025" y="1715135"/>
                </a:lnTo>
                <a:lnTo>
                  <a:pt x="3629025" y="1712506"/>
                </a:lnTo>
                <a:close/>
              </a:path>
              <a:path w="9867900" h="3000375">
                <a:moveTo>
                  <a:pt x="3629025" y="1285252"/>
                </a:moveTo>
                <a:lnTo>
                  <a:pt x="3628567" y="1284122"/>
                </a:lnTo>
                <a:lnTo>
                  <a:pt x="3626701" y="1282268"/>
                </a:lnTo>
                <a:lnTo>
                  <a:pt x="3625583" y="1281798"/>
                </a:lnTo>
                <a:lnTo>
                  <a:pt x="3622954" y="1281798"/>
                </a:lnTo>
                <a:lnTo>
                  <a:pt x="3621836" y="1282268"/>
                </a:lnTo>
                <a:lnTo>
                  <a:pt x="3619970" y="1284122"/>
                </a:lnTo>
                <a:lnTo>
                  <a:pt x="3619500" y="1285252"/>
                </a:lnTo>
                <a:lnTo>
                  <a:pt x="3619500" y="1287881"/>
                </a:lnTo>
                <a:lnTo>
                  <a:pt x="3619970" y="1288999"/>
                </a:lnTo>
                <a:lnTo>
                  <a:pt x="3621836" y="1290853"/>
                </a:lnTo>
                <a:lnTo>
                  <a:pt x="3622954" y="1291323"/>
                </a:lnTo>
                <a:lnTo>
                  <a:pt x="3625583" y="1291323"/>
                </a:lnTo>
                <a:lnTo>
                  <a:pt x="3626701" y="1290853"/>
                </a:lnTo>
                <a:lnTo>
                  <a:pt x="3628567" y="1288999"/>
                </a:lnTo>
                <a:lnTo>
                  <a:pt x="3629025" y="1287881"/>
                </a:lnTo>
                <a:lnTo>
                  <a:pt x="3629025" y="1285252"/>
                </a:lnTo>
                <a:close/>
              </a:path>
              <a:path w="9867900" h="3000375">
                <a:moveTo>
                  <a:pt x="3629025" y="857986"/>
                </a:moveTo>
                <a:lnTo>
                  <a:pt x="3628567" y="856856"/>
                </a:lnTo>
                <a:lnTo>
                  <a:pt x="3626701" y="855002"/>
                </a:lnTo>
                <a:lnTo>
                  <a:pt x="3625583" y="854532"/>
                </a:lnTo>
                <a:lnTo>
                  <a:pt x="3622954" y="854532"/>
                </a:lnTo>
                <a:lnTo>
                  <a:pt x="3621836" y="855002"/>
                </a:lnTo>
                <a:lnTo>
                  <a:pt x="3619970" y="856856"/>
                </a:lnTo>
                <a:lnTo>
                  <a:pt x="3619500" y="857986"/>
                </a:lnTo>
                <a:lnTo>
                  <a:pt x="3619500" y="860615"/>
                </a:lnTo>
                <a:lnTo>
                  <a:pt x="3619970" y="861733"/>
                </a:lnTo>
                <a:lnTo>
                  <a:pt x="3621836" y="863600"/>
                </a:lnTo>
                <a:lnTo>
                  <a:pt x="3622954" y="864057"/>
                </a:lnTo>
                <a:lnTo>
                  <a:pt x="3625583" y="864057"/>
                </a:lnTo>
                <a:lnTo>
                  <a:pt x="3626701" y="863600"/>
                </a:lnTo>
                <a:lnTo>
                  <a:pt x="3628567" y="861733"/>
                </a:lnTo>
                <a:lnTo>
                  <a:pt x="3629025" y="860615"/>
                </a:lnTo>
                <a:lnTo>
                  <a:pt x="3629025" y="857986"/>
                </a:lnTo>
                <a:close/>
              </a:path>
              <a:path w="9867900" h="3000375">
                <a:moveTo>
                  <a:pt x="3629025" y="430720"/>
                </a:moveTo>
                <a:lnTo>
                  <a:pt x="3628567" y="429590"/>
                </a:lnTo>
                <a:lnTo>
                  <a:pt x="3626701" y="427736"/>
                </a:lnTo>
                <a:lnTo>
                  <a:pt x="3625583" y="427266"/>
                </a:lnTo>
                <a:lnTo>
                  <a:pt x="3622954" y="427266"/>
                </a:lnTo>
                <a:lnTo>
                  <a:pt x="3621836" y="427736"/>
                </a:lnTo>
                <a:lnTo>
                  <a:pt x="3619970" y="429590"/>
                </a:lnTo>
                <a:lnTo>
                  <a:pt x="3619500" y="430720"/>
                </a:lnTo>
                <a:lnTo>
                  <a:pt x="3619500" y="433349"/>
                </a:lnTo>
                <a:lnTo>
                  <a:pt x="3619970" y="434467"/>
                </a:lnTo>
                <a:lnTo>
                  <a:pt x="3621836" y="436333"/>
                </a:lnTo>
                <a:lnTo>
                  <a:pt x="3622954" y="436791"/>
                </a:lnTo>
                <a:lnTo>
                  <a:pt x="3625583" y="436791"/>
                </a:lnTo>
                <a:lnTo>
                  <a:pt x="3626701" y="436333"/>
                </a:lnTo>
                <a:lnTo>
                  <a:pt x="3628567" y="434467"/>
                </a:lnTo>
                <a:lnTo>
                  <a:pt x="3629025" y="433349"/>
                </a:lnTo>
                <a:lnTo>
                  <a:pt x="3629025" y="430720"/>
                </a:lnTo>
                <a:close/>
              </a:path>
              <a:path w="9867900" h="300037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9867900" h="3000375">
                <a:moveTo>
                  <a:pt x="3676650" y="2994304"/>
                </a:moveTo>
                <a:lnTo>
                  <a:pt x="3676192" y="2993186"/>
                </a:lnTo>
                <a:lnTo>
                  <a:pt x="3674326" y="2991320"/>
                </a:lnTo>
                <a:lnTo>
                  <a:pt x="3673208" y="2990850"/>
                </a:lnTo>
                <a:lnTo>
                  <a:pt x="3670579" y="2990850"/>
                </a:lnTo>
                <a:lnTo>
                  <a:pt x="3669461" y="2991320"/>
                </a:lnTo>
                <a:lnTo>
                  <a:pt x="3667595" y="2993186"/>
                </a:lnTo>
                <a:lnTo>
                  <a:pt x="3667125" y="2994304"/>
                </a:lnTo>
                <a:lnTo>
                  <a:pt x="3667125" y="2996933"/>
                </a:lnTo>
                <a:lnTo>
                  <a:pt x="3667595" y="2998051"/>
                </a:lnTo>
                <a:lnTo>
                  <a:pt x="3669461" y="2999917"/>
                </a:lnTo>
                <a:lnTo>
                  <a:pt x="3670579" y="3000375"/>
                </a:lnTo>
                <a:lnTo>
                  <a:pt x="3673208" y="3000375"/>
                </a:lnTo>
                <a:lnTo>
                  <a:pt x="3674326" y="2999917"/>
                </a:lnTo>
                <a:lnTo>
                  <a:pt x="3676192" y="2998051"/>
                </a:lnTo>
                <a:lnTo>
                  <a:pt x="3676650" y="2996933"/>
                </a:lnTo>
                <a:lnTo>
                  <a:pt x="3676650" y="2994304"/>
                </a:lnTo>
                <a:close/>
              </a:path>
              <a:path w="9867900" h="3000375">
                <a:moveTo>
                  <a:pt x="3676650" y="2567038"/>
                </a:moveTo>
                <a:lnTo>
                  <a:pt x="3676192" y="2565920"/>
                </a:lnTo>
                <a:lnTo>
                  <a:pt x="3674326" y="2564053"/>
                </a:lnTo>
                <a:lnTo>
                  <a:pt x="3673208" y="2563596"/>
                </a:lnTo>
                <a:lnTo>
                  <a:pt x="3670579" y="2563596"/>
                </a:lnTo>
                <a:lnTo>
                  <a:pt x="3669461" y="2564053"/>
                </a:lnTo>
                <a:lnTo>
                  <a:pt x="3667595" y="2565920"/>
                </a:lnTo>
                <a:lnTo>
                  <a:pt x="3667125" y="2567038"/>
                </a:lnTo>
                <a:lnTo>
                  <a:pt x="3667125" y="2569667"/>
                </a:lnTo>
                <a:lnTo>
                  <a:pt x="3667595" y="2570797"/>
                </a:lnTo>
                <a:lnTo>
                  <a:pt x="3669461" y="2572651"/>
                </a:lnTo>
                <a:lnTo>
                  <a:pt x="3670579" y="2573121"/>
                </a:lnTo>
                <a:lnTo>
                  <a:pt x="3673208" y="2573121"/>
                </a:lnTo>
                <a:lnTo>
                  <a:pt x="3674326" y="2572651"/>
                </a:lnTo>
                <a:lnTo>
                  <a:pt x="3676192" y="2570797"/>
                </a:lnTo>
                <a:lnTo>
                  <a:pt x="3676650" y="2569667"/>
                </a:lnTo>
                <a:lnTo>
                  <a:pt x="3676650" y="2567038"/>
                </a:lnTo>
                <a:close/>
              </a:path>
              <a:path w="9867900" h="3000375">
                <a:moveTo>
                  <a:pt x="3676650" y="2139772"/>
                </a:moveTo>
                <a:lnTo>
                  <a:pt x="3676192" y="2138654"/>
                </a:lnTo>
                <a:lnTo>
                  <a:pt x="3674326" y="2136787"/>
                </a:lnTo>
                <a:lnTo>
                  <a:pt x="3673208" y="2136330"/>
                </a:lnTo>
                <a:lnTo>
                  <a:pt x="3670579" y="2136330"/>
                </a:lnTo>
                <a:lnTo>
                  <a:pt x="3669461" y="2136787"/>
                </a:lnTo>
                <a:lnTo>
                  <a:pt x="3667595" y="2138654"/>
                </a:lnTo>
                <a:lnTo>
                  <a:pt x="3667125" y="2139772"/>
                </a:lnTo>
                <a:lnTo>
                  <a:pt x="3667125" y="2142401"/>
                </a:lnTo>
                <a:lnTo>
                  <a:pt x="3667595" y="2143531"/>
                </a:lnTo>
                <a:lnTo>
                  <a:pt x="3669461" y="2145385"/>
                </a:lnTo>
                <a:lnTo>
                  <a:pt x="3670579" y="2145855"/>
                </a:lnTo>
                <a:lnTo>
                  <a:pt x="3673208" y="2145855"/>
                </a:lnTo>
                <a:lnTo>
                  <a:pt x="3674326" y="2145385"/>
                </a:lnTo>
                <a:lnTo>
                  <a:pt x="3676192" y="2143531"/>
                </a:lnTo>
                <a:lnTo>
                  <a:pt x="3676650" y="2142401"/>
                </a:lnTo>
                <a:lnTo>
                  <a:pt x="3676650" y="2139772"/>
                </a:lnTo>
                <a:close/>
              </a:path>
              <a:path w="9867900" h="3000375">
                <a:moveTo>
                  <a:pt x="3676650" y="1712506"/>
                </a:moveTo>
                <a:lnTo>
                  <a:pt x="3676192" y="1711388"/>
                </a:lnTo>
                <a:lnTo>
                  <a:pt x="3674326" y="1709534"/>
                </a:lnTo>
                <a:lnTo>
                  <a:pt x="3673208" y="1709064"/>
                </a:lnTo>
                <a:lnTo>
                  <a:pt x="3670579" y="1709064"/>
                </a:lnTo>
                <a:lnTo>
                  <a:pt x="3669461" y="1709534"/>
                </a:lnTo>
                <a:lnTo>
                  <a:pt x="3667595" y="1711388"/>
                </a:lnTo>
                <a:lnTo>
                  <a:pt x="3667125" y="1712506"/>
                </a:lnTo>
                <a:lnTo>
                  <a:pt x="3667125" y="1715135"/>
                </a:lnTo>
                <a:lnTo>
                  <a:pt x="3667595" y="1716265"/>
                </a:lnTo>
                <a:lnTo>
                  <a:pt x="3669461" y="1718119"/>
                </a:lnTo>
                <a:lnTo>
                  <a:pt x="3670579" y="1718589"/>
                </a:lnTo>
                <a:lnTo>
                  <a:pt x="3673208" y="1718589"/>
                </a:lnTo>
                <a:lnTo>
                  <a:pt x="3674326" y="1718119"/>
                </a:lnTo>
                <a:lnTo>
                  <a:pt x="3676192" y="1716265"/>
                </a:lnTo>
                <a:lnTo>
                  <a:pt x="3676650" y="1715135"/>
                </a:lnTo>
                <a:lnTo>
                  <a:pt x="3676650" y="1712506"/>
                </a:lnTo>
                <a:close/>
              </a:path>
              <a:path w="9867900" h="3000375">
                <a:moveTo>
                  <a:pt x="3676650" y="1285252"/>
                </a:moveTo>
                <a:lnTo>
                  <a:pt x="3676192" y="1284122"/>
                </a:lnTo>
                <a:lnTo>
                  <a:pt x="3674326" y="1282268"/>
                </a:lnTo>
                <a:lnTo>
                  <a:pt x="3673208" y="1281798"/>
                </a:lnTo>
                <a:lnTo>
                  <a:pt x="3670579" y="1281798"/>
                </a:lnTo>
                <a:lnTo>
                  <a:pt x="3669461" y="1282268"/>
                </a:lnTo>
                <a:lnTo>
                  <a:pt x="3667595" y="1284122"/>
                </a:lnTo>
                <a:lnTo>
                  <a:pt x="3667125" y="1285252"/>
                </a:lnTo>
                <a:lnTo>
                  <a:pt x="3667125" y="1287881"/>
                </a:lnTo>
                <a:lnTo>
                  <a:pt x="3667595" y="1288999"/>
                </a:lnTo>
                <a:lnTo>
                  <a:pt x="3669461" y="1290853"/>
                </a:lnTo>
                <a:lnTo>
                  <a:pt x="3670579" y="1291323"/>
                </a:lnTo>
                <a:lnTo>
                  <a:pt x="3673208" y="1291323"/>
                </a:lnTo>
                <a:lnTo>
                  <a:pt x="3674326" y="1290853"/>
                </a:lnTo>
                <a:lnTo>
                  <a:pt x="3676192" y="1288999"/>
                </a:lnTo>
                <a:lnTo>
                  <a:pt x="3676650" y="1287881"/>
                </a:lnTo>
                <a:lnTo>
                  <a:pt x="3676650" y="1285252"/>
                </a:lnTo>
                <a:close/>
              </a:path>
              <a:path w="9867900" h="3000375">
                <a:moveTo>
                  <a:pt x="3676650" y="857986"/>
                </a:moveTo>
                <a:lnTo>
                  <a:pt x="3676192" y="856856"/>
                </a:lnTo>
                <a:lnTo>
                  <a:pt x="3674326" y="855002"/>
                </a:lnTo>
                <a:lnTo>
                  <a:pt x="3673208" y="854532"/>
                </a:lnTo>
                <a:lnTo>
                  <a:pt x="3670579" y="854532"/>
                </a:lnTo>
                <a:lnTo>
                  <a:pt x="3669461" y="855002"/>
                </a:lnTo>
                <a:lnTo>
                  <a:pt x="3667595" y="856856"/>
                </a:lnTo>
                <a:lnTo>
                  <a:pt x="3667125" y="857986"/>
                </a:lnTo>
                <a:lnTo>
                  <a:pt x="3667125" y="860615"/>
                </a:lnTo>
                <a:lnTo>
                  <a:pt x="3667595" y="861733"/>
                </a:lnTo>
                <a:lnTo>
                  <a:pt x="3669461" y="863600"/>
                </a:lnTo>
                <a:lnTo>
                  <a:pt x="3670579" y="864057"/>
                </a:lnTo>
                <a:lnTo>
                  <a:pt x="3673208" y="864057"/>
                </a:lnTo>
                <a:lnTo>
                  <a:pt x="3674326" y="863600"/>
                </a:lnTo>
                <a:lnTo>
                  <a:pt x="3676192" y="861733"/>
                </a:lnTo>
                <a:lnTo>
                  <a:pt x="3676650" y="860615"/>
                </a:lnTo>
                <a:lnTo>
                  <a:pt x="3676650" y="857986"/>
                </a:lnTo>
                <a:close/>
              </a:path>
              <a:path w="9867900" h="3000375">
                <a:moveTo>
                  <a:pt x="3676650" y="430720"/>
                </a:moveTo>
                <a:lnTo>
                  <a:pt x="3676192" y="429590"/>
                </a:lnTo>
                <a:lnTo>
                  <a:pt x="3674326" y="427736"/>
                </a:lnTo>
                <a:lnTo>
                  <a:pt x="3673208" y="427266"/>
                </a:lnTo>
                <a:lnTo>
                  <a:pt x="3670579" y="427266"/>
                </a:lnTo>
                <a:lnTo>
                  <a:pt x="3669461" y="427736"/>
                </a:lnTo>
                <a:lnTo>
                  <a:pt x="3667595" y="429590"/>
                </a:lnTo>
                <a:lnTo>
                  <a:pt x="3667125" y="430720"/>
                </a:lnTo>
                <a:lnTo>
                  <a:pt x="3667125" y="433349"/>
                </a:lnTo>
                <a:lnTo>
                  <a:pt x="3667595" y="434467"/>
                </a:lnTo>
                <a:lnTo>
                  <a:pt x="3669461" y="436333"/>
                </a:lnTo>
                <a:lnTo>
                  <a:pt x="3670579" y="436791"/>
                </a:lnTo>
                <a:lnTo>
                  <a:pt x="3673208" y="436791"/>
                </a:lnTo>
                <a:lnTo>
                  <a:pt x="3674326" y="436333"/>
                </a:lnTo>
                <a:lnTo>
                  <a:pt x="3676192" y="434467"/>
                </a:lnTo>
                <a:lnTo>
                  <a:pt x="3676650" y="433349"/>
                </a:lnTo>
                <a:lnTo>
                  <a:pt x="3676650" y="430720"/>
                </a:lnTo>
                <a:close/>
              </a:path>
              <a:path w="9867900" h="300037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9867900" h="3000375">
                <a:moveTo>
                  <a:pt x="3724275" y="2994304"/>
                </a:moveTo>
                <a:lnTo>
                  <a:pt x="3723817" y="2993186"/>
                </a:lnTo>
                <a:lnTo>
                  <a:pt x="3721951" y="2991320"/>
                </a:lnTo>
                <a:lnTo>
                  <a:pt x="3720833" y="2990850"/>
                </a:lnTo>
                <a:lnTo>
                  <a:pt x="3718204" y="2990850"/>
                </a:lnTo>
                <a:lnTo>
                  <a:pt x="3717086" y="2991320"/>
                </a:lnTo>
                <a:lnTo>
                  <a:pt x="3715220" y="2993186"/>
                </a:lnTo>
                <a:lnTo>
                  <a:pt x="3714750" y="2994304"/>
                </a:lnTo>
                <a:lnTo>
                  <a:pt x="3714750" y="2996933"/>
                </a:lnTo>
                <a:lnTo>
                  <a:pt x="3715220" y="2998051"/>
                </a:lnTo>
                <a:lnTo>
                  <a:pt x="3717086" y="2999917"/>
                </a:lnTo>
                <a:lnTo>
                  <a:pt x="3718204" y="3000375"/>
                </a:lnTo>
                <a:lnTo>
                  <a:pt x="3720833" y="3000375"/>
                </a:lnTo>
                <a:lnTo>
                  <a:pt x="3721951" y="2999917"/>
                </a:lnTo>
                <a:lnTo>
                  <a:pt x="3723817" y="2998051"/>
                </a:lnTo>
                <a:lnTo>
                  <a:pt x="3724275" y="2996933"/>
                </a:lnTo>
                <a:lnTo>
                  <a:pt x="3724275" y="2994304"/>
                </a:lnTo>
                <a:close/>
              </a:path>
              <a:path w="9867900" h="3000375">
                <a:moveTo>
                  <a:pt x="3724275" y="2567038"/>
                </a:moveTo>
                <a:lnTo>
                  <a:pt x="3723817" y="2565920"/>
                </a:lnTo>
                <a:lnTo>
                  <a:pt x="3721951" y="2564053"/>
                </a:lnTo>
                <a:lnTo>
                  <a:pt x="3720833" y="2563596"/>
                </a:lnTo>
                <a:lnTo>
                  <a:pt x="3718204" y="2563596"/>
                </a:lnTo>
                <a:lnTo>
                  <a:pt x="3717086" y="2564053"/>
                </a:lnTo>
                <a:lnTo>
                  <a:pt x="3715220" y="2565920"/>
                </a:lnTo>
                <a:lnTo>
                  <a:pt x="3714750" y="2567038"/>
                </a:lnTo>
                <a:lnTo>
                  <a:pt x="3714750" y="2569667"/>
                </a:lnTo>
                <a:lnTo>
                  <a:pt x="3715220" y="2570797"/>
                </a:lnTo>
                <a:lnTo>
                  <a:pt x="3717086" y="2572651"/>
                </a:lnTo>
                <a:lnTo>
                  <a:pt x="3718204" y="2573121"/>
                </a:lnTo>
                <a:lnTo>
                  <a:pt x="3720833" y="2573121"/>
                </a:lnTo>
                <a:lnTo>
                  <a:pt x="3721951" y="2572651"/>
                </a:lnTo>
                <a:lnTo>
                  <a:pt x="3723817" y="2570797"/>
                </a:lnTo>
                <a:lnTo>
                  <a:pt x="3724275" y="2569667"/>
                </a:lnTo>
                <a:lnTo>
                  <a:pt x="3724275" y="2567038"/>
                </a:lnTo>
                <a:close/>
              </a:path>
              <a:path w="9867900" h="3000375">
                <a:moveTo>
                  <a:pt x="3724275" y="2139772"/>
                </a:moveTo>
                <a:lnTo>
                  <a:pt x="3723817" y="2138654"/>
                </a:lnTo>
                <a:lnTo>
                  <a:pt x="3721951" y="2136787"/>
                </a:lnTo>
                <a:lnTo>
                  <a:pt x="3720833" y="2136330"/>
                </a:lnTo>
                <a:lnTo>
                  <a:pt x="3718204" y="2136330"/>
                </a:lnTo>
                <a:lnTo>
                  <a:pt x="3717086" y="2136787"/>
                </a:lnTo>
                <a:lnTo>
                  <a:pt x="3715220" y="2138654"/>
                </a:lnTo>
                <a:lnTo>
                  <a:pt x="3714750" y="2139772"/>
                </a:lnTo>
                <a:lnTo>
                  <a:pt x="3714750" y="2142401"/>
                </a:lnTo>
                <a:lnTo>
                  <a:pt x="3715220" y="2143531"/>
                </a:lnTo>
                <a:lnTo>
                  <a:pt x="3717086" y="2145385"/>
                </a:lnTo>
                <a:lnTo>
                  <a:pt x="3718204" y="2145855"/>
                </a:lnTo>
                <a:lnTo>
                  <a:pt x="3720833" y="2145855"/>
                </a:lnTo>
                <a:lnTo>
                  <a:pt x="3721951" y="2145385"/>
                </a:lnTo>
                <a:lnTo>
                  <a:pt x="3723817" y="2143531"/>
                </a:lnTo>
                <a:lnTo>
                  <a:pt x="3724275" y="2142401"/>
                </a:lnTo>
                <a:lnTo>
                  <a:pt x="3724275" y="2139772"/>
                </a:lnTo>
                <a:close/>
              </a:path>
              <a:path w="9867900" h="3000375">
                <a:moveTo>
                  <a:pt x="3724275" y="1712506"/>
                </a:moveTo>
                <a:lnTo>
                  <a:pt x="3723817" y="1711388"/>
                </a:lnTo>
                <a:lnTo>
                  <a:pt x="3721951" y="1709534"/>
                </a:lnTo>
                <a:lnTo>
                  <a:pt x="3720833" y="1709064"/>
                </a:lnTo>
                <a:lnTo>
                  <a:pt x="3718204" y="1709064"/>
                </a:lnTo>
                <a:lnTo>
                  <a:pt x="3717086" y="1709534"/>
                </a:lnTo>
                <a:lnTo>
                  <a:pt x="3715220" y="1711388"/>
                </a:lnTo>
                <a:lnTo>
                  <a:pt x="3714750" y="1712506"/>
                </a:lnTo>
                <a:lnTo>
                  <a:pt x="3714750" y="1715135"/>
                </a:lnTo>
                <a:lnTo>
                  <a:pt x="3715220" y="1716265"/>
                </a:lnTo>
                <a:lnTo>
                  <a:pt x="3717086" y="1718119"/>
                </a:lnTo>
                <a:lnTo>
                  <a:pt x="3718204" y="1718589"/>
                </a:lnTo>
                <a:lnTo>
                  <a:pt x="3720833" y="1718589"/>
                </a:lnTo>
                <a:lnTo>
                  <a:pt x="3721951" y="1718119"/>
                </a:lnTo>
                <a:lnTo>
                  <a:pt x="3723817" y="1716265"/>
                </a:lnTo>
                <a:lnTo>
                  <a:pt x="3724275" y="1715135"/>
                </a:lnTo>
                <a:lnTo>
                  <a:pt x="3724275" y="1712506"/>
                </a:lnTo>
                <a:close/>
              </a:path>
              <a:path w="9867900" h="3000375">
                <a:moveTo>
                  <a:pt x="3724275" y="1285252"/>
                </a:moveTo>
                <a:lnTo>
                  <a:pt x="3723817" y="1284122"/>
                </a:lnTo>
                <a:lnTo>
                  <a:pt x="3721951" y="1282268"/>
                </a:lnTo>
                <a:lnTo>
                  <a:pt x="3720833" y="1281798"/>
                </a:lnTo>
                <a:lnTo>
                  <a:pt x="3718204" y="1281798"/>
                </a:lnTo>
                <a:lnTo>
                  <a:pt x="3717086" y="1282268"/>
                </a:lnTo>
                <a:lnTo>
                  <a:pt x="3715220" y="1284122"/>
                </a:lnTo>
                <a:lnTo>
                  <a:pt x="3714750" y="1285252"/>
                </a:lnTo>
                <a:lnTo>
                  <a:pt x="3714750" y="1287881"/>
                </a:lnTo>
                <a:lnTo>
                  <a:pt x="3715220" y="1288999"/>
                </a:lnTo>
                <a:lnTo>
                  <a:pt x="3717086" y="1290853"/>
                </a:lnTo>
                <a:lnTo>
                  <a:pt x="3718204" y="1291323"/>
                </a:lnTo>
                <a:lnTo>
                  <a:pt x="3720833" y="1291323"/>
                </a:lnTo>
                <a:lnTo>
                  <a:pt x="3721951" y="1290853"/>
                </a:lnTo>
                <a:lnTo>
                  <a:pt x="3723817" y="1288999"/>
                </a:lnTo>
                <a:lnTo>
                  <a:pt x="3724275" y="1287881"/>
                </a:lnTo>
                <a:lnTo>
                  <a:pt x="3724275" y="1285252"/>
                </a:lnTo>
                <a:close/>
              </a:path>
              <a:path w="9867900" h="3000375">
                <a:moveTo>
                  <a:pt x="3724275" y="857986"/>
                </a:moveTo>
                <a:lnTo>
                  <a:pt x="3723817" y="856856"/>
                </a:lnTo>
                <a:lnTo>
                  <a:pt x="3721951" y="855002"/>
                </a:lnTo>
                <a:lnTo>
                  <a:pt x="3720833" y="854532"/>
                </a:lnTo>
                <a:lnTo>
                  <a:pt x="3718204" y="854532"/>
                </a:lnTo>
                <a:lnTo>
                  <a:pt x="3717086" y="855002"/>
                </a:lnTo>
                <a:lnTo>
                  <a:pt x="3715220" y="856856"/>
                </a:lnTo>
                <a:lnTo>
                  <a:pt x="3714750" y="857986"/>
                </a:lnTo>
                <a:lnTo>
                  <a:pt x="3714750" y="860615"/>
                </a:lnTo>
                <a:lnTo>
                  <a:pt x="3715220" y="861733"/>
                </a:lnTo>
                <a:lnTo>
                  <a:pt x="3717086" y="863600"/>
                </a:lnTo>
                <a:lnTo>
                  <a:pt x="3718204" y="864057"/>
                </a:lnTo>
                <a:lnTo>
                  <a:pt x="3720833" y="864057"/>
                </a:lnTo>
                <a:lnTo>
                  <a:pt x="3721951" y="863600"/>
                </a:lnTo>
                <a:lnTo>
                  <a:pt x="3723817" y="861733"/>
                </a:lnTo>
                <a:lnTo>
                  <a:pt x="3724275" y="860615"/>
                </a:lnTo>
                <a:lnTo>
                  <a:pt x="3724275" y="857986"/>
                </a:lnTo>
                <a:close/>
              </a:path>
              <a:path w="9867900" h="3000375">
                <a:moveTo>
                  <a:pt x="3724275" y="430720"/>
                </a:moveTo>
                <a:lnTo>
                  <a:pt x="3723817" y="429590"/>
                </a:lnTo>
                <a:lnTo>
                  <a:pt x="3721951" y="427736"/>
                </a:lnTo>
                <a:lnTo>
                  <a:pt x="3720833" y="427266"/>
                </a:lnTo>
                <a:lnTo>
                  <a:pt x="3718204" y="427266"/>
                </a:lnTo>
                <a:lnTo>
                  <a:pt x="3717086" y="427736"/>
                </a:lnTo>
                <a:lnTo>
                  <a:pt x="3715220" y="429590"/>
                </a:lnTo>
                <a:lnTo>
                  <a:pt x="3714750" y="430720"/>
                </a:lnTo>
                <a:lnTo>
                  <a:pt x="3714750" y="433349"/>
                </a:lnTo>
                <a:lnTo>
                  <a:pt x="3715220" y="434467"/>
                </a:lnTo>
                <a:lnTo>
                  <a:pt x="3717086" y="436333"/>
                </a:lnTo>
                <a:lnTo>
                  <a:pt x="3718204" y="436791"/>
                </a:lnTo>
                <a:lnTo>
                  <a:pt x="3720833" y="436791"/>
                </a:lnTo>
                <a:lnTo>
                  <a:pt x="3721951" y="436333"/>
                </a:lnTo>
                <a:lnTo>
                  <a:pt x="3723817" y="434467"/>
                </a:lnTo>
                <a:lnTo>
                  <a:pt x="3724275" y="433349"/>
                </a:lnTo>
                <a:lnTo>
                  <a:pt x="3724275" y="430720"/>
                </a:lnTo>
                <a:close/>
              </a:path>
              <a:path w="9867900" h="300037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9867900" h="3000375">
                <a:moveTo>
                  <a:pt x="3771900" y="2994304"/>
                </a:moveTo>
                <a:lnTo>
                  <a:pt x="3771442" y="2993186"/>
                </a:lnTo>
                <a:lnTo>
                  <a:pt x="3769576" y="2991320"/>
                </a:lnTo>
                <a:lnTo>
                  <a:pt x="3768458" y="2990850"/>
                </a:lnTo>
                <a:lnTo>
                  <a:pt x="3765829" y="2990850"/>
                </a:lnTo>
                <a:lnTo>
                  <a:pt x="3764711" y="2991320"/>
                </a:lnTo>
                <a:lnTo>
                  <a:pt x="3762845" y="2993186"/>
                </a:lnTo>
                <a:lnTo>
                  <a:pt x="3762375" y="2994304"/>
                </a:lnTo>
                <a:lnTo>
                  <a:pt x="3762375" y="2996933"/>
                </a:lnTo>
                <a:lnTo>
                  <a:pt x="3762845" y="2998051"/>
                </a:lnTo>
                <a:lnTo>
                  <a:pt x="3764711" y="2999917"/>
                </a:lnTo>
                <a:lnTo>
                  <a:pt x="3765829" y="3000375"/>
                </a:lnTo>
                <a:lnTo>
                  <a:pt x="3768458" y="3000375"/>
                </a:lnTo>
                <a:lnTo>
                  <a:pt x="3769576" y="2999917"/>
                </a:lnTo>
                <a:lnTo>
                  <a:pt x="3771442" y="2998051"/>
                </a:lnTo>
                <a:lnTo>
                  <a:pt x="3771900" y="2996933"/>
                </a:lnTo>
                <a:lnTo>
                  <a:pt x="3771900" y="2994304"/>
                </a:lnTo>
                <a:close/>
              </a:path>
              <a:path w="9867900" h="3000375">
                <a:moveTo>
                  <a:pt x="3771900" y="2567038"/>
                </a:moveTo>
                <a:lnTo>
                  <a:pt x="3771442" y="2565920"/>
                </a:lnTo>
                <a:lnTo>
                  <a:pt x="3769576" y="2564053"/>
                </a:lnTo>
                <a:lnTo>
                  <a:pt x="3768458" y="2563596"/>
                </a:lnTo>
                <a:lnTo>
                  <a:pt x="3765829" y="2563596"/>
                </a:lnTo>
                <a:lnTo>
                  <a:pt x="3764711" y="2564053"/>
                </a:lnTo>
                <a:lnTo>
                  <a:pt x="3762845" y="2565920"/>
                </a:lnTo>
                <a:lnTo>
                  <a:pt x="3762375" y="2567038"/>
                </a:lnTo>
                <a:lnTo>
                  <a:pt x="3762375" y="2569667"/>
                </a:lnTo>
                <a:lnTo>
                  <a:pt x="3762845" y="2570797"/>
                </a:lnTo>
                <a:lnTo>
                  <a:pt x="3764711" y="2572651"/>
                </a:lnTo>
                <a:lnTo>
                  <a:pt x="3765829" y="2573121"/>
                </a:lnTo>
                <a:lnTo>
                  <a:pt x="3768458" y="2573121"/>
                </a:lnTo>
                <a:lnTo>
                  <a:pt x="3769576" y="2572651"/>
                </a:lnTo>
                <a:lnTo>
                  <a:pt x="3771442" y="2570797"/>
                </a:lnTo>
                <a:lnTo>
                  <a:pt x="3771900" y="2569667"/>
                </a:lnTo>
                <a:lnTo>
                  <a:pt x="3771900" y="2567038"/>
                </a:lnTo>
                <a:close/>
              </a:path>
              <a:path w="9867900" h="3000375">
                <a:moveTo>
                  <a:pt x="3771900" y="2139772"/>
                </a:moveTo>
                <a:lnTo>
                  <a:pt x="3771442" y="2138654"/>
                </a:lnTo>
                <a:lnTo>
                  <a:pt x="3769576" y="2136787"/>
                </a:lnTo>
                <a:lnTo>
                  <a:pt x="3768458" y="2136330"/>
                </a:lnTo>
                <a:lnTo>
                  <a:pt x="3765829" y="2136330"/>
                </a:lnTo>
                <a:lnTo>
                  <a:pt x="3764711" y="2136787"/>
                </a:lnTo>
                <a:lnTo>
                  <a:pt x="3762845" y="2138654"/>
                </a:lnTo>
                <a:lnTo>
                  <a:pt x="3762375" y="2139772"/>
                </a:lnTo>
                <a:lnTo>
                  <a:pt x="3762375" y="2142401"/>
                </a:lnTo>
                <a:lnTo>
                  <a:pt x="3762845" y="2143531"/>
                </a:lnTo>
                <a:lnTo>
                  <a:pt x="3764711" y="2145385"/>
                </a:lnTo>
                <a:lnTo>
                  <a:pt x="3765829" y="2145855"/>
                </a:lnTo>
                <a:lnTo>
                  <a:pt x="3768458" y="2145855"/>
                </a:lnTo>
                <a:lnTo>
                  <a:pt x="3769576" y="2145385"/>
                </a:lnTo>
                <a:lnTo>
                  <a:pt x="3771442" y="2143531"/>
                </a:lnTo>
                <a:lnTo>
                  <a:pt x="3771900" y="2142401"/>
                </a:lnTo>
                <a:lnTo>
                  <a:pt x="3771900" y="2139772"/>
                </a:lnTo>
                <a:close/>
              </a:path>
              <a:path w="9867900" h="3000375">
                <a:moveTo>
                  <a:pt x="3771900" y="1712506"/>
                </a:moveTo>
                <a:lnTo>
                  <a:pt x="3771442" y="1711388"/>
                </a:lnTo>
                <a:lnTo>
                  <a:pt x="3769576" y="1709534"/>
                </a:lnTo>
                <a:lnTo>
                  <a:pt x="3768458" y="1709064"/>
                </a:lnTo>
                <a:lnTo>
                  <a:pt x="3765829" y="1709064"/>
                </a:lnTo>
                <a:lnTo>
                  <a:pt x="3764711" y="1709534"/>
                </a:lnTo>
                <a:lnTo>
                  <a:pt x="3762845" y="1711388"/>
                </a:lnTo>
                <a:lnTo>
                  <a:pt x="3762375" y="1712506"/>
                </a:lnTo>
                <a:lnTo>
                  <a:pt x="3762375" y="1715135"/>
                </a:lnTo>
                <a:lnTo>
                  <a:pt x="3762845" y="1716265"/>
                </a:lnTo>
                <a:lnTo>
                  <a:pt x="3764711" y="1718119"/>
                </a:lnTo>
                <a:lnTo>
                  <a:pt x="3765829" y="1718589"/>
                </a:lnTo>
                <a:lnTo>
                  <a:pt x="3768458" y="1718589"/>
                </a:lnTo>
                <a:lnTo>
                  <a:pt x="3769576" y="1718119"/>
                </a:lnTo>
                <a:lnTo>
                  <a:pt x="3771442" y="1716265"/>
                </a:lnTo>
                <a:lnTo>
                  <a:pt x="3771900" y="1715135"/>
                </a:lnTo>
                <a:lnTo>
                  <a:pt x="3771900" y="1712506"/>
                </a:lnTo>
                <a:close/>
              </a:path>
              <a:path w="9867900" h="3000375">
                <a:moveTo>
                  <a:pt x="3771900" y="1285252"/>
                </a:moveTo>
                <a:lnTo>
                  <a:pt x="3771442" y="1284122"/>
                </a:lnTo>
                <a:lnTo>
                  <a:pt x="3769576" y="1282268"/>
                </a:lnTo>
                <a:lnTo>
                  <a:pt x="3768458" y="1281798"/>
                </a:lnTo>
                <a:lnTo>
                  <a:pt x="3765829" y="1281798"/>
                </a:lnTo>
                <a:lnTo>
                  <a:pt x="3764711" y="1282268"/>
                </a:lnTo>
                <a:lnTo>
                  <a:pt x="3762845" y="1284122"/>
                </a:lnTo>
                <a:lnTo>
                  <a:pt x="3762375" y="1285252"/>
                </a:lnTo>
                <a:lnTo>
                  <a:pt x="3762375" y="1287881"/>
                </a:lnTo>
                <a:lnTo>
                  <a:pt x="3762845" y="1288999"/>
                </a:lnTo>
                <a:lnTo>
                  <a:pt x="3764711" y="1290853"/>
                </a:lnTo>
                <a:lnTo>
                  <a:pt x="3765829" y="1291323"/>
                </a:lnTo>
                <a:lnTo>
                  <a:pt x="3768458" y="1291323"/>
                </a:lnTo>
                <a:lnTo>
                  <a:pt x="3769576" y="1290853"/>
                </a:lnTo>
                <a:lnTo>
                  <a:pt x="3771442" y="1288999"/>
                </a:lnTo>
                <a:lnTo>
                  <a:pt x="3771900" y="1287881"/>
                </a:lnTo>
                <a:lnTo>
                  <a:pt x="3771900" y="1285252"/>
                </a:lnTo>
                <a:close/>
              </a:path>
              <a:path w="9867900" h="3000375">
                <a:moveTo>
                  <a:pt x="3771900" y="857986"/>
                </a:moveTo>
                <a:lnTo>
                  <a:pt x="3771442" y="856856"/>
                </a:lnTo>
                <a:lnTo>
                  <a:pt x="3769576" y="855002"/>
                </a:lnTo>
                <a:lnTo>
                  <a:pt x="3768458" y="854532"/>
                </a:lnTo>
                <a:lnTo>
                  <a:pt x="3765829" y="854532"/>
                </a:lnTo>
                <a:lnTo>
                  <a:pt x="3764711" y="855002"/>
                </a:lnTo>
                <a:lnTo>
                  <a:pt x="3762845" y="856856"/>
                </a:lnTo>
                <a:lnTo>
                  <a:pt x="3762375" y="857986"/>
                </a:lnTo>
                <a:lnTo>
                  <a:pt x="3762375" y="860615"/>
                </a:lnTo>
                <a:lnTo>
                  <a:pt x="3762845" y="861733"/>
                </a:lnTo>
                <a:lnTo>
                  <a:pt x="3764711" y="863600"/>
                </a:lnTo>
                <a:lnTo>
                  <a:pt x="3765829" y="864057"/>
                </a:lnTo>
                <a:lnTo>
                  <a:pt x="3768458" y="864057"/>
                </a:lnTo>
                <a:lnTo>
                  <a:pt x="3769576" y="863600"/>
                </a:lnTo>
                <a:lnTo>
                  <a:pt x="3771442" y="861733"/>
                </a:lnTo>
                <a:lnTo>
                  <a:pt x="3771900" y="860615"/>
                </a:lnTo>
                <a:lnTo>
                  <a:pt x="3771900" y="857986"/>
                </a:lnTo>
                <a:close/>
              </a:path>
              <a:path w="9867900" h="3000375">
                <a:moveTo>
                  <a:pt x="3771900" y="430720"/>
                </a:moveTo>
                <a:lnTo>
                  <a:pt x="3771442" y="429590"/>
                </a:lnTo>
                <a:lnTo>
                  <a:pt x="3769576" y="427736"/>
                </a:lnTo>
                <a:lnTo>
                  <a:pt x="3768458" y="427266"/>
                </a:lnTo>
                <a:lnTo>
                  <a:pt x="3765829" y="427266"/>
                </a:lnTo>
                <a:lnTo>
                  <a:pt x="3764711" y="427736"/>
                </a:lnTo>
                <a:lnTo>
                  <a:pt x="3762845" y="429590"/>
                </a:lnTo>
                <a:lnTo>
                  <a:pt x="3762375" y="430720"/>
                </a:lnTo>
                <a:lnTo>
                  <a:pt x="3762375" y="433349"/>
                </a:lnTo>
                <a:lnTo>
                  <a:pt x="3762845" y="434467"/>
                </a:lnTo>
                <a:lnTo>
                  <a:pt x="3764711" y="436333"/>
                </a:lnTo>
                <a:lnTo>
                  <a:pt x="3765829" y="436791"/>
                </a:lnTo>
                <a:lnTo>
                  <a:pt x="3768458" y="436791"/>
                </a:lnTo>
                <a:lnTo>
                  <a:pt x="3769576" y="436333"/>
                </a:lnTo>
                <a:lnTo>
                  <a:pt x="3771442" y="434467"/>
                </a:lnTo>
                <a:lnTo>
                  <a:pt x="3771900" y="433349"/>
                </a:lnTo>
                <a:lnTo>
                  <a:pt x="3771900" y="430720"/>
                </a:lnTo>
                <a:close/>
              </a:path>
              <a:path w="9867900" h="300037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9867900" h="3000375">
                <a:moveTo>
                  <a:pt x="3819525" y="2994304"/>
                </a:moveTo>
                <a:lnTo>
                  <a:pt x="3819067" y="2993186"/>
                </a:lnTo>
                <a:lnTo>
                  <a:pt x="3817201" y="2991320"/>
                </a:lnTo>
                <a:lnTo>
                  <a:pt x="3816083" y="2990850"/>
                </a:lnTo>
                <a:lnTo>
                  <a:pt x="3813454" y="2990850"/>
                </a:lnTo>
                <a:lnTo>
                  <a:pt x="3812336" y="2991320"/>
                </a:lnTo>
                <a:lnTo>
                  <a:pt x="3810470" y="2993186"/>
                </a:lnTo>
                <a:lnTo>
                  <a:pt x="3810000" y="2994304"/>
                </a:lnTo>
                <a:lnTo>
                  <a:pt x="3810000" y="2996933"/>
                </a:lnTo>
                <a:lnTo>
                  <a:pt x="3810470" y="2998051"/>
                </a:lnTo>
                <a:lnTo>
                  <a:pt x="3812336" y="2999917"/>
                </a:lnTo>
                <a:lnTo>
                  <a:pt x="3813454" y="3000375"/>
                </a:lnTo>
                <a:lnTo>
                  <a:pt x="3816083" y="3000375"/>
                </a:lnTo>
                <a:lnTo>
                  <a:pt x="3817201" y="2999917"/>
                </a:lnTo>
                <a:lnTo>
                  <a:pt x="3819067" y="2998051"/>
                </a:lnTo>
                <a:lnTo>
                  <a:pt x="3819525" y="2996933"/>
                </a:lnTo>
                <a:lnTo>
                  <a:pt x="3819525" y="2994304"/>
                </a:lnTo>
                <a:close/>
              </a:path>
              <a:path w="9867900" h="3000375">
                <a:moveTo>
                  <a:pt x="3819525" y="2567038"/>
                </a:moveTo>
                <a:lnTo>
                  <a:pt x="3819067" y="2565920"/>
                </a:lnTo>
                <a:lnTo>
                  <a:pt x="3817201" y="2564053"/>
                </a:lnTo>
                <a:lnTo>
                  <a:pt x="3816083" y="2563596"/>
                </a:lnTo>
                <a:lnTo>
                  <a:pt x="3813454" y="2563596"/>
                </a:lnTo>
                <a:lnTo>
                  <a:pt x="3812336" y="2564053"/>
                </a:lnTo>
                <a:lnTo>
                  <a:pt x="3810470" y="2565920"/>
                </a:lnTo>
                <a:lnTo>
                  <a:pt x="3810000" y="2567038"/>
                </a:lnTo>
                <a:lnTo>
                  <a:pt x="3810000" y="2569667"/>
                </a:lnTo>
                <a:lnTo>
                  <a:pt x="3810470" y="2570797"/>
                </a:lnTo>
                <a:lnTo>
                  <a:pt x="3812336" y="2572651"/>
                </a:lnTo>
                <a:lnTo>
                  <a:pt x="3813454" y="2573121"/>
                </a:lnTo>
                <a:lnTo>
                  <a:pt x="3816083" y="2573121"/>
                </a:lnTo>
                <a:lnTo>
                  <a:pt x="3817201" y="2572651"/>
                </a:lnTo>
                <a:lnTo>
                  <a:pt x="3819067" y="2570797"/>
                </a:lnTo>
                <a:lnTo>
                  <a:pt x="3819525" y="2569667"/>
                </a:lnTo>
                <a:lnTo>
                  <a:pt x="3819525" y="2567038"/>
                </a:lnTo>
                <a:close/>
              </a:path>
              <a:path w="9867900" h="3000375">
                <a:moveTo>
                  <a:pt x="3819525" y="2139772"/>
                </a:moveTo>
                <a:lnTo>
                  <a:pt x="3819067" y="2138654"/>
                </a:lnTo>
                <a:lnTo>
                  <a:pt x="3817201" y="2136787"/>
                </a:lnTo>
                <a:lnTo>
                  <a:pt x="3816083" y="2136330"/>
                </a:lnTo>
                <a:lnTo>
                  <a:pt x="3813454" y="2136330"/>
                </a:lnTo>
                <a:lnTo>
                  <a:pt x="3812336" y="2136787"/>
                </a:lnTo>
                <a:lnTo>
                  <a:pt x="3810470" y="2138654"/>
                </a:lnTo>
                <a:lnTo>
                  <a:pt x="3810000" y="2139772"/>
                </a:lnTo>
                <a:lnTo>
                  <a:pt x="3810000" y="2142401"/>
                </a:lnTo>
                <a:lnTo>
                  <a:pt x="3810470" y="2143531"/>
                </a:lnTo>
                <a:lnTo>
                  <a:pt x="3812336" y="2145385"/>
                </a:lnTo>
                <a:lnTo>
                  <a:pt x="3813454" y="2145855"/>
                </a:lnTo>
                <a:lnTo>
                  <a:pt x="3816083" y="2145855"/>
                </a:lnTo>
                <a:lnTo>
                  <a:pt x="3817201" y="2145385"/>
                </a:lnTo>
                <a:lnTo>
                  <a:pt x="3819067" y="2143531"/>
                </a:lnTo>
                <a:lnTo>
                  <a:pt x="3819525" y="2142401"/>
                </a:lnTo>
                <a:lnTo>
                  <a:pt x="3819525" y="2139772"/>
                </a:lnTo>
                <a:close/>
              </a:path>
              <a:path w="9867900" h="3000375">
                <a:moveTo>
                  <a:pt x="3819525" y="1712506"/>
                </a:moveTo>
                <a:lnTo>
                  <a:pt x="3819067" y="1711388"/>
                </a:lnTo>
                <a:lnTo>
                  <a:pt x="3817201" y="1709534"/>
                </a:lnTo>
                <a:lnTo>
                  <a:pt x="3816083" y="1709064"/>
                </a:lnTo>
                <a:lnTo>
                  <a:pt x="3813454" y="1709064"/>
                </a:lnTo>
                <a:lnTo>
                  <a:pt x="3812336" y="1709534"/>
                </a:lnTo>
                <a:lnTo>
                  <a:pt x="3810470" y="1711388"/>
                </a:lnTo>
                <a:lnTo>
                  <a:pt x="3810000" y="1712506"/>
                </a:lnTo>
                <a:lnTo>
                  <a:pt x="3810000" y="1715135"/>
                </a:lnTo>
                <a:lnTo>
                  <a:pt x="3810470" y="1716265"/>
                </a:lnTo>
                <a:lnTo>
                  <a:pt x="3812336" y="1718119"/>
                </a:lnTo>
                <a:lnTo>
                  <a:pt x="3813454" y="1718589"/>
                </a:lnTo>
                <a:lnTo>
                  <a:pt x="3816083" y="1718589"/>
                </a:lnTo>
                <a:lnTo>
                  <a:pt x="3817201" y="1718119"/>
                </a:lnTo>
                <a:lnTo>
                  <a:pt x="3819067" y="1716265"/>
                </a:lnTo>
                <a:lnTo>
                  <a:pt x="3819525" y="1715135"/>
                </a:lnTo>
                <a:lnTo>
                  <a:pt x="3819525" y="1712506"/>
                </a:lnTo>
                <a:close/>
              </a:path>
              <a:path w="9867900" h="3000375">
                <a:moveTo>
                  <a:pt x="3819525" y="1285252"/>
                </a:moveTo>
                <a:lnTo>
                  <a:pt x="3819067" y="1284122"/>
                </a:lnTo>
                <a:lnTo>
                  <a:pt x="3817201" y="1282268"/>
                </a:lnTo>
                <a:lnTo>
                  <a:pt x="3816083" y="1281798"/>
                </a:lnTo>
                <a:lnTo>
                  <a:pt x="3813454" y="1281798"/>
                </a:lnTo>
                <a:lnTo>
                  <a:pt x="3812336" y="1282268"/>
                </a:lnTo>
                <a:lnTo>
                  <a:pt x="3810470" y="1284122"/>
                </a:lnTo>
                <a:lnTo>
                  <a:pt x="3810000" y="1285252"/>
                </a:lnTo>
                <a:lnTo>
                  <a:pt x="3810000" y="1287881"/>
                </a:lnTo>
                <a:lnTo>
                  <a:pt x="3810470" y="1288999"/>
                </a:lnTo>
                <a:lnTo>
                  <a:pt x="3812336" y="1290853"/>
                </a:lnTo>
                <a:lnTo>
                  <a:pt x="3813454" y="1291323"/>
                </a:lnTo>
                <a:lnTo>
                  <a:pt x="3816083" y="1291323"/>
                </a:lnTo>
                <a:lnTo>
                  <a:pt x="3817201" y="1290853"/>
                </a:lnTo>
                <a:lnTo>
                  <a:pt x="3819067" y="1288999"/>
                </a:lnTo>
                <a:lnTo>
                  <a:pt x="3819525" y="1287881"/>
                </a:lnTo>
                <a:lnTo>
                  <a:pt x="3819525" y="1285252"/>
                </a:lnTo>
                <a:close/>
              </a:path>
              <a:path w="9867900" h="3000375">
                <a:moveTo>
                  <a:pt x="3819525" y="857986"/>
                </a:moveTo>
                <a:lnTo>
                  <a:pt x="3819067" y="856856"/>
                </a:lnTo>
                <a:lnTo>
                  <a:pt x="3817201" y="855002"/>
                </a:lnTo>
                <a:lnTo>
                  <a:pt x="3816083" y="854532"/>
                </a:lnTo>
                <a:lnTo>
                  <a:pt x="3813454" y="854532"/>
                </a:lnTo>
                <a:lnTo>
                  <a:pt x="3812336" y="855002"/>
                </a:lnTo>
                <a:lnTo>
                  <a:pt x="3810470" y="856856"/>
                </a:lnTo>
                <a:lnTo>
                  <a:pt x="3810000" y="857986"/>
                </a:lnTo>
                <a:lnTo>
                  <a:pt x="3810000" y="860615"/>
                </a:lnTo>
                <a:lnTo>
                  <a:pt x="3810470" y="861733"/>
                </a:lnTo>
                <a:lnTo>
                  <a:pt x="3812336" y="863600"/>
                </a:lnTo>
                <a:lnTo>
                  <a:pt x="3813454" y="864057"/>
                </a:lnTo>
                <a:lnTo>
                  <a:pt x="3816083" y="864057"/>
                </a:lnTo>
                <a:lnTo>
                  <a:pt x="3817201" y="863600"/>
                </a:lnTo>
                <a:lnTo>
                  <a:pt x="3819067" y="861733"/>
                </a:lnTo>
                <a:lnTo>
                  <a:pt x="3819525" y="860615"/>
                </a:lnTo>
                <a:lnTo>
                  <a:pt x="3819525" y="857986"/>
                </a:lnTo>
                <a:close/>
              </a:path>
              <a:path w="9867900" h="3000375">
                <a:moveTo>
                  <a:pt x="3819525" y="430720"/>
                </a:moveTo>
                <a:lnTo>
                  <a:pt x="3819067" y="429590"/>
                </a:lnTo>
                <a:lnTo>
                  <a:pt x="3817201" y="427736"/>
                </a:lnTo>
                <a:lnTo>
                  <a:pt x="3816083" y="427266"/>
                </a:lnTo>
                <a:lnTo>
                  <a:pt x="3813454" y="427266"/>
                </a:lnTo>
                <a:lnTo>
                  <a:pt x="3812336" y="427736"/>
                </a:lnTo>
                <a:lnTo>
                  <a:pt x="3810470" y="429590"/>
                </a:lnTo>
                <a:lnTo>
                  <a:pt x="3810000" y="430720"/>
                </a:lnTo>
                <a:lnTo>
                  <a:pt x="3810000" y="433349"/>
                </a:lnTo>
                <a:lnTo>
                  <a:pt x="3810470" y="434467"/>
                </a:lnTo>
                <a:lnTo>
                  <a:pt x="3812336" y="436333"/>
                </a:lnTo>
                <a:lnTo>
                  <a:pt x="3813454" y="436791"/>
                </a:lnTo>
                <a:lnTo>
                  <a:pt x="3816083" y="436791"/>
                </a:lnTo>
                <a:lnTo>
                  <a:pt x="3817201" y="436333"/>
                </a:lnTo>
                <a:lnTo>
                  <a:pt x="3819067" y="434467"/>
                </a:lnTo>
                <a:lnTo>
                  <a:pt x="3819525" y="433349"/>
                </a:lnTo>
                <a:lnTo>
                  <a:pt x="3819525" y="430720"/>
                </a:lnTo>
                <a:close/>
              </a:path>
              <a:path w="9867900" h="300037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9867900" h="3000375">
                <a:moveTo>
                  <a:pt x="3867150" y="2994304"/>
                </a:moveTo>
                <a:lnTo>
                  <a:pt x="3866692" y="2993186"/>
                </a:lnTo>
                <a:lnTo>
                  <a:pt x="3864826" y="2991320"/>
                </a:lnTo>
                <a:lnTo>
                  <a:pt x="3863708" y="2990850"/>
                </a:lnTo>
                <a:lnTo>
                  <a:pt x="3861079" y="2990850"/>
                </a:lnTo>
                <a:lnTo>
                  <a:pt x="3859949" y="2991320"/>
                </a:lnTo>
                <a:lnTo>
                  <a:pt x="3858095" y="2993186"/>
                </a:lnTo>
                <a:lnTo>
                  <a:pt x="3857625" y="2994304"/>
                </a:lnTo>
                <a:lnTo>
                  <a:pt x="3857625" y="2996933"/>
                </a:lnTo>
                <a:lnTo>
                  <a:pt x="3858095" y="2998051"/>
                </a:lnTo>
                <a:lnTo>
                  <a:pt x="3859949" y="2999917"/>
                </a:lnTo>
                <a:lnTo>
                  <a:pt x="3861079" y="3000375"/>
                </a:lnTo>
                <a:lnTo>
                  <a:pt x="3863708" y="3000375"/>
                </a:lnTo>
                <a:lnTo>
                  <a:pt x="3864826" y="2999917"/>
                </a:lnTo>
                <a:lnTo>
                  <a:pt x="3866692" y="2998051"/>
                </a:lnTo>
                <a:lnTo>
                  <a:pt x="3867150" y="2996933"/>
                </a:lnTo>
                <a:lnTo>
                  <a:pt x="3867150" y="2994304"/>
                </a:lnTo>
                <a:close/>
              </a:path>
              <a:path w="9867900" h="3000375">
                <a:moveTo>
                  <a:pt x="3867150" y="2567038"/>
                </a:moveTo>
                <a:lnTo>
                  <a:pt x="3866692" y="2565920"/>
                </a:lnTo>
                <a:lnTo>
                  <a:pt x="3864826" y="2564053"/>
                </a:lnTo>
                <a:lnTo>
                  <a:pt x="3863708" y="2563596"/>
                </a:lnTo>
                <a:lnTo>
                  <a:pt x="3861079" y="2563596"/>
                </a:lnTo>
                <a:lnTo>
                  <a:pt x="3859949" y="2564053"/>
                </a:lnTo>
                <a:lnTo>
                  <a:pt x="3858095" y="2565920"/>
                </a:lnTo>
                <a:lnTo>
                  <a:pt x="3857625" y="2567038"/>
                </a:lnTo>
                <a:lnTo>
                  <a:pt x="3857625" y="2569667"/>
                </a:lnTo>
                <a:lnTo>
                  <a:pt x="3858095" y="2570797"/>
                </a:lnTo>
                <a:lnTo>
                  <a:pt x="3859949" y="2572651"/>
                </a:lnTo>
                <a:lnTo>
                  <a:pt x="3861079" y="2573121"/>
                </a:lnTo>
                <a:lnTo>
                  <a:pt x="3863708" y="2573121"/>
                </a:lnTo>
                <a:lnTo>
                  <a:pt x="3864826" y="2572651"/>
                </a:lnTo>
                <a:lnTo>
                  <a:pt x="3866692" y="2570797"/>
                </a:lnTo>
                <a:lnTo>
                  <a:pt x="3867150" y="2569667"/>
                </a:lnTo>
                <a:lnTo>
                  <a:pt x="3867150" y="2567038"/>
                </a:lnTo>
                <a:close/>
              </a:path>
              <a:path w="9867900" h="3000375">
                <a:moveTo>
                  <a:pt x="3867150" y="2139772"/>
                </a:moveTo>
                <a:lnTo>
                  <a:pt x="3866692" y="2138654"/>
                </a:lnTo>
                <a:lnTo>
                  <a:pt x="3864826" y="2136787"/>
                </a:lnTo>
                <a:lnTo>
                  <a:pt x="3863708" y="2136330"/>
                </a:lnTo>
                <a:lnTo>
                  <a:pt x="3861079" y="2136330"/>
                </a:lnTo>
                <a:lnTo>
                  <a:pt x="3859949" y="2136787"/>
                </a:lnTo>
                <a:lnTo>
                  <a:pt x="3858095" y="2138654"/>
                </a:lnTo>
                <a:lnTo>
                  <a:pt x="3857625" y="2139772"/>
                </a:lnTo>
                <a:lnTo>
                  <a:pt x="3857625" y="2142401"/>
                </a:lnTo>
                <a:lnTo>
                  <a:pt x="3858095" y="2143531"/>
                </a:lnTo>
                <a:lnTo>
                  <a:pt x="3859949" y="2145385"/>
                </a:lnTo>
                <a:lnTo>
                  <a:pt x="3861079" y="2145855"/>
                </a:lnTo>
                <a:lnTo>
                  <a:pt x="3863708" y="2145855"/>
                </a:lnTo>
                <a:lnTo>
                  <a:pt x="3864826" y="2145385"/>
                </a:lnTo>
                <a:lnTo>
                  <a:pt x="3866692" y="2143531"/>
                </a:lnTo>
                <a:lnTo>
                  <a:pt x="3867150" y="2142401"/>
                </a:lnTo>
                <a:lnTo>
                  <a:pt x="3867150" y="2139772"/>
                </a:lnTo>
                <a:close/>
              </a:path>
              <a:path w="9867900" h="3000375">
                <a:moveTo>
                  <a:pt x="3867150" y="1712506"/>
                </a:moveTo>
                <a:lnTo>
                  <a:pt x="3866692" y="1711388"/>
                </a:lnTo>
                <a:lnTo>
                  <a:pt x="3864826" y="1709534"/>
                </a:lnTo>
                <a:lnTo>
                  <a:pt x="3863708" y="1709064"/>
                </a:lnTo>
                <a:lnTo>
                  <a:pt x="3861079" y="1709064"/>
                </a:lnTo>
                <a:lnTo>
                  <a:pt x="3859949" y="1709534"/>
                </a:lnTo>
                <a:lnTo>
                  <a:pt x="3858095" y="1711388"/>
                </a:lnTo>
                <a:lnTo>
                  <a:pt x="3857625" y="1712506"/>
                </a:lnTo>
                <a:lnTo>
                  <a:pt x="3857625" y="1715135"/>
                </a:lnTo>
                <a:lnTo>
                  <a:pt x="3858095" y="1716265"/>
                </a:lnTo>
                <a:lnTo>
                  <a:pt x="3859949" y="1718119"/>
                </a:lnTo>
                <a:lnTo>
                  <a:pt x="3861079" y="1718589"/>
                </a:lnTo>
                <a:lnTo>
                  <a:pt x="3863708" y="1718589"/>
                </a:lnTo>
                <a:lnTo>
                  <a:pt x="3864826" y="1718119"/>
                </a:lnTo>
                <a:lnTo>
                  <a:pt x="3866692" y="1716265"/>
                </a:lnTo>
                <a:lnTo>
                  <a:pt x="3867150" y="1715135"/>
                </a:lnTo>
                <a:lnTo>
                  <a:pt x="3867150" y="1712506"/>
                </a:lnTo>
                <a:close/>
              </a:path>
              <a:path w="9867900" h="3000375">
                <a:moveTo>
                  <a:pt x="3867150" y="1285252"/>
                </a:moveTo>
                <a:lnTo>
                  <a:pt x="3866692" y="1284122"/>
                </a:lnTo>
                <a:lnTo>
                  <a:pt x="3864826" y="1282268"/>
                </a:lnTo>
                <a:lnTo>
                  <a:pt x="3863708" y="1281798"/>
                </a:lnTo>
                <a:lnTo>
                  <a:pt x="3861079" y="1281798"/>
                </a:lnTo>
                <a:lnTo>
                  <a:pt x="3859949" y="1282268"/>
                </a:lnTo>
                <a:lnTo>
                  <a:pt x="3858095" y="1284122"/>
                </a:lnTo>
                <a:lnTo>
                  <a:pt x="3857625" y="1285252"/>
                </a:lnTo>
                <a:lnTo>
                  <a:pt x="3857625" y="1287881"/>
                </a:lnTo>
                <a:lnTo>
                  <a:pt x="3858095" y="1288999"/>
                </a:lnTo>
                <a:lnTo>
                  <a:pt x="3859949" y="1290853"/>
                </a:lnTo>
                <a:lnTo>
                  <a:pt x="3861079" y="1291323"/>
                </a:lnTo>
                <a:lnTo>
                  <a:pt x="3863708" y="1291323"/>
                </a:lnTo>
                <a:lnTo>
                  <a:pt x="3864826" y="1290853"/>
                </a:lnTo>
                <a:lnTo>
                  <a:pt x="3866692" y="1288999"/>
                </a:lnTo>
                <a:lnTo>
                  <a:pt x="3867150" y="1287881"/>
                </a:lnTo>
                <a:lnTo>
                  <a:pt x="3867150" y="1285252"/>
                </a:lnTo>
                <a:close/>
              </a:path>
              <a:path w="9867900" h="3000375">
                <a:moveTo>
                  <a:pt x="3867150" y="857986"/>
                </a:moveTo>
                <a:lnTo>
                  <a:pt x="3866692" y="856856"/>
                </a:lnTo>
                <a:lnTo>
                  <a:pt x="3864826" y="855002"/>
                </a:lnTo>
                <a:lnTo>
                  <a:pt x="3863708" y="854532"/>
                </a:lnTo>
                <a:lnTo>
                  <a:pt x="3861079" y="854532"/>
                </a:lnTo>
                <a:lnTo>
                  <a:pt x="3859949" y="855002"/>
                </a:lnTo>
                <a:lnTo>
                  <a:pt x="3858095" y="856856"/>
                </a:lnTo>
                <a:lnTo>
                  <a:pt x="3857625" y="857986"/>
                </a:lnTo>
                <a:lnTo>
                  <a:pt x="3857625" y="860615"/>
                </a:lnTo>
                <a:lnTo>
                  <a:pt x="3858095" y="861733"/>
                </a:lnTo>
                <a:lnTo>
                  <a:pt x="3859949" y="863600"/>
                </a:lnTo>
                <a:lnTo>
                  <a:pt x="3861079" y="864057"/>
                </a:lnTo>
                <a:lnTo>
                  <a:pt x="3863708" y="864057"/>
                </a:lnTo>
                <a:lnTo>
                  <a:pt x="3864826" y="863600"/>
                </a:lnTo>
                <a:lnTo>
                  <a:pt x="3866692" y="861733"/>
                </a:lnTo>
                <a:lnTo>
                  <a:pt x="3867150" y="860615"/>
                </a:lnTo>
                <a:lnTo>
                  <a:pt x="3867150" y="857986"/>
                </a:lnTo>
                <a:close/>
              </a:path>
              <a:path w="9867900" h="3000375">
                <a:moveTo>
                  <a:pt x="3867150" y="430720"/>
                </a:moveTo>
                <a:lnTo>
                  <a:pt x="3866692" y="429590"/>
                </a:lnTo>
                <a:lnTo>
                  <a:pt x="3864826" y="427736"/>
                </a:lnTo>
                <a:lnTo>
                  <a:pt x="3863708" y="427266"/>
                </a:lnTo>
                <a:lnTo>
                  <a:pt x="3861079" y="427266"/>
                </a:lnTo>
                <a:lnTo>
                  <a:pt x="3859949" y="427736"/>
                </a:lnTo>
                <a:lnTo>
                  <a:pt x="3858095" y="429590"/>
                </a:lnTo>
                <a:lnTo>
                  <a:pt x="3857625" y="430720"/>
                </a:lnTo>
                <a:lnTo>
                  <a:pt x="3857625" y="433349"/>
                </a:lnTo>
                <a:lnTo>
                  <a:pt x="3858095" y="434467"/>
                </a:lnTo>
                <a:lnTo>
                  <a:pt x="3859949" y="436333"/>
                </a:lnTo>
                <a:lnTo>
                  <a:pt x="3861079" y="436791"/>
                </a:lnTo>
                <a:lnTo>
                  <a:pt x="3863708" y="436791"/>
                </a:lnTo>
                <a:lnTo>
                  <a:pt x="3864826" y="436333"/>
                </a:lnTo>
                <a:lnTo>
                  <a:pt x="3866692" y="434467"/>
                </a:lnTo>
                <a:lnTo>
                  <a:pt x="3867150" y="433349"/>
                </a:lnTo>
                <a:lnTo>
                  <a:pt x="3867150" y="430720"/>
                </a:lnTo>
                <a:close/>
              </a:path>
              <a:path w="9867900" h="300037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9867900" h="3000375">
                <a:moveTo>
                  <a:pt x="3914775" y="2994304"/>
                </a:moveTo>
                <a:lnTo>
                  <a:pt x="3914317" y="2993186"/>
                </a:lnTo>
                <a:lnTo>
                  <a:pt x="3912451" y="2991320"/>
                </a:lnTo>
                <a:lnTo>
                  <a:pt x="3911333" y="2990850"/>
                </a:lnTo>
                <a:lnTo>
                  <a:pt x="3908704" y="2990850"/>
                </a:lnTo>
                <a:lnTo>
                  <a:pt x="3907574" y="2991320"/>
                </a:lnTo>
                <a:lnTo>
                  <a:pt x="3905720" y="2993186"/>
                </a:lnTo>
                <a:lnTo>
                  <a:pt x="3905250" y="2994304"/>
                </a:lnTo>
                <a:lnTo>
                  <a:pt x="3905250" y="2996933"/>
                </a:lnTo>
                <a:lnTo>
                  <a:pt x="3905720" y="2998051"/>
                </a:lnTo>
                <a:lnTo>
                  <a:pt x="3907574" y="2999917"/>
                </a:lnTo>
                <a:lnTo>
                  <a:pt x="3908704" y="3000375"/>
                </a:lnTo>
                <a:lnTo>
                  <a:pt x="3911333" y="3000375"/>
                </a:lnTo>
                <a:lnTo>
                  <a:pt x="3912451" y="2999917"/>
                </a:lnTo>
                <a:lnTo>
                  <a:pt x="3914317" y="2998051"/>
                </a:lnTo>
                <a:lnTo>
                  <a:pt x="3914775" y="2996933"/>
                </a:lnTo>
                <a:lnTo>
                  <a:pt x="3914775" y="2994304"/>
                </a:lnTo>
                <a:close/>
              </a:path>
              <a:path w="9867900" h="3000375">
                <a:moveTo>
                  <a:pt x="3914775" y="2567038"/>
                </a:moveTo>
                <a:lnTo>
                  <a:pt x="3914317" y="2565920"/>
                </a:lnTo>
                <a:lnTo>
                  <a:pt x="3912451" y="2564053"/>
                </a:lnTo>
                <a:lnTo>
                  <a:pt x="3911333" y="2563596"/>
                </a:lnTo>
                <a:lnTo>
                  <a:pt x="3908704" y="2563596"/>
                </a:lnTo>
                <a:lnTo>
                  <a:pt x="3907574" y="2564053"/>
                </a:lnTo>
                <a:lnTo>
                  <a:pt x="3905720" y="2565920"/>
                </a:lnTo>
                <a:lnTo>
                  <a:pt x="3905250" y="2567038"/>
                </a:lnTo>
                <a:lnTo>
                  <a:pt x="3905250" y="2569667"/>
                </a:lnTo>
                <a:lnTo>
                  <a:pt x="3905720" y="2570797"/>
                </a:lnTo>
                <a:lnTo>
                  <a:pt x="3907574" y="2572651"/>
                </a:lnTo>
                <a:lnTo>
                  <a:pt x="3908704" y="2573121"/>
                </a:lnTo>
                <a:lnTo>
                  <a:pt x="3911333" y="2573121"/>
                </a:lnTo>
                <a:lnTo>
                  <a:pt x="3912451" y="2572651"/>
                </a:lnTo>
                <a:lnTo>
                  <a:pt x="3914317" y="2570797"/>
                </a:lnTo>
                <a:lnTo>
                  <a:pt x="3914775" y="2569667"/>
                </a:lnTo>
                <a:lnTo>
                  <a:pt x="3914775" y="2567038"/>
                </a:lnTo>
                <a:close/>
              </a:path>
              <a:path w="9867900" h="3000375">
                <a:moveTo>
                  <a:pt x="3914775" y="2139772"/>
                </a:moveTo>
                <a:lnTo>
                  <a:pt x="3914317" y="2138654"/>
                </a:lnTo>
                <a:lnTo>
                  <a:pt x="3912451" y="2136787"/>
                </a:lnTo>
                <a:lnTo>
                  <a:pt x="3911333" y="2136330"/>
                </a:lnTo>
                <a:lnTo>
                  <a:pt x="3908704" y="2136330"/>
                </a:lnTo>
                <a:lnTo>
                  <a:pt x="3907574" y="2136787"/>
                </a:lnTo>
                <a:lnTo>
                  <a:pt x="3905720" y="2138654"/>
                </a:lnTo>
                <a:lnTo>
                  <a:pt x="3905250" y="2139772"/>
                </a:lnTo>
                <a:lnTo>
                  <a:pt x="3905250" y="2142401"/>
                </a:lnTo>
                <a:lnTo>
                  <a:pt x="3905720" y="2143531"/>
                </a:lnTo>
                <a:lnTo>
                  <a:pt x="3907574" y="2145385"/>
                </a:lnTo>
                <a:lnTo>
                  <a:pt x="3908704" y="2145855"/>
                </a:lnTo>
                <a:lnTo>
                  <a:pt x="3911333" y="2145855"/>
                </a:lnTo>
                <a:lnTo>
                  <a:pt x="3912451" y="2145385"/>
                </a:lnTo>
                <a:lnTo>
                  <a:pt x="3914317" y="2143531"/>
                </a:lnTo>
                <a:lnTo>
                  <a:pt x="3914775" y="2142401"/>
                </a:lnTo>
                <a:lnTo>
                  <a:pt x="3914775" y="2139772"/>
                </a:lnTo>
                <a:close/>
              </a:path>
              <a:path w="9867900" h="3000375">
                <a:moveTo>
                  <a:pt x="3914775" y="1712506"/>
                </a:moveTo>
                <a:lnTo>
                  <a:pt x="3914317" y="1711388"/>
                </a:lnTo>
                <a:lnTo>
                  <a:pt x="3912451" y="1709534"/>
                </a:lnTo>
                <a:lnTo>
                  <a:pt x="3911333" y="1709064"/>
                </a:lnTo>
                <a:lnTo>
                  <a:pt x="3908704" y="1709064"/>
                </a:lnTo>
                <a:lnTo>
                  <a:pt x="3907574" y="1709534"/>
                </a:lnTo>
                <a:lnTo>
                  <a:pt x="3905720" y="1711388"/>
                </a:lnTo>
                <a:lnTo>
                  <a:pt x="3905250" y="1712506"/>
                </a:lnTo>
                <a:lnTo>
                  <a:pt x="3905250" y="1715135"/>
                </a:lnTo>
                <a:lnTo>
                  <a:pt x="3905720" y="1716265"/>
                </a:lnTo>
                <a:lnTo>
                  <a:pt x="3907574" y="1718119"/>
                </a:lnTo>
                <a:lnTo>
                  <a:pt x="3908704" y="1718589"/>
                </a:lnTo>
                <a:lnTo>
                  <a:pt x="3911333" y="1718589"/>
                </a:lnTo>
                <a:lnTo>
                  <a:pt x="3912451" y="1718119"/>
                </a:lnTo>
                <a:lnTo>
                  <a:pt x="3914317" y="1716265"/>
                </a:lnTo>
                <a:lnTo>
                  <a:pt x="3914775" y="1715135"/>
                </a:lnTo>
                <a:lnTo>
                  <a:pt x="3914775" y="1712506"/>
                </a:lnTo>
                <a:close/>
              </a:path>
              <a:path w="9867900" h="3000375">
                <a:moveTo>
                  <a:pt x="3914775" y="1285252"/>
                </a:moveTo>
                <a:lnTo>
                  <a:pt x="3914317" y="1284122"/>
                </a:lnTo>
                <a:lnTo>
                  <a:pt x="3912451" y="1282268"/>
                </a:lnTo>
                <a:lnTo>
                  <a:pt x="3911333" y="1281798"/>
                </a:lnTo>
                <a:lnTo>
                  <a:pt x="3908704" y="1281798"/>
                </a:lnTo>
                <a:lnTo>
                  <a:pt x="3907574" y="1282268"/>
                </a:lnTo>
                <a:lnTo>
                  <a:pt x="3905720" y="1284122"/>
                </a:lnTo>
                <a:lnTo>
                  <a:pt x="3905250" y="1285252"/>
                </a:lnTo>
                <a:lnTo>
                  <a:pt x="3905250" y="1287881"/>
                </a:lnTo>
                <a:lnTo>
                  <a:pt x="3905720" y="1288999"/>
                </a:lnTo>
                <a:lnTo>
                  <a:pt x="3907574" y="1290853"/>
                </a:lnTo>
                <a:lnTo>
                  <a:pt x="3908704" y="1291323"/>
                </a:lnTo>
                <a:lnTo>
                  <a:pt x="3911333" y="1291323"/>
                </a:lnTo>
                <a:lnTo>
                  <a:pt x="3912451" y="1290853"/>
                </a:lnTo>
                <a:lnTo>
                  <a:pt x="3914317" y="1288999"/>
                </a:lnTo>
                <a:lnTo>
                  <a:pt x="3914775" y="1287881"/>
                </a:lnTo>
                <a:lnTo>
                  <a:pt x="3914775" y="1285252"/>
                </a:lnTo>
                <a:close/>
              </a:path>
              <a:path w="9867900" h="3000375">
                <a:moveTo>
                  <a:pt x="3914775" y="857986"/>
                </a:moveTo>
                <a:lnTo>
                  <a:pt x="3914317" y="856856"/>
                </a:lnTo>
                <a:lnTo>
                  <a:pt x="3912451" y="855002"/>
                </a:lnTo>
                <a:lnTo>
                  <a:pt x="3911333" y="854532"/>
                </a:lnTo>
                <a:lnTo>
                  <a:pt x="3908704" y="854532"/>
                </a:lnTo>
                <a:lnTo>
                  <a:pt x="3907574" y="855002"/>
                </a:lnTo>
                <a:lnTo>
                  <a:pt x="3905720" y="856856"/>
                </a:lnTo>
                <a:lnTo>
                  <a:pt x="3905250" y="857986"/>
                </a:lnTo>
                <a:lnTo>
                  <a:pt x="3905250" y="860615"/>
                </a:lnTo>
                <a:lnTo>
                  <a:pt x="3905720" y="861733"/>
                </a:lnTo>
                <a:lnTo>
                  <a:pt x="3907574" y="863600"/>
                </a:lnTo>
                <a:lnTo>
                  <a:pt x="3908704" y="864057"/>
                </a:lnTo>
                <a:lnTo>
                  <a:pt x="3911333" y="864057"/>
                </a:lnTo>
                <a:lnTo>
                  <a:pt x="3912451" y="863600"/>
                </a:lnTo>
                <a:lnTo>
                  <a:pt x="3914317" y="861733"/>
                </a:lnTo>
                <a:lnTo>
                  <a:pt x="3914775" y="860615"/>
                </a:lnTo>
                <a:lnTo>
                  <a:pt x="3914775" y="857986"/>
                </a:lnTo>
                <a:close/>
              </a:path>
              <a:path w="9867900" h="3000375">
                <a:moveTo>
                  <a:pt x="3914775" y="430720"/>
                </a:moveTo>
                <a:lnTo>
                  <a:pt x="3914317" y="429590"/>
                </a:lnTo>
                <a:lnTo>
                  <a:pt x="3912451" y="427736"/>
                </a:lnTo>
                <a:lnTo>
                  <a:pt x="3911333" y="427266"/>
                </a:lnTo>
                <a:lnTo>
                  <a:pt x="3908704" y="427266"/>
                </a:lnTo>
                <a:lnTo>
                  <a:pt x="3907574" y="427736"/>
                </a:lnTo>
                <a:lnTo>
                  <a:pt x="3905720" y="429590"/>
                </a:lnTo>
                <a:lnTo>
                  <a:pt x="3905250" y="430720"/>
                </a:lnTo>
                <a:lnTo>
                  <a:pt x="3905250" y="433349"/>
                </a:lnTo>
                <a:lnTo>
                  <a:pt x="3905720" y="434467"/>
                </a:lnTo>
                <a:lnTo>
                  <a:pt x="3907574" y="436333"/>
                </a:lnTo>
                <a:lnTo>
                  <a:pt x="3908704" y="436791"/>
                </a:lnTo>
                <a:lnTo>
                  <a:pt x="3911333" y="436791"/>
                </a:lnTo>
                <a:lnTo>
                  <a:pt x="3912451" y="436333"/>
                </a:lnTo>
                <a:lnTo>
                  <a:pt x="3914317" y="434467"/>
                </a:lnTo>
                <a:lnTo>
                  <a:pt x="3914775" y="433349"/>
                </a:lnTo>
                <a:lnTo>
                  <a:pt x="3914775" y="430720"/>
                </a:lnTo>
                <a:close/>
              </a:path>
              <a:path w="9867900" h="300037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9867900" h="3000375">
                <a:moveTo>
                  <a:pt x="3962400" y="2994304"/>
                </a:moveTo>
                <a:lnTo>
                  <a:pt x="3961942" y="2993186"/>
                </a:lnTo>
                <a:lnTo>
                  <a:pt x="3960076" y="2991320"/>
                </a:lnTo>
                <a:lnTo>
                  <a:pt x="3958958" y="2990850"/>
                </a:lnTo>
                <a:lnTo>
                  <a:pt x="3956329" y="2990850"/>
                </a:lnTo>
                <a:lnTo>
                  <a:pt x="3955211" y="2991320"/>
                </a:lnTo>
                <a:lnTo>
                  <a:pt x="3953345" y="2993186"/>
                </a:lnTo>
                <a:lnTo>
                  <a:pt x="3952875" y="2994304"/>
                </a:lnTo>
                <a:lnTo>
                  <a:pt x="3952875" y="2996933"/>
                </a:lnTo>
                <a:lnTo>
                  <a:pt x="3953345" y="2998051"/>
                </a:lnTo>
                <a:lnTo>
                  <a:pt x="3955211" y="2999917"/>
                </a:lnTo>
                <a:lnTo>
                  <a:pt x="3956329" y="3000375"/>
                </a:lnTo>
                <a:lnTo>
                  <a:pt x="3958958" y="3000375"/>
                </a:lnTo>
                <a:lnTo>
                  <a:pt x="3960076" y="2999917"/>
                </a:lnTo>
                <a:lnTo>
                  <a:pt x="3961942" y="2998051"/>
                </a:lnTo>
                <a:lnTo>
                  <a:pt x="3962400" y="2996933"/>
                </a:lnTo>
                <a:lnTo>
                  <a:pt x="3962400" y="2994304"/>
                </a:lnTo>
                <a:close/>
              </a:path>
              <a:path w="9867900" h="3000375">
                <a:moveTo>
                  <a:pt x="3962400" y="2567038"/>
                </a:moveTo>
                <a:lnTo>
                  <a:pt x="3961942" y="2565920"/>
                </a:lnTo>
                <a:lnTo>
                  <a:pt x="3960076" y="2564053"/>
                </a:lnTo>
                <a:lnTo>
                  <a:pt x="3958958" y="2563596"/>
                </a:lnTo>
                <a:lnTo>
                  <a:pt x="3956329" y="2563596"/>
                </a:lnTo>
                <a:lnTo>
                  <a:pt x="3955211" y="2564053"/>
                </a:lnTo>
                <a:lnTo>
                  <a:pt x="3953345" y="2565920"/>
                </a:lnTo>
                <a:lnTo>
                  <a:pt x="3952875" y="2567038"/>
                </a:lnTo>
                <a:lnTo>
                  <a:pt x="3952875" y="2569667"/>
                </a:lnTo>
                <a:lnTo>
                  <a:pt x="3953345" y="2570797"/>
                </a:lnTo>
                <a:lnTo>
                  <a:pt x="3955211" y="2572651"/>
                </a:lnTo>
                <a:lnTo>
                  <a:pt x="3956329" y="2573121"/>
                </a:lnTo>
                <a:lnTo>
                  <a:pt x="3958958" y="2573121"/>
                </a:lnTo>
                <a:lnTo>
                  <a:pt x="3960076" y="2572651"/>
                </a:lnTo>
                <a:lnTo>
                  <a:pt x="3961942" y="2570797"/>
                </a:lnTo>
                <a:lnTo>
                  <a:pt x="3962400" y="2569667"/>
                </a:lnTo>
                <a:lnTo>
                  <a:pt x="3962400" y="2567038"/>
                </a:lnTo>
                <a:close/>
              </a:path>
              <a:path w="9867900" h="3000375">
                <a:moveTo>
                  <a:pt x="3962400" y="2139772"/>
                </a:moveTo>
                <a:lnTo>
                  <a:pt x="3961942" y="2138654"/>
                </a:lnTo>
                <a:lnTo>
                  <a:pt x="3960076" y="2136787"/>
                </a:lnTo>
                <a:lnTo>
                  <a:pt x="3958958" y="2136330"/>
                </a:lnTo>
                <a:lnTo>
                  <a:pt x="3956329" y="2136330"/>
                </a:lnTo>
                <a:lnTo>
                  <a:pt x="3955211" y="2136787"/>
                </a:lnTo>
                <a:lnTo>
                  <a:pt x="3953345" y="2138654"/>
                </a:lnTo>
                <a:lnTo>
                  <a:pt x="3952875" y="2139772"/>
                </a:lnTo>
                <a:lnTo>
                  <a:pt x="3952875" y="2142401"/>
                </a:lnTo>
                <a:lnTo>
                  <a:pt x="3953345" y="2143531"/>
                </a:lnTo>
                <a:lnTo>
                  <a:pt x="3955211" y="2145385"/>
                </a:lnTo>
                <a:lnTo>
                  <a:pt x="3956329" y="2145855"/>
                </a:lnTo>
                <a:lnTo>
                  <a:pt x="3958958" y="2145855"/>
                </a:lnTo>
                <a:lnTo>
                  <a:pt x="3960076" y="2145385"/>
                </a:lnTo>
                <a:lnTo>
                  <a:pt x="3961942" y="2143531"/>
                </a:lnTo>
                <a:lnTo>
                  <a:pt x="3962400" y="2142401"/>
                </a:lnTo>
                <a:lnTo>
                  <a:pt x="3962400" y="2139772"/>
                </a:lnTo>
                <a:close/>
              </a:path>
              <a:path w="9867900" h="3000375">
                <a:moveTo>
                  <a:pt x="3962400" y="1712506"/>
                </a:moveTo>
                <a:lnTo>
                  <a:pt x="3961942" y="1711388"/>
                </a:lnTo>
                <a:lnTo>
                  <a:pt x="3960076" y="1709534"/>
                </a:lnTo>
                <a:lnTo>
                  <a:pt x="3958958" y="1709064"/>
                </a:lnTo>
                <a:lnTo>
                  <a:pt x="3956329" y="1709064"/>
                </a:lnTo>
                <a:lnTo>
                  <a:pt x="3955211" y="1709534"/>
                </a:lnTo>
                <a:lnTo>
                  <a:pt x="3953345" y="1711388"/>
                </a:lnTo>
                <a:lnTo>
                  <a:pt x="3952875" y="1712506"/>
                </a:lnTo>
                <a:lnTo>
                  <a:pt x="3952875" y="1715135"/>
                </a:lnTo>
                <a:lnTo>
                  <a:pt x="3953345" y="1716265"/>
                </a:lnTo>
                <a:lnTo>
                  <a:pt x="3955211" y="1718119"/>
                </a:lnTo>
                <a:lnTo>
                  <a:pt x="3956329" y="1718589"/>
                </a:lnTo>
                <a:lnTo>
                  <a:pt x="3958958" y="1718589"/>
                </a:lnTo>
                <a:lnTo>
                  <a:pt x="3960076" y="1718119"/>
                </a:lnTo>
                <a:lnTo>
                  <a:pt x="3961942" y="1716265"/>
                </a:lnTo>
                <a:lnTo>
                  <a:pt x="3962400" y="1715135"/>
                </a:lnTo>
                <a:lnTo>
                  <a:pt x="3962400" y="1712506"/>
                </a:lnTo>
                <a:close/>
              </a:path>
              <a:path w="9867900" h="3000375">
                <a:moveTo>
                  <a:pt x="3962400" y="1285252"/>
                </a:moveTo>
                <a:lnTo>
                  <a:pt x="3961942" y="1284122"/>
                </a:lnTo>
                <a:lnTo>
                  <a:pt x="3960076" y="1282268"/>
                </a:lnTo>
                <a:lnTo>
                  <a:pt x="3958958" y="1281798"/>
                </a:lnTo>
                <a:lnTo>
                  <a:pt x="3956329" y="1281798"/>
                </a:lnTo>
                <a:lnTo>
                  <a:pt x="3955211" y="1282268"/>
                </a:lnTo>
                <a:lnTo>
                  <a:pt x="3953345" y="1284122"/>
                </a:lnTo>
                <a:lnTo>
                  <a:pt x="3952875" y="1285252"/>
                </a:lnTo>
                <a:lnTo>
                  <a:pt x="3952875" y="1287881"/>
                </a:lnTo>
                <a:lnTo>
                  <a:pt x="3953345" y="1288999"/>
                </a:lnTo>
                <a:lnTo>
                  <a:pt x="3955211" y="1290853"/>
                </a:lnTo>
                <a:lnTo>
                  <a:pt x="3956329" y="1291323"/>
                </a:lnTo>
                <a:lnTo>
                  <a:pt x="3958958" y="1291323"/>
                </a:lnTo>
                <a:lnTo>
                  <a:pt x="3960076" y="1290853"/>
                </a:lnTo>
                <a:lnTo>
                  <a:pt x="3961942" y="1288999"/>
                </a:lnTo>
                <a:lnTo>
                  <a:pt x="3962400" y="1287881"/>
                </a:lnTo>
                <a:lnTo>
                  <a:pt x="3962400" y="1285252"/>
                </a:lnTo>
                <a:close/>
              </a:path>
              <a:path w="9867900" h="3000375">
                <a:moveTo>
                  <a:pt x="3962400" y="857986"/>
                </a:moveTo>
                <a:lnTo>
                  <a:pt x="3961942" y="856856"/>
                </a:lnTo>
                <a:lnTo>
                  <a:pt x="3960076" y="855002"/>
                </a:lnTo>
                <a:lnTo>
                  <a:pt x="3958958" y="854532"/>
                </a:lnTo>
                <a:lnTo>
                  <a:pt x="3956329" y="854532"/>
                </a:lnTo>
                <a:lnTo>
                  <a:pt x="3955211" y="855002"/>
                </a:lnTo>
                <a:lnTo>
                  <a:pt x="3953345" y="856856"/>
                </a:lnTo>
                <a:lnTo>
                  <a:pt x="3952875" y="857986"/>
                </a:lnTo>
                <a:lnTo>
                  <a:pt x="3952875" y="860615"/>
                </a:lnTo>
                <a:lnTo>
                  <a:pt x="3953345" y="861733"/>
                </a:lnTo>
                <a:lnTo>
                  <a:pt x="3955211" y="863600"/>
                </a:lnTo>
                <a:lnTo>
                  <a:pt x="3956329" y="864057"/>
                </a:lnTo>
                <a:lnTo>
                  <a:pt x="3958958" y="864057"/>
                </a:lnTo>
                <a:lnTo>
                  <a:pt x="3960076" y="863600"/>
                </a:lnTo>
                <a:lnTo>
                  <a:pt x="3961942" y="861733"/>
                </a:lnTo>
                <a:lnTo>
                  <a:pt x="3962400" y="860615"/>
                </a:lnTo>
                <a:lnTo>
                  <a:pt x="3962400" y="857986"/>
                </a:lnTo>
                <a:close/>
              </a:path>
              <a:path w="9867900" h="3000375">
                <a:moveTo>
                  <a:pt x="3962400" y="430720"/>
                </a:moveTo>
                <a:lnTo>
                  <a:pt x="3961942" y="429590"/>
                </a:lnTo>
                <a:lnTo>
                  <a:pt x="3960076" y="427736"/>
                </a:lnTo>
                <a:lnTo>
                  <a:pt x="3958958" y="427266"/>
                </a:lnTo>
                <a:lnTo>
                  <a:pt x="3956329" y="427266"/>
                </a:lnTo>
                <a:lnTo>
                  <a:pt x="3955211" y="427736"/>
                </a:lnTo>
                <a:lnTo>
                  <a:pt x="3953345" y="429590"/>
                </a:lnTo>
                <a:lnTo>
                  <a:pt x="3952875" y="430720"/>
                </a:lnTo>
                <a:lnTo>
                  <a:pt x="3952875" y="433349"/>
                </a:lnTo>
                <a:lnTo>
                  <a:pt x="3953345" y="434467"/>
                </a:lnTo>
                <a:lnTo>
                  <a:pt x="3955211" y="436333"/>
                </a:lnTo>
                <a:lnTo>
                  <a:pt x="3956329" y="436791"/>
                </a:lnTo>
                <a:lnTo>
                  <a:pt x="3958958" y="436791"/>
                </a:lnTo>
                <a:lnTo>
                  <a:pt x="3960076" y="436333"/>
                </a:lnTo>
                <a:lnTo>
                  <a:pt x="3961942" y="434467"/>
                </a:lnTo>
                <a:lnTo>
                  <a:pt x="3962400" y="433349"/>
                </a:lnTo>
                <a:lnTo>
                  <a:pt x="3962400" y="430720"/>
                </a:lnTo>
                <a:close/>
              </a:path>
              <a:path w="9867900" h="300037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9867900" h="3000375">
                <a:moveTo>
                  <a:pt x="4010025" y="2994304"/>
                </a:moveTo>
                <a:lnTo>
                  <a:pt x="4009567" y="2993186"/>
                </a:lnTo>
                <a:lnTo>
                  <a:pt x="4007701" y="2991320"/>
                </a:lnTo>
                <a:lnTo>
                  <a:pt x="4006583" y="2990850"/>
                </a:lnTo>
                <a:lnTo>
                  <a:pt x="4003954" y="2990850"/>
                </a:lnTo>
                <a:lnTo>
                  <a:pt x="4002836" y="2991320"/>
                </a:lnTo>
                <a:lnTo>
                  <a:pt x="4000970" y="2993186"/>
                </a:lnTo>
                <a:lnTo>
                  <a:pt x="4000500" y="2994304"/>
                </a:lnTo>
                <a:lnTo>
                  <a:pt x="4000500" y="2996933"/>
                </a:lnTo>
                <a:lnTo>
                  <a:pt x="4000970" y="2998051"/>
                </a:lnTo>
                <a:lnTo>
                  <a:pt x="4002836" y="2999917"/>
                </a:lnTo>
                <a:lnTo>
                  <a:pt x="4003954" y="3000375"/>
                </a:lnTo>
                <a:lnTo>
                  <a:pt x="4006583" y="3000375"/>
                </a:lnTo>
                <a:lnTo>
                  <a:pt x="4007701" y="2999917"/>
                </a:lnTo>
                <a:lnTo>
                  <a:pt x="4009567" y="2998051"/>
                </a:lnTo>
                <a:lnTo>
                  <a:pt x="4010025" y="2996933"/>
                </a:lnTo>
                <a:lnTo>
                  <a:pt x="4010025" y="2994304"/>
                </a:lnTo>
                <a:close/>
              </a:path>
              <a:path w="9867900" h="3000375">
                <a:moveTo>
                  <a:pt x="4010025" y="2567038"/>
                </a:moveTo>
                <a:lnTo>
                  <a:pt x="4009567" y="2565920"/>
                </a:lnTo>
                <a:lnTo>
                  <a:pt x="4007701" y="2564053"/>
                </a:lnTo>
                <a:lnTo>
                  <a:pt x="4006583" y="2563596"/>
                </a:lnTo>
                <a:lnTo>
                  <a:pt x="4003954" y="2563596"/>
                </a:lnTo>
                <a:lnTo>
                  <a:pt x="4002836" y="2564053"/>
                </a:lnTo>
                <a:lnTo>
                  <a:pt x="4000970" y="2565920"/>
                </a:lnTo>
                <a:lnTo>
                  <a:pt x="4000500" y="2567038"/>
                </a:lnTo>
                <a:lnTo>
                  <a:pt x="4000500" y="2569667"/>
                </a:lnTo>
                <a:lnTo>
                  <a:pt x="4000970" y="2570797"/>
                </a:lnTo>
                <a:lnTo>
                  <a:pt x="4002836" y="2572651"/>
                </a:lnTo>
                <a:lnTo>
                  <a:pt x="4003954" y="2573121"/>
                </a:lnTo>
                <a:lnTo>
                  <a:pt x="4006583" y="2573121"/>
                </a:lnTo>
                <a:lnTo>
                  <a:pt x="4007701" y="2572651"/>
                </a:lnTo>
                <a:lnTo>
                  <a:pt x="4009567" y="2570797"/>
                </a:lnTo>
                <a:lnTo>
                  <a:pt x="4010025" y="2569667"/>
                </a:lnTo>
                <a:lnTo>
                  <a:pt x="4010025" y="2567038"/>
                </a:lnTo>
                <a:close/>
              </a:path>
              <a:path w="9867900" h="3000375">
                <a:moveTo>
                  <a:pt x="4010025" y="2139772"/>
                </a:moveTo>
                <a:lnTo>
                  <a:pt x="4009567" y="2138654"/>
                </a:lnTo>
                <a:lnTo>
                  <a:pt x="4007701" y="2136787"/>
                </a:lnTo>
                <a:lnTo>
                  <a:pt x="4006583" y="2136330"/>
                </a:lnTo>
                <a:lnTo>
                  <a:pt x="4003954" y="2136330"/>
                </a:lnTo>
                <a:lnTo>
                  <a:pt x="4002836" y="2136787"/>
                </a:lnTo>
                <a:lnTo>
                  <a:pt x="4000970" y="2138654"/>
                </a:lnTo>
                <a:lnTo>
                  <a:pt x="4000500" y="2139772"/>
                </a:lnTo>
                <a:lnTo>
                  <a:pt x="4000500" y="2142401"/>
                </a:lnTo>
                <a:lnTo>
                  <a:pt x="4000970" y="2143531"/>
                </a:lnTo>
                <a:lnTo>
                  <a:pt x="4002836" y="2145385"/>
                </a:lnTo>
                <a:lnTo>
                  <a:pt x="4003954" y="2145855"/>
                </a:lnTo>
                <a:lnTo>
                  <a:pt x="4006583" y="2145855"/>
                </a:lnTo>
                <a:lnTo>
                  <a:pt x="4007701" y="2145385"/>
                </a:lnTo>
                <a:lnTo>
                  <a:pt x="4009567" y="2143531"/>
                </a:lnTo>
                <a:lnTo>
                  <a:pt x="4010025" y="2142401"/>
                </a:lnTo>
                <a:lnTo>
                  <a:pt x="4010025" y="2139772"/>
                </a:lnTo>
                <a:close/>
              </a:path>
              <a:path w="9867900" h="3000375">
                <a:moveTo>
                  <a:pt x="4010025" y="1712506"/>
                </a:moveTo>
                <a:lnTo>
                  <a:pt x="4009567" y="1711388"/>
                </a:lnTo>
                <a:lnTo>
                  <a:pt x="4007701" y="1709534"/>
                </a:lnTo>
                <a:lnTo>
                  <a:pt x="4006583" y="1709064"/>
                </a:lnTo>
                <a:lnTo>
                  <a:pt x="4003954" y="1709064"/>
                </a:lnTo>
                <a:lnTo>
                  <a:pt x="4002836" y="1709534"/>
                </a:lnTo>
                <a:lnTo>
                  <a:pt x="4000970" y="1711388"/>
                </a:lnTo>
                <a:lnTo>
                  <a:pt x="4000500" y="1712506"/>
                </a:lnTo>
                <a:lnTo>
                  <a:pt x="4000500" y="1715135"/>
                </a:lnTo>
                <a:lnTo>
                  <a:pt x="4000970" y="1716265"/>
                </a:lnTo>
                <a:lnTo>
                  <a:pt x="4002836" y="1718119"/>
                </a:lnTo>
                <a:lnTo>
                  <a:pt x="4003954" y="1718589"/>
                </a:lnTo>
                <a:lnTo>
                  <a:pt x="4006583" y="1718589"/>
                </a:lnTo>
                <a:lnTo>
                  <a:pt x="4007701" y="1718119"/>
                </a:lnTo>
                <a:lnTo>
                  <a:pt x="4009567" y="1716265"/>
                </a:lnTo>
                <a:lnTo>
                  <a:pt x="4010025" y="1715135"/>
                </a:lnTo>
                <a:lnTo>
                  <a:pt x="4010025" y="1712506"/>
                </a:lnTo>
                <a:close/>
              </a:path>
              <a:path w="9867900" h="3000375">
                <a:moveTo>
                  <a:pt x="4010025" y="1285252"/>
                </a:moveTo>
                <a:lnTo>
                  <a:pt x="4009567" y="1284122"/>
                </a:lnTo>
                <a:lnTo>
                  <a:pt x="4007701" y="1282268"/>
                </a:lnTo>
                <a:lnTo>
                  <a:pt x="4006583" y="1281798"/>
                </a:lnTo>
                <a:lnTo>
                  <a:pt x="4003954" y="1281798"/>
                </a:lnTo>
                <a:lnTo>
                  <a:pt x="4002836" y="1282268"/>
                </a:lnTo>
                <a:lnTo>
                  <a:pt x="4000970" y="1284122"/>
                </a:lnTo>
                <a:lnTo>
                  <a:pt x="4000500" y="1285252"/>
                </a:lnTo>
                <a:lnTo>
                  <a:pt x="4000500" y="1287881"/>
                </a:lnTo>
                <a:lnTo>
                  <a:pt x="4000970" y="1288999"/>
                </a:lnTo>
                <a:lnTo>
                  <a:pt x="4002836" y="1290853"/>
                </a:lnTo>
                <a:lnTo>
                  <a:pt x="4003954" y="1291323"/>
                </a:lnTo>
                <a:lnTo>
                  <a:pt x="4006583" y="1291323"/>
                </a:lnTo>
                <a:lnTo>
                  <a:pt x="4007701" y="1290853"/>
                </a:lnTo>
                <a:lnTo>
                  <a:pt x="4009567" y="1288999"/>
                </a:lnTo>
                <a:lnTo>
                  <a:pt x="4010025" y="1287881"/>
                </a:lnTo>
                <a:lnTo>
                  <a:pt x="4010025" y="1285252"/>
                </a:lnTo>
                <a:close/>
              </a:path>
              <a:path w="9867900" h="3000375">
                <a:moveTo>
                  <a:pt x="4010025" y="857986"/>
                </a:moveTo>
                <a:lnTo>
                  <a:pt x="4009567" y="856856"/>
                </a:lnTo>
                <a:lnTo>
                  <a:pt x="4007701" y="855002"/>
                </a:lnTo>
                <a:lnTo>
                  <a:pt x="4006583" y="854532"/>
                </a:lnTo>
                <a:lnTo>
                  <a:pt x="4003954" y="854532"/>
                </a:lnTo>
                <a:lnTo>
                  <a:pt x="4002836" y="855002"/>
                </a:lnTo>
                <a:lnTo>
                  <a:pt x="4000970" y="856856"/>
                </a:lnTo>
                <a:lnTo>
                  <a:pt x="4000500" y="857986"/>
                </a:lnTo>
                <a:lnTo>
                  <a:pt x="4000500" y="860615"/>
                </a:lnTo>
                <a:lnTo>
                  <a:pt x="4000970" y="861733"/>
                </a:lnTo>
                <a:lnTo>
                  <a:pt x="4002836" y="863600"/>
                </a:lnTo>
                <a:lnTo>
                  <a:pt x="4003954" y="864057"/>
                </a:lnTo>
                <a:lnTo>
                  <a:pt x="4006583" y="864057"/>
                </a:lnTo>
                <a:lnTo>
                  <a:pt x="4007701" y="863600"/>
                </a:lnTo>
                <a:lnTo>
                  <a:pt x="4009567" y="861733"/>
                </a:lnTo>
                <a:lnTo>
                  <a:pt x="4010025" y="860615"/>
                </a:lnTo>
                <a:lnTo>
                  <a:pt x="4010025" y="857986"/>
                </a:lnTo>
                <a:close/>
              </a:path>
              <a:path w="9867900" h="3000375">
                <a:moveTo>
                  <a:pt x="4010025" y="430720"/>
                </a:moveTo>
                <a:lnTo>
                  <a:pt x="4009567" y="429590"/>
                </a:lnTo>
                <a:lnTo>
                  <a:pt x="4007701" y="427736"/>
                </a:lnTo>
                <a:lnTo>
                  <a:pt x="4006583" y="427266"/>
                </a:lnTo>
                <a:lnTo>
                  <a:pt x="4003954" y="427266"/>
                </a:lnTo>
                <a:lnTo>
                  <a:pt x="4002836" y="427736"/>
                </a:lnTo>
                <a:lnTo>
                  <a:pt x="4000970" y="429590"/>
                </a:lnTo>
                <a:lnTo>
                  <a:pt x="4000500" y="430720"/>
                </a:lnTo>
                <a:lnTo>
                  <a:pt x="4000500" y="433349"/>
                </a:lnTo>
                <a:lnTo>
                  <a:pt x="4000970" y="434467"/>
                </a:lnTo>
                <a:lnTo>
                  <a:pt x="4002836" y="436333"/>
                </a:lnTo>
                <a:lnTo>
                  <a:pt x="4003954" y="436791"/>
                </a:lnTo>
                <a:lnTo>
                  <a:pt x="4006583" y="436791"/>
                </a:lnTo>
                <a:lnTo>
                  <a:pt x="4007701" y="436333"/>
                </a:lnTo>
                <a:lnTo>
                  <a:pt x="4009567" y="434467"/>
                </a:lnTo>
                <a:lnTo>
                  <a:pt x="4010025" y="433349"/>
                </a:lnTo>
                <a:lnTo>
                  <a:pt x="4010025" y="430720"/>
                </a:lnTo>
                <a:close/>
              </a:path>
              <a:path w="9867900" h="300037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9867900" h="3000375">
                <a:moveTo>
                  <a:pt x="4057650" y="2994304"/>
                </a:moveTo>
                <a:lnTo>
                  <a:pt x="4057192" y="2993186"/>
                </a:lnTo>
                <a:lnTo>
                  <a:pt x="4055326" y="2991320"/>
                </a:lnTo>
                <a:lnTo>
                  <a:pt x="4054208" y="2990850"/>
                </a:lnTo>
                <a:lnTo>
                  <a:pt x="4051579" y="2990850"/>
                </a:lnTo>
                <a:lnTo>
                  <a:pt x="4050461" y="2991320"/>
                </a:lnTo>
                <a:lnTo>
                  <a:pt x="4048595" y="2993186"/>
                </a:lnTo>
                <a:lnTo>
                  <a:pt x="4048125" y="2994304"/>
                </a:lnTo>
                <a:lnTo>
                  <a:pt x="4048125" y="2996933"/>
                </a:lnTo>
                <a:lnTo>
                  <a:pt x="4048595" y="2998051"/>
                </a:lnTo>
                <a:lnTo>
                  <a:pt x="4050461" y="2999917"/>
                </a:lnTo>
                <a:lnTo>
                  <a:pt x="4051579" y="3000375"/>
                </a:lnTo>
                <a:lnTo>
                  <a:pt x="4054208" y="3000375"/>
                </a:lnTo>
                <a:lnTo>
                  <a:pt x="4055326" y="2999917"/>
                </a:lnTo>
                <a:lnTo>
                  <a:pt x="4057192" y="2998051"/>
                </a:lnTo>
                <a:lnTo>
                  <a:pt x="4057650" y="2996933"/>
                </a:lnTo>
                <a:lnTo>
                  <a:pt x="4057650" y="2994304"/>
                </a:lnTo>
                <a:close/>
              </a:path>
              <a:path w="9867900" h="3000375">
                <a:moveTo>
                  <a:pt x="4057650" y="2567038"/>
                </a:moveTo>
                <a:lnTo>
                  <a:pt x="4057192" y="2565920"/>
                </a:lnTo>
                <a:lnTo>
                  <a:pt x="4055326" y="2564053"/>
                </a:lnTo>
                <a:lnTo>
                  <a:pt x="4054208" y="2563596"/>
                </a:lnTo>
                <a:lnTo>
                  <a:pt x="4051579" y="2563596"/>
                </a:lnTo>
                <a:lnTo>
                  <a:pt x="4050461" y="2564053"/>
                </a:lnTo>
                <a:lnTo>
                  <a:pt x="4048595" y="2565920"/>
                </a:lnTo>
                <a:lnTo>
                  <a:pt x="4048125" y="2567038"/>
                </a:lnTo>
                <a:lnTo>
                  <a:pt x="4048125" y="2569667"/>
                </a:lnTo>
                <a:lnTo>
                  <a:pt x="4048595" y="2570797"/>
                </a:lnTo>
                <a:lnTo>
                  <a:pt x="4050461" y="2572651"/>
                </a:lnTo>
                <a:lnTo>
                  <a:pt x="4051579" y="2573121"/>
                </a:lnTo>
                <a:lnTo>
                  <a:pt x="4054208" y="2573121"/>
                </a:lnTo>
                <a:lnTo>
                  <a:pt x="4055326" y="2572651"/>
                </a:lnTo>
                <a:lnTo>
                  <a:pt x="4057192" y="2570797"/>
                </a:lnTo>
                <a:lnTo>
                  <a:pt x="4057650" y="2569667"/>
                </a:lnTo>
                <a:lnTo>
                  <a:pt x="4057650" y="2567038"/>
                </a:lnTo>
                <a:close/>
              </a:path>
              <a:path w="9867900" h="3000375">
                <a:moveTo>
                  <a:pt x="4057650" y="2139772"/>
                </a:moveTo>
                <a:lnTo>
                  <a:pt x="4057192" y="2138654"/>
                </a:lnTo>
                <a:lnTo>
                  <a:pt x="4055326" y="2136787"/>
                </a:lnTo>
                <a:lnTo>
                  <a:pt x="4054208" y="2136330"/>
                </a:lnTo>
                <a:lnTo>
                  <a:pt x="4051579" y="2136330"/>
                </a:lnTo>
                <a:lnTo>
                  <a:pt x="4050461" y="2136787"/>
                </a:lnTo>
                <a:lnTo>
                  <a:pt x="4048595" y="2138654"/>
                </a:lnTo>
                <a:lnTo>
                  <a:pt x="4048125" y="2139772"/>
                </a:lnTo>
                <a:lnTo>
                  <a:pt x="4048125" y="2142401"/>
                </a:lnTo>
                <a:lnTo>
                  <a:pt x="4048595" y="2143531"/>
                </a:lnTo>
                <a:lnTo>
                  <a:pt x="4050461" y="2145385"/>
                </a:lnTo>
                <a:lnTo>
                  <a:pt x="4051579" y="2145855"/>
                </a:lnTo>
                <a:lnTo>
                  <a:pt x="4054208" y="2145855"/>
                </a:lnTo>
                <a:lnTo>
                  <a:pt x="4055326" y="2145385"/>
                </a:lnTo>
                <a:lnTo>
                  <a:pt x="4057192" y="2143531"/>
                </a:lnTo>
                <a:lnTo>
                  <a:pt x="4057650" y="2142401"/>
                </a:lnTo>
                <a:lnTo>
                  <a:pt x="4057650" y="2139772"/>
                </a:lnTo>
                <a:close/>
              </a:path>
              <a:path w="9867900" h="3000375">
                <a:moveTo>
                  <a:pt x="4057650" y="1712506"/>
                </a:moveTo>
                <a:lnTo>
                  <a:pt x="4057192" y="1711388"/>
                </a:lnTo>
                <a:lnTo>
                  <a:pt x="4055326" y="1709534"/>
                </a:lnTo>
                <a:lnTo>
                  <a:pt x="4054208" y="1709064"/>
                </a:lnTo>
                <a:lnTo>
                  <a:pt x="4051579" y="1709064"/>
                </a:lnTo>
                <a:lnTo>
                  <a:pt x="4050461" y="1709534"/>
                </a:lnTo>
                <a:lnTo>
                  <a:pt x="4048595" y="1711388"/>
                </a:lnTo>
                <a:lnTo>
                  <a:pt x="4048125" y="1712506"/>
                </a:lnTo>
                <a:lnTo>
                  <a:pt x="4048125" y="1715135"/>
                </a:lnTo>
                <a:lnTo>
                  <a:pt x="4048595" y="1716265"/>
                </a:lnTo>
                <a:lnTo>
                  <a:pt x="4050461" y="1718119"/>
                </a:lnTo>
                <a:lnTo>
                  <a:pt x="4051579" y="1718589"/>
                </a:lnTo>
                <a:lnTo>
                  <a:pt x="4054208" y="1718589"/>
                </a:lnTo>
                <a:lnTo>
                  <a:pt x="4055326" y="1718119"/>
                </a:lnTo>
                <a:lnTo>
                  <a:pt x="4057192" y="1716265"/>
                </a:lnTo>
                <a:lnTo>
                  <a:pt x="4057650" y="1715135"/>
                </a:lnTo>
                <a:lnTo>
                  <a:pt x="4057650" y="1712506"/>
                </a:lnTo>
                <a:close/>
              </a:path>
              <a:path w="9867900" h="3000375">
                <a:moveTo>
                  <a:pt x="4057650" y="1285252"/>
                </a:moveTo>
                <a:lnTo>
                  <a:pt x="4057192" y="1284122"/>
                </a:lnTo>
                <a:lnTo>
                  <a:pt x="4055326" y="1282268"/>
                </a:lnTo>
                <a:lnTo>
                  <a:pt x="4054208" y="1281798"/>
                </a:lnTo>
                <a:lnTo>
                  <a:pt x="4051579" y="1281798"/>
                </a:lnTo>
                <a:lnTo>
                  <a:pt x="4050461" y="1282268"/>
                </a:lnTo>
                <a:lnTo>
                  <a:pt x="4048595" y="1284122"/>
                </a:lnTo>
                <a:lnTo>
                  <a:pt x="4048125" y="1285252"/>
                </a:lnTo>
                <a:lnTo>
                  <a:pt x="4048125" y="1287881"/>
                </a:lnTo>
                <a:lnTo>
                  <a:pt x="4048595" y="1288999"/>
                </a:lnTo>
                <a:lnTo>
                  <a:pt x="4050461" y="1290853"/>
                </a:lnTo>
                <a:lnTo>
                  <a:pt x="4051579" y="1291323"/>
                </a:lnTo>
                <a:lnTo>
                  <a:pt x="4054208" y="1291323"/>
                </a:lnTo>
                <a:lnTo>
                  <a:pt x="4055326" y="1290853"/>
                </a:lnTo>
                <a:lnTo>
                  <a:pt x="4057192" y="1288999"/>
                </a:lnTo>
                <a:lnTo>
                  <a:pt x="4057650" y="1287881"/>
                </a:lnTo>
                <a:lnTo>
                  <a:pt x="4057650" y="1285252"/>
                </a:lnTo>
                <a:close/>
              </a:path>
              <a:path w="9867900" h="3000375">
                <a:moveTo>
                  <a:pt x="4057650" y="857986"/>
                </a:moveTo>
                <a:lnTo>
                  <a:pt x="4057192" y="856856"/>
                </a:lnTo>
                <a:lnTo>
                  <a:pt x="4055326" y="855002"/>
                </a:lnTo>
                <a:lnTo>
                  <a:pt x="4054208" y="854532"/>
                </a:lnTo>
                <a:lnTo>
                  <a:pt x="4051579" y="854532"/>
                </a:lnTo>
                <a:lnTo>
                  <a:pt x="4050461" y="855002"/>
                </a:lnTo>
                <a:lnTo>
                  <a:pt x="4048595" y="856856"/>
                </a:lnTo>
                <a:lnTo>
                  <a:pt x="4048125" y="857986"/>
                </a:lnTo>
                <a:lnTo>
                  <a:pt x="4048125" y="860615"/>
                </a:lnTo>
                <a:lnTo>
                  <a:pt x="4048595" y="861733"/>
                </a:lnTo>
                <a:lnTo>
                  <a:pt x="4050461" y="863600"/>
                </a:lnTo>
                <a:lnTo>
                  <a:pt x="4051579" y="864057"/>
                </a:lnTo>
                <a:lnTo>
                  <a:pt x="4054208" y="864057"/>
                </a:lnTo>
                <a:lnTo>
                  <a:pt x="4055326" y="863600"/>
                </a:lnTo>
                <a:lnTo>
                  <a:pt x="4057192" y="861733"/>
                </a:lnTo>
                <a:lnTo>
                  <a:pt x="4057650" y="860615"/>
                </a:lnTo>
                <a:lnTo>
                  <a:pt x="4057650" y="857986"/>
                </a:lnTo>
                <a:close/>
              </a:path>
              <a:path w="9867900" h="3000375">
                <a:moveTo>
                  <a:pt x="4057650" y="430720"/>
                </a:moveTo>
                <a:lnTo>
                  <a:pt x="4057192" y="429590"/>
                </a:lnTo>
                <a:lnTo>
                  <a:pt x="4055326" y="427736"/>
                </a:lnTo>
                <a:lnTo>
                  <a:pt x="4054208" y="427266"/>
                </a:lnTo>
                <a:lnTo>
                  <a:pt x="4051579" y="427266"/>
                </a:lnTo>
                <a:lnTo>
                  <a:pt x="4050461" y="427736"/>
                </a:lnTo>
                <a:lnTo>
                  <a:pt x="4048595" y="429590"/>
                </a:lnTo>
                <a:lnTo>
                  <a:pt x="4048125" y="430720"/>
                </a:lnTo>
                <a:lnTo>
                  <a:pt x="4048125" y="433349"/>
                </a:lnTo>
                <a:lnTo>
                  <a:pt x="4048595" y="434467"/>
                </a:lnTo>
                <a:lnTo>
                  <a:pt x="4050461" y="436333"/>
                </a:lnTo>
                <a:lnTo>
                  <a:pt x="4051579" y="436791"/>
                </a:lnTo>
                <a:lnTo>
                  <a:pt x="4054208" y="436791"/>
                </a:lnTo>
                <a:lnTo>
                  <a:pt x="4055326" y="436333"/>
                </a:lnTo>
                <a:lnTo>
                  <a:pt x="4057192" y="434467"/>
                </a:lnTo>
                <a:lnTo>
                  <a:pt x="4057650" y="433349"/>
                </a:lnTo>
                <a:lnTo>
                  <a:pt x="4057650" y="430720"/>
                </a:lnTo>
                <a:close/>
              </a:path>
              <a:path w="9867900" h="300037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9867900" h="3000375">
                <a:moveTo>
                  <a:pt x="4105275" y="2994304"/>
                </a:moveTo>
                <a:lnTo>
                  <a:pt x="4104817" y="2993186"/>
                </a:lnTo>
                <a:lnTo>
                  <a:pt x="4102951" y="2991320"/>
                </a:lnTo>
                <a:lnTo>
                  <a:pt x="4101833" y="2990850"/>
                </a:lnTo>
                <a:lnTo>
                  <a:pt x="4099204" y="2990850"/>
                </a:lnTo>
                <a:lnTo>
                  <a:pt x="4098086" y="2991320"/>
                </a:lnTo>
                <a:lnTo>
                  <a:pt x="4096220" y="2993186"/>
                </a:lnTo>
                <a:lnTo>
                  <a:pt x="4095750" y="2994304"/>
                </a:lnTo>
                <a:lnTo>
                  <a:pt x="4095750" y="2996933"/>
                </a:lnTo>
                <a:lnTo>
                  <a:pt x="4096220" y="2998051"/>
                </a:lnTo>
                <a:lnTo>
                  <a:pt x="4098086" y="2999917"/>
                </a:lnTo>
                <a:lnTo>
                  <a:pt x="4099204" y="3000375"/>
                </a:lnTo>
                <a:lnTo>
                  <a:pt x="4101833" y="3000375"/>
                </a:lnTo>
                <a:lnTo>
                  <a:pt x="4102951" y="2999917"/>
                </a:lnTo>
                <a:lnTo>
                  <a:pt x="4104817" y="2998051"/>
                </a:lnTo>
                <a:lnTo>
                  <a:pt x="4105275" y="2996933"/>
                </a:lnTo>
                <a:lnTo>
                  <a:pt x="4105275" y="2994304"/>
                </a:lnTo>
                <a:close/>
              </a:path>
              <a:path w="9867900" h="3000375">
                <a:moveTo>
                  <a:pt x="4105275" y="2567038"/>
                </a:moveTo>
                <a:lnTo>
                  <a:pt x="4104817" y="2565920"/>
                </a:lnTo>
                <a:lnTo>
                  <a:pt x="4102951" y="2564053"/>
                </a:lnTo>
                <a:lnTo>
                  <a:pt x="4101833" y="2563596"/>
                </a:lnTo>
                <a:lnTo>
                  <a:pt x="4099204" y="2563596"/>
                </a:lnTo>
                <a:lnTo>
                  <a:pt x="4098086" y="2564053"/>
                </a:lnTo>
                <a:lnTo>
                  <a:pt x="4096220" y="2565920"/>
                </a:lnTo>
                <a:lnTo>
                  <a:pt x="4095750" y="2567038"/>
                </a:lnTo>
                <a:lnTo>
                  <a:pt x="4095750" y="2569667"/>
                </a:lnTo>
                <a:lnTo>
                  <a:pt x="4096220" y="2570797"/>
                </a:lnTo>
                <a:lnTo>
                  <a:pt x="4098086" y="2572651"/>
                </a:lnTo>
                <a:lnTo>
                  <a:pt x="4099204" y="2573121"/>
                </a:lnTo>
                <a:lnTo>
                  <a:pt x="4101833" y="2573121"/>
                </a:lnTo>
                <a:lnTo>
                  <a:pt x="4102951" y="2572651"/>
                </a:lnTo>
                <a:lnTo>
                  <a:pt x="4104817" y="2570797"/>
                </a:lnTo>
                <a:lnTo>
                  <a:pt x="4105275" y="2569667"/>
                </a:lnTo>
                <a:lnTo>
                  <a:pt x="4105275" y="2567038"/>
                </a:lnTo>
                <a:close/>
              </a:path>
              <a:path w="9867900" h="3000375">
                <a:moveTo>
                  <a:pt x="4105275" y="2139772"/>
                </a:moveTo>
                <a:lnTo>
                  <a:pt x="4104817" y="2138654"/>
                </a:lnTo>
                <a:lnTo>
                  <a:pt x="4102951" y="2136787"/>
                </a:lnTo>
                <a:lnTo>
                  <a:pt x="4101833" y="2136330"/>
                </a:lnTo>
                <a:lnTo>
                  <a:pt x="4099204" y="2136330"/>
                </a:lnTo>
                <a:lnTo>
                  <a:pt x="4098086" y="2136787"/>
                </a:lnTo>
                <a:lnTo>
                  <a:pt x="4096220" y="2138654"/>
                </a:lnTo>
                <a:lnTo>
                  <a:pt x="4095750" y="2139772"/>
                </a:lnTo>
                <a:lnTo>
                  <a:pt x="4095750" y="2142401"/>
                </a:lnTo>
                <a:lnTo>
                  <a:pt x="4096220" y="2143531"/>
                </a:lnTo>
                <a:lnTo>
                  <a:pt x="4098086" y="2145385"/>
                </a:lnTo>
                <a:lnTo>
                  <a:pt x="4099204" y="2145855"/>
                </a:lnTo>
                <a:lnTo>
                  <a:pt x="4101833" y="2145855"/>
                </a:lnTo>
                <a:lnTo>
                  <a:pt x="4102951" y="2145385"/>
                </a:lnTo>
                <a:lnTo>
                  <a:pt x="4104817" y="2143531"/>
                </a:lnTo>
                <a:lnTo>
                  <a:pt x="4105275" y="2142401"/>
                </a:lnTo>
                <a:lnTo>
                  <a:pt x="4105275" y="2139772"/>
                </a:lnTo>
                <a:close/>
              </a:path>
              <a:path w="9867900" h="3000375">
                <a:moveTo>
                  <a:pt x="4105275" y="1712506"/>
                </a:moveTo>
                <a:lnTo>
                  <a:pt x="4104817" y="1711388"/>
                </a:lnTo>
                <a:lnTo>
                  <a:pt x="4102951" y="1709534"/>
                </a:lnTo>
                <a:lnTo>
                  <a:pt x="4101833" y="1709064"/>
                </a:lnTo>
                <a:lnTo>
                  <a:pt x="4099204" y="1709064"/>
                </a:lnTo>
                <a:lnTo>
                  <a:pt x="4098086" y="1709534"/>
                </a:lnTo>
                <a:lnTo>
                  <a:pt x="4096220" y="1711388"/>
                </a:lnTo>
                <a:lnTo>
                  <a:pt x="4095750" y="1712506"/>
                </a:lnTo>
                <a:lnTo>
                  <a:pt x="4095750" y="1715135"/>
                </a:lnTo>
                <a:lnTo>
                  <a:pt x="4096220" y="1716265"/>
                </a:lnTo>
                <a:lnTo>
                  <a:pt x="4098086" y="1718119"/>
                </a:lnTo>
                <a:lnTo>
                  <a:pt x="4099204" y="1718589"/>
                </a:lnTo>
                <a:lnTo>
                  <a:pt x="4101833" y="1718589"/>
                </a:lnTo>
                <a:lnTo>
                  <a:pt x="4102951" y="1718119"/>
                </a:lnTo>
                <a:lnTo>
                  <a:pt x="4104817" y="1716265"/>
                </a:lnTo>
                <a:lnTo>
                  <a:pt x="4105275" y="1715135"/>
                </a:lnTo>
                <a:lnTo>
                  <a:pt x="4105275" y="1712506"/>
                </a:lnTo>
                <a:close/>
              </a:path>
              <a:path w="9867900" h="3000375">
                <a:moveTo>
                  <a:pt x="4105275" y="1285252"/>
                </a:moveTo>
                <a:lnTo>
                  <a:pt x="4104817" y="1284122"/>
                </a:lnTo>
                <a:lnTo>
                  <a:pt x="4102951" y="1282268"/>
                </a:lnTo>
                <a:lnTo>
                  <a:pt x="4101833" y="1281798"/>
                </a:lnTo>
                <a:lnTo>
                  <a:pt x="4099204" y="1281798"/>
                </a:lnTo>
                <a:lnTo>
                  <a:pt x="4098086" y="1282268"/>
                </a:lnTo>
                <a:lnTo>
                  <a:pt x="4096220" y="1284122"/>
                </a:lnTo>
                <a:lnTo>
                  <a:pt x="4095750" y="1285252"/>
                </a:lnTo>
                <a:lnTo>
                  <a:pt x="4095750" y="1287881"/>
                </a:lnTo>
                <a:lnTo>
                  <a:pt x="4096220" y="1288999"/>
                </a:lnTo>
                <a:lnTo>
                  <a:pt x="4098086" y="1290853"/>
                </a:lnTo>
                <a:lnTo>
                  <a:pt x="4099204" y="1291323"/>
                </a:lnTo>
                <a:lnTo>
                  <a:pt x="4101833" y="1291323"/>
                </a:lnTo>
                <a:lnTo>
                  <a:pt x="4102951" y="1290853"/>
                </a:lnTo>
                <a:lnTo>
                  <a:pt x="4104817" y="1288999"/>
                </a:lnTo>
                <a:lnTo>
                  <a:pt x="4105275" y="1287881"/>
                </a:lnTo>
                <a:lnTo>
                  <a:pt x="4105275" y="1285252"/>
                </a:lnTo>
                <a:close/>
              </a:path>
              <a:path w="9867900" h="3000375">
                <a:moveTo>
                  <a:pt x="4105275" y="857986"/>
                </a:moveTo>
                <a:lnTo>
                  <a:pt x="4104817" y="856856"/>
                </a:lnTo>
                <a:lnTo>
                  <a:pt x="4102951" y="855002"/>
                </a:lnTo>
                <a:lnTo>
                  <a:pt x="4101833" y="854532"/>
                </a:lnTo>
                <a:lnTo>
                  <a:pt x="4099204" y="854532"/>
                </a:lnTo>
                <a:lnTo>
                  <a:pt x="4098086" y="855002"/>
                </a:lnTo>
                <a:lnTo>
                  <a:pt x="4096220" y="856856"/>
                </a:lnTo>
                <a:lnTo>
                  <a:pt x="4095750" y="857986"/>
                </a:lnTo>
                <a:lnTo>
                  <a:pt x="4095750" y="860615"/>
                </a:lnTo>
                <a:lnTo>
                  <a:pt x="4096220" y="861733"/>
                </a:lnTo>
                <a:lnTo>
                  <a:pt x="4098086" y="863600"/>
                </a:lnTo>
                <a:lnTo>
                  <a:pt x="4099204" y="864057"/>
                </a:lnTo>
                <a:lnTo>
                  <a:pt x="4101833" y="864057"/>
                </a:lnTo>
                <a:lnTo>
                  <a:pt x="4102951" y="863600"/>
                </a:lnTo>
                <a:lnTo>
                  <a:pt x="4104817" y="861733"/>
                </a:lnTo>
                <a:lnTo>
                  <a:pt x="4105275" y="860615"/>
                </a:lnTo>
                <a:lnTo>
                  <a:pt x="4105275" y="857986"/>
                </a:lnTo>
                <a:close/>
              </a:path>
              <a:path w="9867900" h="3000375">
                <a:moveTo>
                  <a:pt x="4105275" y="430720"/>
                </a:moveTo>
                <a:lnTo>
                  <a:pt x="4104817" y="429590"/>
                </a:lnTo>
                <a:lnTo>
                  <a:pt x="4102951" y="427736"/>
                </a:lnTo>
                <a:lnTo>
                  <a:pt x="4101833" y="427266"/>
                </a:lnTo>
                <a:lnTo>
                  <a:pt x="4099204" y="427266"/>
                </a:lnTo>
                <a:lnTo>
                  <a:pt x="4098086" y="427736"/>
                </a:lnTo>
                <a:lnTo>
                  <a:pt x="4096220" y="429590"/>
                </a:lnTo>
                <a:lnTo>
                  <a:pt x="4095750" y="430720"/>
                </a:lnTo>
                <a:lnTo>
                  <a:pt x="4095750" y="433349"/>
                </a:lnTo>
                <a:lnTo>
                  <a:pt x="4096220" y="434467"/>
                </a:lnTo>
                <a:lnTo>
                  <a:pt x="4098086" y="436333"/>
                </a:lnTo>
                <a:lnTo>
                  <a:pt x="4099204" y="436791"/>
                </a:lnTo>
                <a:lnTo>
                  <a:pt x="4101833" y="436791"/>
                </a:lnTo>
                <a:lnTo>
                  <a:pt x="4102951" y="436333"/>
                </a:lnTo>
                <a:lnTo>
                  <a:pt x="4104817" y="434467"/>
                </a:lnTo>
                <a:lnTo>
                  <a:pt x="4105275" y="433349"/>
                </a:lnTo>
                <a:lnTo>
                  <a:pt x="4105275" y="430720"/>
                </a:lnTo>
                <a:close/>
              </a:path>
              <a:path w="9867900" h="300037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9867900" h="3000375">
                <a:moveTo>
                  <a:pt x="4152900" y="2994304"/>
                </a:moveTo>
                <a:lnTo>
                  <a:pt x="4152442" y="2993186"/>
                </a:lnTo>
                <a:lnTo>
                  <a:pt x="4150576" y="2991320"/>
                </a:lnTo>
                <a:lnTo>
                  <a:pt x="4149458" y="2990850"/>
                </a:lnTo>
                <a:lnTo>
                  <a:pt x="4146829" y="2990850"/>
                </a:lnTo>
                <a:lnTo>
                  <a:pt x="4145711" y="2991320"/>
                </a:lnTo>
                <a:lnTo>
                  <a:pt x="4143845" y="2993186"/>
                </a:lnTo>
                <a:lnTo>
                  <a:pt x="4143375" y="2994304"/>
                </a:lnTo>
                <a:lnTo>
                  <a:pt x="4143375" y="2996933"/>
                </a:lnTo>
                <a:lnTo>
                  <a:pt x="4143845" y="2998051"/>
                </a:lnTo>
                <a:lnTo>
                  <a:pt x="4145711" y="2999917"/>
                </a:lnTo>
                <a:lnTo>
                  <a:pt x="4146829" y="3000375"/>
                </a:lnTo>
                <a:lnTo>
                  <a:pt x="4149458" y="3000375"/>
                </a:lnTo>
                <a:lnTo>
                  <a:pt x="4150576" y="2999917"/>
                </a:lnTo>
                <a:lnTo>
                  <a:pt x="4152442" y="2998051"/>
                </a:lnTo>
                <a:lnTo>
                  <a:pt x="4152900" y="2996933"/>
                </a:lnTo>
                <a:lnTo>
                  <a:pt x="4152900" y="2994304"/>
                </a:lnTo>
                <a:close/>
              </a:path>
              <a:path w="9867900" h="3000375">
                <a:moveTo>
                  <a:pt x="4152900" y="2567038"/>
                </a:moveTo>
                <a:lnTo>
                  <a:pt x="4152442" y="2565920"/>
                </a:lnTo>
                <a:lnTo>
                  <a:pt x="4150576" y="2564053"/>
                </a:lnTo>
                <a:lnTo>
                  <a:pt x="4149458" y="2563596"/>
                </a:lnTo>
                <a:lnTo>
                  <a:pt x="4146829" y="2563596"/>
                </a:lnTo>
                <a:lnTo>
                  <a:pt x="4145711" y="2564053"/>
                </a:lnTo>
                <a:lnTo>
                  <a:pt x="4143845" y="2565920"/>
                </a:lnTo>
                <a:lnTo>
                  <a:pt x="4143375" y="2567038"/>
                </a:lnTo>
                <a:lnTo>
                  <a:pt x="4143375" y="2569667"/>
                </a:lnTo>
                <a:lnTo>
                  <a:pt x="4143845" y="2570797"/>
                </a:lnTo>
                <a:lnTo>
                  <a:pt x="4145711" y="2572651"/>
                </a:lnTo>
                <a:lnTo>
                  <a:pt x="4146829" y="2573121"/>
                </a:lnTo>
                <a:lnTo>
                  <a:pt x="4149458" y="2573121"/>
                </a:lnTo>
                <a:lnTo>
                  <a:pt x="4150576" y="2572651"/>
                </a:lnTo>
                <a:lnTo>
                  <a:pt x="4152442" y="2570797"/>
                </a:lnTo>
                <a:lnTo>
                  <a:pt x="4152900" y="2569667"/>
                </a:lnTo>
                <a:lnTo>
                  <a:pt x="4152900" y="2567038"/>
                </a:lnTo>
                <a:close/>
              </a:path>
              <a:path w="9867900" h="3000375">
                <a:moveTo>
                  <a:pt x="4152900" y="2139772"/>
                </a:moveTo>
                <a:lnTo>
                  <a:pt x="4152442" y="2138654"/>
                </a:lnTo>
                <a:lnTo>
                  <a:pt x="4150576" y="2136787"/>
                </a:lnTo>
                <a:lnTo>
                  <a:pt x="4149458" y="2136330"/>
                </a:lnTo>
                <a:lnTo>
                  <a:pt x="4146829" y="2136330"/>
                </a:lnTo>
                <a:lnTo>
                  <a:pt x="4145711" y="2136787"/>
                </a:lnTo>
                <a:lnTo>
                  <a:pt x="4143845" y="2138654"/>
                </a:lnTo>
                <a:lnTo>
                  <a:pt x="4143375" y="2139772"/>
                </a:lnTo>
                <a:lnTo>
                  <a:pt x="4143375" y="2142401"/>
                </a:lnTo>
                <a:lnTo>
                  <a:pt x="4143845" y="2143531"/>
                </a:lnTo>
                <a:lnTo>
                  <a:pt x="4145711" y="2145385"/>
                </a:lnTo>
                <a:lnTo>
                  <a:pt x="4146829" y="2145855"/>
                </a:lnTo>
                <a:lnTo>
                  <a:pt x="4149458" y="2145855"/>
                </a:lnTo>
                <a:lnTo>
                  <a:pt x="4150576" y="2145385"/>
                </a:lnTo>
                <a:lnTo>
                  <a:pt x="4152442" y="2143531"/>
                </a:lnTo>
                <a:lnTo>
                  <a:pt x="4152900" y="2142401"/>
                </a:lnTo>
                <a:lnTo>
                  <a:pt x="4152900" y="2139772"/>
                </a:lnTo>
                <a:close/>
              </a:path>
              <a:path w="9867900" h="3000375">
                <a:moveTo>
                  <a:pt x="4152900" y="1712506"/>
                </a:moveTo>
                <a:lnTo>
                  <a:pt x="4152442" y="1711388"/>
                </a:lnTo>
                <a:lnTo>
                  <a:pt x="4150576" y="1709534"/>
                </a:lnTo>
                <a:lnTo>
                  <a:pt x="4149458" y="1709064"/>
                </a:lnTo>
                <a:lnTo>
                  <a:pt x="4146829" y="1709064"/>
                </a:lnTo>
                <a:lnTo>
                  <a:pt x="4145711" y="1709534"/>
                </a:lnTo>
                <a:lnTo>
                  <a:pt x="4143845" y="1711388"/>
                </a:lnTo>
                <a:lnTo>
                  <a:pt x="4143375" y="1712506"/>
                </a:lnTo>
                <a:lnTo>
                  <a:pt x="4143375" y="1715135"/>
                </a:lnTo>
                <a:lnTo>
                  <a:pt x="4143845" y="1716265"/>
                </a:lnTo>
                <a:lnTo>
                  <a:pt x="4145711" y="1718119"/>
                </a:lnTo>
                <a:lnTo>
                  <a:pt x="4146829" y="1718589"/>
                </a:lnTo>
                <a:lnTo>
                  <a:pt x="4149458" y="1718589"/>
                </a:lnTo>
                <a:lnTo>
                  <a:pt x="4150576" y="1718119"/>
                </a:lnTo>
                <a:lnTo>
                  <a:pt x="4152442" y="1716265"/>
                </a:lnTo>
                <a:lnTo>
                  <a:pt x="4152900" y="1715135"/>
                </a:lnTo>
                <a:lnTo>
                  <a:pt x="4152900" y="1712506"/>
                </a:lnTo>
                <a:close/>
              </a:path>
              <a:path w="9867900" h="3000375">
                <a:moveTo>
                  <a:pt x="4152900" y="1285252"/>
                </a:moveTo>
                <a:lnTo>
                  <a:pt x="4152442" y="1284122"/>
                </a:lnTo>
                <a:lnTo>
                  <a:pt x="4150576" y="1282268"/>
                </a:lnTo>
                <a:lnTo>
                  <a:pt x="4149458" y="1281798"/>
                </a:lnTo>
                <a:lnTo>
                  <a:pt x="4146829" y="1281798"/>
                </a:lnTo>
                <a:lnTo>
                  <a:pt x="4145711" y="1282268"/>
                </a:lnTo>
                <a:lnTo>
                  <a:pt x="4143845" y="1284122"/>
                </a:lnTo>
                <a:lnTo>
                  <a:pt x="4143375" y="1285252"/>
                </a:lnTo>
                <a:lnTo>
                  <a:pt x="4143375" y="1287881"/>
                </a:lnTo>
                <a:lnTo>
                  <a:pt x="4143845" y="1288999"/>
                </a:lnTo>
                <a:lnTo>
                  <a:pt x="4145711" y="1290853"/>
                </a:lnTo>
                <a:lnTo>
                  <a:pt x="4146829" y="1291323"/>
                </a:lnTo>
                <a:lnTo>
                  <a:pt x="4149458" y="1291323"/>
                </a:lnTo>
                <a:lnTo>
                  <a:pt x="4150576" y="1290853"/>
                </a:lnTo>
                <a:lnTo>
                  <a:pt x="4152442" y="1288999"/>
                </a:lnTo>
                <a:lnTo>
                  <a:pt x="4152900" y="1287881"/>
                </a:lnTo>
                <a:lnTo>
                  <a:pt x="4152900" y="1285252"/>
                </a:lnTo>
                <a:close/>
              </a:path>
              <a:path w="9867900" h="3000375">
                <a:moveTo>
                  <a:pt x="4152900" y="857986"/>
                </a:moveTo>
                <a:lnTo>
                  <a:pt x="4152442" y="856856"/>
                </a:lnTo>
                <a:lnTo>
                  <a:pt x="4150576" y="855002"/>
                </a:lnTo>
                <a:lnTo>
                  <a:pt x="4149458" y="854532"/>
                </a:lnTo>
                <a:lnTo>
                  <a:pt x="4146829" y="854532"/>
                </a:lnTo>
                <a:lnTo>
                  <a:pt x="4145711" y="855002"/>
                </a:lnTo>
                <a:lnTo>
                  <a:pt x="4143845" y="856856"/>
                </a:lnTo>
                <a:lnTo>
                  <a:pt x="4143375" y="857986"/>
                </a:lnTo>
                <a:lnTo>
                  <a:pt x="4143375" y="860615"/>
                </a:lnTo>
                <a:lnTo>
                  <a:pt x="4143845" y="861733"/>
                </a:lnTo>
                <a:lnTo>
                  <a:pt x="4145711" y="863600"/>
                </a:lnTo>
                <a:lnTo>
                  <a:pt x="4146829" y="864057"/>
                </a:lnTo>
                <a:lnTo>
                  <a:pt x="4149458" y="864057"/>
                </a:lnTo>
                <a:lnTo>
                  <a:pt x="4150576" y="863600"/>
                </a:lnTo>
                <a:lnTo>
                  <a:pt x="4152442" y="861733"/>
                </a:lnTo>
                <a:lnTo>
                  <a:pt x="4152900" y="860615"/>
                </a:lnTo>
                <a:lnTo>
                  <a:pt x="4152900" y="857986"/>
                </a:lnTo>
                <a:close/>
              </a:path>
              <a:path w="9867900" h="3000375">
                <a:moveTo>
                  <a:pt x="4152900" y="430720"/>
                </a:moveTo>
                <a:lnTo>
                  <a:pt x="4152442" y="429590"/>
                </a:lnTo>
                <a:lnTo>
                  <a:pt x="4150576" y="427736"/>
                </a:lnTo>
                <a:lnTo>
                  <a:pt x="4149458" y="427266"/>
                </a:lnTo>
                <a:lnTo>
                  <a:pt x="4146829" y="427266"/>
                </a:lnTo>
                <a:lnTo>
                  <a:pt x="4145711" y="427736"/>
                </a:lnTo>
                <a:lnTo>
                  <a:pt x="4143845" y="429590"/>
                </a:lnTo>
                <a:lnTo>
                  <a:pt x="4143375" y="430720"/>
                </a:lnTo>
                <a:lnTo>
                  <a:pt x="4143375" y="433349"/>
                </a:lnTo>
                <a:lnTo>
                  <a:pt x="4143845" y="434467"/>
                </a:lnTo>
                <a:lnTo>
                  <a:pt x="4145711" y="436333"/>
                </a:lnTo>
                <a:lnTo>
                  <a:pt x="4146829" y="436791"/>
                </a:lnTo>
                <a:lnTo>
                  <a:pt x="4149458" y="436791"/>
                </a:lnTo>
                <a:lnTo>
                  <a:pt x="4150576" y="436333"/>
                </a:lnTo>
                <a:lnTo>
                  <a:pt x="4152442" y="434467"/>
                </a:lnTo>
                <a:lnTo>
                  <a:pt x="4152900" y="433349"/>
                </a:lnTo>
                <a:lnTo>
                  <a:pt x="4152900" y="430720"/>
                </a:lnTo>
                <a:close/>
              </a:path>
              <a:path w="9867900" h="300037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9867900" h="3000375">
                <a:moveTo>
                  <a:pt x="4200525" y="2994304"/>
                </a:moveTo>
                <a:lnTo>
                  <a:pt x="4200067" y="2993186"/>
                </a:lnTo>
                <a:lnTo>
                  <a:pt x="4198201" y="2991320"/>
                </a:lnTo>
                <a:lnTo>
                  <a:pt x="4197083" y="2990850"/>
                </a:lnTo>
                <a:lnTo>
                  <a:pt x="4194454" y="2990850"/>
                </a:lnTo>
                <a:lnTo>
                  <a:pt x="4193336" y="2991320"/>
                </a:lnTo>
                <a:lnTo>
                  <a:pt x="4191470" y="2993186"/>
                </a:lnTo>
                <a:lnTo>
                  <a:pt x="4191000" y="2994304"/>
                </a:lnTo>
                <a:lnTo>
                  <a:pt x="4191000" y="2996933"/>
                </a:lnTo>
                <a:lnTo>
                  <a:pt x="4191470" y="2998051"/>
                </a:lnTo>
                <a:lnTo>
                  <a:pt x="4193336" y="2999917"/>
                </a:lnTo>
                <a:lnTo>
                  <a:pt x="4194454" y="3000375"/>
                </a:lnTo>
                <a:lnTo>
                  <a:pt x="4197083" y="3000375"/>
                </a:lnTo>
                <a:lnTo>
                  <a:pt x="4198201" y="2999917"/>
                </a:lnTo>
                <a:lnTo>
                  <a:pt x="4200067" y="2998051"/>
                </a:lnTo>
                <a:lnTo>
                  <a:pt x="4200525" y="2996933"/>
                </a:lnTo>
                <a:lnTo>
                  <a:pt x="4200525" y="2994304"/>
                </a:lnTo>
                <a:close/>
              </a:path>
              <a:path w="9867900" h="3000375">
                <a:moveTo>
                  <a:pt x="4200525" y="2567038"/>
                </a:moveTo>
                <a:lnTo>
                  <a:pt x="4200067" y="2565920"/>
                </a:lnTo>
                <a:lnTo>
                  <a:pt x="4198201" y="2564053"/>
                </a:lnTo>
                <a:lnTo>
                  <a:pt x="4197083" y="2563596"/>
                </a:lnTo>
                <a:lnTo>
                  <a:pt x="4194454" y="2563596"/>
                </a:lnTo>
                <a:lnTo>
                  <a:pt x="4193336" y="2564053"/>
                </a:lnTo>
                <a:lnTo>
                  <a:pt x="4191470" y="2565920"/>
                </a:lnTo>
                <a:lnTo>
                  <a:pt x="4191000" y="2567038"/>
                </a:lnTo>
                <a:lnTo>
                  <a:pt x="4191000" y="2569667"/>
                </a:lnTo>
                <a:lnTo>
                  <a:pt x="4191470" y="2570797"/>
                </a:lnTo>
                <a:lnTo>
                  <a:pt x="4193336" y="2572651"/>
                </a:lnTo>
                <a:lnTo>
                  <a:pt x="4194454" y="2573121"/>
                </a:lnTo>
                <a:lnTo>
                  <a:pt x="4197083" y="2573121"/>
                </a:lnTo>
                <a:lnTo>
                  <a:pt x="4198201" y="2572651"/>
                </a:lnTo>
                <a:lnTo>
                  <a:pt x="4200067" y="2570797"/>
                </a:lnTo>
                <a:lnTo>
                  <a:pt x="4200525" y="2569667"/>
                </a:lnTo>
                <a:lnTo>
                  <a:pt x="4200525" y="2567038"/>
                </a:lnTo>
                <a:close/>
              </a:path>
              <a:path w="9867900" h="3000375">
                <a:moveTo>
                  <a:pt x="4200525" y="2139772"/>
                </a:moveTo>
                <a:lnTo>
                  <a:pt x="4200067" y="2138654"/>
                </a:lnTo>
                <a:lnTo>
                  <a:pt x="4198201" y="2136787"/>
                </a:lnTo>
                <a:lnTo>
                  <a:pt x="4197083" y="2136330"/>
                </a:lnTo>
                <a:lnTo>
                  <a:pt x="4194454" y="2136330"/>
                </a:lnTo>
                <a:lnTo>
                  <a:pt x="4193336" y="2136787"/>
                </a:lnTo>
                <a:lnTo>
                  <a:pt x="4191470" y="2138654"/>
                </a:lnTo>
                <a:lnTo>
                  <a:pt x="4191000" y="2139772"/>
                </a:lnTo>
                <a:lnTo>
                  <a:pt x="4191000" y="2142401"/>
                </a:lnTo>
                <a:lnTo>
                  <a:pt x="4191470" y="2143531"/>
                </a:lnTo>
                <a:lnTo>
                  <a:pt x="4193336" y="2145385"/>
                </a:lnTo>
                <a:lnTo>
                  <a:pt x="4194454" y="2145855"/>
                </a:lnTo>
                <a:lnTo>
                  <a:pt x="4197083" y="2145855"/>
                </a:lnTo>
                <a:lnTo>
                  <a:pt x="4198201" y="2145385"/>
                </a:lnTo>
                <a:lnTo>
                  <a:pt x="4200067" y="2143531"/>
                </a:lnTo>
                <a:lnTo>
                  <a:pt x="4200525" y="2142401"/>
                </a:lnTo>
                <a:lnTo>
                  <a:pt x="4200525" y="2139772"/>
                </a:lnTo>
                <a:close/>
              </a:path>
              <a:path w="9867900" h="3000375">
                <a:moveTo>
                  <a:pt x="4200525" y="1712506"/>
                </a:moveTo>
                <a:lnTo>
                  <a:pt x="4200067" y="1711388"/>
                </a:lnTo>
                <a:lnTo>
                  <a:pt x="4198201" y="1709534"/>
                </a:lnTo>
                <a:lnTo>
                  <a:pt x="4197083" y="1709064"/>
                </a:lnTo>
                <a:lnTo>
                  <a:pt x="4194454" y="1709064"/>
                </a:lnTo>
                <a:lnTo>
                  <a:pt x="4193336" y="1709534"/>
                </a:lnTo>
                <a:lnTo>
                  <a:pt x="4191470" y="1711388"/>
                </a:lnTo>
                <a:lnTo>
                  <a:pt x="4191000" y="1712506"/>
                </a:lnTo>
                <a:lnTo>
                  <a:pt x="4191000" y="1715135"/>
                </a:lnTo>
                <a:lnTo>
                  <a:pt x="4191470" y="1716265"/>
                </a:lnTo>
                <a:lnTo>
                  <a:pt x="4193336" y="1718119"/>
                </a:lnTo>
                <a:lnTo>
                  <a:pt x="4194454" y="1718589"/>
                </a:lnTo>
                <a:lnTo>
                  <a:pt x="4197083" y="1718589"/>
                </a:lnTo>
                <a:lnTo>
                  <a:pt x="4198201" y="1718119"/>
                </a:lnTo>
                <a:lnTo>
                  <a:pt x="4200067" y="1716265"/>
                </a:lnTo>
                <a:lnTo>
                  <a:pt x="4200525" y="1715135"/>
                </a:lnTo>
                <a:lnTo>
                  <a:pt x="4200525" y="1712506"/>
                </a:lnTo>
                <a:close/>
              </a:path>
              <a:path w="9867900" h="3000375">
                <a:moveTo>
                  <a:pt x="4200525" y="1285252"/>
                </a:moveTo>
                <a:lnTo>
                  <a:pt x="4200067" y="1284122"/>
                </a:lnTo>
                <a:lnTo>
                  <a:pt x="4198201" y="1282268"/>
                </a:lnTo>
                <a:lnTo>
                  <a:pt x="4197083" y="1281798"/>
                </a:lnTo>
                <a:lnTo>
                  <a:pt x="4194454" y="1281798"/>
                </a:lnTo>
                <a:lnTo>
                  <a:pt x="4193336" y="1282268"/>
                </a:lnTo>
                <a:lnTo>
                  <a:pt x="4191470" y="1284122"/>
                </a:lnTo>
                <a:lnTo>
                  <a:pt x="4191000" y="1285252"/>
                </a:lnTo>
                <a:lnTo>
                  <a:pt x="4191000" y="1287881"/>
                </a:lnTo>
                <a:lnTo>
                  <a:pt x="4191470" y="1288999"/>
                </a:lnTo>
                <a:lnTo>
                  <a:pt x="4193336" y="1290853"/>
                </a:lnTo>
                <a:lnTo>
                  <a:pt x="4194454" y="1291323"/>
                </a:lnTo>
                <a:lnTo>
                  <a:pt x="4197083" y="1291323"/>
                </a:lnTo>
                <a:lnTo>
                  <a:pt x="4198201" y="1290853"/>
                </a:lnTo>
                <a:lnTo>
                  <a:pt x="4200067" y="1288999"/>
                </a:lnTo>
                <a:lnTo>
                  <a:pt x="4200525" y="1287881"/>
                </a:lnTo>
                <a:lnTo>
                  <a:pt x="4200525" y="1285252"/>
                </a:lnTo>
                <a:close/>
              </a:path>
              <a:path w="9867900" h="3000375">
                <a:moveTo>
                  <a:pt x="4200525" y="857986"/>
                </a:moveTo>
                <a:lnTo>
                  <a:pt x="4200067" y="856856"/>
                </a:lnTo>
                <a:lnTo>
                  <a:pt x="4198201" y="855002"/>
                </a:lnTo>
                <a:lnTo>
                  <a:pt x="4197083" y="854532"/>
                </a:lnTo>
                <a:lnTo>
                  <a:pt x="4194454" y="854532"/>
                </a:lnTo>
                <a:lnTo>
                  <a:pt x="4193336" y="855002"/>
                </a:lnTo>
                <a:lnTo>
                  <a:pt x="4191470" y="856856"/>
                </a:lnTo>
                <a:lnTo>
                  <a:pt x="4191000" y="857986"/>
                </a:lnTo>
                <a:lnTo>
                  <a:pt x="4191000" y="860615"/>
                </a:lnTo>
                <a:lnTo>
                  <a:pt x="4191470" y="861733"/>
                </a:lnTo>
                <a:lnTo>
                  <a:pt x="4193336" y="863600"/>
                </a:lnTo>
                <a:lnTo>
                  <a:pt x="4194454" y="864057"/>
                </a:lnTo>
                <a:lnTo>
                  <a:pt x="4197083" y="864057"/>
                </a:lnTo>
                <a:lnTo>
                  <a:pt x="4198201" y="863600"/>
                </a:lnTo>
                <a:lnTo>
                  <a:pt x="4200067" y="861733"/>
                </a:lnTo>
                <a:lnTo>
                  <a:pt x="4200525" y="860615"/>
                </a:lnTo>
                <a:lnTo>
                  <a:pt x="4200525" y="857986"/>
                </a:lnTo>
                <a:close/>
              </a:path>
              <a:path w="9867900" h="3000375">
                <a:moveTo>
                  <a:pt x="4200525" y="430720"/>
                </a:moveTo>
                <a:lnTo>
                  <a:pt x="4200067" y="429590"/>
                </a:lnTo>
                <a:lnTo>
                  <a:pt x="4198201" y="427736"/>
                </a:lnTo>
                <a:lnTo>
                  <a:pt x="4197083" y="427266"/>
                </a:lnTo>
                <a:lnTo>
                  <a:pt x="4194454" y="427266"/>
                </a:lnTo>
                <a:lnTo>
                  <a:pt x="4193336" y="427736"/>
                </a:lnTo>
                <a:lnTo>
                  <a:pt x="4191470" y="429590"/>
                </a:lnTo>
                <a:lnTo>
                  <a:pt x="4191000" y="430720"/>
                </a:lnTo>
                <a:lnTo>
                  <a:pt x="4191000" y="433349"/>
                </a:lnTo>
                <a:lnTo>
                  <a:pt x="4191470" y="434467"/>
                </a:lnTo>
                <a:lnTo>
                  <a:pt x="4193336" y="436333"/>
                </a:lnTo>
                <a:lnTo>
                  <a:pt x="4194454" y="436791"/>
                </a:lnTo>
                <a:lnTo>
                  <a:pt x="4197083" y="436791"/>
                </a:lnTo>
                <a:lnTo>
                  <a:pt x="4198201" y="436333"/>
                </a:lnTo>
                <a:lnTo>
                  <a:pt x="4200067" y="434467"/>
                </a:lnTo>
                <a:lnTo>
                  <a:pt x="4200525" y="433349"/>
                </a:lnTo>
                <a:lnTo>
                  <a:pt x="4200525" y="430720"/>
                </a:lnTo>
                <a:close/>
              </a:path>
              <a:path w="9867900" h="300037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9867900" h="3000375">
                <a:moveTo>
                  <a:pt x="4248150" y="2994304"/>
                </a:moveTo>
                <a:lnTo>
                  <a:pt x="4247693" y="2993186"/>
                </a:lnTo>
                <a:lnTo>
                  <a:pt x="4245826" y="2991320"/>
                </a:lnTo>
                <a:lnTo>
                  <a:pt x="4244708" y="2990850"/>
                </a:lnTo>
                <a:lnTo>
                  <a:pt x="4242079" y="2990850"/>
                </a:lnTo>
                <a:lnTo>
                  <a:pt x="4240962" y="2991320"/>
                </a:lnTo>
                <a:lnTo>
                  <a:pt x="4239095" y="2993186"/>
                </a:lnTo>
                <a:lnTo>
                  <a:pt x="4238625" y="2994304"/>
                </a:lnTo>
                <a:lnTo>
                  <a:pt x="4238625" y="2996933"/>
                </a:lnTo>
                <a:lnTo>
                  <a:pt x="4239095" y="2998051"/>
                </a:lnTo>
                <a:lnTo>
                  <a:pt x="4240962" y="2999917"/>
                </a:lnTo>
                <a:lnTo>
                  <a:pt x="4242079" y="3000375"/>
                </a:lnTo>
                <a:lnTo>
                  <a:pt x="4244708" y="3000375"/>
                </a:lnTo>
                <a:lnTo>
                  <a:pt x="4245826" y="2999917"/>
                </a:lnTo>
                <a:lnTo>
                  <a:pt x="4247693" y="2998051"/>
                </a:lnTo>
                <a:lnTo>
                  <a:pt x="4248150" y="2996933"/>
                </a:lnTo>
                <a:lnTo>
                  <a:pt x="4248150" y="2994304"/>
                </a:lnTo>
                <a:close/>
              </a:path>
              <a:path w="9867900" h="3000375">
                <a:moveTo>
                  <a:pt x="4248150" y="2567038"/>
                </a:moveTo>
                <a:lnTo>
                  <a:pt x="4247693" y="2565920"/>
                </a:lnTo>
                <a:lnTo>
                  <a:pt x="4245826" y="2564053"/>
                </a:lnTo>
                <a:lnTo>
                  <a:pt x="4244708" y="2563596"/>
                </a:lnTo>
                <a:lnTo>
                  <a:pt x="4242079" y="2563596"/>
                </a:lnTo>
                <a:lnTo>
                  <a:pt x="4240962" y="2564053"/>
                </a:lnTo>
                <a:lnTo>
                  <a:pt x="4239095" y="2565920"/>
                </a:lnTo>
                <a:lnTo>
                  <a:pt x="4238625" y="2567038"/>
                </a:lnTo>
                <a:lnTo>
                  <a:pt x="4238625" y="2569667"/>
                </a:lnTo>
                <a:lnTo>
                  <a:pt x="4239095" y="2570797"/>
                </a:lnTo>
                <a:lnTo>
                  <a:pt x="4240962" y="2572651"/>
                </a:lnTo>
                <a:lnTo>
                  <a:pt x="4242079" y="2573121"/>
                </a:lnTo>
                <a:lnTo>
                  <a:pt x="4244708" y="2573121"/>
                </a:lnTo>
                <a:lnTo>
                  <a:pt x="4245826" y="2572651"/>
                </a:lnTo>
                <a:lnTo>
                  <a:pt x="4247693" y="2570797"/>
                </a:lnTo>
                <a:lnTo>
                  <a:pt x="4248150" y="2569667"/>
                </a:lnTo>
                <a:lnTo>
                  <a:pt x="4248150" y="2567038"/>
                </a:lnTo>
                <a:close/>
              </a:path>
              <a:path w="9867900" h="3000375">
                <a:moveTo>
                  <a:pt x="4248150" y="2139772"/>
                </a:moveTo>
                <a:lnTo>
                  <a:pt x="4247693" y="2138654"/>
                </a:lnTo>
                <a:lnTo>
                  <a:pt x="4245826" y="2136787"/>
                </a:lnTo>
                <a:lnTo>
                  <a:pt x="4244708" y="2136330"/>
                </a:lnTo>
                <a:lnTo>
                  <a:pt x="4242079" y="2136330"/>
                </a:lnTo>
                <a:lnTo>
                  <a:pt x="4240962" y="2136787"/>
                </a:lnTo>
                <a:lnTo>
                  <a:pt x="4239095" y="2138654"/>
                </a:lnTo>
                <a:lnTo>
                  <a:pt x="4238625" y="2139772"/>
                </a:lnTo>
                <a:lnTo>
                  <a:pt x="4238625" y="2142401"/>
                </a:lnTo>
                <a:lnTo>
                  <a:pt x="4239095" y="2143531"/>
                </a:lnTo>
                <a:lnTo>
                  <a:pt x="4240962" y="2145385"/>
                </a:lnTo>
                <a:lnTo>
                  <a:pt x="4242079" y="2145855"/>
                </a:lnTo>
                <a:lnTo>
                  <a:pt x="4244708" y="2145855"/>
                </a:lnTo>
                <a:lnTo>
                  <a:pt x="4245826" y="2145385"/>
                </a:lnTo>
                <a:lnTo>
                  <a:pt x="4247693" y="2143531"/>
                </a:lnTo>
                <a:lnTo>
                  <a:pt x="4248150" y="2142401"/>
                </a:lnTo>
                <a:lnTo>
                  <a:pt x="4248150" y="2139772"/>
                </a:lnTo>
                <a:close/>
              </a:path>
              <a:path w="9867900" h="3000375">
                <a:moveTo>
                  <a:pt x="4248150" y="1712506"/>
                </a:moveTo>
                <a:lnTo>
                  <a:pt x="4247693" y="1711388"/>
                </a:lnTo>
                <a:lnTo>
                  <a:pt x="4245826" y="1709534"/>
                </a:lnTo>
                <a:lnTo>
                  <a:pt x="4244708" y="1709064"/>
                </a:lnTo>
                <a:lnTo>
                  <a:pt x="4242079" y="1709064"/>
                </a:lnTo>
                <a:lnTo>
                  <a:pt x="4240962" y="1709534"/>
                </a:lnTo>
                <a:lnTo>
                  <a:pt x="4239095" y="1711388"/>
                </a:lnTo>
                <a:lnTo>
                  <a:pt x="4238625" y="1712506"/>
                </a:lnTo>
                <a:lnTo>
                  <a:pt x="4238625" y="1715135"/>
                </a:lnTo>
                <a:lnTo>
                  <a:pt x="4239095" y="1716265"/>
                </a:lnTo>
                <a:lnTo>
                  <a:pt x="4240962" y="1718119"/>
                </a:lnTo>
                <a:lnTo>
                  <a:pt x="4242079" y="1718589"/>
                </a:lnTo>
                <a:lnTo>
                  <a:pt x="4244708" y="1718589"/>
                </a:lnTo>
                <a:lnTo>
                  <a:pt x="4245826" y="1718119"/>
                </a:lnTo>
                <a:lnTo>
                  <a:pt x="4247693" y="1716265"/>
                </a:lnTo>
                <a:lnTo>
                  <a:pt x="4248150" y="1715135"/>
                </a:lnTo>
                <a:lnTo>
                  <a:pt x="4248150" y="1712506"/>
                </a:lnTo>
                <a:close/>
              </a:path>
              <a:path w="9867900" h="3000375">
                <a:moveTo>
                  <a:pt x="4248150" y="1285252"/>
                </a:moveTo>
                <a:lnTo>
                  <a:pt x="4247693" y="1284122"/>
                </a:lnTo>
                <a:lnTo>
                  <a:pt x="4245826" y="1282268"/>
                </a:lnTo>
                <a:lnTo>
                  <a:pt x="4244708" y="1281798"/>
                </a:lnTo>
                <a:lnTo>
                  <a:pt x="4242079" y="1281798"/>
                </a:lnTo>
                <a:lnTo>
                  <a:pt x="4240962" y="1282268"/>
                </a:lnTo>
                <a:lnTo>
                  <a:pt x="4239095" y="1284122"/>
                </a:lnTo>
                <a:lnTo>
                  <a:pt x="4238625" y="1285252"/>
                </a:lnTo>
                <a:lnTo>
                  <a:pt x="4238625" y="1287881"/>
                </a:lnTo>
                <a:lnTo>
                  <a:pt x="4239095" y="1288999"/>
                </a:lnTo>
                <a:lnTo>
                  <a:pt x="4240962" y="1290853"/>
                </a:lnTo>
                <a:lnTo>
                  <a:pt x="4242079" y="1291323"/>
                </a:lnTo>
                <a:lnTo>
                  <a:pt x="4244708" y="1291323"/>
                </a:lnTo>
                <a:lnTo>
                  <a:pt x="4245826" y="1290853"/>
                </a:lnTo>
                <a:lnTo>
                  <a:pt x="4247693" y="1288999"/>
                </a:lnTo>
                <a:lnTo>
                  <a:pt x="4248150" y="1287881"/>
                </a:lnTo>
                <a:lnTo>
                  <a:pt x="4248150" y="1285252"/>
                </a:lnTo>
                <a:close/>
              </a:path>
              <a:path w="9867900" h="3000375">
                <a:moveTo>
                  <a:pt x="4248150" y="857986"/>
                </a:moveTo>
                <a:lnTo>
                  <a:pt x="4247693" y="856856"/>
                </a:lnTo>
                <a:lnTo>
                  <a:pt x="4245826" y="855002"/>
                </a:lnTo>
                <a:lnTo>
                  <a:pt x="4244708" y="854532"/>
                </a:lnTo>
                <a:lnTo>
                  <a:pt x="4242079" y="854532"/>
                </a:lnTo>
                <a:lnTo>
                  <a:pt x="4240962" y="855002"/>
                </a:lnTo>
                <a:lnTo>
                  <a:pt x="4239095" y="856856"/>
                </a:lnTo>
                <a:lnTo>
                  <a:pt x="4238625" y="857986"/>
                </a:lnTo>
                <a:lnTo>
                  <a:pt x="4238625" y="860615"/>
                </a:lnTo>
                <a:lnTo>
                  <a:pt x="4239095" y="861733"/>
                </a:lnTo>
                <a:lnTo>
                  <a:pt x="4240962" y="863600"/>
                </a:lnTo>
                <a:lnTo>
                  <a:pt x="4242079" y="864057"/>
                </a:lnTo>
                <a:lnTo>
                  <a:pt x="4244708" y="864057"/>
                </a:lnTo>
                <a:lnTo>
                  <a:pt x="4245826" y="863600"/>
                </a:lnTo>
                <a:lnTo>
                  <a:pt x="4247693" y="861733"/>
                </a:lnTo>
                <a:lnTo>
                  <a:pt x="4248150" y="860615"/>
                </a:lnTo>
                <a:lnTo>
                  <a:pt x="4248150" y="857986"/>
                </a:lnTo>
                <a:close/>
              </a:path>
              <a:path w="9867900" h="3000375">
                <a:moveTo>
                  <a:pt x="4248150" y="430720"/>
                </a:moveTo>
                <a:lnTo>
                  <a:pt x="4247693" y="429590"/>
                </a:lnTo>
                <a:lnTo>
                  <a:pt x="4245826" y="427736"/>
                </a:lnTo>
                <a:lnTo>
                  <a:pt x="4244708" y="427266"/>
                </a:lnTo>
                <a:lnTo>
                  <a:pt x="4242079" y="427266"/>
                </a:lnTo>
                <a:lnTo>
                  <a:pt x="4240962" y="427736"/>
                </a:lnTo>
                <a:lnTo>
                  <a:pt x="4239095" y="429590"/>
                </a:lnTo>
                <a:lnTo>
                  <a:pt x="4238625" y="430720"/>
                </a:lnTo>
                <a:lnTo>
                  <a:pt x="4238625" y="433349"/>
                </a:lnTo>
                <a:lnTo>
                  <a:pt x="4239095" y="434467"/>
                </a:lnTo>
                <a:lnTo>
                  <a:pt x="4240962" y="436333"/>
                </a:lnTo>
                <a:lnTo>
                  <a:pt x="4242079" y="436791"/>
                </a:lnTo>
                <a:lnTo>
                  <a:pt x="4244708" y="436791"/>
                </a:lnTo>
                <a:lnTo>
                  <a:pt x="4245826" y="436333"/>
                </a:lnTo>
                <a:lnTo>
                  <a:pt x="4247693" y="434467"/>
                </a:lnTo>
                <a:lnTo>
                  <a:pt x="4248150" y="433349"/>
                </a:lnTo>
                <a:lnTo>
                  <a:pt x="4248150" y="430720"/>
                </a:lnTo>
                <a:close/>
              </a:path>
              <a:path w="9867900" h="300037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9867900" h="3000375">
                <a:moveTo>
                  <a:pt x="4295775" y="2994304"/>
                </a:moveTo>
                <a:lnTo>
                  <a:pt x="4295318" y="2993186"/>
                </a:lnTo>
                <a:lnTo>
                  <a:pt x="4293451" y="2991320"/>
                </a:lnTo>
                <a:lnTo>
                  <a:pt x="4292333" y="2990850"/>
                </a:lnTo>
                <a:lnTo>
                  <a:pt x="4289704" y="2990850"/>
                </a:lnTo>
                <a:lnTo>
                  <a:pt x="4288587" y="2991320"/>
                </a:lnTo>
                <a:lnTo>
                  <a:pt x="4286720" y="2993186"/>
                </a:lnTo>
                <a:lnTo>
                  <a:pt x="4286250" y="2994304"/>
                </a:lnTo>
                <a:lnTo>
                  <a:pt x="4286250" y="2996933"/>
                </a:lnTo>
                <a:lnTo>
                  <a:pt x="4286720" y="2998051"/>
                </a:lnTo>
                <a:lnTo>
                  <a:pt x="4288587" y="2999917"/>
                </a:lnTo>
                <a:lnTo>
                  <a:pt x="4289704" y="3000375"/>
                </a:lnTo>
                <a:lnTo>
                  <a:pt x="4292333" y="3000375"/>
                </a:lnTo>
                <a:lnTo>
                  <a:pt x="4293451" y="2999917"/>
                </a:lnTo>
                <a:lnTo>
                  <a:pt x="4295318" y="2998051"/>
                </a:lnTo>
                <a:lnTo>
                  <a:pt x="4295775" y="2996933"/>
                </a:lnTo>
                <a:lnTo>
                  <a:pt x="4295775" y="2994304"/>
                </a:lnTo>
                <a:close/>
              </a:path>
              <a:path w="9867900" h="3000375">
                <a:moveTo>
                  <a:pt x="4295775" y="2567038"/>
                </a:moveTo>
                <a:lnTo>
                  <a:pt x="4295318" y="2565920"/>
                </a:lnTo>
                <a:lnTo>
                  <a:pt x="4293451" y="2564053"/>
                </a:lnTo>
                <a:lnTo>
                  <a:pt x="4292333" y="2563596"/>
                </a:lnTo>
                <a:lnTo>
                  <a:pt x="4289704" y="2563596"/>
                </a:lnTo>
                <a:lnTo>
                  <a:pt x="4288587" y="2564053"/>
                </a:lnTo>
                <a:lnTo>
                  <a:pt x="4286720" y="2565920"/>
                </a:lnTo>
                <a:lnTo>
                  <a:pt x="4286250" y="2567038"/>
                </a:lnTo>
                <a:lnTo>
                  <a:pt x="4286250" y="2569667"/>
                </a:lnTo>
                <a:lnTo>
                  <a:pt x="4286720" y="2570797"/>
                </a:lnTo>
                <a:lnTo>
                  <a:pt x="4288587" y="2572651"/>
                </a:lnTo>
                <a:lnTo>
                  <a:pt x="4289704" y="2573121"/>
                </a:lnTo>
                <a:lnTo>
                  <a:pt x="4292333" y="2573121"/>
                </a:lnTo>
                <a:lnTo>
                  <a:pt x="4293451" y="2572651"/>
                </a:lnTo>
                <a:lnTo>
                  <a:pt x="4295318" y="2570797"/>
                </a:lnTo>
                <a:lnTo>
                  <a:pt x="4295775" y="2569667"/>
                </a:lnTo>
                <a:lnTo>
                  <a:pt x="4295775" y="2567038"/>
                </a:lnTo>
                <a:close/>
              </a:path>
              <a:path w="9867900" h="3000375">
                <a:moveTo>
                  <a:pt x="4295775" y="2139772"/>
                </a:moveTo>
                <a:lnTo>
                  <a:pt x="4295318" y="2138654"/>
                </a:lnTo>
                <a:lnTo>
                  <a:pt x="4293451" y="2136787"/>
                </a:lnTo>
                <a:lnTo>
                  <a:pt x="4292333" y="2136330"/>
                </a:lnTo>
                <a:lnTo>
                  <a:pt x="4289704" y="2136330"/>
                </a:lnTo>
                <a:lnTo>
                  <a:pt x="4288587" y="2136787"/>
                </a:lnTo>
                <a:lnTo>
                  <a:pt x="4286720" y="2138654"/>
                </a:lnTo>
                <a:lnTo>
                  <a:pt x="4286250" y="2139772"/>
                </a:lnTo>
                <a:lnTo>
                  <a:pt x="4286250" y="2142401"/>
                </a:lnTo>
                <a:lnTo>
                  <a:pt x="4286720" y="2143531"/>
                </a:lnTo>
                <a:lnTo>
                  <a:pt x="4288587" y="2145385"/>
                </a:lnTo>
                <a:lnTo>
                  <a:pt x="4289704" y="2145855"/>
                </a:lnTo>
                <a:lnTo>
                  <a:pt x="4292333" y="2145855"/>
                </a:lnTo>
                <a:lnTo>
                  <a:pt x="4293451" y="2145385"/>
                </a:lnTo>
                <a:lnTo>
                  <a:pt x="4295318" y="2143531"/>
                </a:lnTo>
                <a:lnTo>
                  <a:pt x="4295775" y="2142401"/>
                </a:lnTo>
                <a:lnTo>
                  <a:pt x="4295775" y="2139772"/>
                </a:lnTo>
                <a:close/>
              </a:path>
              <a:path w="9867900" h="3000375">
                <a:moveTo>
                  <a:pt x="4295775" y="1712506"/>
                </a:moveTo>
                <a:lnTo>
                  <a:pt x="4295318" y="1711388"/>
                </a:lnTo>
                <a:lnTo>
                  <a:pt x="4293451" y="1709534"/>
                </a:lnTo>
                <a:lnTo>
                  <a:pt x="4292333" y="1709064"/>
                </a:lnTo>
                <a:lnTo>
                  <a:pt x="4289704" y="1709064"/>
                </a:lnTo>
                <a:lnTo>
                  <a:pt x="4288587" y="1709534"/>
                </a:lnTo>
                <a:lnTo>
                  <a:pt x="4286720" y="1711388"/>
                </a:lnTo>
                <a:lnTo>
                  <a:pt x="4286250" y="1712506"/>
                </a:lnTo>
                <a:lnTo>
                  <a:pt x="4286250" y="1715135"/>
                </a:lnTo>
                <a:lnTo>
                  <a:pt x="4286720" y="1716265"/>
                </a:lnTo>
                <a:lnTo>
                  <a:pt x="4288587" y="1718119"/>
                </a:lnTo>
                <a:lnTo>
                  <a:pt x="4289704" y="1718589"/>
                </a:lnTo>
                <a:lnTo>
                  <a:pt x="4292333" y="1718589"/>
                </a:lnTo>
                <a:lnTo>
                  <a:pt x="4293451" y="1718119"/>
                </a:lnTo>
                <a:lnTo>
                  <a:pt x="4295318" y="1716265"/>
                </a:lnTo>
                <a:lnTo>
                  <a:pt x="4295775" y="1715135"/>
                </a:lnTo>
                <a:lnTo>
                  <a:pt x="4295775" y="1712506"/>
                </a:lnTo>
                <a:close/>
              </a:path>
              <a:path w="9867900" h="3000375">
                <a:moveTo>
                  <a:pt x="4295775" y="1285252"/>
                </a:moveTo>
                <a:lnTo>
                  <a:pt x="4295318" y="1284122"/>
                </a:lnTo>
                <a:lnTo>
                  <a:pt x="4293451" y="1282268"/>
                </a:lnTo>
                <a:lnTo>
                  <a:pt x="4292333" y="1281798"/>
                </a:lnTo>
                <a:lnTo>
                  <a:pt x="4289704" y="1281798"/>
                </a:lnTo>
                <a:lnTo>
                  <a:pt x="4288587" y="1282268"/>
                </a:lnTo>
                <a:lnTo>
                  <a:pt x="4286720" y="1284122"/>
                </a:lnTo>
                <a:lnTo>
                  <a:pt x="4286250" y="1285252"/>
                </a:lnTo>
                <a:lnTo>
                  <a:pt x="4286250" y="1287881"/>
                </a:lnTo>
                <a:lnTo>
                  <a:pt x="4286720" y="1288999"/>
                </a:lnTo>
                <a:lnTo>
                  <a:pt x="4288587" y="1290853"/>
                </a:lnTo>
                <a:lnTo>
                  <a:pt x="4289704" y="1291323"/>
                </a:lnTo>
                <a:lnTo>
                  <a:pt x="4292333" y="1291323"/>
                </a:lnTo>
                <a:lnTo>
                  <a:pt x="4293451" y="1290853"/>
                </a:lnTo>
                <a:lnTo>
                  <a:pt x="4295318" y="1288999"/>
                </a:lnTo>
                <a:lnTo>
                  <a:pt x="4295775" y="1287881"/>
                </a:lnTo>
                <a:lnTo>
                  <a:pt x="4295775" y="1285252"/>
                </a:lnTo>
                <a:close/>
              </a:path>
              <a:path w="9867900" h="3000375">
                <a:moveTo>
                  <a:pt x="4295775" y="857986"/>
                </a:moveTo>
                <a:lnTo>
                  <a:pt x="4295318" y="856856"/>
                </a:lnTo>
                <a:lnTo>
                  <a:pt x="4293451" y="855002"/>
                </a:lnTo>
                <a:lnTo>
                  <a:pt x="4292333" y="854532"/>
                </a:lnTo>
                <a:lnTo>
                  <a:pt x="4289704" y="854532"/>
                </a:lnTo>
                <a:lnTo>
                  <a:pt x="4288587" y="855002"/>
                </a:lnTo>
                <a:lnTo>
                  <a:pt x="4286720" y="856856"/>
                </a:lnTo>
                <a:lnTo>
                  <a:pt x="4286250" y="857986"/>
                </a:lnTo>
                <a:lnTo>
                  <a:pt x="4286250" y="860615"/>
                </a:lnTo>
                <a:lnTo>
                  <a:pt x="4286720" y="861733"/>
                </a:lnTo>
                <a:lnTo>
                  <a:pt x="4288587" y="863600"/>
                </a:lnTo>
                <a:lnTo>
                  <a:pt x="4289704" y="864057"/>
                </a:lnTo>
                <a:lnTo>
                  <a:pt x="4292333" y="864057"/>
                </a:lnTo>
                <a:lnTo>
                  <a:pt x="4293451" y="863600"/>
                </a:lnTo>
                <a:lnTo>
                  <a:pt x="4295318" y="861733"/>
                </a:lnTo>
                <a:lnTo>
                  <a:pt x="4295775" y="860615"/>
                </a:lnTo>
                <a:lnTo>
                  <a:pt x="4295775" y="857986"/>
                </a:lnTo>
                <a:close/>
              </a:path>
              <a:path w="9867900" h="3000375">
                <a:moveTo>
                  <a:pt x="4295775" y="430720"/>
                </a:moveTo>
                <a:lnTo>
                  <a:pt x="4295318" y="429590"/>
                </a:lnTo>
                <a:lnTo>
                  <a:pt x="4293451" y="427736"/>
                </a:lnTo>
                <a:lnTo>
                  <a:pt x="4292333" y="427266"/>
                </a:lnTo>
                <a:lnTo>
                  <a:pt x="4289704" y="427266"/>
                </a:lnTo>
                <a:lnTo>
                  <a:pt x="4288587" y="427736"/>
                </a:lnTo>
                <a:lnTo>
                  <a:pt x="4286720" y="429590"/>
                </a:lnTo>
                <a:lnTo>
                  <a:pt x="4286250" y="430720"/>
                </a:lnTo>
                <a:lnTo>
                  <a:pt x="4286250" y="433349"/>
                </a:lnTo>
                <a:lnTo>
                  <a:pt x="4286720" y="434467"/>
                </a:lnTo>
                <a:lnTo>
                  <a:pt x="4288587" y="436333"/>
                </a:lnTo>
                <a:lnTo>
                  <a:pt x="4289704" y="436791"/>
                </a:lnTo>
                <a:lnTo>
                  <a:pt x="4292333" y="436791"/>
                </a:lnTo>
                <a:lnTo>
                  <a:pt x="4293451" y="436333"/>
                </a:lnTo>
                <a:lnTo>
                  <a:pt x="4295318" y="434467"/>
                </a:lnTo>
                <a:lnTo>
                  <a:pt x="4295775" y="433349"/>
                </a:lnTo>
                <a:lnTo>
                  <a:pt x="4295775" y="430720"/>
                </a:lnTo>
                <a:close/>
              </a:path>
              <a:path w="9867900" h="300037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9867900" h="3000375">
                <a:moveTo>
                  <a:pt x="4343400" y="2994304"/>
                </a:moveTo>
                <a:lnTo>
                  <a:pt x="4342943" y="2993186"/>
                </a:lnTo>
                <a:lnTo>
                  <a:pt x="4341076" y="2991320"/>
                </a:lnTo>
                <a:lnTo>
                  <a:pt x="4339958" y="2990850"/>
                </a:lnTo>
                <a:lnTo>
                  <a:pt x="4337329" y="2990850"/>
                </a:lnTo>
                <a:lnTo>
                  <a:pt x="4336199" y="2991320"/>
                </a:lnTo>
                <a:lnTo>
                  <a:pt x="4334345" y="2993186"/>
                </a:lnTo>
                <a:lnTo>
                  <a:pt x="4333875" y="2994304"/>
                </a:lnTo>
                <a:lnTo>
                  <a:pt x="4333875" y="2996933"/>
                </a:lnTo>
                <a:lnTo>
                  <a:pt x="4334345" y="2998051"/>
                </a:lnTo>
                <a:lnTo>
                  <a:pt x="4336199" y="2999917"/>
                </a:lnTo>
                <a:lnTo>
                  <a:pt x="4337329" y="3000375"/>
                </a:lnTo>
                <a:lnTo>
                  <a:pt x="4339958" y="3000375"/>
                </a:lnTo>
                <a:lnTo>
                  <a:pt x="4341076" y="2999917"/>
                </a:lnTo>
                <a:lnTo>
                  <a:pt x="4342943" y="2998051"/>
                </a:lnTo>
                <a:lnTo>
                  <a:pt x="4343400" y="2996933"/>
                </a:lnTo>
                <a:lnTo>
                  <a:pt x="4343400" y="2994304"/>
                </a:lnTo>
                <a:close/>
              </a:path>
              <a:path w="9867900" h="3000375">
                <a:moveTo>
                  <a:pt x="4343400" y="2567038"/>
                </a:moveTo>
                <a:lnTo>
                  <a:pt x="4342943" y="2565920"/>
                </a:lnTo>
                <a:lnTo>
                  <a:pt x="4341076" y="2564053"/>
                </a:lnTo>
                <a:lnTo>
                  <a:pt x="4339958" y="2563596"/>
                </a:lnTo>
                <a:lnTo>
                  <a:pt x="4337329" y="2563596"/>
                </a:lnTo>
                <a:lnTo>
                  <a:pt x="4336199" y="2564053"/>
                </a:lnTo>
                <a:lnTo>
                  <a:pt x="4334345" y="2565920"/>
                </a:lnTo>
                <a:lnTo>
                  <a:pt x="4333875" y="2567038"/>
                </a:lnTo>
                <a:lnTo>
                  <a:pt x="4333875" y="2569667"/>
                </a:lnTo>
                <a:lnTo>
                  <a:pt x="4334345" y="2570797"/>
                </a:lnTo>
                <a:lnTo>
                  <a:pt x="4336199" y="2572651"/>
                </a:lnTo>
                <a:lnTo>
                  <a:pt x="4337329" y="2573121"/>
                </a:lnTo>
                <a:lnTo>
                  <a:pt x="4339958" y="2573121"/>
                </a:lnTo>
                <a:lnTo>
                  <a:pt x="4341076" y="2572651"/>
                </a:lnTo>
                <a:lnTo>
                  <a:pt x="4342943" y="2570797"/>
                </a:lnTo>
                <a:lnTo>
                  <a:pt x="4343400" y="2569667"/>
                </a:lnTo>
                <a:lnTo>
                  <a:pt x="4343400" y="2567038"/>
                </a:lnTo>
                <a:close/>
              </a:path>
              <a:path w="9867900" h="3000375">
                <a:moveTo>
                  <a:pt x="4343400" y="2139772"/>
                </a:moveTo>
                <a:lnTo>
                  <a:pt x="4342943" y="2138654"/>
                </a:lnTo>
                <a:lnTo>
                  <a:pt x="4341076" y="2136787"/>
                </a:lnTo>
                <a:lnTo>
                  <a:pt x="4339958" y="2136330"/>
                </a:lnTo>
                <a:lnTo>
                  <a:pt x="4337329" y="2136330"/>
                </a:lnTo>
                <a:lnTo>
                  <a:pt x="4336199" y="2136787"/>
                </a:lnTo>
                <a:lnTo>
                  <a:pt x="4334345" y="2138654"/>
                </a:lnTo>
                <a:lnTo>
                  <a:pt x="4333875" y="2139772"/>
                </a:lnTo>
                <a:lnTo>
                  <a:pt x="4333875" y="2142401"/>
                </a:lnTo>
                <a:lnTo>
                  <a:pt x="4334345" y="2143531"/>
                </a:lnTo>
                <a:lnTo>
                  <a:pt x="4336199" y="2145385"/>
                </a:lnTo>
                <a:lnTo>
                  <a:pt x="4337329" y="2145855"/>
                </a:lnTo>
                <a:lnTo>
                  <a:pt x="4339958" y="2145855"/>
                </a:lnTo>
                <a:lnTo>
                  <a:pt x="4341076" y="2145385"/>
                </a:lnTo>
                <a:lnTo>
                  <a:pt x="4342943" y="2143531"/>
                </a:lnTo>
                <a:lnTo>
                  <a:pt x="4343400" y="2142401"/>
                </a:lnTo>
                <a:lnTo>
                  <a:pt x="4343400" y="2139772"/>
                </a:lnTo>
                <a:close/>
              </a:path>
              <a:path w="9867900" h="3000375">
                <a:moveTo>
                  <a:pt x="4343400" y="1712506"/>
                </a:moveTo>
                <a:lnTo>
                  <a:pt x="4342943" y="1711388"/>
                </a:lnTo>
                <a:lnTo>
                  <a:pt x="4341076" y="1709534"/>
                </a:lnTo>
                <a:lnTo>
                  <a:pt x="4339958" y="1709064"/>
                </a:lnTo>
                <a:lnTo>
                  <a:pt x="4337329" y="1709064"/>
                </a:lnTo>
                <a:lnTo>
                  <a:pt x="4336199" y="1709534"/>
                </a:lnTo>
                <a:lnTo>
                  <a:pt x="4334345" y="1711388"/>
                </a:lnTo>
                <a:lnTo>
                  <a:pt x="4333875" y="1712506"/>
                </a:lnTo>
                <a:lnTo>
                  <a:pt x="4333875" y="1715135"/>
                </a:lnTo>
                <a:lnTo>
                  <a:pt x="4334345" y="1716265"/>
                </a:lnTo>
                <a:lnTo>
                  <a:pt x="4336199" y="1718119"/>
                </a:lnTo>
                <a:lnTo>
                  <a:pt x="4337329" y="1718589"/>
                </a:lnTo>
                <a:lnTo>
                  <a:pt x="4339958" y="1718589"/>
                </a:lnTo>
                <a:lnTo>
                  <a:pt x="4341076" y="1718119"/>
                </a:lnTo>
                <a:lnTo>
                  <a:pt x="4342943" y="1716265"/>
                </a:lnTo>
                <a:lnTo>
                  <a:pt x="4343400" y="1715135"/>
                </a:lnTo>
                <a:lnTo>
                  <a:pt x="4343400" y="1712506"/>
                </a:lnTo>
                <a:close/>
              </a:path>
              <a:path w="9867900" h="3000375">
                <a:moveTo>
                  <a:pt x="4343400" y="1285252"/>
                </a:moveTo>
                <a:lnTo>
                  <a:pt x="4342943" y="1284122"/>
                </a:lnTo>
                <a:lnTo>
                  <a:pt x="4341076" y="1282268"/>
                </a:lnTo>
                <a:lnTo>
                  <a:pt x="4339958" y="1281798"/>
                </a:lnTo>
                <a:lnTo>
                  <a:pt x="4337329" y="1281798"/>
                </a:lnTo>
                <a:lnTo>
                  <a:pt x="4336199" y="1282268"/>
                </a:lnTo>
                <a:lnTo>
                  <a:pt x="4334345" y="1284122"/>
                </a:lnTo>
                <a:lnTo>
                  <a:pt x="4333875" y="1285252"/>
                </a:lnTo>
                <a:lnTo>
                  <a:pt x="4333875" y="1287881"/>
                </a:lnTo>
                <a:lnTo>
                  <a:pt x="4334345" y="1288999"/>
                </a:lnTo>
                <a:lnTo>
                  <a:pt x="4336199" y="1290853"/>
                </a:lnTo>
                <a:lnTo>
                  <a:pt x="4337329" y="1291323"/>
                </a:lnTo>
                <a:lnTo>
                  <a:pt x="4339958" y="1291323"/>
                </a:lnTo>
                <a:lnTo>
                  <a:pt x="4341076" y="1290853"/>
                </a:lnTo>
                <a:lnTo>
                  <a:pt x="4342943" y="1288999"/>
                </a:lnTo>
                <a:lnTo>
                  <a:pt x="4343400" y="1287881"/>
                </a:lnTo>
                <a:lnTo>
                  <a:pt x="4343400" y="1285252"/>
                </a:lnTo>
                <a:close/>
              </a:path>
              <a:path w="9867900" h="3000375">
                <a:moveTo>
                  <a:pt x="4343400" y="857986"/>
                </a:moveTo>
                <a:lnTo>
                  <a:pt x="4342943" y="856856"/>
                </a:lnTo>
                <a:lnTo>
                  <a:pt x="4341076" y="855002"/>
                </a:lnTo>
                <a:lnTo>
                  <a:pt x="4339958" y="854532"/>
                </a:lnTo>
                <a:lnTo>
                  <a:pt x="4337329" y="854532"/>
                </a:lnTo>
                <a:lnTo>
                  <a:pt x="4336199" y="855002"/>
                </a:lnTo>
                <a:lnTo>
                  <a:pt x="4334345" y="856856"/>
                </a:lnTo>
                <a:lnTo>
                  <a:pt x="4333875" y="857986"/>
                </a:lnTo>
                <a:lnTo>
                  <a:pt x="4333875" y="860615"/>
                </a:lnTo>
                <a:lnTo>
                  <a:pt x="4334345" y="861733"/>
                </a:lnTo>
                <a:lnTo>
                  <a:pt x="4336199" y="863600"/>
                </a:lnTo>
                <a:lnTo>
                  <a:pt x="4337329" y="864057"/>
                </a:lnTo>
                <a:lnTo>
                  <a:pt x="4339958" y="864057"/>
                </a:lnTo>
                <a:lnTo>
                  <a:pt x="4341076" y="863600"/>
                </a:lnTo>
                <a:lnTo>
                  <a:pt x="4342943" y="861733"/>
                </a:lnTo>
                <a:lnTo>
                  <a:pt x="4343400" y="860615"/>
                </a:lnTo>
                <a:lnTo>
                  <a:pt x="4343400" y="857986"/>
                </a:lnTo>
                <a:close/>
              </a:path>
              <a:path w="9867900" h="3000375">
                <a:moveTo>
                  <a:pt x="4343400" y="430720"/>
                </a:moveTo>
                <a:lnTo>
                  <a:pt x="4342943" y="429590"/>
                </a:lnTo>
                <a:lnTo>
                  <a:pt x="4341076" y="427736"/>
                </a:lnTo>
                <a:lnTo>
                  <a:pt x="4339958" y="427266"/>
                </a:lnTo>
                <a:lnTo>
                  <a:pt x="4337329" y="427266"/>
                </a:lnTo>
                <a:lnTo>
                  <a:pt x="4336199" y="427736"/>
                </a:lnTo>
                <a:lnTo>
                  <a:pt x="4334345" y="429590"/>
                </a:lnTo>
                <a:lnTo>
                  <a:pt x="4333875" y="430720"/>
                </a:lnTo>
                <a:lnTo>
                  <a:pt x="4333875" y="433349"/>
                </a:lnTo>
                <a:lnTo>
                  <a:pt x="4334345" y="434467"/>
                </a:lnTo>
                <a:lnTo>
                  <a:pt x="4336199" y="436333"/>
                </a:lnTo>
                <a:lnTo>
                  <a:pt x="4337329" y="436791"/>
                </a:lnTo>
                <a:lnTo>
                  <a:pt x="4339958" y="436791"/>
                </a:lnTo>
                <a:lnTo>
                  <a:pt x="4341076" y="436333"/>
                </a:lnTo>
                <a:lnTo>
                  <a:pt x="4342943" y="434467"/>
                </a:lnTo>
                <a:lnTo>
                  <a:pt x="4343400" y="433349"/>
                </a:lnTo>
                <a:lnTo>
                  <a:pt x="4343400" y="430720"/>
                </a:lnTo>
                <a:close/>
              </a:path>
              <a:path w="9867900" h="300037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9867900" h="3000375">
                <a:moveTo>
                  <a:pt x="4391025" y="2994304"/>
                </a:moveTo>
                <a:lnTo>
                  <a:pt x="4390568" y="2993186"/>
                </a:lnTo>
                <a:lnTo>
                  <a:pt x="4388701" y="2991320"/>
                </a:lnTo>
                <a:lnTo>
                  <a:pt x="4387583" y="2990850"/>
                </a:lnTo>
                <a:lnTo>
                  <a:pt x="4384954" y="2990850"/>
                </a:lnTo>
                <a:lnTo>
                  <a:pt x="4383824" y="2991320"/>
                </a:lnTo>
                <a:lnTo>
                  <a:pt x="4381970" y="2993186"/>
                </a:lnTo>
                <a:lnTo>
                  <a:pt x="4381500" y="2994304"/>
                </a:lnTo>
                <a:lnTo>
                  <a:pt x="4381500" y="2996933"/>
                </a:lnTo>
                <a:lnTo>
                  <a:pt x="4381970" y="2998051"/>
                </a:lnTo>
                <a:lnTo>
                  <a:pt x="4383824" y="2999917"/>
                </a:lnTo>
                <a:lnTo>
                  <a:pt x="4384954" y="3000375"/>
                </a:lnTo>
                <a:lnTo>
                  <a:pt x="4387583" y="3000375"/>
                </a:lnTo>
                <a:lnTo>
                  <a:pt x="4388701" y="2999917"/>
                </a:lnTo>
                <a:lnTo>
                  <a:pt x="4390568" y="2998051"/>
                </a:lnTo>
                <a:lnTo>
                  <a:pt x="4391025" y="2996933"/>
                </a:lnTo>
                <a:lnTo>
                  <a:pt x="4391025" y="2994304"/>
                </a:lnTo>
                <a:close/>
              </a:path>
              <a:path w="9867900" h="3000375">
                <a:moveTo>
                  <a:pt x="4391025" y="2567038"/>
                </a:moveTo>
                <a:lnTo>
                  <a:pt x="4390568" y="2565920"/>
                </a:lnTo>
                <a:lnTo>
                  <a:pt x="4388701" y="2564053"/>
                </a:lnTo>
                <a:lnTo>
                  <a:pt x="4387583" y="2563596"/>
                </a:lnTo>
                <a:lnTo>
                  <a:pt x="4384954" y="2563596"/>
                </a:lnTo>
                <a:lnTo>
                  <a:pt x="4383824" y="2564053"/>
                </a:lnTo>
                <a:lnTo>
                  <a:pt x="4381970" y="2565920"/>
                </a:lnTo>
                <a:lnTo>
                  <a:pt x="4381500" y="2567038"/>
                </a:lnTo>
                <a:lnTo>
                  <a:pt x="4381500" y="2569667"/>
                </a:lnTo>
                <a:lnTo>
                  <a:pt x="4381970" y="2570797"/>
                </a:lnTo>
                <a:lnTo>
                  <a:pt x="4383824" y="2572651"/>
                </a:lnTo>
                <a:lnTo>
                  <a:pt x="4384954" y="2573121"/>
                </a:lnTo>
                <a:lnTo>
                  <a:pt x="4387583" y="2573121"/>
                </a:lnTo>
                <a:lnTo>
                  <a:pt x="4388701" y="2572651"/>
                </a:lnTo>
                <a:lnTo>
                  <a:pt x="4390568" y="2570797"/>
                </a:lnTo>
                <a:lnTo>
                  <a:pt x="4391025" y="2569667"/>
                </a:lnTo>
                <a:lnTo>
                  <a:pt x="4391025" y="2567038"/>
                </a:lnTo>
                <a:close/>
              </a:path>
              <a:path w="9867900" h="3000375">
                <a:moveTo>
                  <a:pt x="4391025" y="2139772"/>
                </a:moveTo>
                <a:lnTo>
                  <a:pt x="4390568" y="2138654"/>
                </a:lnTo>
                <a:lnTo>
                  <a:pt x="4388701" y="2136787"/>
                </a:lnTo>
                <a:lnTo>
                  <a:pt x="4387583" y="2136330"/>
                </a:lnTo>
                <a:lnTo>
                  <a:pt x="4384954" y="2136330"/>
                </a:lnTo>
                <a:lnTo>
                  <a:pt x="4383824" y="2136787"/>
                </a:lnTo>
                <a:lnTo>
                  <a:pt x="4381970" y="2138654"/>
                </a:lnTo>
                <a:lnTo>
                  <a:pt x="4381500" y="2139772"/>
                </a:lnTo>
                <a:lnTo>
                  <a:pt x="4381500" y="2142401"/>
                </a:lnTo>
                <a:lnTo>
                  <a:pt x="4381970" y="2143531"/>
                </a:lnTo>
                <a:lnTo>
                  <a:pt x="4383824" y="2145385"/>
                </a:lnTo>
                <a:lnTo>
                  <a:pt x="4384954" y="2145855"/>
                </a:lnTo>
                <a:lnTo>
                  <a:pt x="4387583" y="2145855"/>
                </a:lnTo>
                <a:lnTo>
                  <a:pt x="4388701" y="2145385"/>
                </a:lnTo>
                <a:lnTo>
                  <a:pt x="4390568" y="2143531"/>
                </a:lnTo>
                <a:lnTo>
                  <a:pt x="4391025" y="2142401"/>
                </a:lnTo>
                <a:lnTo>
                  <a:pt x="4391025" y="2139772"/>
                </a:lnTo>
                <a:close/>
              </a:path>
              <a:path w="9867900" h="3000375">
                <a:moveTo>
                  <a:pt x="4391025" y="1712506"/>
                </a:moveTo>
                <a:lnTo>
                  <a:pt x="4390568" y="1711388"/>
                </a:lnTo>
                <a:lnTo>
                  <a:pt x="4388701" y="1709534"/>
                </a:lnTo>
                <a:lnTo>
                  <a:pt x="4387583" y="1709064"/>
                </a:lnTo>
                <a:lnTo>
                  <a:pt x="4384954" y="1709064"/>
                </a:lnTo>
                <a:lnTo>
                  <a:pt x="4383824" y="1709534"/>
                </a:lnTo>
                <a:lnTo>
                  <a:pt x="4381970" y="1711388"/>
                </a:lnTo>
                <a:lnTo>
                  <a:pt x="4381500" y="1712506"/>
                </a:lnTo>
                <a:lnTo>
                  <a:pt x="4381500" y="1715135"/>
                </a:lnTo>
                <a:lnTo>
                  <a:pt x="4381970" y="1716265"/>
                </a:lnTo>
                <a:lnTo>
                  <a:pt x="4383824" y="1718119"/>
                </a:lnTo>
                <a:lnTo>
                  <a:pt x="4384954" y="1718589"/>
                </a:lnTo>
                <a:lnTo>
                  <a:pt x="4387583" y="1718589"/>
                </a:lnTo>
                <a:lnTo>
                  <a:pt x="4388701" y="1718119"/>
                </a:lnTo>
                <a:lnTo>
                  <a:pt x="4390568" y="1716265"/>
                </a:lnTo>
                <a:lnTo>
                  <a:pt x="4391025" y="1715135"/>
                </a:lnTo>
                <a:lnTo>
                  <a:pt x="4391025" y="1712506"/>
                </a:lnTo>
                <a:close/>
              </a:path>
              <a:path w="9867900" h="3000375">
                <a:moveTo>
                  <a:pt x="4391025" y="1285252"/>
                </a:moveTo>
                <a:lnTo>
                  <a:pt x="4390568" y="1284122"/>
                </a:lnTo>
                <a:lnTo>
                  <a:pt x="4388701" y="1282268"/>
                </a:lnTo>
                <a:lnTo>
                  <a:pt x="4387583" y="1281798"/>
                </a:lnTo>
                <a:lnTo>
                  <a:pt x="4384954" y="1281798"/>
                </a:lnTo>
                <a:lnTo>
                  <a:pt x="4383824" y="1282268"/>
                </a:lnTo>
                <a:lnTo>
                  <a:pt x="4381970" y="1284122"/>
                </a:lnTo>
                <a:lnTo>
                  <a:pt x="4381500" y="1285252"/>
                </a:lnTo>
                <a:lnTo>
                  <a:pt x="4381500" y="1287881"/>
                </a:lnTo>
                <a:lnTo>
                  <a:pt x="4381970" y="1288999"/>
                </a:lnTo>
                <a:lnTo>
                  <a:pt x="4383824" y="1290853"/>
                </a:lnTo>
                <a:lnTo>
                  <a:pt x="4384954" y="1291323"/>
                </a:lnTo>
                <a:lnTo>
                  <a:pt x="4387583" y="1291323"/>
                </a:lnTo>
                <a:lnTo>
                  <a:pt x="4388701" y="1290853"/>
                </a:lnTo>
                <a:lnTo>
                  <a:pt x="4390568" y="1288999"/>
                </a:lnTo>
                <a:lnTo>
                  <a:pt x="4391025" y="1287881"/>
                </a:lnTo>
                <a:lnTo>
                  <a:pt x="4391025" y="1285252"/>
                </a:lnTo>
                <a:close/>
              </a:path>
              <a:path w="9867900" h="3000375">
                <a:moveTo>
                  <a:pt x="4391025" y="857986"/>
                </a:moveTo>
                <a:lnTo>
                  <a:pt x="4390568" y="856856"/>
                </a:lnTo>
                <a:lnTo>
                  <a:pt x="4388701" y="855002"/>
                </a:lnTo>
                <a:lnTo>
                  <a:pt x="4387583" y="854532"/>
                </a:lnTo>
                <a:lnTo>
                  <a:pt x="4384954" y="854532"/>
                </a:lnTo>
                <a:lnTo>
                  <a:pt x="4383824" y="855002"/>
                </a:lnTo>
                <a:lnTo>
                  <a:pt x="4381970" y="856856"/>
                </a:lnTo>
                <a:lnTo>
                  <a:pt x="4381500" y="857986"/>
                </a:lnTo>
                <a:lnTo>
                  <a:pt x="4381500" y="860615"/>
                </a:lnTo>
                <a:lnTo>
                  <a:pt x="4381970" y="861733"/>
                </a:lnTo>
                <a:lnTo>
                  <a:pt x="4383824" y="863600"/>
                </a:lnTo>
                <a:lnTo>
                  <a:pt x="4384954" y="864057"/>
                </a:lnTo>
                <a:lnTo>
                  <a:pt x="4387583" y="864057"/>
                </a:lnTo>
                <a:lnTo>
                  <a:pt x="4388701" y="863600"/>
                </a:lnTo>
                <a:lnTo>
                  <a:pt x="4390568" y="861733"/>
                </a:lnTo>
                <a:lnTo>
                  <a:pt x="4391025" y="860615"/>
                </a:lnTo>
                <a:lnTo>
                  <a:pt x="4391025" y="857986"/>
                </a:lnTo>
                <a:close/>
              </a:path>
              <a:path w="9867900" h="3000375">
                <a:moveTo>
                  <a:pt x="4391025" y="430720"/>
                </a:moveTo>
                <a:lnTo>
                  <a:pt x="4390568" y="429590"/>
                </a:lnTo>
                <a:lnTo>
                  <a:pt x="4388701" y="427736"/>
                </a:lnTo>
                <a:lnTo>
                  <a:pt x="4387583" y="427266"/>
                </a:lnTo>
                <a:lnTo>
                  <a:pt x="4384954" y="427266"/>
                </a:lnTo>
                <a:lnTo>
                  <a:pt x="4383824" y="427736"/>
                </a:lnTo>
                <a:lnTo>
                  <a:pt x="4381970" y="429590"/>
                </a:lnTo>
                <a:lnTo>
                  <a:pt x="4381500" y="430720"/>
                </a:lnTo>
                <a:lnTo>
                  <a:pt x="4381500" y="433349"/>
                </a:lnTo>
                <a:lnTo>
                  <a:pt x="4381970" y="434467"/>
                </a:lnTo>
                <a:lnTo>
                  <a:pt x="4383824" y="436333"/>
                </a:lnTo>
                <a:lnTo>
                  <a:pt x="4384954" y="436791"/>
                </a:lnTo>
                <a:lnTo>
                  <a:pt x="4387583" y="436791"/>
                </a:lnTo>
                <a:lnTo>
                  <a:pt x="4388701" y="436333"/>
                </a:lnTo>
                <a:lnTo>
                  <a:pt x="4390568" y="434467"/>
                </a:lnTo>
                <a:lnTo>
                  <a:pt x="4391025" y="433349"/>
                </a:lnTo>
                <a:lnTo>
                  <a:pt x="4391025" y="430720"/>
                </a:lnTo>
                <a:close/>
              </a:path>
              <a:path w="9867900" h="300037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9867900" h="3000375">
                <a:moveTo>
                  <a:pt x="4438650" y="2994304"/>
                </a:moveTo>
                <a:lnTo>
                  <a:pt x="4438193" y="2993186"/>
                </a:lnTo>
                <a:lnTo>
                  <a:pt x="4436326" y="2991320"/>
                </a:lnTo>
                <a:lnTo>
                  <a:pt x="4435208" y="2990850"/>
                </a:lnTo>
                <a:lnTo>
                  <a:pt x="4432579" y="2990850"/>
                </a:lnTo>
                <a:lnTo>
                  <a:pt x="4431449" y="2991320"/>
                </a:lnTo>
                <a:lnTo>
                  <a:pt x="4429595" y="2993186"/>
                </a:lnTo>
                <a:lnTo>
                  <a:pt x="4429125" y="2994304"/>
                </a:lnTo>
                <a:lnTo>
                  <a:pt x="4429125" y="2996933"/>
                </a:lnTo>
                <a:lnTo>
                  <a:pt x="4429595" y="2998051"/>
                </a:lnTo>
                <a:lnTo>
                  <a:pt x="4431449" y="2999917"/>
                </a:lnTo>
                <a:lnTo>
                  <a:pt x="4432579" y="3000375"/>
                </a:lnTo>
                <a:lnTo>
                  <a:pt x="4435208" y="3000375"/>
                </a:lnTo>
                <a:lnTo>
                  <a:pt x="4436326" y="2999917"/>
                </a:lnTo>
                <a:lnTo>
                  <a:pt x="4438193" y="2998051"/>
                </a:lnTo>
                <a:lnTo>
                  <a:pt x="4438650" y="2996933"/>
                </a:lnTo>
                <a:lnTo>
                  <a:pt x="4438650" y="2994304"/>
                </a:lnTo>
                <a:close/>
              </a:path>
              <a:path w="9867900" h="3000375">
                <a:moveTo>
                  <a:pt x="4438650" y="2567038"/>
                </a:moveTo>
                <a:lnTo>
                  <a:pt x="4438193" y="2565920"/>
                </a:lnTo>
                <a:lnTo>
                  <a:pt x="4436326" y="2564053"/>
                </a:lnTo>
                <a:lnTo>
                  <a:pt x="4435208" y="2563596"/>
                </a:lnTo>
                <a:lnTo>
                  <a:pt x="4432579" y="2563596"/>
                </a:lnTo>
                <a:lnTo>
                  <a:pt x="4431449" y="2564053"/>
                </a:lnTo>
                <a:lnTo>
                  <a:pt x="4429595" y="2565920"/>
                </a:lnTo>
                <a:lnTo>
                  <a:pt x="4429125" y="2567038"/>
                </a:lnTo>
                <a:lnTo>
                  <a:pt x="4429125" y="2569667"/>
                </a:lnTo>
                <a:lnTo>
                  <a:pt x="4429595" y="2570797"/>
                </a:lnTo>
                <a:lnTo>
                  <a:pt x="4431449" y="2572651"/>
                </a:lnTo>
                <a:lnTo>
                  <a:pt x="4432579" y="2573121"/>
                </a:lnTo>
                <a:lnTo>
                  <a:pt x="4435208" y="2573121"/>
                </a:lnTo>
                <a:lnTo>
                  <a:pt x="4436326" y="2572651"/>
                </a:lnTo>
                <a:lnTo>
                  <a:pt x="4438193" y="2570797"/>
                </a:lnTo>
                <a:lnTo>
                  <a:pt x="4438650" y="2569667"/>
                </a:lnTo>
                <a:lnTo>
                  <a:pt x="4438650" y="2567038"/>
                </a:lnTo>
                <a:close/>
              </a:path>
              <a:path w="9867900" h="3000375">
                <a:moveTo>
                  <a:pt x="4438650" y="2139772"/>
                </a:moveTo>
                <a:lnTo>
                  <a:pt x="4438193" y="2138654"/>
                </a:lnTo>
                <a:lnTo>
                  <a:pt x="4436326" y="2136787"/>
                </a:lnTo>
                <a:lnTo>
                  <a:pt x="4435208" y="2136330"/>
                </a:lnTo>
                <a:lnTo>
                  <a:pt x="4432579" y="2136330"/>
                </a:lnTo>
                <a:lnTo>
                  <a:pt x="4431449" y="2136787"/>
                </a:lnTo>
                <a:lnTo>
                  <a:pt x="4429595" y="2138654"/>
                </a:lnTo>
                <a:lnTo>
                  <a:pt x="4429125" y="2139772"/>
                </a:lnTo>
                <a:lnTo>
                  <a:pt x="4429125" y="2142401"/>
                </a:lnTo>
                <a:lnTo>
                  <a:pt x="4429595" y="2143531"/>
                </a:lnTo>
                <a:lnTo>
                  <a:pt x="4431449" y="2145385"/>
                </a:lnTo>
                <a:lnTo>
                  <a:pt x="4432579" y="2145855"/>
                </a:lnTo>
                <a:lnTo>
                  <a:pt x="4435208" y="2145855"/>
                </a:lnTo>
                <a:lnTo>
                  <a:pt x="4436326" y="2145385"/>
                </a:lnTo>
                <a:lnTo>
                  <a:pt x="4438193" y="2143531"/>
                </a:lnTo>
                <a:lnTo>
                  <a:pt x="4438650" y="2142401"/>
                </a:lnTo>
                <a:lnTo>
                  <a:pt x="4438650" y="2139772"/>
                </a:lnTo>
                <a:close/>
              </a:path>
              <a:path w="9867900" h="3000375">
                <a:moveTo>
                  <a:pt x="4438650" y="1712506"/>
                </a:moveTo>
                <a:lnTo>
                  <a:pt x="4438193" y="1711388"/>
                </a:lnTo>
                <a:lnTo>
                  <a:pt x="4436326" y="1709534"/>
                </a:lnTo>
                <a:lnTo>
                  <a:pt x="4435208" y="1709064"/>
                </a:lnTo>
                <a:lnTo>
                  <a:pt x="4432579" y="1709064"/>
                </a:lnTo>
                <a:lnTo>
                  <a:pt x="4431449" y="1709534"/>
                </a:lnTo>
                <a:lnTo>
                  <a:pt x="4429595" y="1711388"/>
                </a:lnTo>
                <a:lnTo>
                  <a:pt x="4429125" y="1712506"/>
                </a:lnTo>
                <a:lnTo>
                  <a:pt x="4429125" y="1715135"/>
                </a:lnTo>
                <a:lnTo>
                  <a:pt x="4429595" y="1716265"/>
                </a:lnTo>
                <a:lnTo>
                  <a:pt x="4431449" y="1718119"/>
                </a:lnTo>
                <a:lnTo>
                  <a:pt x="4432579" y="1718589"/>
                </a:lnTo>
                <a:lnTo>
                  <a:pt x="4435208" y="1718589"/>
                </a:lnTo>
                <a:lnTo>
                  <a:pt x="4436326" y="1718119"/>
                </a:lnTo>
                <a:lnTo>
                  <a:pt x="4438193" y="1716265"/>
                </a:lnTo>
                <a:lnTo>
                  <a:pt x="4438650" y="1715135"/>
                </a:lnTo>
                <a:lnTo>
                  <a:pt x="4438650" y="1712506"/>
                </a:lnTo>
                <a:close/>
              </a:path>
              <a:path w="9867900" h="3000375">
                <a:moveTo>
                  <a:pt x="4438650" y="1285252"/>
                </a:moveTo>
                <a:lnTo>
                  <a:pt x="4438193" y="1284122"/>
                </a:lnTo>
                <a:lnTo>
                  <a:pt x="4436326" y="1282268"/>
                </a:lnTo>
                <a:lnTo>
                  <a:pt x="4435208" y="1281798"/>
                </a:lnTo>
                <a:lnTo>
                  <a:pt x="4432579" y="1281798"/>
                </a:lnTo>
                <a:lnTo>
                  <a:pt x="4431449" y="1282268"/>
                </a:lnTo>
                <a:lnTo>
                  <a:pt x="4429595" y="1284122"/>
                </a:lnTo>
                <a:lnTo>
                  <a:pt x="4429125" y="1285252"/>
                </a:lnTo>
                <a:lnTo>
                  <a:pt x="4429125" y="1287881"/>
                </a:lnTo>
                <a:lnTo>
                  <a:pt x="4429595" y="1288999"/>
                </a:lnTo>
                <a:lnTo>
                  <a:pt x="4431449" y="1290853"/>
                </a:lnTo>
                <a:lnTo>
                  <a:pt x="4432579" y="1291323"/>
                </a:lnTo>
                <a:lnTo>
                  <a:pt x="4435208" y="1291323"/>
                </a:lnTo>
                <a:lnTo>
                  <a:pt x="4436326" y="1290853"/>
                </a:lnTo>
                <a:lnTo>
                  <a:pt x="4438193" y="1288999"/>
                </a:lnTo>
                <a:lnTo>
                  <a:pt x="4438650" y="1287881"/>
                </a:lnTo>
                <a:lnTo>
                  <a:pt x="4438650" y="1285252"/>
                </a:lnTo>
                <a:close/>
              </a:path>
              <a:path w="9867900" h="3000375">
                <a:moveTo>
                  <a:pt x="4438650" y="857986"/>
                </a:moveTo>
                <a:lnTo>
                  <a:pt x="4438193" y="856856"/>
                </a:lnTo>
                <a:lnTo>
                  <a:pt x="4436326" y="855002"/>
                </a:lnTo>
                <a:lnTo>
                  <a:pt x="4435208" y="854532"/>
                </a:lnTo>
                <a:lnTo>
                  <a:pt x="4432579" y="854532"/>
                </a:lnTo>
                <a:lnTo>
                  <a:pt x="4431449" y="855002"/>
                </a:lnTo>
                <a:lnTo>
                  <a:pt x="4429595" y="856856"/>
                </a:lnTo>
                <a:lnTo>
                  <a:pt x="4429125" y="857986"/>
                </a:lnTo>
                <a:lnTo>
                  <a:pt x="4429125" y="860615"/>
                </a:lnTo>
                <a:lnTo>
                  <a:pt x="4429595" y="861733"/>
                </a:lnTo>
                <a:lnTo>
                  <a:pt x="4431449" y="863600"/>
                </a:lnTo>
                <a:lnTo>
                  <a:pt x="4432579" y="864057"/>
                </a:lnTo>
                <a:lnTo>
                  <a:pt x="4435208" y="864057"/>
                </a:lnTo>
                <a:lnTo>
                  <a:pt x="4436326" y="863600"/>
                </a:lnTo>
                <a:lnTo>
                  <a:pt x="4438193" y="861733"/>
                </a:lnTo>
                <a:lnTo>
                  <a:pt x="4438650" y="860615"/>
                </a:lnTo>
                <a:lnTo>
                  <a:pt x="4438650" y="857986"/>
                </a:lnTo>
                <a:close/>
              </a:path>
              <a:path w="9867900" h="3000375">
                <a:moveTo>
                  <a:pt x="4438650" y="430720"/>
                </a:moveTo>
                <a:lnTo>
                  <a:pt x="4438193" y="429590"/>
                </a:lnTo>
                <a:lnTo>
                  <a:pt x="4436326" y="427736"/>
                </a:lnTo>
                <a:lnTo>
                  <a:pt x="4435208" y="427266"/>
                </a:lnTo>
                <a:lnTo>
                  <a:pt x="4432579" y="427266"/>
                </a:lnTo>
                <a:lnTo>
                  <a:pt x="4431449" y="427736"/>
                </a:lnTo>
                <a:lnTo>
                  <a:pt x="4429595" y="429590"/>
                </a:lnTo>
                <a:lnTo>
                  <a:pt x="4429125" y="430720"/>
                </a:lnTo>
                <a:lnTo>
                  <a:pt x="4429125" y="433349"/>
                </a:lnTo>
                <a:lnTo>
                  <a:pt x="4429595" y="434467"/>
                </a:lnTo>
                <a:lnTo>
                  <a:pt x="4431449" y="436333"/>
                </a:lnTo>
                <a:lnTo>
                  <a:pt x="4432579" y="436791"/>
                </a:lnTo>
                <a:lnTo>
                  <a:pt x="4435208" y="436791"/>
                </a:lnTo>
                <a:lnTo>
                  <a:pt x="4436326" y="436333"/>
                </a:lnTo>
                <a:lnTo>
                  <a:pt x="4438193" y="434467"/>
                </a:lnTo>
                <a:lnTo>
                  <a:pt x="4438650" y="433349"/>
                </a:lnTo>
                <a:lnTo>
                  <a:pt x="4438650" y="430720"/>
                </a:lnTo>
                <a:close/>
              </a:path>
              <a:path w="9867900" h="300037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9867900" h="3000375">
                <a:moveTo>
                  <a:pt x="4486275" y="2994304"/>
                </a:moveTo>
                <a:lnTo>
                  <a:pt x="4485818" y="2993186"/>
                </a:lnTo>
                <a:lnTo>
                  <a:pt x="4483951" y="2991320"/>
                </a:lnTo>
                <a:lnTo>
                  <a:pt x="4482833" y="2990850"/>
                </a:lnTo>
                <a:lnTo>
                  <a:pt x="4480204" y="2990850"/>
                </a:lnTo>
                <a:lnTo>
                  <a:pt x="4479087" y="2991320"/>
                </a:lnTo>
                <a:lnTo>
                  <a:pt x="4477220" y="2993186"/>
                </a:lnTo>
                <a:lnTo>
                  <a:pt x="4476750" y="2994304"/>
                </a:lnTo>
                <a:lnTo>
                  <a:pt x="4476750" y="2996933"/>
                </a:lnTo>
                <a:lnTo>
                  <a:pt x="4477220" y="2998051"/>
                </a:lnTo>
                <a:lnTo>
                  <a:pt x="4479087" y="2999917"/>
                </a:lnTo>
                <a:lnTo>
                  <a:pt x="4480204" y="3000375"/>
                </a:lnTo>
                <a:lnTo>
                  <a:pt x="4482833" y="3000375"/>
                </a:lnTo>
                <a:lnTo>
                  <a:pt x="4483951" y="2999917"/>
                </a:lnTo>
                <a:lnTo>
                  <a:pt x="4485818" y="2998051"/>
                </a:lnTo>
                <a:lnTo>
                  <a:pt x="4486275" y="2996933"/>
                </a:lnTo>
                <a:lnTo>
                  <a:pt x="4486275" y="2994304"/>
                </a:lnTo>
                <a:close/>
              </a:path>
              <a:path w="9867900" h="3000375">
                <a:moveTo>
                  <a:pt x="4486275" y="2567038"/>
                </a:moveTo>
                <a:lnTo>
                  <a:pt x="4485818" y="2565920"/>
                </a:lnTo>
                <a:lnTo>
                  <a:pt x="4483951" y="2564053"/>
                </a:lnTo>
                <a:lnTo>
                  <a:pt x="4482833" y="2563596"/>
                </a:lnTo>
                <a:lnTo>
                  <a:pt x="4480204" y="2563596"/>
                </a:lnTo>
                <a:lnTo>
                  <a:pt x="4479087" y="2564053"/>
                </a:lnTo>
                <a:lnTo>
                  <a:pt x="4477220" y="2565920"/>
                </a:lnTo>
                <a:lnTo>
                  <a:pt x="4476750" y="2567038"/>
                </a:lnTo>
                <a:lnTo>
                  <a:pt x="4476750" y="2569667"/>
                </a:lnTo>
                <a:lnTo>
                  <a:pt x="4477220" y="2570797"/>
                </a:lnTo>
                <a:lnTo>
                  <a:pt x="4479087" y="2572651"/>
                </a:lnTo>
                <a:lnTo>
                  <a:pt x="4480204" y="2573121"/>
                </a:lnTo>
                <a:lnTo>
                  <a:pt x="4482833" y="2573121"/>
                </a:lnTo>
                <a:lnTo>
                  <a:pt x="4483951" y="2572651"/>
                </a:lnTo>
                <a:lnTo>
                  <a:pt x="4485818" y="2570797"/>
                </a:lnTo>
                <a:lnTo>
                  <a:pt x="4486275" y="2569667"/>
                </a:lnTo>
                <a:lnTo>
                  <a:pt x="4486275" y="2567038"/>
                </a:lnTo>
                <a:close/>
              </a:path>
              <a:path w="9867900" h="3000375">
                <a:moveTo>
                  <a:pt x="4486275" y="2139772"/>
                </a:moveTo>
                <a:lnTo>
                  <a:pt x="4485818" y="2138654"/>
                </a:lnTo>
                <a:lnTo>
                  <a:pt x="4483951" y="2136787"/>
                </a:lnTo>
                <a:lnTo>
                  <a:pt x="4482833" y="2136330"/>
                </a:lnTo>
                <a:lnTo>
                  <a:pt x="4480204" y="2136330"/>
                </a:lnTo>
                <a:lnTo>
                  <a:pt x="4479087" y="2136787"/>
                </a:lnTo>
                <a:lnTo>
                  <a:pt x="4477220" y="2138654"/>
                </a:lnTo>
                <a:lnTo>
                  <a:pt x="4476750" y="2139772"/>
                </a:lnTo>
                <a:lnTo>
                  <a:pt x="4476750" y="2142401"/>
                </a:lnTo>
                <a:lnTo>
                  <a:pt x="4477220" y="2143531"/>
                </a:lnTo>
                <a:lnTo>
                  <a:pt x="4479087" y="2145385"/>
                </a:lnTo>
                <a:lnTo>
                  <a:pt x="4480204" y="2145855"/>
                </a:lnTo>
                <a:lnTo>
                  <a:pt x="4482833" y="2145855"/>
                </a:lnTo>
                <a:lnTo>
                  <a:pt x="4483951" y="2145385"/>
                </a:lnTo>
                <a:lnTo>
                  <a:pt x="4485818" y="2143531"/>
                </a:lnTo>
                <a:lnTo>
                  <a:pt x="4486275" y="2142401"/>
                </a:lnTo>
                <a:lnTo>
                  <a:pt x="4486275" y="2139772"/>
                </a:lnTo>
                <a:close/>
              </a:path>
              <a:path w="9867900" h="3000375">
                <a:moveTo>
                  <a:pt x="4486275" y="1712506"/>
                </a:moveTo>
                <a:lnTo>
                  <a:pt x="4485818" y="1711388"/>
                </a:lnTo>
                <a:lnTo>
                  <a:pt x="4483951" y="1709534"/>
                </a:lnTo>
                <a:lnTo>
                  <a:pt x="4482833" y="1709064"/>
                </a:lnTo>
                <a:lnTo>
                  <a:pt x="4480204" y="1709064"/>
                </a:lnTo>
                <a:lnTo>
                  <a:pt x="4479087" y="1709534"/>
                </a:lnTo>
                <a:lnTo>
                  <a:pt x="4477220" y="1711388"/>
                </a:lnTo>
                <a:lnTo>
                  <a:pt x="4476750" y="1712506"/>
                </a:lnTo>
                <a:lnTo>
                  <a:pt x="4476750" y="1715135"/>
                </a:lnTo>
                <a:lnTo>
                  <a:pt x="4477220" y="1716265"/>
                </a:lnTo>
                <a:lnTo>
                  <a:pt x="4479087" y="1718119"/>
                </a:lnTo>
                <a:lnTo>
                  <a:pt x="4480204" y="1718589"/>
                </a:lnTo>
                <a:lnTo>
                  <a:pt x="4482833" y="1718589"/>
                </a:lnTo>
                <a:lnTo>
                  <a:pt x="4483951" y="1718119"/>
                </a:lnTo>
                <a:lnTo>
                  <a:pt x="4485818" y="1716265"/>
                </a:lnTo>
                <a:lnTo>
                  <a:pt x="4486275" y="1715135"/>
                </a:lnTo>
                <a:lnTo>
                  <a:pt x="4486275" y="1712506"/>
                </a:lnTo>
                <a:close/>
              </a:path>
              <a:path w="9867900" h="3000375">
                <a:moveTo>
                  <a:pt x="4486275" y="1285252"/>
                </a:moveTo>
                <a:lnTo>
                  <a:pt x="4485818" y="1284122"/>
                </a:lnTo>
                <a:lnTo>
                  <a:pt x="4483951" y="1282268"/>
                </a:lnTo>
                <a:lnTo>
                  <a:pt x="4482833" y="1281798"/>
                </a:lnTo>
                <a:lnTo>
                  <a:pt x="4480204" y="1281798"/>
                </a:lnTo>
                <a:lnTo>
                  <a:pt x="4479087" y="1282268"/>
                </a:lnTo>
                <a:lnTo>
                  <a:pt x="4477220" y="1284122"/>
                </a:lnTo>
                <a:lnTo>
                  <a:pt x="4476750" y="1285252"/>
                </a:lnTo>
                <a:lnTo>
                  <a:pt x="4476750" y="1287881"/>
                </a:lnTo>
                <a:lnTo>
                  <a:pt x="4477220" y="1288999"/>
                </a:lnTo>
                <a:lnTo>
                  <a:pt x="4479087" y="1290853"/>
                </a:lnTo>
                <a:lnTo>
                  <a:pt x="4480204" y="1291323"/>
                </a:lnTo>
                <a:lnTo>
                  <a:pt x="4482833" y="1291323"/>
                </a:lnTo>
                <a:lnTo>
                  <a:pt x="4483951" y="1290853"/>
                </a:lnTo>
                <a:lnTo>
                  <a:pt x="4485818" y="1288999"/>
                </a:lnTo>
                <a:lnTo>
                  <a:pt x="4486275" y="1287881"/>
                </a:lnTo>
                <a:lnTo>
                  <a:pt x="4486275" y="1285252"/>
                </a:lnTo>
                <a:close/>
              </a:path>
              <a:path w="9867900" h="3000375">
                <a:moveTo>
                  <a:pt x="4486275" y="857986"/>
                </a:moveTo>
                <a:lnTo>
                  <a:pt x="4485818" y="856856"/>
                </a:lnTo>
                <a:lnTo>
                  <a:pt x="4483951" y="855002"/>
                </a:lnTo>
                <a:lnTo>
                  <a:pt x="4482833" y="854532"/>
                </a:lnTo>
                <a:lnTo>
                  <a:pt x="4480204" y="854532"/>
                </a:lnTo>
                <a:lnTo>
                  <a:pt x="4479087" y="855002"/>
                </a:lnTo>
                <a:lnTo>
                  <a:pt x="4477220" y="856856"/>
                </a:lnTo>
                <a:lnTo>
                  <a:pt x="4476750" y="857986"/>
                </a:lnTo>
                <a:lnTo>
                  <a:pt x="4476750" y="860615"/>
                </a:lnTo>
                <a:lnTo>
                  <a:pt x="4477220" y="861733"/>
                </a:lnTo>
                <a:lnTo>
                  <a:pt x="4479087" y="863600"/>
                </a:lnTo>
                <a:lnTo>
                  <a:pt x="4480204" y="864057"/>
                </a:lnTo>
                <a:lnTo>
                  <a:pt x="4482833" y="864057"/>
                </a:lnTo>
                <a:lnTo>
                  <a:pt x="4483951" y="863600"/>
                </a:lnTo>
                <a:lnTo>
                  <a:pt x="4485818" y="861733"/>
                </a:lnTo>
                <a:lnTo>
                  <a:pt x="4486275" y="860615"/>
                </a:lnTo>
                <a:lnTo>
                  <a:pt x="4486275" y="857986"/>
                </a:lnTo>
                <a:close/>
              </a:path>
              <a:path w="9867900" h="3000375">
                <a:moveTo>
                  <a:pt x="4486275" y="430720"/>
                </a:moveTo>
                <a:lnTo>
                  <a:pt x="4485818" y="429590"/>
                </a:lnTo>
                <a:lnTo>
                  <a:pt x="4483951" y="427736"/>
                </a:lnTo>
                <a:lnTo>
                  <a:pt x="4482833" y="427266"/>
                </a:lnTo>
                <a:lnTo>
                  <a:pt x="4480204" y="427266"/>
                </a:lnTo>
                <a:lnTo>
                  <a:pt x="4479087" y="427736"/>
                </a:lnTo>
                <a:lnTo>
                  <a:pt x="4477220" y="429590"/>
                </a:lnTo>
                <a:lnTo>
                  <a:pt x="4476750" y="430720"/>
                </a:lnTo>
                <a:lnTo>
                  <a:pt x="4476750" y="433349"/>
                </a:lnTo>
                <a:lnTo>
                  <a:pt x="4477220" y="434467"/>
                </a:lnTo>
                <a:lnTo>
                  <a:pt x="4479087" y="436333"/>
                </a:lnTo>
                <a:lnTo>
                  <a:pt x="4480204" y="436791"/>
                </a:lnTo>
                <a:lnTo>
                  <a:pt x="4482833" y="436791"/>
                </a:lnTo>
                <a:lnTo>
                  <a:pt x="4483951" y="436333"/>
                </a:lnTo>
                <a:lnTo>
                  <a:pt x="4485818" y="434467"/>
                </a:lnTo>
                <a:lnTo>
                  <a:pt x="4486275" y="433349"/>
                </a:lnTo>
                <a:lnTo>
                  <a:pt x="4486275" y="430720"/>
                </a:lnTo>
                <a:close/>
              </a:path>
              <a:path w="9867900" h="3000375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87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87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9867900" h="3000375">
                <a:moveTo>
                  <a:pt x="4533900" y="2994304"/>
                </a:moveTo>
                <a:lnTo>
                  <a:pt x="4533443" y="2993186"/>
                </a:lnTo>
                <a:lnTo>
                  <a:pt x="4531576" y="2991320"/>
                </a:lnTo>
                <a:lnTo>
                  <a:pt x="4530458" y="2990850"/>
                </a:lnTo>
                <a:lnTo>
                  <a:pt x="4527829" y="2990850"/>
                </a:lnTo>
                <a:lnTo>
                  <a:pt x="4526712" y="2991320"/>
                </a:lnTo>
                <a:lnTo>
                  <a:pt x="4524845" y="2993186"/>
                </a:lnTo>
                <a:lnTo>
                  <a:pt x="4524375" y="2994304"/>
                </a:lnTo>
                <a:lnTo>
                  <a:pt x="4524375" y="2996933"/>
                </a:lnTo>
                <a:lnTo>
                  <a:pt x="4524845" y="2998051"/>
                </a:lnTo>
                <a:lnTo>
                  <a:pt x="4526712" y="2999917"/>
                </a:lnTo>
                <a:lnTo>
                  <a:pt x="4527829" y="3000375"/>
                </a:lnTo>
                <a:lnTo>
                  <a:pt x="4530458" y="3000375"/>
                </a:lnTo>
                <a:lnTo>
                  <a:pt x="4531576" y="2999917"/>
                </a:lnTo>
                <a:lnTo>
                  <a:pt x="4533443" y="2998051"/>
                </a:lnTo>
                <a:lnTo>
                  <a:pt x="4533900" y="2996933"/>
                </a:lnTo>
                <a:lnTo>
                  <a:pt x="4533900" y="2994304"/>
                </a:lnTo>
                <a:close/>
              </a:path>
              <a:path w="9867900" h="3000375">
                <a:moveTo>
                  <a:pt x="4533900" y="2567038"/>
                </a:moveTo>
                <a:lnTo>
                  <a:pt x="4533443" y="2565920"/>
                </a:lnTo>
                <a:lnTo>
                  <a:pt x="4531576" y="2564053"/>
                </a:lnTo>
                <a:lnTo>
                  <a:pt x="4530458" y="2563596"/>
                </a:lnTo>
                <a:lnTo>
                  <a:pt x="4527829" y="2563596"/>
                </a:lnTo>
                <a:lnTo>
                  <a:pt x="4526712" y="2564053"/>
                </a:lnTo>
                <a:lnTo>
                  <a:pt x="4524845" y="2565920"/>
                </a:lnTo>
                <a:lnTo>
                  <a:pt x="4524375" y="2567038"/>
                </a:lnTo>
                <a:lnTo>
                  <a:pt x="4524375" y="2569667"/>
                </a:lnTo>
                <a:lnTo>
                  <a:pt x="4524845" y="2570797"/>
                </a:lnTo>
                <a:lnTo>
                  <a:pt x="4526712" y="2572651"/>
                </a:lnTo>
                <a:lnTo>
                  <a:pt x="4527829" y="2573121"/>
                </a:lnTo>
                <a:lnTo>
                  <a:pt x="4530458" y="2573121"/>
                </a:lnTo>
                <a:lnTo>
                  <a:pt x="4531576" y="2572651"/>
                </a:lnTo>
                <a:lnTo>
                  <a:pt x="4533443" y="2570797"/>
                </a:lnTo>
                <a:lnTo>
                  <a:pt x="4533900" y="2569667"/>
                </a:lnTo>
                <a:lnTo>
                  <a:pt x="4533900" y="2567038"/>
                </a:lnTo>
                <a:close/>
              </a:path>
              <a:path w="9867900" h="3000375">
                <a:moveTo>
                  <a:pt x="4533900" y="2139772"/>
                </a:moveTo>
                <a:lnTo>
                  <a:pt x="4533443" y="2138654"/>
                </a:lnTo>
                <a:lnTo>
                  <a:pt x="4531576" y="2136787"/>
                </a:lnTo>
                <a:lnTo>
                  <a:pt x="4530458" y="2136330"/>
                </a:lnTo>
                <a:lnTo>
                  <a:pt x="4527829" y="2136330"/>
                </a:lnTo>
                <a:lnTo>
                  <a:pt x="4526712" y="2136787"/>
                </a:lnTo>
                <a:lnTo>
                  <a:pt x="4524845" y="2138654"/>
                </a:lnTo>
                <a:lnTo>
                  <a:pt x="4524375" y="2139772"/>
                </a:lnTo>
                <a:lnTo>
                  <a:pt x="4524375" y="2142401"/>
                </a:lnTo>
                <a:lnTo>
                  <a:pt x="4524845" y="2143531"/>
                </a:lnTo>
                <a:lnTo>
                  <a:pt x="4526712" y="2145385"/>
                </a:lnTo>
                <a:lnTo>
                  <a:pt x="4527829" y="2145855"/>
                </a:lnTo>
                <a:lnTo>
                  <a:pt x="4530458" y="2145855"/>
                </a:lnTo>
                <a:lnTo>
                  <a:pt x="4531576" y="2145385"/>
                </a:lnTo>
                <a:lnTo>
                  <a:pt x="4533443" y="2143531"/>
                </a:lnTo>
                <a:lnTo>
                  <a:pt x="4533900" y="2142401"/>
                </a:lnTo>
                <a:lnTo>
                  <a:pt x="4533900" y="2139772"/>
                </a:lnTo>
                <a:close/>
              </a:path>
              <a:path w="9867900" h="3000375">
                <a:moveTo>
                  <a:pt x="4533900" y="1712506"/>
                </a:moveTo>
                <a:lnTo>
                  <a:pt x="4533443" y="1711388"/>
                </a:lnTo>
                <a:lnTo>
                  <a:pt x="4531576" y="1709534"/>
                </a:lnTo>
                <a:lnTo>
                  <a:pt x="4530458" y="1709064"/>
                </a:lnTo>
                <a:lnTo>
                  <a:pt x="4527829" y="1709064"/>
                </a:lnTo>
                <a:lnTo>
                  <a:pt x="4526712" y="1709534"/>
                </a:lnTo>
                <a:lnTo>
                  <a:pt x="4524845" y="1711388"/>
                </a:lnTo>
                <a:lnTo>
                  <a:pt x="4524375" y="1712506"/>
                </a:lnTo>
                <a:lnTo>
                  <a:pt x="4524375" y="1715135"/>
                </a:lnTo>
                <a:lnTo>
                  <a:pt x="4524845" y="1716265"/>
                </a:lnTo>
                <a:lnTo>
                  <a:pt x="4526712" y="1718119"/>
                </a:lnTo>
                <a:lnTo>
                  <a:pt x="4527829" y="1718589"/>
                </a:lnTo>
                <a:lnTo>
                  <a:pt x="4530458" y="1718589"/>
                </a:lnTo>
                <a:lnTo>
                  <a:pt x="4531576" y="1718119"/>
                </a:lnTo>
                <a:lnTo>
                  <a:pt x="4533443" y="1716265"/>
                </a:lnTo>
                <a:lnTo>
                  <a:pt x="4533900" y="1715135"/>
                </a:lnTo>
                <a:lnTo>
                  <a:pt x="4533900" y="1712506"/>
                </a:lnTo>
                <a:close/>
              </a:path>
              <a:path w="9867900" h="3000375">
                <a:moveTo>
                  <a:pt x="4533900" y="1285252"/>
                </a:moveTo>
                <a:lnTo>
                  <a:pt x="4533443" y="1284122"/>
                </a:lnTo>
                <a:lnTo>
                  <a:pt x="4531576" y="1282268"/>
                </a:lnTo>
                <a:lnTo>
                  <a:pt x="4530458" y="1281798"/>
                </a:lnTo>
                <a:lnTo>
                  <a:pt x="4527829" y="1281798"/>
                </a:lnTo>
                <a:lnTo>
                  <a:pt x="4526712" y="1282268"/>
                </a:lnTo>
                <a:lnTo>
                  <a:pt x="4524845" y="1284122"/>
                </a:lnTo>
                <a:lnTo>
                  <a:pt x="4524375" y="1285252"/>
                </a:lnTo>
                <a:lnTo>
                  <a:pt x="4524375" y="1287881"/>
                </a:lnTo>
                <a:lnTo>
                  <a:pt x="4524845" y="1288999"/>
                </a:lnTo>
                <a:lnTo>
                  <a:pt x="4526712" y="1290853"/>
                </a:lnTo>
                <a:lnTo>
                  <a:pt x="4527829" y="1291323"/>
                </a:lnTo>
                <a:lnTo>
                  <a:pt x="4530458" y="1291323"/>
                </a:lnTo>
                <a:lnTo>
                  <a:pt x="4531576" y="1290853"/>
                </a:lnTo>
                <a:lnTo>
                  <a:pt x="4533443" y="1288999"/>
                </a:lnTo>
                <a:lnTo>
                  <a:pt x="4533900" y="1287881"/>
                </a:lnTo>
                <a:lnTo>
                  <a:pt x="4533900" y="1285252"/>
                </a:lnTo>
                <a:close/>
              </a:path>
              <a:path w="9867900" h="3000375">
                <a:moveTo>
                  <a:pt x="4533900" y="857986"/>
                </a:moveTo>
                <a:lnTo>
                  <a:pt x="4533443" y="856856"/>
                </a:lnTo>
                <a:lnTo>
                  <a:pt x="4531576" y="855002"/>
                </a:lnTo>
                <a:lnTo>
                  <a:pt x="4530458" y="854532"/>
                </a:lnTo>
                <a:lnTo>
                  <a:pt x="4527829" y="854532"/>
                </a:lnTo>
                <a:lnTo>
                  <a:pt x="4526712" y="855002"/>
                </a:lnTo>
                <a:lnTo>
                  <a:pt x="4524845" y="856856"/>
                </a:lnTo>
                <a:lnTo>
                  <a:pt x="4524375" y="857986"/>
                </a:lnTo>
                <a:lnTo>
                  <a:pt x="4524375" y="860615"/>
                </a:lnTo>
                <a:lnTo>
                  <a:pt x="4524845" y="861733"/>
                </a:lnTo>
                <a:lnTo>
                  <a:pt x="4526712" y="863600"/>
                </a:lnTo>
                <a:lnTo>
                  <a:pt x="4527829" y="864057"/>
                </a:lnTo>
                <a:lnTo>
                  <a:pt x="4530458" y="864057"/>
                </a:lnTo>
                <a:lnTo>
                  <a:pt x="4531576" y="863600"/>
                </a:lnTo>
                <a:lnTo>
                  <a:pt x="4533443" y="861733"/>
                </a:lnTo>
                <a:lnTo>
                  <a:pt x="4533900" y="860615"/>
                </a:lnTo>
                <a:lnTo>
                  <a:pt x="4533900" y="857986"/>
                </a:lnTo>
                <a:close/>
              </a:path>
              <a:path w="9867900" h="3000375">
                <a:moveTo>
                  <a:pt x="4533900" y="430720"/>
                </a:moveTo>
                <a:lnTo>
                  <a:pt x="4533443" y="429590"/>
                </a:lnTo>
                <a:lnTo>
                  <a:pt x="4531576" y="427736"/>
                </a:lnTo>
                <a:lnTo>
                  <a:pt x="4530458" y="427266"/>
                </a:lnTo>
                <a:lnTo>
                  <a:pt x="4527829" y="427266"/>
                </a:lnTo>
                <a:lnTo>
                  <a:pt x="4526712" y="427736"/>
                </a:lnTo>
                <a:lnTo>
                  <a:pt x="4524845" y="429590"/>
                </a:lnTo>
                <a:lnTo>
                  <a:pt x="4524375" y="430720"/>
                </a:lnTo>
                <a:lnTo>
                  <a:pt x="4524375" y="433349"/>
                </a:lnTo>
                <a:lnTo>
                  <a:pt x="4524845" y="434467"/>
                </a:lnTo>
                <a:lnTo>
                  <a:pt x="4526712" y="436333"/>
                </a:lnTo>
                <a:lnTo>
                  <a:pt x="4527829" y="436791"/>
                </a:lnTo>
                <a:lnTo>
                  <a:pt x="4530458" y="436791"/>
                </a:lnTo>
                <a:lnTo>
                  <a:pt x="4531576" y="436333"/>
                </a:lnTo>
                <a:lnTo>
                  <a:pt x="4533443" y="434467"/>
                </a:lnTo>
                <a:lnTo>
                  <a:pt x="4533900" y="433349"/>
                </a:lnTo>
                <a:lnTo>
                  <a:pt x="4533900" y="430720"/>
                </a:lnTo>
                <a:close/>
              </a:path>
              <a:path w="9867900" h="3000375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712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712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9867900" h="3000375">
                <a:moveTo>
                  <a:pt x="4581525" y="2994304"/>
                </a:moveTo>
                <a:lnTo>
                  <a:pt x="4581068" y="2993186"/>
                </a:lnTo>
                <a:lnTo>
                  <a:pt x="4579201" y="2991320"/>
                </a:lnTo>
                <a:lnTo>
                  <a:pt x="4578083" y="2990850"/>
                </a:lnTo>
                <a:lnTo>
                  <a:pt x="4575454" y="2990850"/>
                </a:lnTo>
                <a:lnTo>
                  <a:pt x="4574337" y="2991320"/>
                </a:lnTo>
                <a:lnTo>
                  <a:pt x="4572470" y="2993186"/>
                </a:lnTo>
                <a:lnTo>
                  <a:pt x="4572000" y="2994304"/>
                </a:lnTo>
                <a:lnTo>
                  <a:pt x="4572000" y="2996933"/>
                </a:lnTo>
                <a:lnTo>
                  <a:pt x="4572470" y="2998051"/>
                </a:lnTo>
                <a:lnTo>
                  <a:pt x="4574337" y="2999917"/>
                </a:lnTo>
                <a:lnTo>
                  <a:pt x="4575454" y="3000375"/>
                </a:lnTo>
                <a:lnTo>
                  <a:pt x="4578083" y="3000375"/>
                </a:lnTo>
                <a:lnTo>
                  <a:pt x="4579201" y="2999917"/>
                </a:lnTo>
                <a:lnTo>
                  <a:pt x="4581068" y="2998051"/>
                </a:lnTo>
                <a:lnTo>
                  <a:pt x="4581525" y="2996933"/>
                </a:lnTo>
                <a:lnTo>
                  <a:pt x="4581525" y="2994304"/>
                </a:lnTo>
                <a:close/>
              </a:path>
              <a:path w="9867900" h="3000375">
                <a:moveTo>
                  <a:pt x="4581525" y="2567038"/>
                </a:moveTo>
                <a:lnTo>
                  <a:pt x="4581068" y="2565920"/>
                </a:lnTo>
                <a:lnTo>
                  <a:pt x="4579201" y="2564053"/>
                </a:lnTo>
                <a:lnTo>
                  <a:pt x="4578083" y="2563596"/>
                </a:lnTo>
                <a:lnTo>
                  <a:pt x="4575454" y="2563596"/>
                </a:lnTo>
                <a:lnTo>
                  <a:pt x="4574337" y="2564053"/>
                </a:lnTo>
                <a:lnTo>
                  <a:pt x="4572470" y="2565920"/>
                </a:lnTo>
                <a:lnTo>
                  <a:pt x="4572000" y="2567038"/>
                </a:lnTo>
                <a:lnTo>
                  <a:pt x="4572000" y="2569667"/>
                </a:lnTo>
                <a:lnTo>
                  <a:pt x="4572470" y="2570797"/>
                </a:lnTo>
                <a:lnTo>
                  <a:pt x="4574337" y="2572651"/>
                </a:lnTo>
                <a:lnTo>
                  <a:pt x="4575454" y="2573121"/>
                </a:lnTo>
                <a:lnTo>
                  <a:pt x="4578083" y="2573121"/>
                </a:lnTo>
                <a:lnTo>
                  <a:pt x="4579201" y="2572651"/>
                </a:lnTo>
                <a:lnTo>
                  <a:pt x="4581068" y="2570797"/>
                </a:lnTo>
                <a:lnTo>
                  <a:pt x="4581525" y="2569667"/>
                </a:lnTo>
                <a:lnTo>
                  <a:pt x="4581525" y="2567038"/>
                </a:lnTo>
                <a:close/>
              </a:path>
              <a:path w="9867900" h="3000375">
                <a:moveTo>
                  <a:pt x="4581525" y="2139772"/>
                </a:moveTo>
                <a:lnTo>
                  <a:pt x="4581068" y="2138654"/>
                </a:lnTo>
                <a:lnTo>
                  <a:pt x="4579201" y="2136787"/>
                </a:lnTo>
                <a:lnTo>
                  <a:pt x="4578083" y="2136330"/>
                </a:lnTo>
                <a:lnTo>
                  <a:pt x="4575454" y="2136330"/>
                </a:lnTo>
                <a:lnTo>
                  <a:pt x="4574337" y="2136787"/>
                </a:lnTo>
                <a:lnTo>
                  <a:pt x="4572470" y="2138654"/>
                </a:lnTo>
                <a:lnTo>
                  <a:pt x="4572000" y="2139772"/>
                </a:lnTo>
                <a:lnTo>
                  <a:pt x="4572000" y="2142401"/>
                </a:lnTo>
                <a:lnTo>
                  <a:pt x="4572470" y="2143531"/>
                </a:lnTo>
                <a:lnTo>
                  <a:pt x="4574337" y="2145385"/>
                </a:lnTo>
                <a:lnTo>
                  <a:pt x="4575454" y="2145855"/>
                </a:lnTo>
                <a:lnTo>
                  <a:pt x="4578083" y="2145855"/>
                </a:lnTo>
                <a:lnTo>
                  <a:pt x="4579201" y="2145385"/>
                </a:lnTo>
                <a:lnTo>
                  <a:pt x="4581068" y="2143531"/>
                </a:lnTo>
                <a:lnTo>
                  <a:pt x="4581525" y="2142401"/>
                </a:lnTo>
                <a:lnTo>
                  <a:pt x="4581525" y="2139772"/>
                </a:lnTo>
                <a:close/>
              </a:path>
              <a:path w="9867900" h="3000375">
                <a:moveTo>
                  <a:pt x="4581525" y="1712506"/>
                </a:moveTo>
                <a:lnTo>
                  <a:pt x="4581068" y="1711388"/>
                </a:lnTo>
                <a:lnTo>
                  <a:pt x="4579201" y="1709534"/>
                </a:lnTo>
                <a:lnTo>
                  <a:pt x="4578083" y="1709064"/>
                </a:lnTo>
                <a:lnTo>
                  <a:pt x="4575454" y="1709064"/>
                </a:lnTo>
                <a:lnTo>
                  <a:pt x="4574337" y="1709534"/>
                </a:lnTo>
                <a:lnTo>
                  <a:pt x="4572470" y="1711388"/>
                </a:lnTo>
                <a:lnTo>
                  <a:pt x="4572000" y="1712506"/>
                </a:lnTo>
                <a:lnTo>
                  <a:pt x="4572000" y="1715135"/>
                </a:lnTo>
                <a:lnTo>
                  <a:pt x="4572470" y="1716265"/>
                </a:lnTo>
                <a:lnTo>
                  <a:pt x="4574337" y="1718119"/>
                </a:lnTo>
                <a:lnTo>
                  <a:pt x="4575454" y="1718589"/>
                </a:lnTo>
                <a:lnTo>
                  <a:pt x="4578083" y="1718589"/>
                </a:lnTo>
                <a:lnTo>
                  <a:pt x="4579201" y="1718119"/>
                </a:lnTo>
                <a:lnTo>
                  <a:pt x="4581068" y="1716265"/>
                </a:lnTo>
                <a:lnTo>
                  <a:pt x="4581525" y="1715135"/>
                </a:lnTo>
                <a:lnTo>
                  <a:pt x="4581525" y="1712506"/>
                </a:lnTo>
                <a:close/>
              </a:path>
              <a:path w="9867900" h="3000375">
                <a:moveTo>
                  <a:pt x="4581525" y="1285252"/>
                </a:moveTo>
                <a:lnTo>
                  <a:pt x="4581068" y="1284122"/>
                </a:lnTo>
                <a:lnTo>
                  <a:pt x="4579201" y="1282268"/>
                </a:lnTo>
                <a:lnTo>
                  <a:pt x="4578083" y="1281798"/>
                </a:lnTo>
                <a:lnTo>
                  <a:pt x="4575454" y="1281798"/>
                </a:lnTo>
                <a:lnTo>
                  <a:pt x="4574337" y="1282268"/>
                </a:lnTo>
                <a:lnTo>
                  <a:pt x="4572470" y="1284122"/>
                </a:lnTo>
                <a:lnTo>
                  <a:pt x="4572000" y="1285252"/>
                </a:lnTo>
                <a:lnTo>
                  <a:pt x="4572000" y="1287881"/>
                </a:lnTo>
                <a:lnTo>
                  <a:pt x="4572470" y="1288999"/>
                </a:lnTo>
                <a:lnTo>
                  <a:pt x="4574337" y="1290853"/>
                </a:lnTo>
                <a:lnTo>
                  <a:pt x="4575454" y="1291323"/>
                </a:lnTo>
                <a:lnTo>
                  <a:pt x="4578083" y="1291323"/>
                </a:lnTo>
                <a:lnTo>
                  <a:pt x="4579201" y="1290853"/>
                </a:lnTo>
                <a:lnTo>
                  <a:pt x="4581068" y="1288999"/>
                </a:lnTo>
                <a:lnTo>
                  <a:pt x="4581525" y="1287881"/>
                </a:lnTo>
                <a:lnTo>
                  <a:pt x="4581525" y="1285252"/>
                </a:lnTo>
                <a:close/>
              </a:path>
              <a:path w="9867900" h="3000375">
                <a:moveTo>
                  <a:pt x="4581525" y="857986"/>
                </a:moveTo>
                <a:lnTo>
                  <a:pt x="4581068" y="856856"/>
                </a:lnTo>
                <a:lnTo>
                  <a:pt x="4579201" y="855002"/>
                </a:lnTo>
                <a:lnTo>
                  <a:pt x="4578083" y="854532"/>
                </a:lnTo>
                <a:lnTo>
                  <a:pt x="4575454" y="854532"/>
                </a:lnTo>
                <a:lnTo>
                  <a:pt x="4574337" y="855002"/>
                </a:lnTo>
                <a:lnTo>
                  <a:pt x="4572470" y="856856"/>
                </a:lnTo>
                <a:lnTo>
                  <a:pt x="4572000" y="857986"/>
                </a:lnTo>
                <a:lnTo>
                  <a:pt x="4572000" y="860615"/>
                </a:lnTo>
                <a:lnTo>
                  <a:pt x="4572470" y="861733"/>
                </a:lnTo>
                <a:lnTo>
                  <a:pt x="4574337" y="863600"/>
                </a:lnTo>
                <a:lnTo>
                  <a:pt x="4575454" y="864057"/>
                </a:lnTo>
                <a:lnTo>
                  <a:pt x="4578083" y="864057"/>
                </a:lnTo>
                <a:lnTo>
                  <a:pt x="4579201" y="863600"/>
                </a:lnTo>
                <a:lnTo>
                  <a:pt x="4581068" y="861733"/>
                </a:lnTo>
                <a:lnTo>
                  <a:pt x="4581525" y="860615"/>
                </a:lnTo>
                <a:lnTo>
                  <a:pt x="4581525" y="857986"/>
                </a:lnTo>
                <a:close/>
              </a:path>
              <a:path w="9867900" h="3000375">
                <a:moveTo>
                  <a:pt x="4581525" y="430720"/>
                </a:moveTo>
                <a:lnTo>
                  <a:pt x="4581068" y="429590"/>
                </a:lnTo>
                <a:lnTo>
                  <a:pt x="4579201" y="427736"/>
                </a:lnTo>
                <a:lnTo>
                  <a:pt x="4578083" y="427266"/>
                </a:lnTo>
                <a:lnTo>
                  <a:pt x="4575454" y="427266"/>
                </a:lnTo>
                <a:lnTo>
                  <a:pt x="4574337" y="427736"/>
                </a:lnTo>
                <a:lnTo>
                  <a:pt x="4572470" y="429590"/>
                </a:lnTo>
                <a:lnTo>
                  <a:pt x="4572000" y="430720"/>
                </a:lnTo>
                <a:lnTo>
                  <a:pt x="4572000" y="433349"/>
                </a:lnTo>
                <a:lnTo>
                  <a:pt x="4572470" y="434467"/>
                </a:lnTo>
                <a:lnTo>
                  <a:pt x="4574337" y="436333"/>
                </a:lnTo>
                <a:lnTo>
                  <a:pt x="4575454" y="436791"/>
                </a:lnTo>
                <a:lnTo>
                  <a:pt x="4578083" y="436791"/>
                </a:lnTo>
                <a:lnTo>
                  <a:pt x="4579201" y="436333"/>
                </a:lnTo>
                <a:lnTo>
                  <a:pt x="4581068" y="434467"/>
                </a:lnTo>
                <a:lnTo>
                  <a:pt x="4581525" y="433349"/>
                </a:lnTo>
                <a:lnTo>
                  <a:pt x="4581525" y="430720"/>
                </a:lnTo>
                <a:close/>
              </a:path>
              <a:path w="9867900" h="3000375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9867900" h="3000375">
                <a:moveTo>
                  <a:pt x="4629150" y="2994304"/>
                </a:moveTo>
                <a:lnTo>
                  <a:pt x="4628693" y="2993186"/>
                </a:lnTo>
                <a:lnTo>
                  <a:pt x="4626826" y="2991320"/>
                </a:lnTo>
                <a:lnTo>
                  <a:pt x="4625708" y="2990850"/>
                </a:lnTo>
                <a:lnTo>
                  <a:pt x="4623079" y="2990850"/>
                </a:lnTo>
                <a:lnTo>
                  <a:pt x="4621962" y="2991320"/>
                </a:lnTo>
                <a:lnTo>
                  <a:pt x="4620095" y="2993186"/>
                </a:lnTo>
                <a:lnTo>
                  <a:pt x="4619625" y="2994304"/>
                </a:lnTo>
                <a:lnTo>
                  <a:pt x="4619625" y="2996933"/>
                </a:lnTo>
                <a:lnTo>
                  <a:pt x="4620095" y="2998051"/>
                </a:lnTo>
                <a:lnTo>
                  <a:pt x="4621962" y="2999917"/>
                </a:lnTo>
                <a:lnTo>
                  <a:pt x="4623079" y="3000375"/>
                </a:lnTo>
                <a:lnTo>
                  <a:pt x="4625708" y="3000375"/>
                </a:lnTo>
                <a:lnTo>
                  <a:pt x="4626826" y="2999917"/>
                </a:lnTo>
                <a:lnTo>
                  <a:pt x="4628693" y="2998051"/>
                </a:lnTo>
                <a:lnTo>
                  <a:pt x="4629150" y="2996933"/>
                </a:lnTo>
                <a:lnTo>
                  <a:pt x="4629150" y="2994304"/>
                </a:lnTo>
                <a:close/>
              </a:path>
              <a:path w="9867900" h="3000375">
                <a:moveTo>
                  <a:pt x="4629150" y="2567038"/>
                </a:moveTo>
                <a:lnTo>
                  <a:pt x="4628693" y="2565920"/>
                </a:lnTo>
                <a:lnTo>
                  <a:pt x="4626826" y="2564053"/>
                </a:lnTo>
                <a:lnTo>
                  <a:pt x="4625708" y="2563596"/>
                </a:lnTo>
                <a:lnTo>
                  <a:pt x="4623079" y="2563596"/>
                </a:lnTo>
                <a:lnTo>
                  <a:pt x="4621962" y="2564053"/>
                </a:lnTo>
                <a:lnTo>
                  <a:pt x="4620095" y="2565920"/>
                </a:lnTo>
                <a:lnTo>
                  <a:pt x="4619625" y="2567038"/>
                </a:lnTo>
                <a:lnTo>
                  <a:pt x="4619625" y="2569667"/>
                </a:lnTo>
                <a:lnTo>
                  <a:pt x="4620095" y="2570797"/>
                </a:lnTo>
                <a:lnTo>
                  <a:pt x="4621962" y="2572651"/>
                </a:lnTo>
                <a:lnTo>
                  <a:pt x="4623079" y="2573121"/>
                </a:lnTo>
                <a:lnTo>
                  <a:pt x="4625708" y="2573121"/>
                </a:lnTo>
                <a:lnTo>
                  <a:pt x="4626826" y="2572651"/>
                </a:lnTo>
                <a:lnTo>
                  <a:pt x="4628693" y="2570797"/>
                </a:lnTo>
                <a:lnTo>
                  <a:pt x="4629150" y="2569667"/>
                </a:lnTo>
                <a:lnTo>
                  <a:pt x="4629150" y="2567038"/>
                </a:lnTo>
                <a:close/>
              </a:path>
              <a:path w="9867900" h="3000375">
                <a:moveTo>
                  <a:pt x="4629150" y="2139772"/>
                </a:moveTo>
                <a:lnTo>
                  <a:pt x="4628693" y="2138654"/>
                </a:lnTo>
                <a:lnTo>
                  <a:pt x="4626826" y="2136787"/>
                </a:lnTo>
                <a:lnTo>
                  <a:pt x="4625708" y="2136330"/>
                </a:lnTo>
                <a:lnTo>
                  <a:pt x="4623079" y="2136330"/>
                </a:lnTo>
                <a:lnTo>
                  <a:pt x="4621962" y="2136787"/>
                </a:lnTo>
                <a:lnTo>
                  <a:pt x="4620095" y="2138654"/>
                </a:lnTo>
                <a:lnTo>
                  <a:pt x="4619625" y="2139772"/>
                </a:lnTo>
                <a:lnTo>
                  <a:pt x="4619625" y="2142401"/>
                </a:lnTo>
                <a:lnTo>
                  <a:pt x="4620095" y="2143531"/>
                </a:lnTo>
                <a:lnTo>
                  <a:pt x="4621962" y="2145385"/>
                </a:lnTo>
                <a:lnTo>
                  <a:pt x="4623079" y="2145855"/>
                </a:lnTo>
                <a:lnTo>
                  <a:pt x="4625708" y="2145855"/>
                </a:lnTo>
                <a:lnTo>
                  <a:pt x="4626826" y="2145385"/>
                </a:lnTo>
                <a:lnTo>
                  <a:pt x="4628693" y="2143531"/>
                </a:lnTo>
                <a:lnTo>
                  <a:pt x="4629150" y="2142401"/>
                </a:lnTo>
                <a:lnTo>
                  <a:pt x="4629150" y="2139772"/>
                </a:lnTo>
                <a:close/>
              </a:path>
              <a:path w="9867900" h="3000375">
                <a:moveTo>
                  <a:pt x="4629150" y="1712506"/>
                </a:moveTo>
                <a:lnTo>
                  <a:pt x="4628693" y="1711388"/>
                </a:lnTo>
                <a:lnTo>
                  <a:pt x="4626826" y="1709534"/>
                </a:lnTo>
                <a:lnTo>
                  <a:pt x="4625708" y="1709064"/>
                </a:lnTo>
                <a:lnTo>
                  <a:pt x="4623079" y="1709064"/>
                </a:lnTo>
                <a:lnTo>
                  <a:pt x="4621962" y="1709534"/>
                </a:lnTo>
                <a:lnTo>
                  <a:pt x="4620095" y="1711388"/>
                </a:lnTo>
                <a:lnTo>
                  <a:pt x="4619625" y="1712506"/>
                </a:lnTo>
                <a:lnTo>
                  <a:pt x="4619625" y="1715135"/>
                </a:lnTo>
                <a:lnTo>
                  <a:pt x="4620095" y="1716265"/>
                </a:lnTo>
                <a:lnTo>
                  <a:pt x="4621962" y="1718119"/>
                </a:lnTo>
                <a:lnTo>
                  <a:pt x="4623079" y="1718589"/>
                </a:lnTo>
                <a:lnTo>
                  <a:pt x="4625708" y="1718589"/>
                </a:lnTo>
                <a:lnTo>
                  <a:pt x="4626826" y="1718119"/>
                </a:lnTo>
                <a:lnTo>
                  <a:pt x="4628693" y="1716265"/>
                </a:lnTo>
                <a:lnTo>
                  <a:pt x="4629150" y="1715135"/>
                </a:lnTo>
                <a:lnTo>
                  <a:pt x="4629150" y="1712506"/>
                </a:lnTo>
                <a:close/>
              </a:path>
              <a:path w="9867900" h="3000375">
                <a:moveTo>
                  <a:pt x="4629150" y="1285252"/>
                </a:moveTo>
                <a:lnTo>
                  <a:pt x="4628693" y="1284122"/>
                </a:lnTo>
                <a:lnTo>
                  <a:pt x="4626826" y="1282268"/>
                </a:lnTo>
                <a:lnTo>
                  <a:pt x="4625708" y="1281798"/>
                </a:lnTo>
                <a:lnTo>
                  <a:pt x="4623079" y="1281798"/>
                </a:lnTo>
                <a:lnTo>
                  <a:pt x="4621962" y="1282268"/>
                </a:lnTo>
                <a:lnTo>
                  <a:pt x="4620095" y="1284122"/>
                </a:lnTo>
                <a:lnTo>
                  <a:pt x="4619625" y="1285252"/>
                </a:lnTo>
                <a:lnTo>
                  <a:pt x="4619625" y="1287881"/>
                </a:lnTo>
                <a:lnTo>
                  <a:pt x="4620095" y="1288999"/>
                </a:lnTo>
                <a:lnTo>
                  <a:pt x="4621962" y="1290853"/>
                </a:lnTo>
                <a:lnTo>
                  <a:pt x="4623079" y="1291323"/>
                </a:lnTo>
                <a:lnTo>
                  <a:pt x="4625708" y="1291323"/>
                </a:lnTo>
                <a:lnTo>
                  <a:pt x="4626826" y="1290853"/>
                </a:lnTo>
                <a:lnTo>
                  <a:pt x="4628693" y="1288999"/>
                </a:lnTo>
                <a:lnTo>
                  <a:pt x="4629150" y="1287881"/>
                </a:lnTo>
                <a:lnTo>
                  <a:pt x="4629150" y="1285252"/>
                </a:lnTo>
                <a:close/>
              </a:path>
              <a:path w="9867900" h="3000375">
                <a:moveTo>
                  <a:pt x="4629150" y="857986"/>
                </a:moveTo>
                <a:lnTo>
                  <a:pt x="4628693" y="856856"/>
                </a:lnTo>
                <a:lnTo>
                  <a:pt x="4626826" y="855002"/>
                </a:lnTo>
                <a:lnTo>
                  <a:pt x="4625708" y="854532"/>
                </a:lnTo>
                <a:lnTo>
                  <a:pt x="4623079" y="854532"/>
                </a:lnTo>
                <a:lnTo>
                  <a:pt x="4621962" y="855002"/>
                </a:lnTo>
                <a:lnTo>
                  <a:pt x="4620095" y="856856"/>
                </a:lnTo>
                <a:lnTo>
                  <a:pt x="4619625" y="857986"/>
                </a:lnTo>
                <a:lnTo>
                  <a:pt x="4619625" y="860615"/>
                </a:lnTo>
                <a:lnTo>
                  <a:pt x="4620095" y="861733"/>
                </a:lnTo>
                <a:lnTo>
                  <a:pt x="4621962" y="863600"/>
                </a:lnTo>
                <a:lnTo>
                  <a:pt x="4623079" y="864057"/>
                </a:lnTo>
                <a:lnTo>
                  <a:pt x="4625708" y="864057"/>
                </a:lnTo>
                <a:lnTo>
                  <a:pt x="4626826" y="863600"/>
                </a:lnTo>
                <a:lnTo>
                  <a:pt x="4628693" y="861733"/>
                </a:lnTo>
                <a:lnTo>
                  <a:pt x="4629150" y="860615"/>
                </a:lnTo>
                <a:lnTo>
                  <a:pt x="4629150" y="857986"/>
                </a:lnTo>
                <a:close/>
              </a:path>
              <a:path w="9867900" h="3000375">
                <a:moveTo>
                  <a:pt x="4629150" y="430720"/>
                </a:moveTo>
                <a:lnTo>
                  <a:pt x="4628693" y="429590"/>
                </a:lnTo>
                <a:lnTo>
                  <a:pt x="4626826" y="427736"/>
                </a:lnTo>
                <a:lnTo>
                  <a:pt x="4625708" y="427266"/>
                </a:lnTo>
                <a:lnTo>
                  <a:pt x="4623079" y="427266"/>
                </a:lnTo>
                <a:lnTo>
                  <a:pt x="4621962" y="427736"/>
                </a:lnTo>
                <a:lnTo>
                  <a:pt x="4620095" y="429590"/>
                </a:lnTo>
                <a:lnTo>
                  <a:pt x="4619625" y="430720"/>
                </a:lnTo>
                <a:lnTo>
                  <a:pt x="4619625" y="433349"/>
                </a:lnTo>
                <a:lnTo>
                  <a:pt x="4620095" y="434467"/>
                </a:lnTo>
                <a:lnTo>
                  <a:pt x="4621962" y="436333"/>
                </a:lnTo>
                <a:lnTo>
                  <a:pt x="4623079" y="436791"/>
                </a:lnTo>
                <a:lnTo>
                  <a:pt x="4625708" y="436791"/>
                </a:lnTo>
                <a:lnTo>
                  <a:pt x="4626826" y="436333"/>
                </a:lnTo>
                <a:lnTo>
                  <a:pt x="4628693" y="434467"/>
                </a:lnTo>
                <a:lnTo>
                  <a:pt x="4629150" y="433349"/>
                </a:lnTo>
                <a:lnTo>
                  <a:pt x="4629150" y="430720"/>
                </a:lnTo>
                <a:close/>
              </a:path>
              <a:path w="9867900" h="3000375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62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62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9867900" h="3000375">
                <a:moveTo>
                  <a:pt x="4676775" y="2994304"/>
                </a:moveTo>
                <a:lnTo>
                  <a:pt x="4676318" y="2993186"/>
                </a:lnTo>
                <a:lnTo>
                  <a:pt x="4674451" y="2991320"/>
                </a:lnTo>
                <a:lnTo>
                  <a:pt x="4673333" y="2990850"/>
                </a:lnTo>
                <a:lnTo>
                  <a:pt x="4670704" y="2990850"/>
                </a:lnTo>
                <a:lnTo>
                  <a:pt x="4669587" y="2991320"/>
                </a:lnTo>
                <a:lnTo>
                  <a:pt x="4667720" y="2993186"/>
                </a:lnTo>
                <a:lnTo>
                  <a:pt x="4667250" y="2994304"/>
                </a:lnTo>
                <a:lnTo>
                  <a:pt x="4667250" y="2996933"/>
                </a:lnTo>
                <a:lnTo>
                  <a:pt x="4667720" y="2998051"/>
                </a:lnTo>
                <a:lnTo>
                  <a:pt x="4669587" y="2999917"/>
                </a:lnTo>
                <a:lnTo>
                  <a:pt x="4670704" y="3000375"/>
                </a:lnTo>
                <a:lnTo>
                  <a:pt x="4673333" y="3000375"/>
                </a:lnTo>
                <a:lnTo>
                  <a:pt x="4674451" y="2999917"/>
                </a:lnTo>
                <a:lnTo>
                  <a:pt x="4676318" y="2998051"/>
                </a:lnTo>
                <a:lnTo>
                  <a:pt x="4676775" y="2996933"/>
                </a:lnTo>
                <a:lnTo>
                  <a:pt x="4676775" y="2994304"/>
                </a:lnTo>
                <a:close/>
              </a:path>
              <a:path w="9867900" h="3000375">
                <a:moveTo>
                  <a:pt x="4676775" y="2567038"/>
                </a:moveTo>
                <a:lnTo>
                  <a:pt x="4676318" y="2565920"/>
                </a:lnTo>
                <a:lnTo>
                  <a:pt x="4674451" y="2564053"/>
                </a:lnTo>
                <a:lnTo>
                  <a:pt x="4673333" y="2563596"/>
                </a:lnTo>
                <a:lnTo>
                  <a:pt x="4670704" y="2563596"/>
                </a:lnTo>
                <a:lnTo>
                  <a:pt x="4669587" y="2564053"/>
                </a:lnTo>
                <a:lnTo>
                  <a:pt x="4667720" y="2565920"/>
                </a:lnTo>
                <a:lnTo>
                  <a:pt x="4667250" y="2567038"/>
                </a:lnTo>
                <a:lnTo>
                  <a:pt x="4667250" y="2569667"/>
                </a:lnTo>
                <a:lnTo>
                  <a:pt x="4667720" y="2570797"/>
                </a:lnTo>
                <a:lnTo>
                  <a:pt x="4669587" y="2572651"/>
                </a:lnTo>
                <a:lnTo>
                  <a:pt x="4670704" y="2573121"/>
                </a:lnTo>
                <a:lnTo>
                  <a:pt x="4673333" y="2573121"/>
                </a:lnTo>
                <a:lnTo>
                  <a:pt x="4674451" y="2572651"/>
                </a:lnTo>
                <a:lnTo>
                  <a:pt x="4676318" y="2570797"/>
                </a:lnTo>
                <a:lnTo>
                  <a:pt x="4676775" y="2569667"/>
                </a:lnTo>
                <a:lnTo>
                  <a:pt x="4676775" y="2567038"/>
                </a:lnTo>
                <a:close/>
              </a:path>
              <a:path w="9867900" h="3000375">
                <a:moveTo>
                  <a:pt x="4676775" y="2139772"/>
                </a:moveTo>
                <a:lnTo>
                  <a:pt x="4676318" y="2138654"/>
                </a:lnTo>
                <a:lnTo>
                  <a:pt x="4674451" y="2136787"/>
                </a:lnTo>
                <a:lnTo>
                  <a:pt x="4673333" y="2136330"/>
                </a:lnTo>
                <a:lnTo>
                  <a:pt x="4670704" y="2136330"/>
                </a:lnTo>
                <a:lnTo>
                  <a:pt x="4669587" y="2136787"/>
                </a:lnTo>
                <a:lnTo>
                  <a:pt x="4667720" y="2138654"/>
                </a:lnTo>
                <a:lnTo>
                  <a:pt x="4667250" y="2139772"/>
                </a:lnTo>
                <a:lnTo>
                  <a:pt x="4667250" y="2142401"/>
                </a:lnTo>
                <a:lnTo>
                  <a:pt x="4667720" y="2143531"/>
                </a:lnTo>
                <a:lnTo>
                  <a:pt x="4669587" y="2145385"/>
                </a:lnTo>
                <a:lnTo>
                  <a:pt x="4670704" y="2145855"/>
                </a:lnTo>
                <a:lnTo>
                  <a:pt x="4673333" y="2145855"/>
                </a:lnTo>
                <a:lnTo>
                  <a:pt x="4674451" y="2145385"/>
                </a:lnTo>
                <a:lnTo>
                  <a:pt x="4676318" y="2143531"/>
                </a:lnTo>
                <a:lnTo>
                  <a:pt x="4676775" y="2142401"/>
                </a:lnTo>
                <a:lnTo>
                  <a:pt x="4676775" y="2139772"/>
                </a:lnTo>
                <a:close/>
              </a:path>
              <a:path w="9867900" h="3000375">
                <a:moveTo>
                  <a:pt x="4676775" y="1712506"/>
                </a:moveTo>
                <a:lnTo>
                  <a:pt x="4676318" y="1711388"/>
                </a:lnTo>
                <a:lnTo>
                  <a:pt x="4674451" y="1709534"/>
                </a:lnTo>
                <a:lnTo>
                  <a:pt x="4673333" y="1709064"/>
                </a:lnTo>
                <a:lnTo>
                  <a:pt x="4670704" y="1709064"/>
                </a:lnTo>
                <a:lnTo>
                  <a:pt x="4669587" y="1709534"/>
                </a:lnTo>
                <a:lnTo>
                  <a:pt x="4667720" y="1711388"/>
                </a:lnTo>
                <a:lnTo>
                  <a:pt x="4667250" y="1712506"/>
                </a:lnTo>
                <a:lnTo>
                  <a:pt x="4667250" y="1715135"/>
                </a:lnTo>
                <a:lnTo>
                  <a:pt x="4667720" y="1716265"/>
                </a:lnTo>
                <a:lnTo>
                  <a:pt x="4669587" y="1718119"/>
                </a:lnTo>
                <a:lnTo>
                  <a:pt x="4670704" y="1718589"/>
                </a:lnTo>
                <a:lnTo>
                  <a:pt x="4673333" y="1718589"/>
                </a:lnTo>
                <a:lnTo>
                  <a:pt x="4674451" y="1718119"/>
                </a:lnTo>
                <a:lnTo>
                  <a:pt x="4676318" y="1716265"/>
                </a:lnTo>
                <a:lnTo>
                  <a:pt x="4676775" y="1715135"/>
                </a:lnTo>
                <a:lnTo>
                  <a:pt x="4676775" y="1712506"/>
                </a:lnTo>
                <a:close/>
              </a:path>
              <a:path w="9867900" h="3000375">
                <a:moveTo>
                  <a:pt x="4676775" y="1285252"/>
                </a:moveTo>
                <a:lnTo>
                  <a:pt x="4676318" y="1284122"/>
                </a:lnTo>
                <a:lnTo>
                  <a:pt x="4674451" y="1282268"/>
                </a:lnTo>
                <a:lnTo>
                  <a:pt x="4673333" y="1281798"/>
                </a:lnTo>
                <a:lnTo>
                  <a:pt x="4670704" y="1281798"/>
                </a:lnTo>
                <a:lnTo>
                  <a:pt x="4669587" y="1282268"/>
                </a:lnTo>
                <a:lnTo>
                  <a:pt x="4667720" y="1284122"/>
                </a:lnTo>
                <a:lnTo>
                  <a:pt x="4667250" y="1285252"/>
                </a:lnTo>
                <a:lnTo>
                  <a:pt x="4667250" y="1287881"/>
                </a:lnTo>
                <a:lnTo>
                  <a:pt x="4667720" y="1288999"/>
                </a:lnTo>
                <a:lnTo>
                  <a:pt x="4669587" y="1290853"/>
                </a:lnTo>
                <a:lnTo>
                  <a:pt x="4670704" y="1291323"/>
                </a:lnTo>
                <a:lnTo>
                  <a:pt x="4673333" y="1291323"/>
                </a:lnTo>
                <a:lnTo>
                  <a:pt x="4674451" y="1290853"/>
                </a:lnTo>
                <a:lnTo>
                  <a:pt x="4676318" y="1288999"/>
                </a:lnTo>
                <a:lnTo>
                  <a:pt x="4676775" y="1287881"/>
                </a:lnTo>
                <a:lnTo>
                  <a:pt x="4676775" y="1285252"/>
                </a:lnTo>
                <a:close/>
              </a:path>
              <a:path w="9867900" h="3000375">
                <a:moveTo>
                  <a:pt x="4676775" y="857986"/>
                </a:moveTo>
                <a:lnTo>
                  <a:pt x="4676318" y="856856"/>
                </a:lnTo>
                <a:lnTo>
                  <a:pt x="4674451" y="855002"/>
                </a:lnTo>
                <a:lnTo>
                  <a:pt x="4673333" y="854532"/>
                </a:lnTo>
                <a:lnTo>
                  <a:pt x="4670704" y="854532"/>
                </a:lnTo>
                <a:lnTo>
                  <a:pt x="4669587" y="855002"/>
                </a:lnTo>
                <a:lnTo>
                  <a:pt x="4667720" y="856856"/>
                </a:lnTo>
                <a:lnTo>
                  <a:pt x="4667250" y="857986"/>
                </a:lnTo>
                <a:lnTo>
                  <a:pt x="4667250" y="860615"/>
                </a:lnTo>
                <a:lnTo>
                  <a:pt x="4667720" y="861733"/>
                </a:lnTo>
                <a:lnTo>
                  <a:pt x="4669587" y="863600"/>
                </a:lnTo>
                <a:lnTo>
                  <a:pt x="4670704" y="864057"/>
                </a:lnTo>
                <a:lnTo>
                  <a:pt x="4673333" y="864057"/>
                </a:lnTo>
                <a:lnTo>
                  <a:pt x="4674451" y="863600"/>
                </a:lnTo>
                <a:lnTo>
                  <a:pt x="4676318" y="861733"/>
                </a:lnTo>
                <a:lnTo>
                  <a:pt x="4676775" y="860615"/>
                </a:lnTo>
                <a:lnTo>
                  <a:pt x="4676775" y="857986"/>
                </a:lnTo>
                <a:close/>
              </a:path>
              <a:path w="9867900" h="3000375">
                <a:moveTo>
                  <a:pt x="4676775" y="430720"/>
                </a:moveTo>
                <a:lnTo>
                  <a:pt x="4676318" y="429590"/>
                </a:lnTo>
                <a:lnTo>
                  <a:pt x="4674451" y="427736"/>
                </a:lnTo>
                <a:lnTo>
                  <a:pt x="4673333" y="427266"/>
                </a:lnTo>
                <a:lnTo>
                  <a:pt x="4670704" y="427266"/>
                </a:lnTo>
                <a:lnTo>
                  <a:pt x="4669587" y="427736"/>
                </a:lnTo>
                <a:lnTo>
                  <a:pt x="4667720" y="429590"/>
                </a:lnTo>
                <a:lnTo>
                  <a:pt x="4667250" y="430720"/>
                </a:lnTo>
                <a:lnTo>
                  <a:pt x="4667250" y="433349"/>
                </a:lnTo>
                <a:lnTo>
                  <a:pt x="4667720" y="434467"/>
                </a:lnTo>
                <a:lnTo>
                  <a:pt x="4669587" y="436333"/>
                </a:lnTo>
                <a:lnTo>
                  <a:pt x="4670704" y="436791"/>
                </a:lnTo>
                <a:lnTo>
                  <a:pt x="4673333" y="436791"/>
                </a:lnTo>
                <a:lnTo>
                  <a:pt x="4674451" y="436333"/>
                </a:lnTo>
                <a:lnTo>
                  <a:pt x="4676318" y="434467"/>
                </a:lnTo>
                <a:lnTo>
                  <a:pt x="4676775" y="433349"/>
                </a:lnTo>
                <a:lnTo>
                  <a:pt x="4676775" y="430720"/>
                </a:lnTo>
                <a:close/>
              </a:path>
              <a:path w="9867900" h="3000375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87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87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9867900" h="3000375">
                <a:moveTo>
                  <a:pt x="4724400" y="2994304"/>
                </a:moveTo>
                <a:lnTo>
                  <a:pt x="4723943" y="2993186"/>
                </a:lnTo>
                <a:lnTo>
                  <a:pt x="4722076" y="2991320"/>
                </a:lnTo>
                <a:lnTo>
                  <a:pt x="4720958" y="2990850"/>
                </a:lnTo>
                <a:lnTo>
                  <a:pt x="4718329" y="2990850"/>
                </a:lnTo>
                <a:lnTo>
                  <a:pt x="4717212" y="2991320"/>
                </a:lnTo>
                <a:lnTo>
                  <a:pt x="4715345" y="2993186"/>
                </a:lnTo>
                <a:lnTo>
                  <a:pt x="4714875" y="2994304"/>
                </a:lnTo>
                <a:lnTo>
                  <a:pt x="4714875" y="2996933"/>
                </a:lnTo>
                <a:lnTo>
                  <a:pt x="4715345" y="2998051"/>
                </a:lnTo>
                <a:lnTo>
                  <a:pt x="4717212" y="2999917"/>
                </a:lnTo>
                <a:lnTo>
                  <a:pt x="4718329" y="3000375"/>
                </a:lnTo>
                <a:lnTo>
                  <a:pt x="4720958" y="3000375"/>
                </a:lnTo>
                <a:lnTo>
                  <a:pt x="4722076" y="2999917"/>
                </a:lnTo>
                <a:lnTo>
                  <a:pt x="4723943" y="2998051"/>
                </a:lnTo>
                <a:lnTo>
                  <a:pt x="4724400" y="2996933"/>
                </a:lnTo>
                <a:lnTo>
                  <a:pt x="4724400" y="2994304"/>
                </a:lnTo>
                <a:close/>
              </a:path>
              <a:path w="9867900" h="3000375">
                <a:moveTo>
                  <a:pt x="4724400" y="2567038"/>
                </a:moveTo>
                <a:lnTo>
                  <a:pt x="4723943" y="2565920"/>
                </a:lnTo>
                <a:lnTo>
                  <a:pt x="4722076" y="2564053"/>
                </a:lnTo>
                <a:lnTo>
                  <a:pt x="4720958" y="2563596"/>
                </a:lnTo>
                <a:lnTo>
                  <a:pt x="4718329" y="2563596"/>
                </a:lnTo>
                <a:lnTo>
                  <a:pt x="4717212" y="2564053"/>
                </a:lnTo>
                <a:lnTo>
                  <a:pt x="4715345" y="2565920"/>
                </a:lnTo>
                <a:lnTo>
                  <a:pt x="4714875" y="2567038"/>
                </a:lnTo>
                <a:lnTo>
                  <a:pt x="4714875" y="2569667"/>
                </a:lnTo>
                <a:lnTo>
                  <a:pt x="4715345" y="2570797"/>
                </a:lnTo>
                <a:lnTo>
                  <a:pt x="4717212" y="2572651"/>
                </a:lnTo>
                <a:lnTo>
                  <a:pt x="4718329" y="2573121"/>
                </a:lnTo>
                <a:lnTo>
                  <a:pt x="4720958" y="2573121"/>
                </a:lnTo>
                <a:lnTo>
                  <a:pt x="4722076" y="2572651"/>
                </a:lnTo>
                <a:lnTo>
                  <a:pt x="4723943" y="2570797"/>
                </a:lnTo>
                <a:lnTo>
                  <a:pt x="4724400" y="2569667"/>
                </a:lnTo>
                <a:lnTo>
                  <a:pt x="4724400" y="2567038"/>
                </a:lnTo>
                <a:close/>
              </a:path>
              <a:path w="9867900" h="3000375">
                <a:moveTo>
                  <a:pt x="4724400" y="2139772"/>
                </a:moveTo>
                <a:lnTo>
                  <a:pt x="4723943" y="2138654"/>
                </a:lnTo>
                <a:lnTo>
                  <a:pt x="4722076" y="2136787"/>
                </a:lnTo>
                <a:lnTo>
                  <a:pt x="4720958" y="2136330"/>
                </a:lnTo>
                <a:lnTo>
                  <a:pt x="4718329" y="2136330"/>
                </a:lnTo>
                <a:lnTo>
                  <a:pt x="4717212" y="2136787"/>
                </a:lnTo>
                <a:lnTo>
                  <a:pt x="4715345" y="2138654"/>
                </a:lnTo>
                <a:lnTo>
                  <a:pt x="4714875" y="2139772"/>
                </a:lnTo>
                <a:lnTo>
                  <a:pt x="4714875" y="2142401"/>
                </a:lnTo>
                <a:lnTo>
                  <a:pt x="4715345" y="2143531"/>
                </a:lnTo>
                <a:lnTo>
                  <a:pt x="4717212" y="2145385"/>
                </a:lnTo>
                <a:lnTo>
                  <a:pt x="4718329" y="2145855"/>
                </a:lnTo>
                <a:lnTo>
                  <a:pt x="4720958" y="2145855"/>
                </a:lnTo>
                <a:lnTo>
                  <a:pt x="4722076" y="2145385"/>
                </a:lnTo>
                <a:lnTo>
                  <a:pt x="4723943" y="2143531"/>
                </a:lnTo>
                <a:lnTo>
                  <a:pt x="4724400" y="2142401"/>
                </a:lnTo>
                <a:lnTo>
                  <a:pt x="4724400" y="2139772"/>
                </a:lnTo>
                <a:close/>
              </a:path>
              <a:path w="9867900" h="3000375">
                <a:moveTo>
                  <a:pt x="4724400" y="1712506"/>
                </a:moveTo>
                <a:lnTo>
                  <a:pt x="4723943" y="1711388"/>
                </a:lnTo>
                <a:lnTo>
                  <a:pt x="4722076" y="1709534"/>
                </a:lnTo>
                <a:lnTo>
                  <a:pt x="4720958" y="1709064"/>
                </a:lnTo>
                <a:lnTo>
                  <a:pt x="4718329" y="1709064"/>
                </a:lnTo>
                <a:lnTo>
                  <a:pt x="4717212" y="1709534"/>
                </a:lnTo>
                <a:lnTo>
                  <a:pt x="4715345" y="1711388"/>
                </a:lnTo>
                <a:lnTo>
                  <a:pt x="4714875" y="1712506"/>
                </a:lnTo>
                <a:lnTo>
                  <a:pt x="4714875" y="1715135"/>
                </a:lnTo>
                <a:lnTo>
                  <a:pt x="4715345" y="1716265"/>
                </a:lnTo>
                <a:lnTo>
                  <a:pt x="4717212" y="1718119"/>
                </a:lnTo>
                <a:lnTo>
                  <a:pt x="4718329" y="1718589"/>
                </a:lnTo>
                <a:lnTo>
                  <a:pt x="4720958" y="1718589"/>
                </a:lnTo>
                <a:lnTo>
                  <a:pt x="4722076" y="1718119"/>
                </a:lnTo>
                <a:lnTo>
                  <a:pt x="4723943" y="1716265"/>
                </a:lnTo>
                <a:lnTo>
                  <a:pt x="4724400" y="1715135"/>
                </a:lnTo>
                <a:lnTo>
                  <a:pt x="4724400" y="1712506"/>
                </a:lnTo>
                <a:close/>
              </a:path>
              <a:path w="9867900" h="3000375">
                <a:moveTo>
                  <a:pt x="4724400" y="1285252"/>
                </a:moveTo>
                <a:lnTo>
                  <a:pt x="4723943" y="1284122"/>
                </a:lnTo>
                <a:lnTo>
                  <a:pt x="4722076" y="1282268"/>
                </a:lnTo>
                <a:lnTo>
                  <a:pt x="4720958" y="1281798"/>
                </a:lnTo>
                <a:lnTo>
                  <a:pt x="4718329" y="1281798"/>
                </a:lnTo>
                <a:lnTo>
                  <a:pt x="4717212" y="1282268"/>
                </a:lnTo>
                <a:lnTo>
                  <a:pt x="4715345" y="1284122"/>
                </a:lnTo>
                <a:lnTo>
                  <a:pt x="4714875" y="1285252"/>
                </a:lnTo>
                <a:lnTo>
                  <a:pt x="4714875" y="1287881"/>
                </a:lnTo>
                <a:lnTo>
                  <a:pt x="4715345" y="1288999"/>
                </a:lnTo>
                <a:lnTo>
                  <a:pt x="4717212" y="1290853"/>
                </a:lnTo>
                <a:lnTo>
                  <a:pt x="4718329" y="1291323"/>
                </a:lnTo>
                <a:lnTo>
                  <a:pt x="4720958" y="1291323"/>
                </a:lnTo>
                <a:lnTo>
                  <a:pt x="4722076" y="1290853"/>
                </a:lnTo>
                <a:lnTo>
                  <a:pt x="4723943" y="1288999"/>
                </a:lnTo>
                <a:lnTo>
                  <a:pt x="4724400" y="1287881"/>
                </a:lnTo>
                <a:lnTo>
                  <a:pt x="4724400" y="1285252"/>
                </a:lnTo>
                <a:close/>
              </a:path>
              <a:path w="9867900" h="3000375">
                <a:moveTo>
                  <a:pt x="4724400" y="857986"/>
                </a:moveTo>
                <a:lnTo>
                  <a:pt x="4723943" y="856856"/>
                </a:lnTo>
                <a:lnTo>
                  <a:pt x="4722076" y="855002"/>
                </a:lnTo>
                <a:lnTo>
                  <a:pt x="4720958" y="854532"/>
                </a:lnTo>
                <a:lnTo>
                  <a:pt x="4718329" y="854532"/>
                </a:lnTo>
                <a:lnTo>
                  <a:pt x="4717212" y="855002"/>
                </a:lnTo>
                <a:lnTo>
                  <a:pt x="4715345" y="856856"/>
                </a:lnTo>
                <a:lnTo>
                  <a:pt x="4714875" y="857986"/>
                </a:lnTo>
                <a:lnTo>
                  <a:pt x="4714875" y="860615"/>
                </a:lnTo>
                <a:lnTo>
                  <a:pt x="4715345" y="861733"/>
                </a:lnTo>
                <a:lnTo>
                  <a:pt x="4717212" y="863600"/>
                </a:lnTo>
                <a:lnTo>
                  <a:pt x="4718329" y="864057"/>
                </a:lnTo>
                <a:lnTo>
                  <a:pt x="4720958" y="864057"/>
                </a:lnTo>
                <a:lnTo>
                  <a:pt x="4722076" y="863600"/>
                </a:lnTo>
                <a:lnTo>
                  <a:pt x="4723943" y="861733"/>
                </a:lnTo>
                <a:lnTo>
                  <a:pt x="4724400" y="860615"/>
                </a:lnTo>
                <a:lnTo>
                  <a:pt x="4724400" y="857986"/>
                </a:lnTo>
                <a:close/>
              </a:path>
              <a:path w="9867900" h="3000375">
                <a:moveTo>
                  <a:pt x="4724400" y="430720"/>
                </a:moveTo>
                <a:lnTo>
                  <a:pt x="4723943" y="429590"/>
                </a:lnTo>
                <a:lnTo>
                  <a:pt x="4722076" y="427736"/>
                </a:lnTo>
                <a:lnTo>
                  <a:pt x="4720958" y="427266"/>
                </a:lnTo>
                <a:lnTo>
                  <a:pt x="4718329" y="427266"/>
                </a:lnTo>
                <a:lnTo>
                  <a:pt x="4717212" y="427736"/>
                </a:lnTo>
                <a:lnTo>
                  <a:pt x="4715345" y="429590"/>
                </a:lnTo>
                <a:lnTo>
                  <a:pt x="4714875" y="430720"/>
                </a:lnTo>
                <a:lnTo>
                  <a:pt x="4714875" y="433349"/>
                </a:lnTo>
                <a:lnTo>
                  <a:pt x="4715345" y="434467"/>
                </a:lnTo>
                <a:lnTo>
                  <a:pt x="4717212" y="436333"/>
                </a:lnTo>
                <a:lnTo>
                  <a:pt x="4718329" y="436791"/>
                </a:lnTo>
                <a:lnTo>
                  <a:pt x="4720958" y="436791"/>
                </a:lnTo>
                <a:lnTo>
                  <a:pt x="4722076" y="436333"/>
                </a:lnTo>
                <a:lnTo>
                  <a:pt x="4723943" y="434467"/>
                </a:lnTo>
                <a:lnTo>
                  <a:pt x="4724400" y="433349"/>
                </a:lnTo>
                <a:lnTo>
                  <a:pt x="4724400" y="430720"/>
                </a:lnTo>
                <a:close/>
              </a:path>
              <a:path w="9867900" h="3000375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212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212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9867900" h="3000375">
                <a:moveTo>
                  <a:pt x="4772025" y="2994304"/>
                </a:moveTo>
                <a:lnTo>
                  <a:pt x="4771568" y="2993186"/>
                </a:lnTo>
                <a:lnTo>
                  <a:pt x="4769701" y="2991320"/>
                </a:lnTo>
                <a:lnTo>
                  <a:pt x="4768583" y="2990850"/>
                </a:lnTo>
                <a:lnTo>
                  <a:pt x="4765954" y="2990850"/>
                </a:lnTo>
                <a:lnTo>
                  <a:pt x="4764837" y="2991320"/>
                </a:lnTo>
                <a:lnTo>
                  <a:pt x="4762970" y="2993186"/>
                </a:lnTo>
                <a:lnTo>
                  <a:pt x="4762500" y="2994304"/>
                </a:lnTo>
                <a:lnTo>
                  <a:pt x="4762500" y="2996933"/>
                </a:lnTo>
                <a:lnTo>
                  <a:pt x="4762970" y="2998051"/>
                </a:lnTo>
                <a:lnTo>
                  <a:pt x="4764837" y="2999917"/>
                </a:lnTo>
                <a:lnTo>
                  <a:pt x="4765954" y="3000375"/>
                </a:lnTo>
                <a:lnTo>
                  <a:pt x="4768583" y="3000375"/>
                </a:lnTo>
                <a:lnTo>
                  <a:pt x="4769701" y="2999917"/>
                </a:lnTo>
                <a:lnTo>
                  <a:pt x="4771568" y="2998051"/>
                </a:lnTo>
                <a:lnTo>
                  <a:pt x="4772025" y="2996933"/>
                </a:lnTo>
                <a:lnTo>
                  <a:pt x="4772025" y="2994304"/>
                </a:lnTo>
                <a:close/>
              </a:path>
              <a:path w="9867900" h="3000375">
                <a:moveTo>
                  <a:pt x="4772025" y="2567038"/>
                </a:moveTo>
                <a:lnTo>
                  <a:pt x="4771568" y="2565920"/>
                </a:lnTo>
                <a:lnTo>
                  <a:pt x="4769701" y="2564053"/>
                </a:lnTo>
                <a:lnTo>
                  <a:pt x="4768583" y="2563596"/>
                </a:lnTo>
                <a:lnTo>
                  <a:pt x="4765954" y="2563596"/>
                </a:lnTo>
                <a:lnTo>
                  <a:pt x="4764837" y="2564053"/>
                </a:lnTo>
                <a:lnTo>
                  <a:pt x="4762970" y="2565920"/>
                </a:lnTo>
                <a:lnTo>
                  <a:pt x="4762500" y="2567038"/>
                </a:lnTo>
                <a:lnTo>
                  <a:pt x="4762500" y="2569667"/>
                </a:lnTo>
                <a:lnTo>
                  <a:pt x="4762970" y="2570797"/>
                </a:lnTo>
                <a:lnTo>
                  <a:pt x="4764837" y="2572651"/>
                </a:lnTo>
                <a:lnTo>
                  <a:pt x="4765954" y="2573121"/>
                </a:lnTo>
                <a:lnTo>
                  <a:pt x="4768583" y="2573121"/>
                </a:lnTo>
                <a:lnTo>
                  <a:pt x="4769701" y="2572651"/>
                </a:lnTo>
                <a:lnTo>
                  <a:pt x="4771568" y="2570797"/>
                </a:lnTo>
                <a:lnTo>
                  <a:pt x="4772025" y="2569667"/>
                </a:lnTo>
                <a:lnTo>
                  <a:pt x="4772025" y="2567038"/>
                </a:lnTo>
                <a:close/>
              </a:path>
              <a:path w="9867900" h="3000375">
                <a:moveTo>
                  <a:pt x="4772025" y="2139772"/>
                </a:moveTo>
                <a:lnTo>
                  <a:pt x="4771568" y="2138654"/>
                </a:lnTo>
                <a:lnTo>
                  <a:pt x="4769701" y="2136787"/>
                </a:lnTo>
                <a:lnTo>
                  <a:pt x="4768583" y="2136330"/>
                </a:lnTo>
                <a:lnTo>
                  <a:pt x="4765954" y="2136330"/>
                </a:lnTo>
                <a:lnTo>
                  <a:pt x="4764837" y="2136787"/>
                </a:lnTo>
                <a:lnTo>
                  <a:pt x="4762970" y="2138654"/>
                </a:lnTo>
                <a:lnTo>
                  <a:pt x="4762500" y="2139772"/>
                </a:lnTo>
                <a:lnTo>
                  <a:pt x="4762500" y="2142401"/>
                </a:lnTo>
                <a:lnTo>
                  <a:pt x="4762970" y="2143531"/>
                </a:lnTo>
                <a:lnTo>
                  <a:pt x="4764837" y="2145385"/>
                </a:lnTo>
                <a:lnTo>
                  <a:pt x="4765954" y="2145855"/>
                </a:lnTo>
                <a:lnTo>
                  <a:pt x="4768583" y="2145855"/>
                </a:lnTo>
                <a:lnTo>
                  <a:pt x="4769701" y="2145385"/>
                </a:lnTo>
                <a:lnTo>
                  <a:pt x="4771568" y="2143531"/>
                </a:lnTo>
                <a:lnTo>
                  <a:pt x="4772025" y="2142401"/>
                </a:lnTo>
                <a:lnTo>
                  <a:pt x="4772025" y="2139772"/>
                </a:lnTo>
                <a:close/>
              </a:path>
              <a:path w="9867900" h="3000375">
                <a:moveTo>
                  <a:pt x="4772025" y="1712506"/>
                </a:moveTo>
                <a:lnTo>
                  <a:pt x="4771568" y="1711388"/>
                </a:lnTo>
                <a:lnTo>
                  <a:pt x="4769701" y="1709534"/>
                </a:lnTo>
                <a:lnTo>
                  <a:pt x="4768583" y="1709064"/>
                </a:lnTo>
                <a:lnTo>
                  <a:pt x="4765954" y="1709064"/>
                </a:lnTo>
                <a:lnTo>
                  <a:pt x="4764837" y="1709534"/>
                </a:lnTo>
                <a:lnTo>
                  <a:pt x="4762970" y="1711388"/>
                </a:lnTo>
                <a:lnTo>
                  <a:pt x="4762500" y="1712506"/>
                </a:lnTo>
                <a:lnTo>
                  <a:pt x="4762500" y="1715135"/>
                </a:lnTo>
                <a:lnTo>
                  <a:pt x="4762970" y="1716265"/>
                </a:lnTo>
                <a:lnTo>
                  <a:pt x="4764837" y="1718119"/>
                </a:lnTo>
                <a:lnTo>
                  <a:pt x="4765954" y="1718589"/>
                </a:lnTo>
                <a:lnTo>
                  <a:pt x="4768583" y="1718589"/>
                </a:lnTo>
                <a:lnTo>
                  <a:pt x="4769701" y="1718119"/>
                </a:lnTo>
                <a:lnTo>
                  <a:pt x="4771568" y="1716265"/>
                </a:lnTo>
                <a:lnTo>
                  <a:pt x="4772025" y="1715135"/>
                </a:lnTo>
                <a:lnTo>
                  <a:pt x="4772025" y="1712506"/>
                </a:lnTo>
                <a:close/>
              </a:path>
              <a:path w="9867900" h="3000375">
                <a:moveTo>
                  <a:pt x="4772025" y="1285252"/>
                </a:moveTo>
                <a:lnTo>
                  <a:pt x="4771568" y="1284122"/>
                </a:lnTo>
                <a:lnTo>
                  <a:pt x="4769701" y="1282268"/>
                </a:lnTo>
                <a:lnTo>
                  <a:pt x="4768583" y="1281798"/>
                </a:lnTo>
                <a:lnTo>
                  <a:pt x="4765954" y="1281798"/>
                </a:lnTo>
                <a:lnTo>
                  <a:pt x="4764837" y="1282268"/>
                </a:lnTo>
                <a:lnTo>
                  <a:pt x="4762970" y="1284122"/>
                </a:lnTo>
                <a:lnTo>
                  <a:pt x="4762500" y="1285252"/>
                </a:lnTo>
                <a:lnTo>
                  <a:pt x="4762500" y="1287881"/>
                </a:lnTo>
                <a:lnTo>
                  <a:pt x="4762970" y="1288999"/>
                </a:lnTo>
                <a:lnTo>
                  <a:pt x="4764837" y="1290853"/>
                </a:lnTo>
                <a:lnTo>
                  <a:pt x="4765954" y="1291323"/>
                </a:lnTo>
                <a:lnTo>
                  <a:pt x="4768583" y="1291323"/>
                </a:lnTo>
                <a:lnTo>
                  <a:pt x="4769701" y="1290853"/>
                </a:lnTo>
                <a:lnTo>
                  <a:pt x="4771568" y="1288999"/>
                </a:lnTo>
                <a:lnTo>
                  <a:pt x="4772025" y="1287881"/>
                </a:lnTo>
                <a:lnTo>
                  <a:pt x="4772025" y="1285252"/>
                </a:lnTo>
                <a:close/>
              </a:path>
              <a:path w="9867900" h="3000375">
                <a:moveTo>
                  <a:pt x="4772025" y="857986"/>
                </a:moveTo>
                <a:lnTo>
                  <a:pt x="4771568" y="856856"/>
                </a:lnTo>
                <a:lnTo>
                  <a:pt x="4769701" y="855002"/>
                </a:lnTo>
                <a:lnTo>
                  <a:pt x="4768583" y="854532"/>
                </a:lnTo>
                <a:lnTo>
                  <a:pt x="4765954" y="854532"/>
                </a:lnTo>
                <a:lnTo>
                  <a:pt x="4764837" y="855002"/>
                </a:lnTo>
                <a:lnTo>
                  <a:pt x="4762970" y="856856"/>
                </a:lnTo>
                <a:lnTo>
                  <a:pt x="4762500" y="857986"/>
                </a:lnTo>
                <a:lnTo>
                  <a:pt x="4762500" y="860615"/>
                </a:lnTo>
                <a:lnTo>
                  <a:pt x="4762970" y="861733"/>
                </a:lnTo>
                <a:lnTo>
                  <a:pt x="4764837" y="863600"/>
                </a:lnTo>
                <a:lnTo>
                  <a:pt x="4765954" y="864057"/>
                </a:lnTo>
                <a:lnTo>
                  <a:pt x="4768583" y="864057"/>
                </a:lnTo>
                <a:lnTo>
                  <a:pt x="4769701" y="863600"/>
                </a:lnTo>
                <a:lnTo>
                  <a:pt x="4771568" y="861733"/>
                </a:lnTo>
                <a:lnTo>
                  <a:pt x="4772025" y="860615"/>
                </a:lnTo>
                <a:lnTo>
                  <a:pt x="4772025" y="857986"/>
                </a:lnTo>
                <a:close/>
              </a:path>
              <a:path w="9867900" h="3000375">
                <a:moveTo>
                  <a:pt x="4772025" y="430720"/>
                </a:moveTo>
                <a:lnTo>
                  <a:pt x="4771568" y="429590"/>
                </a:lnTo>
                <a:lnTo>
                  <a:pt x="4769701" y="427736"/>
                </a:lnTo>
                <a:lnTo>
                  <a:pt x="4768583" y="427266"/>
                </a:lnTo>
                <a:lnTo>
                  <a:pt x="4765954" y="427266"/>
                </a:lnTo>
                <a:lnTo>
                  <a:pt x="4764837" y="427736"/>
                </a:lnTo>
                <a:lnTo>
                  <a:pt x="4762970" y="429590"/>
                </a:lnTo>
                <a:lnTo>
                  <a:pt x="4762500" y="430720"/>
                </a:lnTo>
                <a:lnTo>
                  <a:pt x="4762500" y="433349"/>
                </a:lnTo>
                <a:lnTo>
                  <a:pt x="4762970" y="434467"/>
                </a:lnTo>
                <a:lnTo>
                  <a:pt x="4764837" y="436333"/>
                </a:lnTo>
                <a:lnTo>
                  <a:pt x="4765954" y="436791"/>
                </a:lnTo>
                <a:lnTo>
                  <a:pt x="4768583" y="436791"/>
                </a:lnTo>
                <a:lnTo>
                  <a:pt x="4769701" y="436333"/>
                </a:lnTo>
                <a:lnTo>
                  <a:pt x="4771568" y="434467"/>
                </a:lnTo>
                <a:lnTo>
                  <a:pt x="4772025" y="433349"/>
                </a:lnTo>
                <a:lnTo>
                  <a:pt x="4772025" y="430720"/>
                </a:lnTo>
                <a:close/>
              </a:path>
              <a:path w="9867900" h="3000375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37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37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9867900" h="3000375">
                <a:moveTo>
                  <a:pt x="4819650" y="2994304"/>
                </a:moveTo>
                <a:lnTo>
                  <a:pt x="4819193" y="2993186"/>
                </a:lnTo>
                <a:lnTo>
                  <a:pt x="4817326" y="2991320"/>
                </a:lnTo>
                <a:lnTo>
                  <a:pt x="4816208" y="2990850"/>
                </a:lnTo>
                <a:lnTo>
                  <a:pt x="4813579" y="2990850"/>
                </a:lnTo>
                <a:lnTo>
                  <a:pt x="4812449" y="2991320"/>
                </a:lnTo>
                <a:lnTo>
                  <a:pt x="4810595" y="2993186"/>
                </a:lnTo>
                <a:lnTo>
                  <a:pt x="4810125" y="2994304"/>
                </a:lnTo>
                <a:lnTo>
                  <a:pt x="4810125" y="2996933"/>
                </a:lnTo>
                <a:lnTo>
                  <a:pt x="4810595" y="2998051"/>
                </a:lnTo>
                <a:lnTo>
                  <a:pt x="4812449" y="2999917"/>
                </a:lnTo>
                <a:lnTo>
                  <a:pt x="4813579" y="3000375"/>
                </a:lnTo>
                <a:lnTo>
                  <a:pt x="4816208" y="3000375"/>
                </a:lnTo>
                <a:lnTo>
                  <a:pt x="4817326" y="2999917"/>
                </a:lnTo>
                <a:lnTo>
                  <a:pt x="4819193" y="2998051"/>
                </a:lnTo>
                <a:lnTo>
                  <a:pt x="4819650" y="2996933"/>
                </a:lnTo>
                <a:lnTo>
                  <a:pt x="4819650" y="2994304"/>
                </a:lnTo>
                <a:close/>
              </a:path>
              <a:path w="9867900" h="3000375">
                <a:moveTo>
                  <a:pt x="4819650" y="2567038"/>
                </a:moveTo>
                <a:lnTo>
                  <a:pt x="4819193" y="2565920"/>
                </a:lnTo>
                <a:lnTo>
                  <a:pt x="4817326" y="2564053"/>
                </a:lnTo>
                <a:lnTo>
                  <a:pt x="4816208" y="2563596"/>
                </a:lnTo>
                <a:lnTo>
                  <a:pt x="4813579" y="2563596"/>
                </a:lnTo>
                <a:lnTo>
                  <a:pt x="4812449" y="2564053"/>
                </a:lnTo>
                <a:lnTo>
                  <a:pt x="4810595" y="2565920"/>
                </a:lnTo>
                <a:lnTo>
                  <a:pt x="4810125" y="2567038"/>
                </a:lnTo>
                <a:lnTo>
                  <a:pt x="4810125" y="2569667"/>
                </a:lnTo>
                <a:lnTo>
                  <a:pt x="4810595" y="2570797"/>
                </a:lnTo>
                <a:lnTo>
                  <a:pt x="4812449" y="2572651"/>
                </a:lnTo>
                <a:lnTo>
                  <a:pt x="4813579" y="2573121"/>
                </a:lnTo>
                <a:lnTo>
                  <a:pt x="4816208" y="2573121"/>
                </a:lnTo>
                <a:lnTo>
                  <a:pt x="4817326" y="2572651"/>
                </a:lnTo>
                <a:lnTo>
                  <a:pt x="4819193" y="2570797"/>
                </a:lnTo>
                <a:lnTo>
                  <a:pt x="4819650" y="2569667"/>
                </a:lnTo>
                <a:lnTo>
                  <a:pt x="4819650" y="2567038"/>
                </a:lnTo>
                <a:close/>
              </a:path>
              <a:path w="9867900" h="3000375">
                <a:moveTo>
                  <a:pt x="4819650" y="2139772"/>
                </a:moveTo>
                <a:lnTo>
                  <a:pt x="4819193" y="2138654"/>
                </a:lnTo>
                <a:lnTo>
                  <a:pt x="4817326" y="2136787"/>
                </a:lnTo>
                <a:lnTo>
                  <a:pt x="4816208" y="2136330"/>
                </a:lnTo>
                <a:lnTo>
                  <a:pt x="4813579" y="2136330"/>
                </a:lnTo>
                <a:lnTo>
                  <a:pt x="4812449" y="2136787"/>
                </a:lnTo>
                <a:lnTo>
                  <a:pt x="4810595" y="2138654"/>
                </a:lnTo>
                <a:lnTo>
                  <a:pt x="4810125" y="2139772"/>
                </a:lnTo>
                <a:lnTo>
                  <a:pt x="4810125" y="2142401"/>
                </a:lnTo>
                <a:lnTo>
                  <a:pt x="4810595" y="2143531"/>
                </a:lnTo>
                <a:lnTo>
                  <a:pt x="4812449" y="2145385"/>
                </a:lnTo>
                <a:lnTo>
                  <a:pt x="4813579" y="2145855"/>
                </a:lnTo>
                <a:lnTo>
                  <a:pt x="4816208" y="2145855"/>
                </a:lnTo>
                <a:lnTo>
                  <a:pt x="4817326" y="2145385"/>
                </a:lnTo>
                <a:lnTo>
                  <a:pt x="4819193" y="2143531"/>
                </a:lnTo>
                <a:lnTo>
                  <a:pt x="4819650" y="2142401"/>
                </a:lnTo>
                <a:lnTo>
                  <a:pt x="4819650" y="2139772"/>
                </a:lnTo>
                <a:close/>
              </a:path>
              <a:path w="9867900" h="3000375">
                <a:moveTo>
                  <a:pt x="4819650" y="1712506"/>
                </a:moveTo>
                <a:lnTo>
                  <a:pt x="4819193" y="1711388"/>
                </a:lnTo>
                <a:lnTo>
                  <a:pt x="4817326" y="1709534"/>
                </a:lnTo>
                <a:lnTo>
                  <a:pt x="4816208" y="1709064"/>
                </a:lnTo>
                <a:lnTo>
                  <a:pt x="4813579" y="1709064"/>
                </a:lnTo>
                <a:lnTo>
                  <a:pt x="4812449" y="1709534"/>
                </a:lnTo>
                <a:lnTo>
                  <a:pt x="4810595" y="1711388"/>
                </a:lnTo>
                <a:lnTo>
                  <a:pt x="4810125" y="1712506"/>
                </a:lnTo>
                <a:lnTo>
                  <a:pt x="4810125" y="1715135"/>
                </a:lnTo>
                <a:lnTo>
                  <a:pt x="4810595" y="1716265"/>
                </a:lnTo>
                <a:lnTo>
                  <a:pt x="4812449" y="1718119"/>
                </a:lnTo>
                <a:lnTo>
                  <a:pt x="4813579" y="1718589"/>
                </a:lnTo>
                <a:lnTo>
                  <a:pt x="4816208" y="1718589"/>
                </a:lnTo>
                <a:lnTo>
                  <a:pt x="4817326" y="1718119"/>
                </a:lnTo>
                <a:lnTo>
                  <a:pt x="4819193" y="1716265"/>
                </a:lnTo>
                <a:lnTo>
                  <a:pt x="4819650" y="1715135"/>
                </a:lnTo>
                <a:lnTo>
                  <a:pt x="4819650" y="1712506"/>
                </a:lnTo>
                <a:close/>
              </a:path>
              <a:path w="9867900" h="3000375">
                <a:moveTo>
                  <a:pt x="4819650" y="1285252"/>
                </a:moveTo>
                <a:lnTo>
                  <a:pt x="4819193" y="1284122"/>
                </a:lnTo>
                <a:lnTo>
                  <a:pt x="4817326" y="1282268"/>
                </a:lnTo>
                <a:lnTo>
                  <a:pt x="4816208" y="1281798"/>
                </a:lnTo>
                <a:lnTo>
                  <a:pt x="4813579" y="1281798"/>
                </a:lnTo>
                <a:lnTo>
                  <a:pt x="4812449" y="1282268"/>
                </a:lnTo>
                <a:lnTo>
                  <a:pt x="4810595" y="1284122"/>
                </a:lnTo>
                <a:lnTo>
                  <a:pt x="4810125" y="1285252"/>
                </a:lnTo>
                <a:lnTo>
                  <a:pt x="4810125" y="1287881"/>
                </a:lnTo>
                <a:lnTo>
                  <a:pt x="4810595" y="1288999"/>
                </a:lnTo>
                <a:lnTo>
                  <a:pt x="4812449" y="1290853"/>
                </a:lnTo>
                <a:lnTo>
                  <a:pt x="4813579" y="1291323"/>
                </a:lnTo>
                <a:lnTo>
                  <a:pt x="4816208" y="1291323"/>
                </a:lnTo>
                <a:lnTo>
                  <a:pt x="4817326" y="1290853"/>
                </a:lnTo>
                <a:lnTo>
                  <a:pt x="4819193" y="1288999"/>
                </a:lnTo>
                <a:lnTo>
                  <a:pt x="4819650" y="1287881"/>
                </a:lnTo>
                <a:lnTo>
                  <a:pt x="4819650" y="1285252"/>
                </a:lnTo>
                <a:close/>
              </a:path>
              <a:path w="9867900" h="3000375">
                <a:moveTo>
                  <a:pt x="4819650" y="857986"/>
                </a:moveTo>
                <a:lnTo>
                  <a:pt x="4819193" y="856856"/>
                </a:lnTo>
                <a:lnTo>
                  <a:pt x="4817326" y="855002"/>
                </a:lnTo>
                <a:lnTo>
                  <a:pt x="4816208" y="854532"/>
                </a:lnTo>
                <a:lnTo>
                  <a:pt x="4813579" y="854532"/>
                </a:lnTo>
                <a:lnTo>
                  <a:pt x="4812449" y="855002"/>
                </a:lnTo>
                <a:lnTo>
                  <a:pt x="4810595" y="856856"/>
                </a:lnTo>
                <a:lnTo>
                  <a:pt x="4810125" y="857986"/>
                </a:lnTo>
                <a:lnTo>
                  <a:pt x="4810125" y="860615"/>
                </a:lnTo>
                <a:lnTo>
                  <a:pt x="4810595" y="861733"/>
                </a:lnTo>
                <a:lnTo>
                  <a:pt x="4812449" y="863600"/>
                </a:lnTo>
                <a:lnTo>
                  <a:pt x="4813579" y="864057"/>
                </a:lnTo>
                <a:lnTo>
                  <a:pt x="4816208" y="864057"/>
                </a:lnTo>
                <a:lnTo>
                  <a:pt x="4817326" y="863600"/>
                </a:lnTo>
                <a:lnTo>
                  <a:pt x="4819193" y="861733"/>
                </a:lnTo>
                <a:lnTo>
                  <a:pt x="4819650" y="860615"/>
                </a:lnTo>
                <a:lnTo>
                  <a:pt x="4819650" y="857986"/>
                </a:lnTo>
                <a:close/>
              </a:path>
              <a:path w="9867900" h="3000375">
                <a:moveTo>
                  <a:pt x="4819650" y="430720"/>
                </a:moveTo>
                <a:lnTo>
                  <a:pt x="4819193" y="429590"/>
                </a:lnTo>
                <a:lnTo>
                  <a:pt x="4817326" y="427736"/>
                </a:lnTo>
                <a:lnTo>
                  <a:pt x="4816208" y="427266"/>
                </a:lnTo>
                <a:lnTo>
                  <a:pt x="4813579" y="427266"/>
                </a:lnTo>
                <a:lnTo>
                  <a:pt x="4812449" y="427736"/>
                </a:lnTo>
                <a:lnTo>
                  <a:pt x="4810595" y="429590"/>
                </a:lnTo>
                <a:lnTo>
                  <a:pt x="4810125" y="430720"/>
                </a:lnTo>
                <a:lnTo>
                  <a:pt x="4810125" y="433349"/>
                </a:lnTo>
                <a:lnTo>
                  <a:pt x="4810595" y="434467"/>
                </a:lnTo>
                <a:lnTo>
                  <a:pt x="4812449" y="436333"/>
                </a:lnTo>
                <a:lnTo>
                  <a:pt x="4813579" y="436791"/>
                </a:lnTo>
                <a:lnTo>
                  <a:pt x="4816208" y="436791"/>
                </a:lnTo>
                <a:lnTo>
                  <a:pt x="4817326" y="436333"/>
                </a:lnTo>
                <a:lnTo>
                  <a:pt x="4819193" y="434467"/>
                </a:lnTo>
                <a:lnTo>
                  <a:pt x="4819650" y="433349"/>
                </a:lnTo>
                <a:lnTo>
                  <a:pt x="4819650" y="430720"/>
                </a:lnTo>
                <a:close/>
              </a:path>
              <a:path w="9867900" h="3000375">
                <a:moveTo>
                  <a:pt x="4819650" y="3454"/>
                </a:moveTo>
                <a:lnTo>
                  <a:pt x="4819193" y="2336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36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9867900" h="3000375">
                <a:moveTo>
                  <a:pt x="4867275" y="2994304"/>
                </a:moveTo>
                <a:lnTo>
                  <a:pt x="4866818" y="2993186"/>
                </a:lnTo>
                <a:lnTo>
                  <a:pt x="4864951" y="2991320"/>
                </a:lnTo>
                <a:lnTo>
                  <a:pt x="4863833" y="2990850"/>
                </a:lnTo>
                <a:lnTo>
                  <a:pt x="4861204" y="2990850"/>
                </a:lnTo>
                <a:lnTo>
                  <a:pt x="4860074" y="2991320"/>
                </a:lnTo>
                <a:lnTo>
                  <a:pt x="4858220" y="2993186"/>
                </a:lnTo>
                <a:lnTo>
                  <a:pt x="4857750" y="2994304"/>
                </a:lnTo>
                <a:lnTo>
                  <a:pt x="4857750" y="2996933"/>
                </a:lnTo>
                <a:lnTo>
                  <a:pt x="4858220" y="2998051"/>
                </a:lnTo>
                <a:lnTo>
                  <a:pt x="4860074" y="2999917"/>
                </a:lnTo>
                <a:lnTo>
                  <a:pt x="4861204" y="3000375"/>
                </a:lnTo>
                <a:lnTo>
                  <a:pt x="4863833" y="3000375"/>
                </a:lnTo>
                <a:lnTo>
                  <a:pt x="4864951" y="2999917"/>
                </a:lnTo>
                <a:lnTo>
                  <a:pt x="4866818" y="2998051"/>
                </a:lnTo>
                <a:lnTo>
                  <a:pt x="4867275" y="2996933"/>
                </a:lnTo>
                <a:lnTo>
                  <a:pt x="4867275" y="2994304"/>
                </a:lnTo>
                <a:close/>
              </a:path>
              <a:path w="9867900" h="3000375">
                <a:moveTo>
                  <a:pt x="4867275" y="2567038"/>
                </a:moveTo>
                <a:lnTo>
                  <a:pt x="4866818" y="2565920"/>
                </a:lnTo>
                <a:lnTo>
                  <a:pt x="4864951" y="2564053"/>
                </a:lnTo>
                <a:lnTo>
                  <a:pt x="4863833" y="2563596"/>
                </a:lnTo>
                <a:lnTo>
                  <a:pt x="4861204" y="2563596"/>
                </a:lnTo>
                <a:lnTo>
                  <a:pt x="4860074" y="2564053"/>
                </a:lnTo>
                <a:lnTo>
                  <a:pt x="4858220" y="2565920"/>
                </a:lnTo>
                <a:lnTo>
                  <a:pt x="4857750" y="2567038"/>
                </a:lnTo>
                <a:lnTo>
                  <a:pt x="4857750" y="2569667"/>
                </a:lnTo>
                <a:lnTo>
                  <a:pt x="4858220" y="2570797"/>
                </a:lnTo>
                <a:lnTo>
                  <a:pt x="4860074" y="2572651"/>
                </a:lnTo>
                <a:lnTo>
                  <a:pt x="4861204" y="2573121"/>
                </a:lnTo>
                <a:lnTo>
                  <a:pt x="4863833" y="2573121"/>
                </a:lnTo>
                <a:lnTo>
                  <a:pt x="4864951" y="2572651"/>
                </a:lnTo>
                <a:lnTo>
                  <a:pt x="4866818" y="2570797"/>
                </a:lnTo>
                <a:lnTo>
                  <a:pt x="4867275" y="2569667"/>
                </a:lnTo>
                <a:lnTo>
                  <a:pt x="4867275" y="2567038"/>
                </a:lnTo>
                <a:close/>
              </a:path>
              <a:path w="9867900" h="3000375">
                <a:moveTo>
                  <a:pt x="4867275" y="2139772"/>
                </a:moveTo>
                <a:lnTo>
                  <a:pt x="4866818" y="2138654"/>
                </a:lnTo>
                <a:lnTo>
                  <a:pt x="4864951" y="2136787"/>
                </a:lnTo>
                <a:lnTo>
                  <a:pt x="4863833" y="2136330"/>
                </a:lnTo>
                <a:lnTo>
                  <a:pt x="4861204" y="2136330"/>
                </a:lnTo>
                <a:lnTo>
                  <a:pt x="4860074" y="2136787"/>
                </a:lnTo>
                <a:lnTo>
                  <a:pt x="4858220" y="2138654"/>
                </a:lnTo>
                <a:lnTo>
                  <a:pt x="4857750" y="2139772"/>
                </a:lnTo>
                <a:lnTo>
                  <a:pt x="4857750" y="2142401"/>
                </a:lnTo>
                <a:lnTo>
                  <a:pt x="4858220" y="2143531"/>
                </a:lnTo>
                <a:lnTo>
                  <a:pt x="4860074" y="2145385"/>
                </a:lnTo>
                <a:lnTo>
                  <a:pt x="4861204" y="2145855"/>
                </a:lnTo>
                <a:lnTo>
                  <a:pt x="4863833" y="2145855"/>
                </a:lnTo>
                <a:lnTo>
                  <a:pt x="4864951" y="2145385"/>
                </a:lnTo>
                <a:lnTo>
                  <a:pt x="4866818" y="2143531"/>
                </a:lnTo>
                <a:lnTo>
                  <a:pt x="4867275" y="2142401"/>
                </a:lnTo>
                <a:lnTo>
                  <a:pt x="4867275" y="2139772"/>
                </a:lnTo>
                <a:close/>
              </a:path>
              <a:path w="9867900" h="3000375">
                <a:moveTo>
                  <a:pt x="4867275" y="1712506"/>
                </a:moveTo>
                <a:lnTo>
                  <a:pt x="4866818" y="1711388"/>
                </a:lnTo>
                <a:lnTo>
                  <a:pt x="4864951" y="1709534"/>
                </a:lnTo>
                <a:lnTo>
                  <a:pt x="4863833" y="1709064"/>
                </a:lnTo>
                <a:lnTo>
                  <a:pt x="4861204" y="1709064"/>
                </a:lnTo>
                <a:lnTo>
                  <a:pt x="4860074" y="1709534"/>
                </a:lnTo>
                <a:lnTo>
                  <a:pt x="4858220" y="1711388"/>
                </a:lnTo>
                <a:lnTo>
                  <a:pt x="4857750" y="1712506"/>
                </a:lnTo>
                <a:lnTo>
                  <a:pt x="4857750" y="1715135"/>
                </a:lnTo>
                <a:lnTo>
                  <a:pt x="4858220" y="1716265"/>
                </a:lnTo>
                <a:lnTo>
                  <a:pt x="4860074" y="1718119"/>
                </a:lnTo>
                <a:lnTo>
                  <a:pt x="4861204" y="1718589"/>
                </a:lnTo>
                <a:lnTo>
                  <a:pt x="4863833" y="1718589"/>
                </a:lnTo>
                <a:lnTo>
                  <a:pt x="4864951" y="1718119"/>
                </a:lnTo>
                <a:lnTo>
                  <a:pt x="4866818" y="1716265"/>
                </a:lnTo>
                <a:lnTo>
                  <a:pt x="4867275" y="1715135"/>
                </a:lnTo>
                <a:lnTo>
                  <a:pt x="4867275" y="1712506"/>
                </a:lnTo>
                <a:close/>
              </a:path>
              <a:path w="9867900" h="3000375">
                <a:moveTo>
                  <a:pt x="4867275" y="1285252"/>
                </a:moveTo>
                <a:lnTo>
                  <a:pt x="4866818" y="1284122"/>
                </a:lnTo>
                <a:lnTo>
                  <a:pt x="4864951" y="1282268"/>
                </a:lnTo>
                <a:lnTo>
                  <a:pt x="4863833" y="1281798"/>
                </a:lnTo>
                <a:lnTo>
                  <a:pt x="4861204" y="1281798"/>
                </a:lnTo>
                <a:lnTo>
                  <a:pt x="4860074" y="1282268"/>
                </a:lnTo>
                <a:lnTo>
                  <a:pt x="4858220" y="1284122"/>
                </a:lnTo>
                <a:lnTo>
                  <a:pt x="4857750" y="1285252"/>
                </a:lnTo>
                <a:lnTo>
                  <a:pt x="4857750" y="1287881"/>
                </a:lnTo>
                <a:lnTo>
                  <a:pt x="4858220" y="1288999"/>
                </a:lnTo>
                <a:lnTo>
                  <a:pt x="4860074" y="1290853"/>
                </a:lnTo>
                <a:lnTo>
                  <a:pt x="4861204" y="1291323"/>
                </a:lnTo>
                <a:lnTo>
                  <a:pt x="4863833" y="1291323"/>
                </a:lnTo>
                <a:lnTo>
                  <a:pt x="4864951" y="1290853"/>
                </a:lnTo>
                <a:lnTo>
                  <a:pt x="4866818" y="1288999"/>
                </a:lnTo>
                <a:lnTo>
                  <a:pt x="4867275" y="1287881"/>
                </a:lnTo>
                <a:lnTo>
                  <a:pt x="4867275" y="1285252"/>
                </a:lnTo>
                <a:close/>
              </a:path>
              <a:path w="9867900" h="3000375">
                <a:moveTo>
                  <a:pt x="4867275" y="857986"/>
                </a:moveTo>
                <a:lnTo>
                  <a:pt x="4866818" y="856856"/>
                </a:lnTo>
                <a:lnTo>
                  <a:pt x="4864951" y="855002"/>
                </a:lnTo>
                <a:lnTo>
                  <a:pt x="4863833" y="854532"/>
                </a:lnTo>
                <a:lnTo>
                  <a:pt x="4861204" y="854532"/>
                </a:lnTo>
                <a:lnTo>
                  <a:pt x="4860074" y="855002"/>
                </a:lnTo>
                <a:lnTo>
                  <a:pt x="4858220" y="856856"/>
                </a:lnTo>
                <a:lnTo>
                  <a:pt x="4857750" y="857986"/>
                </a:lnTo>
                <a:lnTo>
                  <a:pt x="4857750" y="860615"/>
                </a:lnTo>
                <a:lnTo>
                  <a:pt x="4858220" y="861733"/>
                </a:lnTo>
                <a:lnTo>
                  <a:pt x="4860074" y="863600"/>
                </a:lnTo>
                <a:lnTo>
                  <a:pt x="4861204" y="864057"/>
                </a:lnTo>
                <a:lnTo>
                  <a:pt x="4863833" y="864057"/>
                </a:lnTo>
                <a:lnTo>
                  <a:pt x="4864951" y="863600"/>
                </a:lnTo>
                <a:lnTo>
                  <a:pt x="4866818" y="861733"/>
                </a:lnTo>
                <a:lnTo>
                  <a:pt x="4867275" y="860615"/>
                </a:lnTo>
                <a:lnTo>
                  <a:pt x="4867275" y="857986"/>
                </a:lnTo>
                <a:close/>
              </a:path>
              <a:path w="9867900" h="3000375">
                <a:moveTo>
                  <a:pt x="4867275" y="430720"/>
                </a:moveTo>
                <a:lnTo>
                  <a:pt x="4866818" y="429590"/>
                </a:lnTo>
                <a:lnTo>
                  <a:pt x="4864951" y="427736"/>
                </a:lnTo>
                <a:lnTo>
                  <a:pt x="4863833" y="427266"/>
                </a:lnTo>
                <a:lnTo>
                  <a:pt x="4861204" y="427266"/>
                </a:lnTo>
                <a:lnTo>
                  <a:pt x="4860074" y="427736"/>
                </a:lnTo>
                <a:lnTo>
                  <a:pt x="4858220" y="429590"/>
                </a:lnTo>
                <a:lnTo>
                  <a:pt x="4857750" y="430720"/>
                </a:lnTo>
                <a:lnTo>
                  <a:pt x="4857750" y="433349"/>
                </a:lnTo>
                <a:lnTo>
                  <a:pt x="4858220" y="434467"/>
                </a:lnTo>
                <a:lnTo>
                  <a:pt x="4860074" y="436333"/>
                </a:lnTo>
                <a:lnTo>
                  <a:pt x="4861204" y="436791"/>
                </a:lnTo>
                <a:lnTo>
                  <a:pt x="4863833" y="436791"/>
                </a:lnTo>
                <a:lnTo>
                  <a:pt x="4864951" y="436333"/>
                </a:lnTo>
                <a:lnTo>
                  <a:pt x="4866818" y="434467"/>
                </a:lnTo>
                <a:lnTo>
                  <a:pt x="4867275" y="433349"/>
                </a:lnTo>
                <a:lnTo>
                  <a:pt x="4867275" y="430720"/>
                </a:lnTo>
                <a:close/>
              </a:path>
              <a:path w="9867900" h="3000375">
                <a:moveTo>
                  <a:pt x="4867275" y="3454"/>
                </a:moveTo>
                <a:lnTo>
                  <a:pt x="4866818" y="2336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36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9867900" h="3000375">
                <a:moveTo>
                  <a:pt x="4914900" y="2994304"/>
                </a:moveTo>
                <a:lnTo>
                  <a:pt x="4914443" y="2993186"/>
                </a:lnTo>
                <a:lnTo>
                  <a:pt x="4912576" y="2991320"/>
                </a:lnTo>
                <a:lnTo>
                  <a:pt x="4911458" y="2990850"/>
                </a:lnTo>
                <a:lnTo>
                  <a:pt x="4908829" y="2990850"/>
                </a:lnTo>
                <a:lnTo>
                  <a:pt x="4907699" y="2991320"/>
                </a:lnTo>
                <a:lnTo>
                  <a:pt x="4905845" y="2993186"/>
                </a:lnTo>
                <a:lnTo>
                  <a:pt x="4905375" y="2994304"/>
                </a:lnTo>
                <a:lnTo>
                  <a:pt x="4905375" y="2996933"/>
                </a:lnTo>
                <a:lnTo>
                  <a:pt x="4905845" y="2998051"/>
                </a:lnTo>
                <a:lnTo>
                  <a:pt x="4907699" y="2999917"/>
                </a:lnTo>
                <a:lnTo>
                  <a:pt x="4908829" y="3000375"/>
                </a:lnTo>
                <a:lnTo>
                  <a:pt x="4911458" y="3000375"/>
                </a:lnTo>
                <a:lnTo>
                  <a:pt x="4912576" y="2999917"/>
                </a:lnTo>
                <a:lnTo>
                  <a:pt x="4914443" y="2998051"/>
                </a:lnTo>
                <a:lnTo>
                  <a:pt x="4914900" y="2996933"/>
                </a:lnTo>
                <a:lnTo>
                  <a:pt x="4914900" y="2994304"/>
                </a:lnTo>
                <a:close/>
              </a:path>
              <a:path w="9867900" h="3000375">
                <a:moveTo>
                  <a:pt x="4914900" y="2567038"/>
                </a:moveTo>
                <a:lnTo>
                  <a:pt x="4914443" y="2565920"/>
                </a:lnTo>
                <a:lnTo>
                  <a:pt x="4912576" y="2564053"/>
                </a:lnTo>
                <a:lnTo>
                  <a:pt x="4911458" y="2563596"/>
                </a:lnTo>
                <a:lnTo>
                  <a:pt x="4908829" y="2563596"/>
                </a:lnTo>
                <a:lnTo>
                  <a:pt x="4907699" y="2564053"/>
                </a:lnTo>
                <a:lnTo>
                  <a:pt x="4905845" y="2565920"/>
                </a:lnTo>
                <a:lnTo>
                  <a:pt x="4905375" y="2567038"/>
                </a:lnTo>
                <a:lnTo>
                  <a:pt x="4905375" y="2569667"/>
                </a:lnTo>
                <a:lnTo>
                  <a:pt x="4905845" y="2570797"/>
                </a:lnTo>
                <a:lnTo>
                  <a:pt x="4907699" y="2572651"/>
                </a:lnTo>
                <a:lnTo>
                  <a:pt x="4908829" y="2573121"/>
                </a:lnTo>
                <a:lnTo>
                  <a:pt x="4911458" y="2573121"/>
                </a:lnTo>
                <a:lnTo>
                  <a:pt x="4912576" y="2572651"/>
                </a:lnTo>
                <a:lnTo>
                  <a:pt x="4914443" y="2570797"/>
                </a:lnTo>
                <a:lnTo>
                  <a:pt x="4914900" y="2569667"/>
                </a:lnTo>
                <a:lnTo>
                  <a:pt x="4914900" y="2567038"/>
                </a:lnTo>
                <a:close/>
              </a:path>
              <a:path w="9867900" h="3000375">
                <a:moveTo>
                  <a:pt x="4914900" y="2139772"/>
                </a:moveTo>
                <a:lnTo>
                  <a:pt x="4914443" y="2138654"/>
                </a:lnTo>
                <a:lnTo>
                  <a:pt x="4912576" y="2136787"/>
                </a:lnTo>
                <a:lnTo>
                  <a:pt x="4911458" y="2136330"/>
                </a:lnTo>
                <a:lnTo>
                  <a:pt x="4908829" y="2136330"/>
                </a:lnTo>
                <a:lnTo>
                  <a:pt x="4907699" y="2136787"/>
                </a:lnTo>
                <a:lnTo>
                  <a:pt x="4905845" y="2138654"/>
                </a:lnTo>
                <a:lnTo>
                  <a:pt x="4905375" y="2139772"/>
                </a:lnTo>
                <a:lnTo>
                  <a:pt x="4905375" y="2142401"/>
                </a:lnTo>
                <a:lnTo>
                  <a:pt x="4905845" y="2143531"/>
                </a:lnTo>
                <a:lnTo>
                  <a:pt x="4907699" y="2145385"/>
                </a:lnTo>
                <a:lnTo>
                  <a:pt x="4908829" y="2145855"/>
                </a:lnTo>
                <a:lnTo>
                  <a:pt x="4911458" y="2145855"/>
                </a:lnTo>
                <a:lnTo>
                  <a:pt x="4912576" y="2145385"/>
                </a:lnTo>
                <a:lnTo>
                  <a:pt x="4914443" y="2143531"/>
                </a:lnTo>
                <a:lnTo>
                  <a:pt x="4914900" y="2142401"/>
                </a:lnTo>
                <a:lnTo>
                  <a:pt x="4914900" y="2139772"/>
                </a:lnTo>
                <a:close/>
              </a:path>
              <a:path w="9867900" h="3000375">
                <a:moveTo>
                  <a:pt x="4914900" y="1712506"/>
                </a:moveTo>
                <a:lnTo>
                  <a:pt x="4914443" y="1711388"/>
                </a:lnTo>
                <a:lnTo>
                  <a:pt x="4912576" y="1709534"/>
                </a:lnTo>
                <a:lnTo>
                  <a:pt x="4911458" y="1709064"/>
                </a:lnTo>
                <a:lnTo>
                  <a:pt x="4908829" y="1709064"/>
                </a:lnTo>
                <a:lnTo>
                  <a:pt x="4907699" y="1709534"/>
                </a:lnTo>
                <a:lnTo>
                  <a:pt x="4905845" y="1711388"/>
                </a:lnTo>
                <a:lnTo>
                  <a:pt x="4905375" y="1712506"/>
                </a:lnTo>
                <a:lnTo>
                  <a:pt x="4905375" y="1715135"/>
                </a:lnTo>
                <a:lnTo>
                  <a:pt x="4905845" y="1716265"/>
                </a:lnTo>
                <a:lnTo>
                  <a:pt x="4907699" y="1718119"/>
                </a:lnTo>
                <a:lnTo>
                  <a:pt x="4908829" y="1718589"/>
                </a:lnTo>
                <a:lnTo>
                  <a:pt x="4911458" y="1718589"/>
                </a:lnTo>
                <a:lnTo>
                  <a:pt x="4912576" y="1718119"/>
                </a:lnTo>
                <a:lnTo>
                  <a:pt x="4914443" y="1716265"/>
                </a:lnTo>
                <a:lnTo>
                  <a:pt x="4914900" y="1715135"/>
                </a:lnTo>
                <a:lnTo>
                  <a:pt x="4914900" y="1712506"/>
                </a:lnTo>
                <a:close/>
              </a:path>
              <a:path w="9867900" h="3000375">
                <a:moveTo>
                  <a:pt x="4914900" y="1285252"/>
                </a:moveTo>
                <a:lnTo>
                  <a:pt x="4914443" y="1284122"/>
                </a:lnTo>
                <a:lnTo>
                  <a:pt x="4912576" y="1282268"/>
                </a:lnTo>
                <a:lnTo>
                  <a:pt x="4911458" y="1281798"/>
                </a:lnTo>
                <a:lnTo>
                  <a:pt x="4908829" y="1281798"/>
                </a:lnTo>
                <a:lnTo>
                  <a:pt x="4907699" y="1282268"/>
                </a:lnTo>
                <a:lnTo>
                  <a:pt x="4905845" y="1284122"/>
                </a:lnTo>
                <a:lnTo>
                  <a:pt x="4905375" y="1285252"/>
                </a:lnTo>
                <a:lnTo>
                  <a:pt x="4905375" y="1287881"/>
                </a:lnTo>
                <a:lnTo>
                  <a:pt x="4905845" y="1288999"/>
                </a:lnTo>
                <a:lnTo>
                  <a:pt x="4907699" y="1290853"/>
                </a:lnTo>
                <a:lnTo>
                  <a:pt x="4908829" y="1291323"/>
                </a:lnTo>
                <a:lnTo>
                  <a:pt x="4911458" y="1291323"/>
                </a:lnTo>
                <a:lnTo>
                  <a:pt x="4912576" y="1290853"/>
                </a:lnTo>
                <a:lnTo>
                  <a:pt x="4914443" y="1288999"/>
                </a:lnTo>
                <a:lnTo>
                  <a:pt x="4914900" y="1287881"/>
                </a:lnTo>
                <a:lnTo>
                  <a:pt x="4914900" y="1285252"/>
                </a:lnTo>
                <a:close/>
              </a:path>
              <a:path w="9867900" h="3000375">
                <a:moveTo>
                  <a:pt x="4914900" y="857986"/>
                </a:moveTo>
                <a:lnTo>
                  <a:pt x="4914443" y="856856"/>
                </a:lnTo>
                <a:lnTo>
                  <a:pt x="4912576" y="855002"/>
                </a:lnTo>
                <a:lnTo>
                  <a:pt x="4911458" y="854532"/>
                </a:lnTo>
                <a:lnTo>
                  <a:pt x="4908829" y="854532"/>
                </a:lnTo>
                <a:lnTo>
                  <a:pt x="4907699" y="855002"/>
                </a:lnTo>
                <a:lnTo>
                  <a:pt x="4905845" y="856856"/>
                </a:lnTo>
                <a:lnTo>
                  <a:pt x="4905375" y="857986"/>
                </a:lnTo>
                <a:lnTo>
                  <a:pt x="4905375" y="860615"/>
                </a:lnTo>
                <a:lnTo>
                  <a:pt x="4905845" y="861733"/>
                </a:lnTo>
                <a:lnTo>
                  <a:pt x="4907699" y="863600"/>
                </a:lnTo>
                <a:lnTo>
                  <a:pt x="4908829" y="864057"/>
                </a:lnTo>
                <a:lnTo>
                  <a:pt x="4911458" y="864057"/>
                </a:lnTo>
                <a:lnTo>
                  <a:pt x="4912576" y="863600"/>
                </a:lnTo>
                <a:lnTo>
                  <a:pt x="4914443" y="861733"/>
                </a:lnTo>
                <a:lnTo>
                  <a:pt x="4914900" y="860615"/>
                </a:lnTo>
                <a:lnTo>
                  <a:pt x="4914900" y="857986"/>
                </a:lnTo>
                <a:close/>
              </a:path>
              <a:path w="9867900" h="3000375">
                <a:moveTo>
                  <a:pt x="4914900" y="430720"/>
                </a:moveTo>
                <a:lnTo>
                  <a:pt x="4914443" y="429590"/>
                </a:lnTo>
                <a:lnTo>
                  <a:pt x="4912576" y="427736"/>
                </a:lnTo>
                <a:lnTo>
                  <a:pt x="4911458" y="427266"/>
                </a:lnTo>
                <a:lnTo>
                  <a:pt x="4908829" y="427266"/>
                </a:lnTo>
                <a:lnTo>
                  <a:pt x="4907699" y="427736"/>
                </a:lnTo>
                <a:lnTo>
                  <a:pt x="4905845" y="429590"/>
                </a:lnTo>
                <a:lnTo>
                  <a:pt x="4905375" y="430720"/>
                </a:lnTo>
                <a:lnTo>
                  <a:pt x="4905375" y="433349"/>
                </a:lnTo>
                <a:lnTo>
                  <a:pt x="4905845" y="434467"/>
                </a:lnTo>
                <a:lnTo>
                  <a:pt x="4907699" y="436333"/>
                </a:lnTo>
                <a:lnTo>
                  <a:pt x="4908829" y="436791"/>
                </a:lnTo>
                <a:lnTo>
                  <a:pt x="4911458" y="436791"/>
                </a:lnTo>
                <a:lnTo>
                  <a:pt x="4912576" y="436333"/>
                </a:lnTo>
                <a:lnTo>
                  <a:pt x="4914443" y="434467"/>
                </a:lnTo>
                <a:lnTo>
                  <a:pt x="4914900" y="433349"/>
                </a:lnTo>
                <a:lnTo>
                  <a:pt x="4914900" y="430720"/>
                </a:lnTo>
                <a:close/>
              </a:path>
              <a:path w="9867900" h="3000375">
                <a:moveTo>
                  <a:pt x="4914900" y="3454"/>
                </a:moveTo>
                <a:lnTo>
                  <a:pt x="4914443" y="2336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36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  <a:path w="9867900" h="3000375">
                <a:moveTo>
                  <a:pt x="4962525" y="2994304"/>
                </a:moveTo>
                <a:lnTo>
                  <a:pt x="4962068" y="2993186"/>
                </a:lnTo>
                <a:lnTo>
                  <a:pt x="4960201" y="2991320"/>
                </a:lnTo>
                <a:lnTo>
                  <a:pt x="4959083" y="2990850"/>
                </a:lnTo>
                <a:lnTo>
                  <a:pt x="4956454" y="2990850"/>
                </a:lnTo>
                <a:lnTo>
                  <a:pt x="4955324" y="2991320"/>
                </a:lnTo>
                <a:lnTo>
                  <a:pt x="4953470" y="2993186"/>
                </a:lnTo>
                <a:lnTo>
                  <a:pt x="4953000" y="2994304"/>
                </a:lnTo>
                <a:lnTo>
                  <a:pt x="4953000" y="2996933"/>
                </a:lnTo>
                <a:lnTo>
                  <a:pt x="4953470" y="2998051"/>
                </a:lnTo>
                <a:lnTo>
                  <a:pt x="4955324" y="2999917"/>
                </a:lnTo>
                <a:lnTo>
                  <a:pt x="4956454" y="3000375"/>
                </a:lnTo>
                <a:lnTo>
                  <a:pt x="4959083" y="3000375"/>
                </a:lnTo>
                <a:lnTo>
                  <a:pt x="4960201" y="2999917"/>
                </a:lnTo>
                <a:lnTo>
                  <a:pt x="4962068" y="2998051"/>
                </a:lnTo>
                <a:lnTo>
                  <a:pt x="4962525" y="2996933"/>
                </a:lnTo>
                <a:lnTo>
                  <a:pt x="4962525" y="2994304"/>
                </a:lnTo>
                <a:close/>
              </a:path>
              <a:path w="9867900" h="3000375">
                <a:moveTo>
                  <a:pt x="4962525" y="2567038"/>
                </a:moveTo>
                <a:lnTo>
                  <a:pt x="4962068" y="2565920"/>
                </a:lnTo>
                <a:lnTo>
                  <a:pt x="4960201" y="2564053"/>
                </a:lnTo>
                <a:lnTo>
                  <a:pt x="4959083" y="2563596"/>
                </a:lnTo>
                <a:lnTo>
                  <a:pt x="4956454" y="2563596"/>
                </a:lnTo>
                <a:lnTo>
                  <a:pt x="4955324" y="2564053"/>
                </a:lnTo>
                <a:lnTo>
                  <a:pt x="4953470" y="2565920"/>
                </a:lnTo>
                <a:lnTo>
                  <a:pt x="4953000" y="2567038"/>
                </a:lnTo>
                <a:lnTo>
                  <a:pt x="4953000" y="2569667"/>
                </a:lnTo>
                <a:lnTo>
                  <a:pt x="4953470" y="2570797"/>
                </a:lnTo>
                <a:lnTo>
                  <a:pt x="4955324" y="2572651"/>
                </a:lnTo>
                <a:lnTo>
                  <a:pt x="4956454" y="2573121"/>
                </a:lnTo>
                <a:lnTo>
                  <a:pt x="4959083" y="2573121"/>
                </a:lnTo>
                <a:lnTo>
                  <a:pt x="4960201" y="2572651"/>
                </a:lnTo>
                <a:lnTo>
                  <a:pt x="4962068" y="2570797"/>
                </a:lnTo>
                <a:lnTo>
                  <a:pt x="4962525" y="2569667"/>
                </a:lnTo>
                <a:lnTo>
                  <a:pt x="4962525" y="2567038"/>
                </a:lnTo>
                <a:close/>
              </a:path>
              <a:path w="9867900" h="3000375">
                <a:moveTo>
                  <a:pt x="4962525" y="2139772"/>
                </a:moveTo>
                <a:lnTo>
                  <a:pt x="4962068" y="2138654"/>
                </a:lnTo>
                <a:lnTo>
                  <a:pt x="4960201" y="2136787"/>
                </a:lnTo>
                <a:lnTo>
                  <a:pt x="4959083" y="2136330"/>
                </a:lnTo>
                <a:lnTo>
                  <a:pt x="4956454" y="2136330"/>
                </a:lnTo>
                <a:lnTo>
                  <a:pt x="4955324" y="2136787"/>
                </a:lnTo>
                <a:lnTo>
                  <a:pt x="4953470" y="2138654"/>
                </a:lnTo>
                <a:lnTo>
                  <a:pt x="4953000" y="2139772"/>
                </a:lnTo>
                <a:lnTo>
                  <a:pt x="4953000" y="2142401"/>
                </a:lnTo>
                <a:lnTo>
                  <a:pt x="4953470" y="2143531"/>
                </a:lnTo>
                <a:lnTo>
                  <a:pt x="4955324" y="2145385"/>
                </a:lnTo>
                <a:lnTo>
                  <a:pt x="4956454" y="2145855"/>
                </a:lnTo>
                <a:lnTo>
                  <a:pt x="4959083" y="2145855"/>
                </a:lnTo>
                <a:lnTo>
                  <a:pt x="4960201" y="2145385"/>
                </a:lnTo>
                <a:lnTo>
                  <a:pt x="4962068" y="2143531"/>
                </a:lnTo>
                <a:lnTo>
                  <a:pt x="4962525" y="2142401"/>
                </a:lnTo>
                <a:lnTo>
                  <a:pt x="4962525" y="2139772"/>
                </a:lnTo>
                <a:close/>
              </a:path>
              <a:path w="9867900" h="3000375">
                <a:moveTo>
                  <a:pt x="4962525" y="1712506"/>
                </a:moveTo>
                <a:lnTo>
                  <a:pt x="4962068" y="1711388"/>
                </a:lnTo>
                <a:lnTo>
                  <a:pt x="4960201" y="1709534"/>
                </a:lnTo>
                <a:lnTo>
                  <a:pt x="4959083" y="1709064"/>
                </a:lnTo>
                <a:lnTo>
                  <a:pt x="4956454" y="1709064"/>
                </a:lnTo>
                <a:lnTo>
                  <a:pt x="4955324" y="1709534"/>
                </a:lnTo>
                <a:lnTo>
                  <a:pt x="4953470" y="1711388"/>
                </a:lnTo>
                <a:lnTo>
                  <a:pt x="4953000" y="1712506"/>
                </a:lnTo>
                <a:lnTo>
                  <a:pt x="4953000" y="1715135"/>
                </a:lnTo>
                <a:lnTo>
                  <a:pt x="4953470" y="1716265"/>
                </a:lnTo>
                <a:lnTo>
                  <a:pt x="4955324" y="1718119"/>
                </a:lnTo>
                <a:lnTo>
                  <a:pt x="4956454" y="1718589"/>
                </a:lnTo>
                <a:lnTo>
                  <a:pt x="4959083" y="1718589"/>
                </a:lnTo>
                <a:lnTo>
                  <a:pt x="4960201" y="1718119"/>
                </a:lnTo>
                <a:lnTo>
                  <a:pt x="4962068" y="1716265"/>
                </a:lnTo>
                <a:lnTo>
                  <a:pt x="4962525" y="1715135"/>
                </a:lnTo>
                <a:lnTo>
                  <a:pt x="4962525" y="1712506"/>
                </a:lnTo>
                <a:close/>
              </a:path>
              <a:path w="9867900" h="3000375">
                <a:moveTo>
                  <a:pt x="4962525" y="1285252"/>
                </a:moveTo>
                <a:lnTo>
                  <a:pt x="4962068" y="1284122"/>
                </a:lnTo>
                <a:lnTo>
                  <a:pt x="4960201" y="1282268"/>
                </a:lnTo>
                <a:lnTo>
                  <a:pt x="4959083" y="1281798"/>
                </a:lnTo>
                <a:lnTo>
                  <a:pt x="4956454" y="1281798"/>
                </a:lnTo>
                <a:lnTo>
                  <a:pt x="4955324" y="1282268"/>
                </a:lnTo>
                <a:lnTo>
                  <a:pt x="4953470" y="1284122"/>
                </a:lnTo>
                <a:lnTo>
                  <a:pt x="4953000" y="1285252"/>
                </a:lnTo>
                <a:lnTo>
                  <a:pt x="4953000" y="1287881"/>
                </a:lnTo>
                <a:lnTo>
                  <a:pt x="4953470" y="1288999"/>
                </a:lnTo>
                <a:lnTo>
                  <a:pt x="4955324" y="1290853"/>
                </a:lnTo>
                <a:lnTo>
                  <a:pt x="4956454" y="1291323"/>
                </a:lnTo>
                <a:lnTo>
                  <a:pt x="4959083" y="1291323"/>
                </a:lnTo>
                <a:lnTo>
                  <a:pt x="4960201" y="1290853"/>
                </a:lnTo>
                <a:lnTo>
                  <a:pt x="4962068" y="1288999"/>
                </a:lnTo>
                <a:lnTo>
                  <a:pt x="4962525" y="1287881"/>
                </a:lnTo>
                <a:lnTo>
                  <a:pt x="4962525" y="1285252"/>
                </a:lnTo>
                <a:close/>
              </a:path>
              <a:path w="9867900" h="3000375">
                <a:moveTo>
                  <a:pt x="4962525" y="857986"/>
                </a:moveTo>
                <a:lnTo>
                  <a:pt x="4962068" y="856856"/>
                </a:lnTo>
                <a:lnTo>
                  <a:pt x="4960201" y="855002"/>
                </a:lnTo>
                <a:lnTo>
                  <a:pt x="4959083" y="854532"/>
                </a:lnTo>
                <a:lnTo>
                  <a:pt x="4956454" y="854532"/>
                </a:lnTo>
                <a:lnTo>
                  <a:pt x="4955324" y="855002"/>
                </a:lnTo>
                <a:lnTo>
                  <a:pt x="4953470" y="856856"/>
                </a:lnTo>
                <a:lnTo>
                  <a:pt x="4953000" y="857986"/>
                </a:lnTo>
                <a:lnTo>
                  <a:pt x="4953000" y="860615"/>
                </a:lnTo>
                <a:lnTo>
                  <a:pt x="4953470" y="861733"/>
                </a:lnTo>
                <a:lnTo>
                  <a:pt x="4955324" y="863600"/>
                </a:lnTo>
                <a:lnTo>
                  <a:pt x="4956454" y="864057"/>
                </a:lnTo>
                <a:lnTo>
                  <a:pt x="4959083" y="864057"/>
                </a:lnTo>
                <a:lnTo>
                  <a:pt x="4960201" y="863600"/>
                </a:lnTo>
                <a:lnTo>
                  <a:pt x="4962068" y="861733"/>
                </a:lnTo>
                <a:lnTo>
                  <a:pt x="4962525" y="860615"/>
                </a:lnTo>
                <a:lnTo>
                  <a:pt x="4962525" y="857986"/>
                </a:lnTo>
                <a:close/>
              </a:path>
              <a:path w="9867900" h="3000375">
                <a:moveTo>
                  <a:pt x="4962525" y="430720"/>
                </a:moveTo>
                <a:lnTo>
                  <a:pt x="4962068" y="429590"/>
                </a:lnTo>
                <a:lnTo>
                  <a:pt x="4960201" y="427736"/>
                </a:lnTo>
                <a:lnTo>
                  <a:pt x="4959083" y="427266"/>
                </a:lnTo>
                <a:lnTo>
                  <a:pt x="4956454" y="427266"/>
                </a:lnTo>
                <a:lnTo>
                  <a:pt x="4955324" y="427736"/>
                </a:lnTo>
                <a:lnTo>
                  <a:pt x="4953470" y="429590"/>
                </a:lnTo>
                <a:lnTo>
                  <a:pt x="4953000" y="430720"/>
                </a:lnTo>
                <a:lnTo>
                  <a:pt x="4953000" y="433349"/>
                </a:lnTo>
                <a:lnTo>
                  <a:pt x="4953470" y="434467"/>
                </a:lnTo>
                <a:lnTo>
                  <a:pt x="4955324" y="436333"/>
                </a:lnTo>
                <a:lnTo>
                  <a:pt x="4956454" y="436791"/>
                </a:lnTo>
                <a:lnTo>
                  <a:pt x="4959083" y="436791"/>
                </a:lnTo>
                <a:lnTo>
                  <a:pt x="4960201" y="436333"/>
                </a:lnTo>
                <a:lnTo>
                  <a:pt x="4962068" y="434467"/>
                </a:lnTo>
                <a:lnTo>
                  <a:pt x="4962525" y="433349"/>
                </a:lnTo>
                <a:lnTo>
                  <a:pt x="4962525" y="430720"/>
                </a:lnTo>
                <a:close/>
              </a:path>
              <a:path w="9867900" h="3000375">
                <a:moveTo>
                  <a:pt x="4962525" y="3454"/>
                </a:moveTo>
                <a:lnTo>
                  <a:pt x="4962068" y="2336"/>
                </a:lnTo>
                <a:lnTo>
                  <a:pt x="4960201" y="469"/>
                </a:lnTo>
                <a:lnTo>
                  <a:pt x="4959083" y="0"/>
                </a:lnTo>
                <a:lnTo>
                  <a:pt x="4956454" y="0"/>
                </a:lnTo>
                <a:lnTo>
                  <a:pt x="4955324" y="469"/>
                </a:lnTo>
                <a:lnTo>
                  <a:pt x="4953470" y="2336"/>
                </a:lnTo>
                <a:lnTo>
                  <a:pt x="4953000" y="3454"/>
                </a:lnTo>
                <a:lnTo>
                  <a:pt x="4953000" y="6083"/>
                </a:lnTo>
                <a:lnTo>
                  <a:pt x="4953470" y="7200"/>
                </a:lnTo>
                <a:lnTo>
                  <a:pt x="4955324" y="9067"/>
                </a:lnTo>
                <a:lnTo>
                  <a:pt x="4956454" y="9525"/>
                </a:lnTo>
                <a:lnTo>
                  <a:pt x="4959083" y="9525"/>
                </a:lnTo>
                <a:lnTo>
                  <a:pt x="4960201" y="9067"/>
                </a:lnTo>
                <a:lnTo>
                  <a:pt x="4962068" y="7200"/>
                </a:lnTo>
                <a:lnTo>
                  <a:pt x="4962525" y="6083"/>
                </a:lnTo>
                <a:lnTo>
                  <a:pt x="4962525" y="3454"/>
                </a:lnTo>
                <a:close/>
              </a:path>
              <a:path w="9867900" h="3000375">
                <a:moveTo>
                  <a:pt x="5010150" y="2994304"/>
                </a:moveTo>
                <a:lnTo>
                  <a:pt x="5009693" y="2993186"/>
                </a:lnTo>
                <a:lnTo>
                  <a:pt x="5007826" y="2991320"/>
                </a:lnTo>
                <a:lnTo>
                  <a:pt x="5006708" y="2990850"/>
                </a:lnTo>
                <a:lnTo>
                  <a:pt x="5004079" y="2990850"/>
                </a:lnTo>
                <a:lnTo>
                  <a:pt x="5002949" y="2991320"/>
                </a:lnTo>
                <a:lnTo>
                  <a:pt x="5001095" y="2993186"/>
                </a:lnTo>
                <a:lnTo>
                  <a:pt x="5000625" y="2994304"/>
                </a:lnTo>
                <a:lnTo>
                  <a:pt x="5000625" y="2996933"/>
                </a:lnTo>
                <a:lnTo>
                  <a:pt x="5001095" y="2998051"/>
                </a:lnTo>
                <a:lnTo>
                  <a:pt x="5002949" y="2999917"/>
                </a:lnTo>
                <a:lnTo>
                  <a:pt x="5004079" y="3000375"/>
                </a:lnTo>
                <a:lnTo>
                  <a:pt x="5006708" y="3000375"/>
                </a:lnTo>
                <a:lnTo>
                  <a:pt x="5007826" y="2999917"/>
                </a:lnTo>
                <a:lnTo>
                  <a:pt x="5009693" y="2998051"/>
                </a:lnTo>
                <a:lnTo>
                  <a:pt x="5010150" y="2996933"/>
                </a:lnTo>
                <a:lnTo>
                  <a:pt x="5010150" y="2994304"/>
                </a:lnTo>
                <a:close/>
              </a:path>
              <a:path w="9867900" h="3000375">
                <a:moveTo>
                  <a:pt x="5010150" y="2567038"/>
                </a:moveTo>
                <a:lnTo>
                  <a:pt x="5009693" y="2565920"/>
                </a:lnTo>
                <a:lnTo>
                  <a:pt x="5007826" y="2564053"/>
                </a:lnTo>
                <a:lnTo>
                  <a:pt x="5006708" y="2563596"/>
                </a:lnTo>
                <a:lnTo>
                  <a:pt x="5004079" y="2563596"/>
                </a:lnTo>
                <a:lnTo>
                  <a:pt x="5002949" y="2564053"/>
                </a:lnTo>
                <a:lnTo>
                  <a:pt x="5001095" y="2565920"/>
                </a:lnTo>
                <a:lnTo>
                  <a:pt x="5000625" y="2567038"/>
                </a:lnTo>
                <a:lnTo>
                  <a:pt x="5000625" y="2569667"/>
                </a:lnTo>
                <a:lnTo>
                  <a:pt x="5001095" y="2570797"/>
                </a:lnTo>
                <a:lnTo>
                  <a:pt x="5002949" y="2572651"/>
                </a:lnTo>
                <a:lnTo>
                  <a:pt x="5004079" y="2573121"/>
                </a:lnTo>
                <a:lnTo>
                  <a:pt x="5006708" y="2573121"/>
                </a:lnTo>
                <a:lnTo>
                  <a:pt x="5007826" y="2572651"/>
                </a:lnTo>
                <a:lnTo>
                  <a:pt x="5009693" y="2570797"/>
                </a:lnTo>
                <a:lnTo>
                  <a:pt x="5010150" y="2569667"/>
                </a:lnTo>
                <a:lnTo>
                  <a:pt x="5010150" y="2567038"/>
                </a:lnTo>
                <a:close/>
              </a:path>
              <a:path w="9867900" h="3000375">
                <a:moveTo>
                  <a:pt x="5010150" y="2139772"/>
                </a:moveTo>
                <a:lnTo>
                  <a:pt x="5009693" y="2138654"/>
                </a:lnTo>
                <a:lnTo>
                  <a:pt x="5007826" y="2136787"/>
                </a:lnTo>
                <a:lnTo>
                  <a:pt x="5006708" y="2136330"/>
                </a:lnTo>
                <a:lnTo>
                  <a:pt x="5004079" y="2136330"/>
                </a:lnTo>
                <a:lnTo>
                  <a:pt x="5002949" y="2136787"/>
                </a:lnTo>
                <a:lnTo>
                  <a:pt x="5001095" y="2138654"/>
                </a:lnTo>
                <a:lnTo>
                  <a:pt x="5000625" y="2139772"/>
                </a:lnTo>
                <a:lnTo>
                  <a:pt x="5000625" y="2142401"/>
                </a:lnTo>
                <a:lnTo>
                  <a:pt x="5001095" y="2143531"/>
                </a:lnTo>
                <a:lnTo>
                  <a:pt x="5002949" y="2145385"/>
                </a:lnTo>
                <a:lnTo>
                  <a:pt x="5004079" y="2145855"/>
                </a:lnTo>
                <a:lnTo>
                  <a:pt x="5006708" y="2145855"/>
                </a:lnTo>
                <a:lnTo>
                  <a:pt x="5007826" y="2145385"/>
                </a:lnTo>
                <a:lnTo>
                  <a:pt x="5009693" y="2143531"/>
                </a:lnTo>
                <a:lnTo>
                  <a:pt x="5010150" y="2142401"/>
                </a:lnTo>
                <a:lnTo>
                  <a:pt x="5010150" y="2139772"/>
                </a:lnTo>
                <a:close/>
              </a:path>
              <a:path w="9867900" h="3000375">
                <a:moveTo>
                  <a:pt x="5010150" y="1712506"/>
                </a:moveTo>
                <a:lnTo>
                  <a:pt x="5009693" y="1711388"/>
                </a:lnTo>
                <a:lnTo>
                  <a:pt x="5007826" y="1709534"/>
                </a:lnTo>
                <a:lnTo>
                  <a:pt x="5006708" y="1709064"/>
                </a:lnTo>
                <a:lnTo>
                  <a:pt x="5004079" y="1709064"/>
                </a:lnTo>
                <a:lnTo>
                  <a:pt x="5002949" y="1709534"/>
                </a:lnTo>
                <a:lnTo>
                  <a:pt x="5001095" y="1711388"/>
                </a:lnTo>
                <a:lnTo>
                  <a:pt x="5000625" y="1712506"/>
                </a:lnTo>
                <a:lnTo>
                  <a:pt x="5000625" y="1715135"/>
                </a:lnTo>
                <a:lnTo>
                  <a:pt x="5001095" y="1716265"/>
                </a:lnTo>
                <a:lnTo>
                  <a:pt x="5002949" y="1718119"/>
                </a:lnTo>
                <a:lnTo>
                  <a:pt x="5004079" y="1718589"/>
                </a:lnTo>
                <a:lnTo>
                  <a:pt x="5006708" y="1718589"/>
                </a:lnTo>
                <a:lnTo>
                  <a:pt x="5007826" y="1718119"/>
                </a:lnTo>
                <a:lnTo>
                  <a:pt x="5009693" y="1716265"/>
                </a:lnTo>
                <a:lnTo>
                  <a:pt x="5010150" y="1715135"/>
                </a:lnTo>
                <a:lnTo>
                  <a:pt x="5010150" y="1712506"/>
                </a:lnTo>
                <a:close/>
              </a:path>
              <a:path w="9867900" h="3000375">
                <a:moveTo>
                  <a:pt x="5010150" y="1285252"/>
                </a:moveTo>
                <a:lnTo>
                  <a:pt x="5009693" y="1284122"/>
                </a:lnTo>
                <a:lnTo>
                  <a:pt x="5007826" y="1282268"/>
                </a:lnTo>
                <a:lnTo>
                  <a:pt x="5006708" y="1281798"/>
                </a:lnTo>
                <a:lnTo>
                  <a:pt x="5004079" y="1281798"/>
                </a:lnTo>
                <a:lnTo>
                  <a:pt x="5002949" y="1282268"/>
                </a:lnTo>
                <a:lnTo>
                  <a:pt x="5001095" y="1284122"/>
                </a:lnTo>
                <a:lnTo>
                  <a:pt x="5000625" y="1285252"/>
                </a:lnTo>
                <a:lnTo>
                  <a:pt x="5000625" y="1287881"/>
                </a:lnTo>
                <a:lnTo>
                  <a:pt x="5001095" y="1288999"/>
                </a:lnTo>
                <a:lnTo>
                  <a:pt x="5002949" y="1290853"/>
                </a:lnTo>
                <a:lnTo>
                  <a:pt x="5004079" y="1291323"/>
                </a:lnTo>
                <a:lnTo>
                  <a:pt x="5006708" y="1291323"/>
                </a:lnTo>
                <a:lnTo>
                  <a:pt x="5007826" y="1290853"/>
                </a:lnTo>
                <a:lnTo>
                  <a:pt x="5009693" y="1288999"/>
                </a:lnTo>
                <a:lnTo>
                  <a:pt x="5010150" y="1287881"/>
                </a:lnTo>
                <a:lnTo>
                  <a:pt x="5010150" y="1285252"/>
                </a:lnTo>
                <a:close/>
              </a:path>
              <a:path w="9867900" h="3000375">
                <a:moveTo>
                  <a:pt x="5010150" y="857986"/>
                </a:moveTo>
                <a:lnTo>
                  <a:pt x="5009693" y="856856"/>
                </a:lnTo>
                <a:lnTo>
                  <a:pt x="5007826" y="855002"/>
                </a:lnTo>
                <a:lnTo>
                  <a:pt x="5006708" y="854532"/>
                </a:lnTo>
                <a:lnTo>
                  <a:pt x="5004079" y="854532"/>
                </a:lnTo>
                <a:lnTo>
                  <a:pt x="5002949" y="855002"/>
                </a:lnTo>
                <a:lnTo>
                  <a:pt x="5001095" y="856856"/>
                </a:lnTo>
                <a:lnTo>
                  <a:pt x="5000625" y="857986"/>
                </a:lnTo>
                <a:lnTo>
                  <a:pt x="5000625" y="860615"/>
                </a:lnTo>
                <a:lnTo>
                  <a:pt x="5001095" y="861733"/>
                </a:lnTo>
                <a:lnTo>
                  <a:pt x="5002949" y="863600"/>
                </a:lnTo>
                <a:lnTo>
                  <a:pt x="5004079" y="864057"/>
                </a:lnTo>
                <a:lnTo>
                  <a:pt x="5006708" y="864057"/>
                </a:lnTo>
                <a:lnTo>
                  <a:pt x="5007826" y="863600"/>
                </a:lnTo>
                <a:lnTo>
                  <a:pt x="5009693" y="861733"/>
                </a:lnTo>
                <a:lnTo>
                  <a:pt x="5010150" y="860615"/>
                </a:lnTo>
                <a:lnTo>
                  <a:pt x="5010150" y="857986"/>
                </a:lnTo>
                <a:close/>
              </a:path>
              <a:path w="9867900" h="3000375">
                <a:moveTo>
                  <a:pt x="5010150" y="430720"/>
                </a:moveTo>
                <a:lnTo>
                  <a:pt x="5009693" y="429590"/>
                </a:lnTo>
                <a:lnTo>
                  <a:pt x="5007826" y="427736"/>
                </a:lnTo>
                <a:lnTo>
                  <a:pt x="5006708" y="427266"/>
                </a:lnTo>
                <a:lnTo>
                  <a:pt x="5004079" y="427266"/>
                </a:lnTo>
                <a:lnTo>
                  <a:pt x="5002949" y="427736"/>
                </a:lnTo>
                <a:lnTo>
                  <a:pt x="5001095" y="429590"/>
                </a:lnTo>
                <a:lnTo>
                  <a:pt x="5000625" y="430720"/>
                </a:lnTo>
                <a:lnTo>
                  <a:pt x="5000625" y="433349"/>
                </a:lnTo>
                <a:lnTo>
                  <a:pt x="5001095" y="434467"/>
                </a:lnTo>
                <a:lnTo>
                  <a:pt x="5002949" y="436333"/>
                </a:lnTo>
                <a:lnTo>
                  <a:pt x="5004079" y="436791"/>
                </a:lnTo>
                <a:lnTo>
                  <a:pt x="5006708" y="436791"/>
                </a:lnTo>
                <a:lnTo>
                  <a:pt x="5007826" y="436333"/>
                </a:lnTo>
                <a:lnTo>
                  <a:pt x="5009693" y="434467"/>
                </a:lnTo>
                <a:lnTo>
                  <a:pt x="5010150" y="433349"/>
                </a:lnTo>
                <a:lnTo>
                  <a:pt x="5010150" y="430720"/>
                </a:lnTo>
                <a:close/>
              </a:path>
              <a:path w="9867900" h="3000375">
                <a:moveTo>
                  <a:pt x="5010150" y="3454"/>
                </a:moveTo>
                <a:lnTo>
                  <a:pt x="5009693" y="2336"/>
                </a:lnTo>
                <a:lnTo>
                  <a:pt x="5007826" y="469"/>
                </a:lnTo>
                <a:lnTo>
                  <a:pt x="5006708" y="0"/>
                </a:lnTo>
                <a:lnTo>
                  <a:pt x="5004079" y="0"/>
                </a:lnTo>
                <a:lnTo>
                  <a:pt x="5002949" y="469"/>
                </a:lnTo>
                <a:lnTo>
                  <a:pt x="5001095" y="2336"/>
                </a:lnTo>
                <a:lnTo>
                  <a:pt x="5000625" y="3454"/>
                </a:lnTo>
                <a:lnTo>
                  <a:pt x="5000625" y="6083"/>
                </a:lnTo>
                <a:lnTo>
                  <a:pt x="5001095" y="7200"/>
                </a:lnTo>
                <a:lnTo>
                  <a:pt x="5002949" y="9067"/>
                </a:lnTo>
                <a:lnTo>
                  <a:pt x="5004079" y="9525"/>
                </a:lnTo>
                <a:lnTo>
                  <a:pt x="5006708" y="9525"/>
                </a:lnTo>
                <a:lnTo>
                  <a:pt x="5007826" y="9067"/>
                </a:lnTo>
                <a:lnTo>
                  <a:pt x="5009693" y="7200"/>
                </a:lnTo>
                <a:lnTo>
                  <a:pt x="5010150" y="6083"/>
                </a:lnTo>
                <a:lnTo>
                  <a:pt x="5010150" y="3454"/>
                </a:lnTo>
                <a:close/>
              </a:path>
              <a:path w="9867900" h="3000375">
                <a:moveTo>
                  <a:pt x="5057775" y="2994304"/>
                </a:moveTo>
                <a:lnTo>
                  <a:pt x="5057318" y="2993186"/>
                </a:lnTo>
                <a:lnTo>
                  <a:pt x="5055451" y="2991320"/>
                </a:lnTo>
                <a:lnTo>
                  <a:pt x="5054333" y="2990850"/>
                </a:lnTo>
                <a:lnTo>
                  <a:pt x="5051704" y="2990850"/>
                </a:lnTo>
                <a:lnTo>
                  <a:pt x="5050574" y="2991320"/>
                </a:lnTo>
                <a:lnTo>
                  <a:pt x="5048720" y="2993186"/>
                </a:lnTo>
                <a:lnTo>
                  <a:pt x="5048250" y="2994304"/>
                </a:lnTo>
                <a:lnTo>
                  <a:pt x="5048250" y="2996933"/>
                </a:lnTo>
                <a:lnTo>
                  <a:pt x="5048720" y="2998051"/>
                </a:lnTo>
                <a:lnTo>
                  <a:pt x="5050574" y="2999917"/>
                </a:lnTo>
                <a:lnTo>
                  <a:pt x="5051704" y="3000375"/>
                </a:lnTo>
                <a:lnTo>
                  <a:pt x="5054333" y="3000375"/>
                </a:lnTo>
                <a:lnTo>
                  <a:pt x="5055451" y="2999917"/>
                </a:lnTo>
                <a:lnTo>
                  <a:pt x="5057318" y="2998051"/>
                </a:lnTo>
                <a:lnTo>
                  <a:pt x="5057775" y="2996933"/>
                </a:lnTo>
                <a:lnTo>
                  <a:pt x="5057775" y="2994304"/>
                </a:lnTo>
                <a:close/>
              </a:path>
              <a:path w="9867900" h="3000375">
                <a:moveTo>
                  <a:pt x="5057775" y="2567038"/>
                </a:moveTo>
                <a:lnTo>
                  <a:pt x="5057318" y="2565920"/>
                </a:lnTo>
                <a:lnTo>
                  <a:pt x="5055451" y="2564053"/>
                </a:lnTo>
                <a:lnTo>
                  <a:pt x="5054333" y="2563596"/>
                </a:lnTo>
                <a:lnTo>
                  <a:pt x="5051704" y="2563596"/>
                </a:lnTo>
                <a:lnTo>
                  <a:pt x="5050574" y="2564053"/>
                </a:lnTo>
                <a:lnTo>
                  <a:pt x="5048720" y="2565920"/>
                </a:lnTo>
                <a:lnTo>
                  <a:pt x="5048250" y="2567038"/>
                </a:lnTo>
                <a:lnTo>
                  <a:pt x="5048250" y="2569667"/>
                </a:lnTo>
                <a:lnTo>
                  <a:pt x="5048720" y="2570797"/>
                </a:lnTo>
                <a:lnTo>
                  <a:pt x="5050574" y="2572651"/>
                </a:lnTo>
                <a:lnTo>
                  <a:pt x="5051704" y="2573121"/>
                </a:lnTo>
                <a:lnTo>
                  <a:pt x="5054333" y="2573121"/>
                </a:lnTo>
                <a:lnTo>
                  <a:pt x="5055451" y="2572651"/>
                </a:lnTo>
                <a:lnTo>
                  <a:pt x="5057318" y="2570797"/>
                </a:lnTo>
                <a:lnTo>
                  <a:pt x="5057775" y="2569667"/>
                </a:lnTo>
                <a:lnTo>
                  <a:pt x="5057775" y="2567038"/>
                </a:lnTo>
                <a:close/>
              </a:path>
              <a:path w="9867900" h="3000375">
                <a:moveTo>
                  <a:pt x="5057775" y="2139772"/>
                </a:moveTo>
                <a:lnTo>
                  <a:pt x="5057318" y="2138654"/>
                </a:lnTo>
                <a:lnTo>
                  <a:pt x="5055451" y="2136787"/>
                </a:lnTo>
                <a:lnTo>
                  <a:pt x="5054333" y="2136330"/>
                </a:lnTo>
                <a:lnTo>
                  <a:pt x="5051704" y="2136330"/>
                </a:lnTo>
                <a:lnTo>
                  <a:pt x="5050574" y="2136787"/>
                </a:lnTo>
                <a:lnTo>
                  <a:pt x="5048720" y="2138654"/>
                </a:lnTo>
                <a:lnTo>
                  <a:pt x="5048250" y="2139772"/>
                </a:lnTo>
                <a:lnTo>
                  <a:pt x="5048250" y="2142401"/>
                </a:lnTo>
                <a:lnTo>
                  <a:pt x="5048720" y="2143531"/>
                </a:lnTo>
                <a:lnTo>
                  <a:pt x="5050574" y="2145385"/>
                </a:lnTo>
                <a:lnTo>
                  <a:pt x="5051704" y="2145855"/>
                </a:lnTo>
                <a:lnTo>
                  <a:pt x="5054333" y="2145855"/>
                </a:lnTo>
                <a:lnTo>
                  <a:pt x="5055451" y="2145385"/>
                </a:lnTo>
                <a:lnTo>
                  <a:pt x="5057318" y="2143531"/>
                </a:lnTo>
                <a:lnTo>
                  <a:pt x="5057775" y="2142401"/>
                </a:lnTo>
                <a:lnTo>
                  <a:pt x="5057775" y="2139772"/>
                </a:lnTo>
                <a:close/>
              </a:path>
              <a:path w="9867900" h="3000375">
                <a:moveTo>
                  <a:pt x="5057775" y="1712506"/>
                </a:moveTo>
                <a:lnTo>
                  <a:pt x="5057318" y="1711388"/>
                </a:lnTo>
                <a:lnTo>
                  <a:pt x="5055451" y="1709534"/>
                </a:lnTo>
                <a:lnTo>
                  <a:pt x="5054333" y="1709064"/>
                </a:lnTo>
                <a:lnTo>
                  <a:pt x="5051704" y="1709064"/>
                </a:lnTo>
                <a:lnTo>
                  <a:pt x="5050574" y="1709534"/>
                </a:lnTo>
                <a:lnTo>
                  <a:pt x="5048720" y="1711388"/>
                </a:lnTo>
                <a:lnTo>
                  <a:pt x="5048250" y="1712506"/>
                </a:lnTo>
                <a:lnTo>
                  <a:pt x="5048250" y="1715135"/>
                </a:lnTo>
                <a:lnTo>
                  <a:pt x="5048720" y="1716265"/>
                </a:lnTo>
                <a:lnTo>
                  <a:pt x="5050574" y="1718119"/>
                </a:lnTo>
                <a:lnTo>
                  <a:pt x="5051704" y="1718589"/>
                </a:lnTo>
                <a:lnTo>
                  <a:pt x="5054333" y="1718589"/>
                </a:lnTo>
                <a:lnTo>
                  <a:pt x="5055451" y="1718119"/>
                </a:lnTo>
                <a:lnTo>
                  <a:pt x="5057318" y="1716265"/>
                </a:lnTo>
                <a:lnTo>
                  <a:pt x="5057775" y="1715135"/>
                </a:lnTo>
                <a:lnTo>
                  <a:pt x="5057775" y="1712506"/>
                </a:lnTo>
                <a:close/>
              </a:path>
              <a:path w="9867900" h="3000375">
                <a:moveTo>
                  <a:pt x="5057775" y="1285252"/>
                </a:moveTo>
                <a:lnTo>
                  <a:pt x="5057318" y="1284122"/>
                </a:lnTo>
                <a:lnTo>
                  <a:pt x="5055451" y="1282268"/>
                </a:lnTo>
                <a:lnTo>
                  <a:pt x="5054333" y="1281798"/>
                </a:lnTo>
                <a:lnTo>
                  <a:pt x="5051704" y="1281798"/>
                </a:lnTo>
                <a:lnTo>
                  <a:pt x="5050574" y="1282268"/>
                </a:lnTo>
                <a:lnTo>
                  <a:pt x="5048720" y="1284122"/>
                </a:lnTo>
                <a:lnTo>
                  <a:pt x="5048250" y="1285252"/>
                </a:lnTo>
                <a:lnTo>
                  <a:pt x="5048250" y="1287881"/>
                </a:lnTo>
                <a:lnTo>
                  <a:pt x="5048720" y="1288999"/>
                </a:lnTo>
                <a:lnTo>
                  <a:pt x="5050574" y="1290853"/>
                </a:lnTo>
                <a:lnTo>
                  <a:pt x="5051704" y="1291323"/>
                </a:lnTo>
                <a:lnTo>
                  <a:pt x="5054333" y="1291323"/>
                </a:lnTo>
                <a:lnTo>
                  <a:pt x="5055451" y="1290853"/>
                </a:lnTo>
                <a:lnTo>
                  <a:pt x="5057318" y="1288999"/>
                </a:lnTo>
                <a:lnTo>
                  <a:pt x="5057775" y="1287881"/>
                </a:lnTo>
                <a:lnTo>
                  <a:pt x="5057775" y="1285252"/>
                </a:lnTo>
                <a:close/>
              </a:path>
              <a:path w="9867900" h="3000375">
                <a:moveTo>
                  <a:pt x="5057775" y="857986"/>
                </a:moveTo>
                <a:lnTo>
                  <a:pt x="5057318" y="856856"/>
                </a:lnTo>
                <a:lnTo>
                  <a:pt x="5055451" y="855002"/>
                </a:lnTo>
                <a:lnTo>
                  <a:pt x="5054333" y="854532"/>
                </a:lnTo>
                <a:lnTo>
                  <a:pt x="5051704" y="854532"/>
                </a:lnTo>
                <a:lnTo>
                  <a:pt x="5050574" y="855002"/>
                </a:lnTo>
                <a:lnTo>
                  <a:pt x="5048720" y="856856"/>
                </a:lnTo>
                <a:lnTo>
                  <a:pt x="5048250" y="857986"/>
                </a:lnTo>
                <a:lnTo>
                  <a:pt x="5048250" y="860615"/>
                </a:lnTo>
                <a:lnTo>
                  <a:pt x="5048720" y="861733"/>
                </a:lnTo>
                <a:lnTo>
                  <a:pt x="5050574" y="863600"/>
                </a:lnTo>
                <a:lnTo>
                  <a:pt x="5051704" y="864057"/>
                </a:lnTo>
                <a:lnTo>
                  <a:pt x="5054333" y="864057"/>
                </a:lnTo>
                <a:lnTo>
                  <a:pt x="5055451" y="863600"/>
                </a:lnTo>
                <a:lnTo>
                  <a:pt x="5057318" y="861733"/>
                </a:lnTo>
                <a:lnTo>
                  <a:pt x="5057775" y="860615"/>
                </a:lnTo>
                <a:lnTo>
                  <a:pt x="5057775" y="857986"/>
                </a:lnTo>
                <a:close/>
              </a:path>
              <a:path w="9867900" h="3000375">
                <a:moveTo>
                  <a:pt x="5057775" y="430720"/>
                </a:moveTo>
                <a:lnTo>
                  <a:pt x="5057318" y="429590"/>
                </a:lnTo>
                <a:lnTo>
                  <a:pt x="5055451" y="427736"/>
                </a:lnTo>
                <a:lnTo>
                  <a:pt x="5054333" y="427266"/>
                </a:lnTo>
                <a:lnTo>
                  <a:pt x="5051704" y="427266"/>
                </a:lnTo>
                <a:lnTo>
                  <a:pt x="5050574" y="427736"/>
                </a:lnTo>
                <a:lnTo>
                  <a:pt x="5048720" y="429590"/>
                </a:lnTo>
                <a:lnTo>
                  <a:pt x="5048250" y="430720"/>
                </a:lnTo>
                <a:lnTo>
                  <a:pt x="5048250" y="433349"/>
                </a:lnTo>
                <a:lnTo>
                  <a:pt x="5048720" y="434467"/>
                </a:lnTo>
                <a:lnTo>
                  <a:pt x="5050574" y="436333"/>
                </a:lnTo>
                <a:lnTo>
                  <a:pt x="5051704" y="436791"/>
                </a:lnTo>
                <a:lnTo>
                  <a:pt x="5054333" y="436791"/>
                </a:lnTo>
                <a:lnTo>
                  <a:pt x="5055451" y="436333"/>
                </a:lnTo>
                <a:lnTo>
                  <a:pt x="5057318" y="434467"/>
                </a:lnTo>
                <a:lnTo>
                  <a:pt x="5057775" y="433349"/>
                </a:lnTo>
                <a:lnTo>
                  <a:pt x="5057775" y="430720"/>
                </a:lnTo>
                <a:close/>
              </a:path>
              <a:path w="9867900" h="3000375">
                <a:moveTo>
                  <a:pt x="5057775" y="3454"/>
                </a:moveTo>
                <a:lnTo>
                  <a:pt x="5057318" y="2336"/>
                </a:lnTo>
                <a:lnTo>
                  <a:pt x="5055451" y="469"/>
                </a:lnTo>
                <a:lnTo>
                  <a:pt x="5054333" y="0"/>
                </a:lnTo>
                <a:lnTo>
                  <a:pt x="5051704" y="0"/>
                </a:lnTo>
                <a:lnTo>
                  <a:pt x="5050574" y="469"/>
                </a:lnTo>
                <a:lnTo>
                  <a:pt x="5048720" y="2336"/>
                </a:lnTo>
                <a:lnTo>
                  <a:pt x="5048250" y="3454"/>
                </a:lnTo>
                <a:lnTo>
                  <a:pt x="5048250" y="6083"/>
                </a:lnTo>
                <a:lnTo>
                  <a:pt x="5048720" y="7200"/>
                </a:lnTo>
                <a:lnTo>
                  <a:pt x="5050574" y="9067"/>
                </a:lnTo>
                <a:lnTo>
                  <a:pt x="5051704" y="9525"/>
                </a:lnTo>
                <a:lnTo>
                  <a:pt x="5054333" y="9525"/>
                </a:lnTo>
                <a:lnTo>
                  <a:pt x="5055451" y="9067"/>
                </a:lnTo>
                <a:lnTo>
                  <a:pt x="5057318" y="7200"/>
                </a:lnTo>
                <a:lnTo>
                  <a:pt x="5057775" y="6083"/>
                </a:lnTo>
                <a:lnTo>
                  <a:pt x="5057775" y="3454"/>
                </a:lnTo>
                <a:close/>
              </a:path>
              <a:path w="9867900" h="3000375">
                <a:moveTo>
                  <a:pt x="5105400" y="2994304"/>
                </a:moveTo>
                <a:lnTo>
                  <a:pt x="5104943" y="2993186"/>
                </a:lnTo>
                <a:lnTo>
                  <a:pt x="5103076" y="2991320"/>
                </a:lnTo>
                <a:lnTo>
                  <a:pt x="5101958" y="2990850"/>
                </a:lnTo>
                <a:lnTo>
                  <a:pt x="5099329" y="2990850"/>
                </a:lnTo>
                <a:lnTo>
                  <a:pt x="5098212" y="2991320"/>
                </a:lnTo>
                <a:lnTo>
                  <a:pt x="5096345" y="2993186"/>
                </a:lnTo>
                <a:lnTo>
                  <a:pt x="5095875" y="2994304"/>
                </a:lnTo>
                <a:lnTo>
                  <a:pt x="5095875" y="2996933"/>
                </a:lnTo>
                <a:lnTo>
                  <a:pt x="5096345" y="2998051"/>
                </a:lnTo>
                <a:lnTo>
                  <a:pt x="5098212" y="2999917"/>
                </a:lnTo>
                <a:lnTo>
                  <a:pt x="5099329" y="3000375"/>
                </a:lnTo>
                <a:lnTo>
                  <a:pt x="5101958" y="3000375"/>
                </a:lnTo>
                <a:lnTo>
                  <a:pt x="5103076" y="2999917"/>
                </a:lnTo>
                <a:lnTo>
                  <a:pt x="5104943" y="2998051"/>
                </a:lnTo>
                <a:lnTo>
                  <a:pt x="5105400" y="2996933"/>
                </a:lnTo>
                <a:lnTo>
                  <a:pt x="5105400" y="2994304"/>
                </a:lnTo>
                <a:close/>
              </a:path>
              <a:path w="9867900" h="3000375">
                <a:moveTo>
                  <a:pt x="5105400" y="2567038"/>
                </a:moveTo>
                <a:lnTo>
                  <a:pt x="5104943" y="2565920"/>
                </a:lnTo>
                <a:lnTo>
                  <a:pt x="5103076" y="2564053"/>
                </a:lnTo>
                <a:lnTo>
                  <a:pt x="5101958" y="2563596"/>
                </a:lnTo>
                <a:lnTo>
                  <a:pt x="5099329" y="2563596"/>
                </a:lnTo>
                <a:lnTo>
                  <a:pt x="5098212" y="2564053"/>
                </a:lnTo>
                <a:lnTo>
                  <a:pt x="5096345" y="2565920"/>
                </a:lnTo>
                <a:lnTo>
                  <a:pt x="5095875" y="2567038"/>
                </a:lnTo>
                <a:lnTo>
                  <a:pt x="5095875" y="2569667"/>
                </a:lnTo>
                <a:lnTo>
                  <a:pt x="5096345" y="2570797"/>
                </a:lnTo>
                <a:lnTo>
                  <a:pt x="5098212" y="2572651"/>
                </a:lnTo>
                <a:lnTo>
                  <a:pt x="5099329" y="2573121"/>
                </a:lnTo>
                <a:lnTo>
                  <a:pt x="5101958" y="2573121"/>
                </a:lnTo>
                <a:lnTo>
                  <a:pt x="5103076" y="2572651"/>
                </a:lnTo>
                <a:lnTo>
                  <a:pt x="5104943" y="2570797"/>
                </a:lnTo>
                <a:lnTo>
                  <a:pt x="5105400" y="2569667"/>
                </a:lnTo>
                <a:lnTo>
                  <a:pt x="5105400" y="2567038"/>
                </a:lnTo>
                <a:close/>
              </a:path>
              <a:path w="9867900" h="3000375">
                <a:moveTo>
                  <a:pt x="5105400" y="2139772"/>
                </a:moveTo>
                <a:lnTo>
                  <a:pt x="5104943" y="2138654"/>
                </a:lnTo>
                <a:lnTo>
                  <a:pt x="5103076" y="2136787"/>
                </a:lnTo>
                <a:lnTo>
                  <a:pt x="5101958" y="2136330"/>
                </a:lnTo>
                <a:lnTo>
                  <a:pt x="5099329" y="2136330"/>
                </a:lnTo>
                <a:lnTo>
                  <a:pt x="5098212" y="2136787"/>
                </a:lnTo>
                <a:lnTo>
                  <a:pt x="5096345" y="2138654"/>
                </a:lnTo>
                <a:lnTo>
                  <a:pt x="5095875" y="2139772"/>
                </a:lnTo>
                <a:lnTo>
                  <a:pt x="5095875" y="2142401"/>
                </a:lnTo>
                <a:lnTo>
                  <a:pt x="5096345" y="2143531"/>
                </a:lnTo>
                <a:lnTo>
                  <a:pt x="5098212" y="2145385"/>
                </a:lnTo>
                <a:lnTo>
                  <a:pt x="5099329" y="2145855"/>
                </a:lnTo>
                <a:lnTo>
                  <a:pt x="5101958" y="2145855"/>
                </a:lnTo>
                <a:lnTo>
                  <a:pt x="5103076" y="2145385"/>
                </a:lnTo>
                <a:lnTo>
                  <a:pt x="5104943" y="2143531"/>
                </a:lnTo>
                <a:lnTo>
                  <a:pt x="5105400" y="2142401"/>
                </a:lnTo>
                <a:lnTo>
                  <a:pt x="5105400" y="2139772"/>
                </a:lnTo>
                <a:close/>
              </a:path>
              <a:path w="9867900" h="3000375">
                <a:moveTo>
                  <a:pt x="5105400" y="1712506"/>
                </a:moveTo>
                <a:lnTo>
                  <a:pt x="5104943" y="1711388"/>
                </a:lnTo>
                <a:lnTo>
                  <a:pt x="5103076" y="1709534"/>
                </a:lnTo>
                <a:lnTo>
                  <a:pt x="5101958" y="1709064"/>
                </a:lnTo>
                <a:lnTo>
                  <a:pt x="5099329" y="1709064"/>
                </a:lnTo>
                <a:lnTo>
                  <a:pt x="5098212" y="1709534"/>
                </a:lnTo>
                <a:lnTo>
                  <a:pt x="5096345" y="1711388"/>
                </a:lnTo>
                <a:lnTo>
                  <a:pt x="5095875" y="1712506"/>
                </a:lnTo>
                <a:lnTo>
                  <a:pt x="5095875" y="1715135"/>
                </a:lnTo>
                <a:lnTo>
                  <a:pt x="5096345" y="1716265"/>
                </a:lnTo>
                <a:lnTo>
                  <a:pt x="5098212" y="1718119"/>
                </a:lnTo>
                <a:lnTo>
                  <a:pt x="5099329" y="1718589"/>
                </a:lnTo>
                <a:lnTo>
                  <a:pt x="5101958" y="1718589"/>
                </a:lnTo>
                <a:lnTo>
                  <a:pt x="5103076" y="1718119"/>
                </a:lnTo>
                <a:lnTo>
                  <a:pt x="5104943" y="1716265"/>
                </a:lnTo>
                <a:lnTo>
                  <a:pt x="5105400" y="1715135"/>
                </a:lnTo>
                <a:lnTo>
                  <a:pt x="5105400" y="1712506"/>
                </a:lnTo>
                <a:close/>
              </a:path>
              <a:path w="9867900" h="3000375">
                <a:moveTo>
                  <a:pt x="5105400" y="1285252"/>
                </a:moveTo>
                <a:lnTo>
                  <a:pt x="5104943" y="1284122"/>
                </a:lnTo>
                <a:lnTo>
                  <a:pt x="5103076" y="1282268"/>
                </a:lnTo>
                <a:lnTo>
                  <a:pt x="5101958" y="1281798"/>
                </a:lnTo>
                <a:lnTo>
                  <a:pt x="5099329" y="1281798"/>
                </a:lnTo>
                <a:lnTo>
                  <a:pt x="5098212" y="1282268"/>
                </a:lnTo>
                <a:lnTo>
                  <a:pt x="5096345" y="1284122"/>
                </a:lnTo>
                <a:lnTo>
                  <a:pt x="5095875" y="1285252"/>
                </a:lnTo>
                <a:lnTo>
                  <a:pt x="5095875" y="1287881"/>
                </a:lnTo>
                <a:lnTo>
                  <a:pt x="5096345" y="1288999"/>
                </a:lnTo>
                <a:lnTo>
                  <a:pt x="5098212" y="1290853"/>
                </a:lnTo>
                <a:lnTo>
                  <a:pt x="5099329" y="1291323"/>
                </a:lnTo>
                <a:lnTo>
                  <a:pt x="5101958" y="1291323"/>
                </a:lnTo>
                <a:lnTo>
                  <a:pt x="5103076" y="1290853"/>
                </a:lnTo>
                <a:lnTo>
                  <a:pt x="5104943" y="1288999"/>
                </a:lnTo>
                <a:lnTo>
                  <a:pt x="5105400" y="1287881"/>
                </a:lnTo>
                <a:lnTo>
                  <a:pt x="5105400" y="1285252"/>
                </a:lnTo>
                <a:close/>
              </a:path>
              <a:path w="9867900" h="3000375">
                <a:moveTo>
                  <a:pt x="5105400" y="857986"/>
                </a:moveTo>
                <a:lnTo>
                  <a:pt x="5104943" y="856856"/>
                </a:lnTo>
                <a:lnTo>
                  <a:pt x="5103076" y="855002"/>
                </a:lnTo>
                <a:lnTo>
                  <a:pt x="5101958" y="854532"/>
                </a:lnTo>
                <a:lnTo>
                  <a:pt x="5099329" y="854532"/>
                </a:lnTo>
                <a:lnTo>
                  <a:pt x="5098212" y="855002"/>
                </a:lnTo>
                <a:lnTo>
                  <a:pt x="5096345" y="856856"/>
                </a:lnTo>
                <a:lnTo>
                  <a:pt x="5095875" y="857986"/>
                </a:lnTo>
                <a:lnTo>
                  <a:pt x="5095875" y="860615"/>
                </a:lnTo>
                <a:lnTo>
                  <a:pt x="5096345" y="861733"/>
                </a:lnTo>
                <a:lnTo>
                  <a:pt x="5098212" y="863600"/>
                </a:lnTo>
                <a:lnTo>
                  <a:pt x="5099329" y="864057"/>
                </a:lnTo>
                <a:lnTo>
                  <a:pt x="5101958" y="864057"/>
                </a:lnTo>
                <a:lnTo>
                  <a:pt x="5103076" y="863600"/>
                </a:lnTo>
                <a:lnTo>
                  <a:pt x="5104943" y="861733"/>
                </a:lnTo>
                <a:lnTo>
                  <a:pt x="5105400" y="860615"/>
                </a:lnTo>
                <a:lnTo>
                  <a:pt x="5105400" y="857986"/>
                </a:lnTo>
                <a:close/>
              </a:path>
              <a:path w="9867900" h="3000375">
                <a:moveTo>
                  <a:pt x="5105400" y="430720"/>
                </a:moveTo>
                <a:lnTo>
                  <a:pt x="5104943" y="429590"/>
                </a:lnTo>
                <a:lnTo>
                  <a:pt x="5103076" y="427736"/>
                </a:lnTo>
                <a:lnTo>
                  <a:pt x="5101958" y="427266"/>
                </a:lnTo>
                <a:lnTo>
                  <a:pt x="5099329" y="427266"/>
                </a:lnTo>
                <a:lnTo>
                  <a:pt x="5098212" y="427736"/>
                </a:lnTo>
                <a:lnTo>
                  <a:pt x="5096345" y="429590"/>
                </a:lnTo>
                <a:lnTo>
                  <a:pt x="5095875" y="430720"/>
                </a:lnTo>
                <a:lnTo>
                  <a:pt x="5095875" y="433349"/>
                </a:lnTo>
                <a:lnTo>
                  <a:pt x="5096345" y="434467"/>
                </a:lnTo>
                <a:lnTo>
                  <a:pt x="5098212" y="436333"/>
                </a:lnTo>
                <a:lnTo>
                  <a:pt x="5099329" y="436791"/>
                </a:lnTo>
                <a:lnTo>
                  <a:pt x="5101958" y="436791"/>
                </a:lnTo>
                <a:lnTo>
                  <a:pt x="5103076" y="436333"/>
                </a:lnTo>
                <a:lnTo>
                  <a:pt x="5104943" y="434467"/>
                </a:lnTo>
                <a:lnTo>
                  <a:pt x="5105400" y="433349"/>
                </a:lnTo>
                <a:lnTo>
                  <a:pt x="5105400" y="430720"/>
                </a:lnTo>
                <a:close/>
              </a:path>
              <a:path w="9867900" h="3000375">
                <a:moveTo>
                  <a:pt x="5105400" y="3454"/>
                </a:moveTo>
                <a:lnTo>
                  <a:pt x="5104943" y="2336"/>
                </a:lnTo>
                <a:lnTo>
                  <a:pt x="5103076" y="469"/>
                </a:lnTo>
                <a:lnTo>
                  <a:pt x="5101958" y="0"/>
                </a:lnTo>
                <a:lnTo>
                  <a:pt x="5099329" y="0"/>
                </a:lnTo>
                <a:lnTo>
                  <a:pt x="5098212" y="469"/>
                </a:lnTo>
                <a:lnTo>
                  <a:pt x="5096345" y="2336"/>
                </a:lnTo>
                <a:lnTo>
                  <a:pt x="5095875" y="3454"/>
                </a:lnTo>
                <a:lnTo>
                  <a:pt x="5095875" y="6083"/>
                </a:lnTo>
                <a:lnTo>
                  <a:pt x="5096345" y="7200"/>
                </a:lnTo>
                <a:lnTo>
                  <a:pt x="5098212" y="9067"/>
                </a:lnTo>
                <a:lnTo>
                  <a:pt x="5099329" y="9525"/>
                </a:lnTo>
                <a:lnTo>
                  <a:pt x="5101958" y="9525"/>
                </a:lnTo>
                <a:lnTo>
                  <a:pt x="5103076" y="9067"/>
                </a:lnTo>
                <a:lnTo>
                  <a:pt x="5104943" y="7200"/>
                </a:lnTo>
                <a:lnTo>
                  <a:pt x="5105400" y="6083"/>
                </a:lnTo>
                <a:lnTo>
                  <a:pt x="5105400" y="3454"/>
                </a:lnTo>
                <a:close/>
              </a:path>
              <a:path w="9867900" h="3000375">
                <a:moveTo>
                  <a:pt x="5153025" y="2994304"/>
                </a:moveTo>
                <a:lnTo>
                  <a:pt x="5152568" y="2993186"/>
                </a:lnTo>
                <a:lnTo>
                  <a:pt x="5150701" y="2991320"/>
                </a:lnTo>
                <a:lnTo>
                  <a:pt x="5149583" y="2990850"/>
                </a:lnTo>
                <a:lnTo>
                  <a:pt x="5146954" y="2990850"/>
                </a:lnTo>
                <a:lnTo>
                  <a:pt x="5145824" y="2991320"/>
                </a:lnTo>
                <a:lnTo>
                  <a:pt x="5143970" y="2993186"/>
                </a:lnTo>
                <a:lnTo>
                  <a:pt x="5143500" y="2994304"/>
                </a:lnTo>
                <a:lnTo>
                  <a:pt x="5143500" y="2996933"/>
                </a:lnTo>
                <a:lnTo>
                  <a:pt x="5143970" y="2998051"/>
                </a:lnTo>
                <a:lnTo>
                  <a:pt x="5145824" y="2999917"/>
                </a:lnTo>
                <a:lnTo>
                  <a:pt x="5146954" y="3000375"/>
                </a:lnTo>
                <a:lnTo>
                  <a:pt x="5149583" y="3000375"/>
                </a:lnTo>
                <a:lnTo>
                  <a:pt x="5150701" y="2999917"/>
                </a:lnTo>
                <a:lnTo>
                  <a:pt x="5152568" y="2998051"/>
                </a:lnTo>
                <a:lnTo>
                  <a:pt x="5153025" y="2996933"/>
                </a:lnTo>
                <a:lnTo>
                  <a:pt x="5153025" y="2994304"/>
                </a:lnTo>
                <a:close/>
              </a:path>
              <a:path w="9867900" h="3000375">
                <a:moveTo>
                  <a:pt x="5153025" y="2567038"/>
                </a:moveTo>
                <a:lnTo>
                  <a:pt x="5152568" y="2565920"/>
                </a:lnTo>
                <a:lnTo>
                  <a:pt x="5150701" y="2564053"/>
                </a:lnTo>
                <a:lnTo>
                  <a:pt x="5149583" y="2563596"/>
                </a:lnTo>
                <a:lnTo>
                  <a:pt x="5146954" y="2563596"/>
                </a:lnTo>
                <a:lnTo>
                  <a:pt x="5145824" y="2564053"/>
                </a:lnTo>
                <a:lnTo>
                  <a:pt x="5143970" y="2565920"/>
                </a:lnTo>
                <a:lnTo>
                  <a:pt x="5143500" y="2567038"/>
                </a:lnTo>
                <a:lnTo>
                  <a:pt x="5143500" y="2569667"/>
                </a:lnTo>
                <a:lnTo>
                  <a:pt x="5143970" y="2570797"/>
                </a:lnTo>
                <a:lnTo>
                  <a:pt x="5145824" y="2572651"/>
                </a:lnTo>
                <a:lnTo>
                  <a:pt x="5146954" y="2573121"/>
                </a:lnTo>
                <a:lnTo>
                  <a:pt x="5149583" y="2573121"/>
                </a:lnTo>
                <a:lnTo>
                  <a:pt x="5150701" y="2572651"/>
                </a:lnTo>
                <a:lnTo>
                  <a:pt x="5152568" y="2570797"/>
                </a:lnTo>
                <a:lnTo>
                  <a:pt x="5153025" y="2569667"/>
                </a:lnTo>
                <a:lnTo>
                  <a:pt x="5153025" y="2567038"/>
                </a:lnTo>
                <a:close/>
              </a:path>
              <a:path w="9867900" h="3000375">
                <a:moveTo>
                  <a:pt x="5153025" y="2139772"/>
                </a:moveTo>
                <a:lnTo>
                  <a:pt x="5152568" y="2138654"/>
                </a:lnTo>
                <a:lnTo>
                  <a:pt x="5150701" y="2136787"/>
                </a:lnTo>
                <a:lnTo>
                  <a:pt x="5149583" y="2136330"/>
                </a:lnTo>
                <a:lnTo>
                  <a:pt x="5146954" y="2136330"/>
                </a:lnTo>
                <a:lnTo>
                  <a:pt x="5145824" y="2136787"/>
                </a:lnTo>
                <a:lnTo>
                  <a:pt x="5143970" y="2138654"/>
                </a:lnTo>
                <a:lnTo>
                  <a:pt x="5143500" y="2139772"/>
                </a:lnTo>
                <a:lnTo>
                  <a:pt x="5143500" y="2142401"/>
                </a:lnTo>
                <a:lnTo>
                  <a:pt x="5143970" y="2143531"/>
                </a:lnTo>
                <a:lnTo>
                  <a:pt x="5145824" y="2145385"/>
                </a:lnTo>
                <a:lnTo>
                  <a:pt x="5146954" y="2145855"/>
                </a:lnTo>
                <a:lnTo>
                  <a:pt x="5149583" y="2145855"/>
                </a:lnTo>
                <a:lnTo>
                  <a:pt x="5150701" y="2145385"/>
                </a:lnTo>
                <a:lnTo>
                  <a:pt x="5152568" y="2143531"/>
                </a:lnTo>
                <a:lnTo>
                  <a:pt x="5153025" y="2142401"/>
                </a:lnTo>
                <a:lnTo>
                  <a:pt x="5153025" y="2139772"/>
                </a:lnTo>
                <a:close/>
              </a:path>
              <a:path w="9867900" h="3000375">
                <a:moveTo>
                  <a:pt x="5153025" y="1712506"/>
                </a:moveTo>
                <a:lnTo>
                  <a:pt x="5152568" y="1711388"/>
                </a:lnTo>
                <a:lnTo>
                  <a:pt x="5150701" y="1709534"/>
                </a:lnTo>
                <a:lnTo>
                  <a:pt x="5149583" y="1709064"/>
                </a:lnTo>
                <a:lnTo>
                  <a:pt x="5146954" y="1709064"/>
                </a:lnTo>
                <a:lnTo>
                  <a:pt x="5145824" y="1709534"/>
                </a:lnTo>
                <a:lnTo>
                  <a:pt x="5143970" y="1711388"/>
                </a:lnTo>
                <a:lnTo>
                  <a:pt x="5143500" y="1712506"/>
                </a:lnTo>
                <a:lnTo>
                  <a:pt x="5143500" y="1715135"/>
                </a:lnTo>
                <a:lnTo>
                  <a:pt x="5143970" y="1716265"/>
                </a:lnTo>
                <a:lnTo>
                  <a:pt x="5145824" y="1718119"/>
                </a:lnTo>
                <a:lnTo>
                  <a:pt x="5146954" y="1718589"/>
                </a:lnTo>
                <a:lnTo>
                  <a:pt x="5149583" y="1718589"/>
                </a:lnTo>
                <a:lnTo>
                  <a:pt x="5150701" y="1718119"/>
                </a:lnTo>
                <a:lnTo>
                  <a:pt x="5152568" y="1716265"/>
                </a:lnTo>
                <a:lnTo>
                  <a:pt x="5153025" y="1715135"/>
                </a:lnTo>
                <a:lnTo>
                  <a:pt x="5153025" y="1712506"/>
                </a:lnTo>
                <a:close/>
              </a:path>
              <a:path w="9867900" h="3000375">
                <a:moveTo>
                  <a:pt x="5153025" y="1285252"/>
                </a:moveTo>
                <a:lnTo>
                  <a:pt x="5152568" y="1284122"/>
                </a:lnTo>
                <a:lnTo>
                  <a:pt x="5150701" y="1282268"/>
                </a:lnTo>
                <a:lnTo>
                  <a:pt x="5149583" y="1281798"/>
                </a:lnTo>
                <a:lnTo>
                  <a:pt x="5146954" y="1281798"/>
                </a:lnTo>
                <a:lnTo>
                  <a:pt x="5145824" y="1282268"/>
                </a:lnTo>
                <a:lnTo>
                  <a:pt x="5143970" y="1284122"/>
                </a:lnTo>
                <a:lnTo>
                  <a:pt x="5143500" y="1285252"/>
                </a:lnTo>
                <a:lnTo>
                  <a:pt x="5143500" y="1287881"/>
                </a:lnTo>
                <a:lnTo>
                  <a:pt x="5143970" y="1288999"/>
                </a:lnTo>
                <a:lnTo>
                  <a:pt x="5145824" y="1290853"/>
                </a:lnTo>
                <a:lnTo>
                  <a:pt x="5146954" y="1291323"/>
                </a:lnTo>
                <a:lnTo>
                  <a:pt x="5149583" y="1291323"/>
                </a:lnTo>
                <a:lnTo>
                  <a:pt x="5150701" y="1290853"/>
                </a:lnTo>
                <a:lnTo>
                  <a:pt x="5152568" y="1288999"/>
                </a:lnTo>
                <a:lnTo>
                  <a:pt x="5153025" y="1287881"/>
                </a:lnTo>
                <a:lnTo>
                  <a:pt x="5153025" y="1285252"/>
                </a:lnTo>
                <a:close/>
              </a:path>
              <a:path w="9867900" h="3000375">
                <a:moveTo>
                  <a:pt x="5153025" y="857986"/>
                </a:moveTo>
                <a:lnTo>
                  <a:pt x="5152568" y="856856"/>
                </a:lnTo>
                <a:lnTo>
                  <a:pt x="5150701" y="855002"/>
                </a:lnTo>
                <a:lnTo>
                  <a:pt x="5149583" y="854532"/>
                </a:lnTo>
                <a:lnTo>
                  <a:pt x="5146954" y="854532"/>
                </a:lnTo>
                <a:lnTo>
                  <a:pt x="5145824" y="855002"/>
                </a:lnTo>
                <a:lnTo>
                  <a:pt x="5143970" y="856856"/>
                </a:lnTo>
                <a:lnTo>
                  <a:pt x="5143500" y="857986"/>
                </a:lnTo>
                <a:lnTo>
                  <a:pt x="5143500" y="860615"/>
                </a:lnTo>
                <a:lnTo>
                  <a:pt x="5143970" y="861733"/>
                </a:lnTo>
                <a:lnTo>
                  <a:pt x="5145824" y="863600"/>
                </a:lnTo>
                <a:lnTo>
                  <a:pt x="5146954" y="864057"/>
                </a:lnTo>
                <a:lnTo>
                  <a:pt x="5149583" y="864057"/>
                </a:lnTo>
                <a:lnTo>
                  <a:pt x="5150701" y="863600"/>
                </a:lnTo>
                <a:lnTo>
                  <a:pt x="5152568" y="861733"/>
                </a:lnTo>
                <a:lnTo>
                  <a:pt x="5153025" y="860615"/>
                </a:lnTo>
                <a:lnTo>
                  <a:pt x="5153025" y="857986"/>
                </a:lnTo>
                <a:close/>
              </a:path>
              <a:path w="9867900" h="3000375">
                <a:moveTo>
                  <a:pt x="5153025" y="430720"/>
                </a:moveTo>
                <a:lnTo>
                  <a:pt x="5152568" y="429590"/>
                </a:lnTo>
                <a:lnTo>
                  <a:pt x="5150701" y="427736"/>
                </a:lnTo>
                <a:lnTo>
                  <a:pt x="5149583" y="427266"/>
                </a:lnTo>
                <a:lnTo>
                  <a:pt x="5146954" y="427266"/>
                </a:lnTo>
                <a:lnTo>
                  <a:pt x="5145824" y="427736"/>
                </a:lnTo>
                <a:lnTo>
                  <a:pt x="5143970" y="429590"/>
                </a:lnTo>
                <a:lnTo>
                  <a:pt x="5143500" y="430720"/>
                </a:lnTo>
                <a:lnTo>
                  <a:pt x="5143500" y="433349"/>
                </a:lnTo>
                <a:lnTo>
                  <a:pt x="5143970" y="434467"/>
                </a:lnTo>
                <a:lnTo>
                  <a:pt x="5145824" y="436333"/>
                </a:lnTo>
                <a:lnTo>
                  <a:pt x="5146954" y="436791"/>
                </a:lnTo>
                <a:lnTo>
                  <a:pt x="5149583" y="436791"/>
                </a:lnTo>
                <a:lnTo>
                  <a:pt x="5150701" y="436333"/>
                </a:lnTo>
                <a:lnTo>
                  <a:pt x="5152568" y="434467"/>
                </a:lnTo>
                <a:lnTo>
                  <a:pt x="5153025" y="433349"/>
                </a:lnTo>
                <a:lnTo>
                  <a:pt x="5153025" y="430720"/>
                </a:lnTo>
                <a:close/>
              </a:path>
              <a:path w="9867900" h="3000375">
                <a:moveTo>
                  <a:pt x="5153025" y="3454"/>
                </a:moveTo>
                <a:lnTo>
                  <a:pt x="5152568" y="2336"/>
                </a:lnTo>
                <a:lnTo>
                  <a:pt x="5150701" y="469"/>
                </a:lnTo>
                <a:lnTo>
                  <a:pt x="5149583" y="0"/>
                </a:lnTo>
                <a:lnTo>
                  <a:pt x="5146954" y="0"/>
                </a:lnTo>
                <a:lnTo>
                  <a:pt x="5145824" y="469"/>
                </a:lnTo>
                <a:lnTo>
                  <a:pt x="5143970" y="2336"/>
                </a:lnTo>
                <a:lnTo>
                  <a:pt x="5143500" y="3454"/>
                </a:lnTo>
                <a:lnTo>
                  <a:pt x="5143500" y="6083"/>
                </a:lnTo>
                <a:lnTo>
                  <a:pt x="5143970" y="7200"/>
                </a:lnTo>
                <a:lnTo>
                  <a:pt x="5145824" y="9067"/>
                </a:lnTo>
                <a:lnTo>
                  <a:pt x="5146954" y="9525"/>
                </a:lnTo>
                <a:lnTo>
                  <a:pt x="5149583" y="9525"/>
                </a:lnTo>
                <a:lnTo>
                  <a:pt x="5150701" y="9067"/>
                </a:lnTo>
                <a:lnTo>
                  <a:pt x="5152568" y="7200"/>
                </a:lnTo>
                <a:lnTo>
                  <a:pt x="5153025" y="6083"/>
                </a:lnTo>
                <a:lnTo>
                  <a:pt x="5153025" y="3454"/>
                </a:lnTo>
                <a:close/>
              </a:path>
              <a:path w="9867900" h="3000375">
                <a:moveTo>
                  <a:pt x="5200650" y="2994304"/>
                </a:moveTo>
                <a:lnTo>
                  <a:pt x="5200193" y="2993186"/>
                </a:lnTo>
                <a:lnTo>
                  <a:pt x="5198326" y="2991320"/>
                </a:lnTo>
                <a:lnTo>
                  <a:pt x="5197208" y="2990850"/>
                </a:lnTo>
                <a:lnTo>
                  <a:pt x="5194579" y="2990850"/>
                </a:lnTo>
                <a:lnTo>
                  <a:pt x="5193449" y="2991320"/>
                </a:lnTo>
                <a:lnTo>
                  <a:pt x="5191595" y="2993186"/>
                </a:lnTo>
                <a:lnTo>
                  <a:pt x="5191125" y="2994304"/>
                </a:lnTo>
                <a:lnTo>
                  <a:pt x="5191125" y="2996933"/>
                </a:lnTo>
                <a:lnTo>
                  <a:pt x="5191595" y="2998051"/>
                </a:lnTo>
                <a:lnTo>
                  <a:pt x="5193449" y="2999917"/>
                </a:lnTo>
                <a:lnTo>
                  <a:pt x="5194579" y="3000375"/>
                </a:lnTo>
                <a:lnTo>
                  <a:pt x="5197208" y="3000375"/>
                </a:lnTo>
                <a:lnTo>
                  <a:pt x="5198326" y="2999917"/>
                </a:lnTo>
                <a:lnTo>
                  <a:pt x="5200193" y="2998051"/>
                </a:lnTo>
                <a:lnTo>
                  <a:pt x="5200650" y="2996933"/>
                </a:lnTo>
                <a:lnTo>
                  <a:pt x="5200650" y="2994304"/>
                </a:lnTo>
                <a:close/>
              </a:path>
              <a:path w="9867900" h="3000375">
                <a:moveTo>
                  <a:pt x="5200650" y="2567038"/>
                </a:moveTo>
                <a:lnTo>
                  <a:pt x="5200193" y="2565920"/>
                </a:lnTo>
                <a:lnTo>
                  <a:pt x="5198326" y="2564053"/>
                </a:lnTo>
                <a:lnTo>
                  <a:pt x="5197208" y="2563596"/>
                </a:lnTo>
                <a:lnTo>
                  <a:pt x="5194579" y="2563596"/>
                </a:lnTo>
                <a:lnTo>
                  <a:pt x="5193449" y="2564053"/>
                </a:lnTo>
                <a:lnTo>
                  <a:pt x="5191595" y="2565920"/>
                </a:lnTo>
                <a:lnTo>
                  <a:pt x="5191125" y="2567038"/>
                </a:lnTo>
                <a:lnTo>
                  <a:pt x="5191125" y="2569667"/>
                </a:lnTo>
                <a:lnTo>
                  <a:pt x="5191595" y="2570797"/>
                </a:lnTo>
                <a:lnTo>
                  <a:pt x="5193449" y="2572651"/>
                </a:lnTo>
                <a:lnTo>
                  <a:pt x="5194579" y="2573121"/>
                </a:lnTo>
                <a:lnTo>
                  <a:pt x="5197208" y="2573121"/>
                </a:lnTo>
                <a:lnTo>
                  <a:pt x="5198326" y="2572651"/>
                </a:lnTo>
                <a:lnTo>
                  <a:pt x="5200193" y="2570797"/>
                </a:lnTo>
                <a:lnTo>
                  <a:pt x="5200650" y="2569667"/>
                </a:lnTo>
                <a:lnTo>
                  <a:pt x="5200650" y="2567038"/>
                </a:lnTo>
                <a:close/>
              </a:path>
              <a:path w="9867900" h="3000375">
                <a:moveTo>
                  <a:pt x="5200650" y="2139772"/>
                </a:moveTo>
                <a:lnTo>
                  <a:pt x="5200193" y="2138654"/>
                </a:lnTo>
                <a:lnTo>
                  <a:pt x="5198326" y="2136787"/>
                </a:lnTo>
                <a:lnTo>
                  <a:pt x="5197208" y="2136330"/>
                </a:lnTo>
                <a:lnTo>
                  <a:pt x="5194579" y="2136330"/>
                </a:lnTo>
                <a:lnTo>
                  <a:pt x="5193449" y="2136787"/>
                </a:lnTo>
                <a:lnTo>
                  <a:pt x="5191595" y="2138654"/>
                </a:lnTo>
                <a:lnTo>
                  <a:pt x="5191125" y="2139772"/>
                </a:lnTo>
                <a:lnTo>
                  <a:pt x="5191125" y="2142401"/>
                </a:lnTo>
                <a:lnTo>
                  <a:pt x="5191595" y="2143531"/>
                </a:lnTo>
                <a:lnTo>
                  <a:pt x="5193449" y="2145385"/>
                </a:lnTo>
                <a:lnTo>
                  <a:pt x="5194579" y="2145855"/>
                </a:lnTo>
                <a:lnTo>
                  <a:pt x="5197208" y="2145855"/>
                </a:lnTo>
                <a:lnTo>
                  <a:pt x="5198326" y="2145385"/>
                </a:lnTo>
                <a:lnTo>
                  <a:pt x="5200193" y="2143531"/>
                </a:lnTo>
                <a:lnTo>
                  <a:pt x="5200650" y="2142401"/>
                </a:lnTo>
                <a:lnTo>
                  <a:pt x="5200650" y="2139772"/>
                </a:lnTo>
                <a:close/>
              </a:path>
              <a:path w="9867900" h="3000375">
                <a:moveTo>
                  <a:pt x="5200650" y="1712506"/>
                </a:moveTo>
                <a:lnTo>
                  <a:pt x="5200193" y="1711388"/>
                </a:lnTo>
                <a:lnTo>
                  <a:pt x="5198326" y="1709534"/>
                </a:lnTo>
                <a:lnTo>
                  <a:pt x="5197208" y="1709064"/>
                </a:lnTo>
                <a:lnTo>
                  <a:pt x="5194579" y="1709064"/>
                </a:lnTo>
                <a:lnTo>
                  <a:pt x="5193449" y="1709534"/>
                </a:lnTo>
                <a:lnTo>
                  <a:pt x="5191595" y="1711388"/>
                </a:lnTo>
                <a:lnTo>
                  <a:pt x="5191125" y="1712506"/>
                </a:lnTo>
                <a:lnTo>
                  <a:pt x="5191125" y="1715135"/>
                </a:lnTo>
                <a:lnTo>
                  <a:pt x="5191595" y="1716265"/>
                </a:lnTo>
                <a:lnTo>
                  <a:pt x="5193449" y="1718119"/>
                </a:lnTo>
                <a:lnTo>
                  <a:pt x="5194579" y="1718589"/>
                </a:lnTo>
                <a:lnTo>
                  <a:pt x="5197208" y="1718589"/>
                </a:lnTo>
                <a:lnTo>
                  <a:pt x="5198326" y="1718119"/>
                </a:lnTo>
                <a:lnTo>
                  <a:pt x="5200193" y="1716265"/>
                </a:lnTo>
                <a:lnTo>
                  <a:pt x="5200650" y="1715135"/>
                </a:lnTo>
                <a:lnTo>
                  <a:pt x="5200650" y="1712506"/>
                </a:lnTo>
                <a:close/>
              </a:path>
              <a:path w="9867900" h="3000375">
                <a:moveTo>
                  <a:pt x="5200650" y="1285252"/>
                </a:moveTo>
                <a:lnTo>
                  <a:pt x="5200193" y="1284122"/>
                </a:lnTo>
                <a:lnTo>
                  <a:pt x="5198326" y="1282268"/>
                </a:lnTo>
                <a:lnTo>
                  <a:pt x="5197208" y="1281798"/>
                </a:lnTo>
                <a:lnTo>
                  <a:pt x="5194579" y="1281798"/>
                </a:lnTo>
                <a:lnTo>
                  <a:pt x="5193449" y="1282268"/>
                </a:lnTo>
                <a:lnTo>
                  <a:pt x="5191595" y="1284122"/>
                </a:lnTo>
                <a:lnTo>
                  <a:pt x="5191125" y="1285252"/>
                </a:lnTo>
                <a:lnTo>
                  <a:pt x="5191125" y="1287881"/>
                </a:lnTo>
                <a:lnTo>
                  <a:pt x="5191595" y="1288999"/>
                </a:lnTo>
                <a:lnTo>
                  <a:pt x="5193449" y="1290853"/>
                </a:lnTo>
                <a:lnTo>
                  <a:pt x="5194579" y="1291323"/>
                </a:lnTo>
                <a:lnTo>
                  <a:pt x="5197208" y="1291323"/>
                </a:lnTo>
                <a:lnTo>
                  <a:pt x="5198326" y="1290853"/>
                </a:lnTo>
                <a:lnTo>
                  <a:pt x="5200193" y="1288999"/>
                </a:lnTo>
                <a:lnTo>
                  <a:pt x="5200650" y="1287881"/>
                </a:lnTo>
                <a:lnTo>
                  <a:pt x="5200650" y="1285252"/>
                </a:lnTo>
                <a:close/>
              </a:path>
              <a:path w="9867900" h="3000375">
                <a:moveTo>
                  <a:pt x="5200650" y="857986"/>
                </a:moveTo>
                <a:lnTo>
                  <a:pt x="5200193" y="856856"/>
                </a:lnTo>
                <a:lnTo>
                  <a:pt x="5198326" y="855002"/>
                </a:lnTo>
                <a:lnTo>
                  <a:pt x="5197208" y="854532"/>
                </a:lnTo>
                <a:lnTo>
                  <a:pt x="5194579" y="854532"/>
                </a:lnTo>
                <a:lnTo>
                  <a:pt x="5193449" y="855002"/>
                </a:lnTo>
                <a:lnTo>
                  <a:pt x="5191595" y="856856"/>
                </a:lnTo>
                <a:lnTo>
                  <a:pt x="5191125" y="857986"/>
                </a:lnTo>
                <a:lnTo>
                  <a:pt x="5191125" y="860615"/>
                </a:lnTo>
                <a:lnTo>
                  <a:pt x="5191595" y="861733"/>
                </a:lnTo>
                <a:lnTo>
                  <a:pt x="5193449" y="863600"/>
                </a:lnTo>
                <a:lnTo>
                  <a:pt x="5194579" y="864057"/>
                </a:lnTo>
                <a:lnTo>
                  <a:pt x="5197208" y="864057"/>
                </a:lnTo>
                <a:lnTo>
                  <a:pt x="5198326" y="863600"/>
                </a:lnTo>
                <a:lnTo>
                  <a:pt x="5200193" y="861733"/>
                </a:lnTo>
                <a:lnTo>
                  <a:pt x="5200650" y="860615"/>
                </a:lnTo>
                <a:lnTo>
                  <a:pt x="5200650" y="857986"/>
                </a:lnTo>
                <a:close/>
              </a:path>
              <a:path w="9867900" h="3000375">
                <a:moveTo>
                  <a:pt x="5200650" y="430720"/>
                </a:moveTo>
                <a:lnTo>
                  <a:pt x="5200193" y="429590"/>
                </a:lnTo>
                <a:lnTo>
                  <a:pt x="5198326" y="427736"/>
                </a:lnTo>
                <a:lnTo>
                  <a:pt x="5197208" y="427266"/>
                </a:lnTo>
                <a:lnTo>
                  <a:pt x="5194579" y="427266"/>
                </a:lnTo>
                <a:lnTo>
                  <a:pt x="5193449" y="427736"/>
                </a:lnTo>
                <a:lnTo>
                  <a:pt x="5191595" y="429590"/>
                </a:lnTo>
                <a:lnTo>
                  <a:pt x="5191125" y="430720"/>
                </a:lnTo>
                <a:lnTo>
                  <a:pt x="5191125" y="433349"/>
                </a:lnTo>
                <a:lnTo>
                  <a:pt x="5191595" y="434467"/>
                </a:lnTo>
                <a:lnTo>
                  <a:pt x="5193449" y="436333"/>
                </a:lnTo>
                <a:lnTo>
                  <a:pt x="5194579" y="436791"/>
                </a:lnTo>
                <a:lnTo>
                  <a:pt x="5197208" y="436791"/>
                </a:lnTo>
                <a:lnTo>
                  <a:pt x="5198326" y="436333"/>
                </a:lnTo>
                <a:lnTo>
                  <a:pt x="5200193" y="434467"/>
                </a:lnTo>
                <a:lnTo>
                  <a:pt x="5200650" y="433349"/>
                </a:lnTo>
                <a:lnTo>
                  <a:pt x="5200650" y="430720"/>
                </a:lnTo>
                <a:close/>
              </a:path>
              <a:path w="9867900" h="3000375">
                <a:moveTo>
                  <a:pt x="5200650" y="3454"/>
                </a:moveTo>
                <a:lnTo>
                  <a:pt x="5200193" y="2336"/>
                </a:lnTo>
                <a:lnTo>
                  <a:pt x="5198326" y="469"/>
                </a:lnTo>
                <a:lnTo>
                  <a:pt x="5197208" y="0"/>
                </a:lnTo>
                <a:lnTo>
                  <a:pt x="5194579" y="0"/>
                </a:lnTo>
                <a:lnTo>
                  <a:pt x="5193449" y="469"/>
                </a:lnTo>
                <a:lnTo>
                  <a:pt x="5191595" y="2336"/>
                </a:lnTo>
                <a:lnTo>
                  <a:pt x="5191125" y="3454"/>
                </a:lnTo>
                <a:lnTo>
                  <a:pt x="5191125" y="6083"/>
                </a:lnTo>
                <a:lnTo>
                  <a:pt x="5191595" y="7200"/>
                </a:lnTo>
                <a:lnTo>
                  <a:pt x="5193449" y="9067"/>
                </a:lnTo>
                <a:lnTo>
                  <a:pt x="5194579" y="9525"/>
                </a:lnTo>
                <a:lnTo>
                  <a:pt x="5197208" y="9525"/>
                </a:lnTo>
                <a:lnTo>
                  <a:pt x="5198326" y="9067"/>
                </a:lnTo>
                <a:lnTo>
                  <a:pt x="5200193" y="7200"/>
                </a:lnTo>
                <a:lnTo>
                  <a:pt x="5200650" y="6083"/>
                </a:lnTo>
                <a:lnTo>
                  <a:pt x="5200650" y="3454"/>
                </a:lnTo>
                <a:close/>
              </a:path>
              <a:path w="9867900" h="3000375">
                <a:moveTo>
                  <a:pt x="5248275" y="2994304"/>
                </a:moveTo>
                <a:lnTo>
                  <a:pt x="5247818" y="2993186"/>
                </a:lnTo>
                <a:lnTo>
                  <a:pt x="5245951" y="2991320"/>
                </a:lnTo>
                <a:lnTo>
                  <a:pt x="5244833" y="2990850"/>
                </a:lnTo>
                <a:lnTo>
                  <a:pt x="5242204" y="2990850"/>
                </a:lnTo>
                <a:lnTo>
                  <a:pt x="5241074" y="2991320"/>
                </a:lnTo>
                <a:lnTo>
                  <a:pt x="5239220" y="2993186"/>
                </a:lnTo>
                <a:lnTo>
                  <a:pt x="5238750" y="2994304"/>
                </a:lnTo>
                <a:lnTo>
                  <a:pt x="5238750" y="2996933"/>
                </a:lnTo>
                <a:lnTo>
                  <a:pt x="5239220" y="2998051"/>
                </a:lnTo>
                <a:lnTo>
                  <a:pt x="5241074" y="2999917"/>
                </a:lnTo>
                <a:lnTo>
                  <a:pt x="5242204" y="3000375"/>
                </a:lnTo>
                <a:lnTo>
                  <a:pt x="5244833" y="3000375"/>
                </a:lnTo>
                <a:lnTo>
                  <a:pt x="5245951" y="2999917"/>
                </a:lnTo>
                <a:lnTo>
                  <a:pt x="5247818" y="2998051"/>
                </a:lnTo>
                <a:lnTo>
                  <a:pt x="5248275" y="2996933"/>
                </a:lnTo>
                <a:lnTo>
                  <a:pt x="5248275" y="2994304"/>
                </a:lnTo>
                <a:close/>
              </a:path>
              <a:path w="9867900" h="3000375">
                <a:moveTo>
                  <a:pt x="5248275" y="2567038"/>
                </a:moveTo>
                <a:lnTo>
                  <a:pt x="5247818" y="2565920"/>
                </a:lnTo>
                <a:lnTo>
                  <a:pt x="5245951" y="2564053"/>
                </a:lnTo>
                <a:lnTo>
                  <a:pt x="5244833" y="2563596"/>
                </a:lnTo>
                <a:lnTo>
                  <a:pt x="5242204" y="2563596"/>
                </a:lnTo>
                <a:lnTo>
                  <a:pt x="5241074" y="2564053"/>
                </a:lnTo>
                <a:lnTo>
                  <a:pt x="5239220" y="2565920"/>
                </a:lnTo>
                <a:lnTo>
                  <a:pt x="5238750" y="2567038"/>
                </a:lnTo>
                <a:lnTo>
                  <a:pt x="5238750" y="2569667"/>
                </a:lnTo>
                <a:lnTo>
                  <a:pt x="5239220" y="2570797"/>
                </a:lnTo>
                <a:lnTo>
                  <a:pt x="5241074" y="2572651"/>
                </a:lnTo>
                <a:lnTo>
                  <a:pt x="5242204" y="2573121"/>
                </a:lnTo>
                <a:lnTo>
                  <a:pt x="5244833" y="2573121"/>
                </a:lnTo>
                <a:lnTo>
                  <a:pt x="5245951" y="2572651"/>
                </a:lnTo>
                <a:lnTo>
                  <a:pt x="5247818" y="2570797"/>
                </a:lnTo>
                <a:lnTo>
                  <a:pt x="5248275" y="2569667"/>
                </a:lnTo>
                <a:lnTo>
                  <a:pt x="5248275" y="2567038"/>
                </a:lnTo>
                <a:close/>
              </a:path>
              <a:path w="9867900" h="3000375">
                <a:moveTo>
                  <a:pt x="5248275" y="2139772"/>
                </a:moveTo>
                <a:lnTo>
                  <a:pt x="5247818" y="2138654"/>
                </a:lnTo>
                <a:lnTo>
                  <a:pt x="5245951" y="2136787"/>
                </a:lnTo>
                <a:lnTo>
                  <a:pt x="5244833" y="2136330"/>
                </a:lnTo>
                <a:lnTo>
                  <a:pt x="5242204" y="2136330"/>
                </a:lnTo>
                <a:lnTo>
                  <a:pt x="5241074" y="2136787"/>
                </a:lnTo>
                <a:lnTo>
                  <a:pt x="5239220" y="2138654"/>
                </a:lnTo>
                <a:lnTo>
                  <a:pt x="5238750" y="2139772"/>
                </a:lnTo>
                <a:lnTo>
                  <a:pt x="5238750" y="2142401"/>
                </a:lnTo>
                <a:lnTo>
                  <a:pt x="5239220" y="2143531"/>
                </a:lnTo>
                <a:lnTo>
                  <a:pt x="5241074" y="2145385"/>
                </a:lnTo>
                <a:lnTo>
                  <a:pt x="5242204" y="2145855"/>
                </a:lnTo>
                <a:lnTo>
                  <a:pt x="5244833" y="2145855"/>
                </a:lnTo>
                <a:lnTo>
                  <a:pt x="5245951" y="2145385"/>
                </a:lnTo>
                <a:lnTo>
                  <a:pt x="5247818" y="2143531"/>
                </a:lnTo>
                <a:lnTo>
                  <a:pt x="5248275" y="2142401"/>
                </a:lnTo>
                <a:lnTo>
                  <a:pt x="5248275" y="2139772"/>
                </a:lnTo>
                <a:close/>
              </a:path>
              <a:path w="9867900" h="3000375">
                <a:moveTo>
                  <a:pt x="5248275" y="1712506"/>
                </a:moveTo>
                <a:lnTo>
                  <a:pt x="5247818" y="1711388"/>
                </a:lnTo>
                <a:lnTo>
                  <a:pt x="5245951" y="1709534"/>
                </a:lnTo>
                <a:lnTo>
                  <a:pt x="5244833" y="1709064"/>
                </a:lnTo>
                <a:lnTo>
                  <a:pt x="5242204" y="1709064"/>
                </a:lnTo>
                <a:lnTo>
                  <a:pt x="5241074" y="1709534"/>
                </a:lnTo>
                <a:lnTo>
                  <a:pt x="5239220" y="1711388"/>
                </a:lnTo>
                <a:lnTo>
                  <a:pt x="5238750" y="1712506"/>
                </a:lnTo>
                <a:lnTo>
                  <a:pt x="5238750" y="1715135"/>
                </a:lnTo>
                <a:lnTo>
                  <a:pt x="5239220" y="1716265"/>
                </a:lnTo>
                <a:lnTo>
                  <a:pt x="5241074" y="1718119"/>
                </a:lnTo>
                <a:lnTo>
                  <a:pt x="5242204" y="1718589"/>
                </a:lnTo>
                <a:lnTo>
                  <a:pt x="5244833" y="1718589"/>
                </a:lnTo>
                <a:lnTo>
                  <a:pt x="5245951" y="1718119"/>
                </a:lnTo>
                <a:lnTo>
                  <a:pt x="5247818" y="1716265"/>
                </a:lnTo>
                <a:lnTo>
                  <a:pt x="5248275" y="1715135"/>
                </a:lnTo>
                <a:lnTo>
                  <a:pt x="5248275" y="1712506"/>
                </a:lnTo>
                <a:close/>
              </a:path>
              <a:path w="9867900" h="3000375">
                <a:moveTo>
                  <a:pt x="5248275" y="1285252"/>
                </a:moveTo>
                <a:lnTo>
                  <a:pt x="5247818" y="1284122"/>
                </a:lnTo>
                <a:lnTo>
                  <a:pt x="5245951" y="1282268"/>
                </a:lnTo>
                <a:lnTo>
                  <a:pt x="5244833" y="1281798"/>
                </a:lnTo>
                <a:lnTo>
                  <a:pt x="5242204" y="1281798"/>
                </a:lnTo>
                <a:lnTo>
                  <a:pt x="5241074" y="1282268"/>
                </a:lnTo>
                <a:lnTo>
                  <a:pt x="5239220" y="1284122"/>
                </a:lnTo>
                <a:lnTo>
                  <a:pt x="5238750" y="1285252"/>
                </a:lnTo>
                <a:lnTo>
                  <a:pt x="5238750" y="1287881"/>
                </a:lnTo>
                <a:lnTo>
                  <a:pt x="5239220" y="1288999"/>
                </a:lnTo>
                <a:lnTo>
                  <a:pt x="5241074" y="1290853"/>
                </a:lnTo>
                <a:lnTo>
                  <a:pt x="5242204" y="1291323"/>
                </a:lnTo>
                <a:lnTo>
                  <a:pt x="5244833" y="1291323"/>
                </a:lnTo>
                <a:lnTo>
                  <a:pt x="5245951" y="1290853"/>
                </a:lnTo>
                <a:lnTo>
                  <a:pt x="5247818" y="1288999"/>
                </a:lnTo>
                <a:lnTo>
                  <a:pt x="5248275" y="1287881"/>
                </a:lnTo>
                <a:lnTo>
                  <a:pt x="5248275" y="1285252"/>
                </a:lnTo>
                <a:close/>
              </a:path>
              <a:path w="9867900" h="3000375">
                <a:moveTo>
                  <a:pt x="5248275" y="857986"/>
                </a:moveTo>
                <a:lnTo>
                  <a:pt x="5247818" y="856856"/>
                </a:lnTo>
                <a:lnTo>
                  <a:pt x="5245951" y="855002"/>
                </a:lnTo>
                <a:lnTo>
                  <a:pt x="5244833" y="854532"/>
                </a:lnTo>
                <a:lnTo>
                  <a:pt x="5242204" y="854532"/>
                </a:lnTo>
                <a:lnTo>
                  <a:pt x="5241074" y="855002"/>
                </a:lnTo>
                <a:lnTo>
                  <a:pt x="5239220" y="856856"/>
                </a:lnTo>
                <a:lnTo>
                  <a:pt x="5238750" y="857986"/>
                </a:lnTo>
                <a:lnTo>
                  <a:pt x="5238750" y="860615"/>
                </a:lnTo>
                <a:lnTo>
                  <a:pt x="5239220" y="861733"/>
                </a:lnTo>
                <a:lnTo>
                  <a:pt x="5241074" y="863600"/>
                </a:lnTo>
                <a:lnTo>
                  <a:pt x="5242204" y="864057"/>
                </a:lnTo>
                <a:lnTo>
                  <a:pt x="5244833" y="864057"/>
                </a:lnTo>
                <a:lnTo>
                  <a:pt x="5245951" y="863600"/>
                </a:lnTo>
                <a:lnTo>
                  <a:pt x="5247818" y="861733"/>
                </a:lnTo>
                <a:lnTo>
                  <a:pt x="5248275" y="860615"/>
                </a:lnTo>
                <a:lnTo>
                  <a:pt x="5248275" y="857986"/>
                </a:lnTo>
                <a:close/>
              </a:path>
              <a:path w="9867900" h="3000375">
                <a:moveTo>
                  <a:pt x="5248275" y="430720"/>
                </a:moveTo>
                <a:lnTo>
                  <a:pt x="5247818" y="429590"/>
                </a:lnTo>
                <a:lnTo>
                  <a:pt x="5245951" y="427736"/>
                </a:lnTo>
                <a:lnTo>
                  <a:pt x="5244833" y="427266"/>
                </a:lnTo>
                <a:lnTo>
                  <a:pt x="5242204" y="427266"/>
                </a:lnTo>
                <a:lnTo>
                  <a:pt x="5241074" y="427736"/>
                </a:lnTo>
                <a:lnTo>
                  <a:pt x="5239220" y="429590"/>
                </a:lnTo>
                <a:lnTo>
                  <a:pt x="5238750" y="430720"/>
                </a:lnTo>
                <a:lnTo>
                  <a:pt x="5238750" y="433349"/>
                </a:lnTo>
                <a:lnTo>
                  <a:pt x="5239220" y="434467"/>
                </a:lnTo>
                <a:lnTo>
                  <a:pt x="5241074" y="436333"/>
                </a:lnTo>
                <a:lnTo>
                  <a:pt x="5242204" y="436791"/>
                </a:lnTo>
                <a:lnTo>
                  <a:pt x="5244833" y="436791"/>
                </a:lnTo>
                <a:lnTo>
                  <a:pt x="5245951" y="436333"/>
                </a:lnTo>
                <a:lnTo>
                  <a:pt x="5247818" y="434467"/>
                </a:lnTo>
                <a:lnTo>
                  <a:pt x="5248275" y="433349"/>
                </a:lnTo>
                <a:lnTo>
                  <a:pt x="5248275" y="430720"/>
                </a:lnTo>
                <a:close/>
              </a:path>
              <a:path w="9867900" h="3000375">
                <a:moveTo>
                  <a:pt x="5248275" y="3454"/>
                </a:moveTo>
                <a:lnTo>
                  <a:pt x="5247818" y="2336"/>
                </a:lnTo>
                <a:lnTo>
                  <a:pt x="5245951" y="469"/>
                </a:lnTo>
                <a:lnTo>
                  <a:pt x="5244833" y="0"/>
                </a:lnTo>
                <a:lnTo>
                  <a:pt x="5242204" y="0"/>
                </a:lnTo>
                <a:lnTo>
                  <a:pt x="5241074" y="469"/>
                </a:lnTo>
                <a:lnTo>
                  <a:pt x="5239220" y="2336"/>
                </a:lnTo>
                <a:lnTo>
                  <a:pt x="5238750" y="3454"/>
                </a:lnTo>
                <a:lnTo>
                  <a:pt x="5238750" y="6083"/>
                </a:lnTo>
                <a:lnTo>
                  <a:pt x="5239220" y="7200"/>
                </a:lnTo>
                <a:lnTo>
                  <a:pt x="5241074" y="9067"/>
                </a:lnTo>
                <a:lnTo>
                  <a:pt x="5242204" y="9525"/>
                </a:lnTo>
                <a:lnTo>
                  <a:pt x="5244833" y="9525"/>
                </a:lnTo>
                <a:lnTo>
                  <a:pt x="5245951" y="9067"/>
                </a:lnTo>
                <a:lnTo>
                  <a:pt x="5247818" y="7200"/>
                </a:lnTo>
                <a:lnTo>
                  <a:pt x="5248275" y="6083"/>
                </a:lnTo>
                <a:lnTo>
                  <a:pt x="5248275" y="3454"/>
                </a:lnTo>
                <a:close/>
              </a:path>
              <a:path w="9867900" h="3000375">
                <a:moveTo>
                  <a:pt x="5295900" y="2994304"/>
                </a:moveTo>
                <a:lnTo>
                  <a:pt x="5295443" y="2993186"/>
                </a:lnTo>
                <a:lnTo>
                  <a:pt x="5293576" y="2991320"/>
                </a:lnTo>
                <a:lnTo>
                  <a:pt x="5292458" y="2990850"/>
                </a:lnTo>
                <a:lnTo>
                  <a:pt x="5289829" y="2990850"/>
                </a:lnTo>
                <a:lnTo>
                  <a:pt x="5288699" y="2991320"/>
                </a:lnTo>
                <a:lnTo>
                  <a:pt x="5286845" y="2993186"/>
                </a:lnTo>
                <a:lnTo>
                  <a:pt x="5286375" y="2994304"/>
                </a:lnTo>
                <a:lnTo>
                  <a:pt x="5286375" y="2996933"/>
                </a:lnTo>
                <a:lnTo>
                  <a:pt x="5286845" y="2998051"/>
                </a:lnTo>
                <a:lnTo>
                  <a:pt x="5288699" y="2999917"/>
                </a:lnTo>
                <a:lnTo>
                  <a:pt x="5289829" y="3000375"/>
                </a:lnTo>
                <a:lnTo>
                  <a:pt x="5292458" y="3000375"/>
                </a:lnTo>
                <a:lnTo>
                  <a:pt x="5293576" y="2999917"/>
                </a:lnTo>
                <a:lnTo>
                  <a:pt x="5295443" y="2998051"/>
                </a:lnTo>
                <a:lnTo>
                  <a:pt x="5295900" y="2996933"/>
                </a:lnTo>
                <a:lnTo>
                  <a:pt x="5295900" y="2994304"/>
                </a:lnTo>
                <a:close/>
              </a:path>
              <a:path w="9867900" h="3000375">
                <a:moveTo>
                  <a:pt x="5295900" y="2567038"/>
                </a:moveTo>
                <a:lnTo>
                  <a:pt x="5295443" y="2565920"/>
                </a:lnTo>
                <a:lnTo>
                  <a:pt x="5293576" y="2564053"/>
                </a:lnTo>
                <a:lnTo>
                  <a:pt x="5292458" y="2563596"/>
                </a:lnTo>
                <a:lnTo>
                  <a:pt x="5289829" y="2563596"/>
                </a:lnTo>
                <a:lnTo>
                  <a:pt x="5288699" y="2564053"/>
                </a:lnTo>
                <a:lnTo>
                  <a:pt x="5286845" y="2565920"/>
                </a:lnTo>
                <a:lnTo>
                  <a:pt x="5286375" y="2567038"/>
                </a:lnTo>
                <a:lnTo>
                  <a:pt x="5286375" y="2569667"/>
                </a:lnTo>
                <a:lnTo>
                  <a:pt x="5286845" y="2570797"/>
                </a:lnTo>
                <a:lnTo>
                  <a:pt x="5288699" y="2572651"/>
                </a:lnTo>
                <a:lnTo>
                  <a:pt x="5289829" y="2573121"/>
                </a:lnTo>
                <a:lnTo>
                  <a:pt x="5292458" y="2573121"/>
                </a:lnTo>
                <a:lnTo>
                  <a:pt x="5293576" y="2572651"/>
                </a:lnTo>
                <a:lnTo>
                  <a:pt x="5295443" y="2570797"/>
                </a:lnTo>
                <a:lnTo>
                  <a:pt x="5295900" y="2569667"/>
                </a:lnTo>
                <a:lnTo>
                  <a:pt x="5295900" y="2567038"/>
                </a:lnTo>
                <a:close/>
              </a:path>
              <a:path w="9867900" h="3000375">
                <a:moveTo>
                  <a:pt x="5295900" y="2139772"/>
                </a:moveTo>
                <a:lnTo>
                  <a:pt x="5295443" y="2138654"/>
                </a:lnTo>
                <a:lnTo>
                  <a:pt x="5293576" y="2136787"/>
                </a:lnTo>
                <a:lnTo>
                  <a:pt x="5292458" y="2136330"/>
                </a:lnTo>
                <a:lnTo>
                  <a:pt x="5289829" y="2136330"/>
                </a:lnTo>
                <a:lnTo>
                  <a:pt x="5288699" y="2136787"/>
                </a:lnTo>
                <a:lnTo>
                  <a:pt x="5286845" y="2138654"/>
                </a:lnTo>
                <a:lnTo>
                  <a:pt x="5286375" y="2139772"/>
                </a:lnTo>
                <a:lnTo>
                  <a:pt x="5286375" y="2142401"/>
                </a:lnTo>
                <a:lnTo>
                  <a:pt x="5286845" y="2143531"/>
                </a:lnTo>
                <a:lnTo>
                  <a:pt x="5288699" y="2145385"/>
                </a:lnTo>
                <a:lnTo>
                  <a:pt x="5289829" y="2145855"/>
                </a:lnTo>
                <a:lnTo>
                  <a:pt x="5292458" y="2145855"/>
                </a:lnTo>
                <a:lnTo>
                  <a:pt x="5293576" y="2145385"/>
                </a:lnTo>
                <a:lnTo>
                  <a:pt x="5295443" y="2143531"/>
                </a:lnTo>
                <a:lnTo>
                  <a:pt x="5295900" y="2142401"/>
                </a:lnTo>
                <a:lnTo>
                  <a:pt x="5295900" y="2139772"/>
                </a:lnTo>
                <a:close/>
              </a:path>
              <a:path w="9867900" h="3000375">
                <a:moveTo>
                  <a:pt x="5295900" y="1712506"/>
                </a:moveTo>
                <a:lnTo>
                  <a:pt x="5295443" y="1711388"/>
                </a:lnTo>
                <a:lnTo>
                  <a:pt x="5293576" y="1709534"/>
                </a:lnTo>
                <a:lnTo>
                  <a:pt x="5292458" y="1709064"/>
                </a:lnTo>
                <a:lnTo>
                  <a:pt x="5289829" y="1709064"/>
                </a:lnTo>
                <a:lnTo>
                  <a:pt x="5288699" y="1709534"/>
                </a:lnTo>
                <a:lnTo>
                  <a:pt x="5286845" y="1711388"/>
                </a:lnTo>
                <a:lnTo>
                  <a:pt x="5286375" y="1712506"/>
                </a:lnTo>
                <a:lnTo>
                  <a:pt x="5286375" y="1715135"/>
                </a:lnTo>
                <a:lnTo>
                  <a:pt x="5286845" y="1716265"/>
                </a:lnTo>
                <a:lnTo>
                  <a:pt x="5288699" y="1718119"/>
                </a:lnTo>
                <a:lnTo>
                  <a:pt x="5289829" y="1718589"/>
                </a:lnTo>
                <a:lnTo>
                  <a:pt x="5292458" y="1718589"/>
                </a:lnTo>
                <a:lnTo>
                  <a:pt x="5293576" y="1718119"/>
                </a:lnTo>
                <a:lnTo>
                  <a:pt x="5295443" y="1716265"/>
                </a:lnTo>
                <a:lnTo>
                  <a:pt x="5295900" y="1715135"/>
                </a:lnTo>
                <a:lnTo>
                  <a:pt x="5295900" y="1712506"/>
                </a:lnTo>
                <a:close/>
              </a:path>
              <a:path w="9867900" h="3000375">
                <a:moveTo>
                  <a:pt x="5295900" y="1285252"/>
                </a:moveTo>
                <a:lnTo>
                  <a:pt x="5295443" y="1284122"/>
                </a:lnTo>
                <a:lnTo>
                  <a:pt x="5293576" y="1282268"/>
                </a:lnTo>
                <a:lnTo>
                  <a:pt x="5292458" y="1281798"/>
                </a:lnTo>
                <a:lnTo>
                  <a:pt x="5289829" y="1281798"/>
                </a:lnTo>
                <a:lnTo>
                  <a:pt x="5288699" y="1282268"/>
                </a:lnTo>
                <a:lnTo>
                  <a:pt x="5286845" y="1284122"/>
                </a:lnTo>
                <a:lnTo>
                  <a:pt x="5286375" y="1285252"/>
                </a:lnTo>
                <a:lnTo>
                  <a:pt x="5286375" y="1287881"/>
                </a:lnTo>
                <a:lnTo>
                  <a:pt x="5286845" y="1288999"/>
                </a:lnTo>
                <a:lnTo>
                  <a:pt x="5288699" y="1290853"/>
                </a:lnTo>
                <a:lnTo>
                  <a:pt x="5289829" y="1291323"/>
                </a:lnTo>
                <a:lnTo>
                  <a:pt x="5292458" y="1291323"/>
                </a:lnTo>
                <a:lnTo>
                  <a:pt x="5293576" y="1290853"/>
                </a:lnTo>
                <a:lnTo>
                  <a:pt x="5295443" y="1288999"/>
                </a:lnTo>
                <a:lnTo>
                  <a:pt x="5295900" y="1287881"/>
                </a:lnTo>
                <a:lnTo>
                  <a:pt x="5295900" y="1285252"/>
                </a:lnTo>
                <a:close/>
              </a:path>
              <a:path w="9867900" h="3000375">
                <a:moveTo>
                  <a:pt x="5295900" y="857986"/>
                </a:moveTo>
                <a:lnTo>
                  <a:pt x="5295443" y="856856"/>
                </a:lnTo>
                <a:lnTo>
                  <a:pt x="5293576" y="855002"/>
                </a:lnTo>
                <a:lnTo>
                  <a:pt x="5292458" y="854532"/>
                </a:lnTo>
                <a:lnTo>
                  <a:pt x="5289829" y="854532"/>
                </a:lnTo>
                <a:lnTo>
                  <a:pt x="5288699" y="855002"/>
                </a:lnTo>
                <a:lnTo>
                  <a:pt x="5286845" y="856856"/>
                </a:lnTo>
                <a:lnTo>
                  <a:pt x="5286375" y="857986"/>
                </a:lnTo>
                <a:lnTo>
                  <a:pt x="5286375" y="860615"/>
                </a:lnTo>
                <a:lnTo>
                  <a:pt x="5286845" y="861733"/>
                </a:lnTo>
                <a:lnTo>
                  <a:pt x="5288699" y="863600"/>
                </a:lnTo>
                <a:lnTo>
                  <a:pt x="5289829" y="864057"/>
                </a:lnTo>
                <a:lnTo>
                  <a:pt x="5292458" y="864057"/>
                </a:lnTo>
                <a:lnTo>
                  <a:pt x="5293576" y="863600"/>
                </a:lnTo>
                <a:lnTo>
                  <a:pt x="5295443" y="861733"/>
                </a:lnTo>
                <a:lnTo>
                  <a:pt x="5295900" y="860615"/>
                </a:lnTo>
                <a:lnTo>
                  <a:pt x="5295900" y="857986"/>
                </a:lnTo>
                <a:close/>
              </a:path>
              <a:path w="9867900" h="3000375">
                <a:moveTo>
                  <a:pt x="5295900" y="430720"/>
                </a:moveTo>
                <a:lnTo>
                  <a:pt x="5295443" y="429590"/>
                </a:lnTo>
                <a:lnTo>
                  <a:pt x="5293576" y="427736"/>
                </a:lnTo>
                <a:lnTo>
                  <a:pt x="5292458" y="427266"/>
                </a:lnTo>
                <a:lnTo>
                  <a:pt x="5289829" y="427266"/>
                </a:lnTo>
                <a:lnTo>
                  <a:pt x="5288699" y="427736"/>
                </a:lnTo>
                <a:lnTo>
                  <a:pt x="5286845" y="429590"/>
                </a:lnTo>
                <a:lnTo>
                  <a:pt x="5286375" y="430720"/>
                </a:lnTo>
                <a:lnTo>
                  <a:pt x="5286375" y="433349"/>
                </a:lnTo>
                <a:lnTo>
                  <a:pt x="5286845" y="434467"/>
                </a:lnTo>
                <a:lnTo>
                  <a:pt x="5288699" y="436333"/>
                </a:lnTo>
                <a:lnTo>
                  <a:pt x="5289829" y="436791"/>
                </a:lnTo>
                <a:lnTo>
                  <a:pt x="5292458" y="436791"/>
                </a:lnTo>
                <a:lnTo>
                  <a:pt x="5293576" y="436333"/>
                </a:lnTo>
                <a:lnTo>
                  <a:pt x="5295443" y="434467"/>
                </a:lnTo>
                <a:lnTo>
                  <a:pt x="5295900" y="433349"/>
                </a:lnTo>
                <a:lnTo>
                  <a:pt x="5295900" y="430720"/>
                </a:lnTo>
                <a:close/>
              </a:path>
              <a:path w="9867900" h="3000375">
                <a:moveTo>
                  <a:pt x="5295900" y="3454"/>
                </a:moveTo>
                <a:lnTo>
                  <a:pt x="5295443" y="2336"/>
                </a:lnTo>
                <a:lnTo>
                  <a:pt x="5293576" y="469"/>
                </a:lnTo>
                <a:lnTo>
                  <a:pt x="5292458" y="0"/>
                </a:lnTo>
                <a:lnTo>
                  <a:pt x="5289829" y="0"/>
                </a:lnTo>
                <a:lnTo>
                  <a:pt x="5288699" y="469"/>
                </a:lnTo>
                <a:lnTo>
                  <a:pt x="5286845" y="2336"/>
                </a:lnTo>
                <a:lnTo>
                  <a:pt x="5286375" y="3454"/>
                </a:lnTo>
                <a:lnTo>
                  <a:pt x="5286375" y="6083"/>
                </a:lnTo>
                <a:lnTo>
                  <a:pt x="5286845" y="7200"/>
                </a:lnTo>
                <a:lnTo>
                  <a:pt x="5288699" y="9067"/>
                </a:lnTo>
                <a:lnTo>
                  <a:pt x="5289829" y="9525"/>
                </a:lnTo>
                <a:lnTo>
                  <a:pt x="5292458" y="9525"/>
                </a:lnTo>
                <a:lnTo>
                  <a:pt x="5293576" y="9067"/>
                </a:lnTo>
                <a:lnTo>
                  <a:pt x="5295443" y="7200"/>
                </a:lnTo>
                <a:lnTo>
                  <a:pt x="5295900" y="6083"/>
                </a:lnTo>
                <a:lnTo>
                  <a:pt x="5295900" y="3454"/>
                </a:lnTo>
                <a:close/>
              </a:path>
              <a:path w="9867900" h="3000375">
                <a:moveTo>
                  <a:pt x="5343525" y="2994304"/>
                </a:moveTo>
                <a:lnTo>
                  <a:pt x="5343068" y="2993186"/>
                </a:lnTo>
                <a:lnTo>
                  <a:pt x="5341201" y="2991320"/>
                </a:lnTo>
                <a:lnTo>
                  <a:pt x="5340083" y="2990850"/>
                </a:lnTo>
                <a:lnTo>
                  <a:pt x="5337454" y="2990850"/>
                </a:lnTo>
                <a:lnTo>
                  <a:pt x="5336324" y="2991320"/>
                </a:lnTo>
                <a:lnTo>
                  <a:pt x="5334470" y="2993186"/>
                </a:lnTo>
                <a:lnTo>
                  <a:pt x="5334000" y="2994304"/>
                </a:lnTo>
                <a:lnTo>
                  <a:pt x="5334000" y="2996933"/>
                </a:lnTo>
                <a:lnTo>
                  <a:pt x="5334470" y="2998051"/>
                </a:lnTo>
                <a:lnTo>
                  <a:pt x="5336324" y="2999917"/>
                </a:lnTo>
                <a:lnTo>
                  <a:pt x="5337454" y="3000375"/>
                </a:lnTo>
                <a:lnTo>
                  <a:pt x="5340083" y="3000375"/>
                </a:lnTo>
                <a:lnTo>
                  <a:pt x="5341201" y="2999917"/>
                </a:lnTo>
                <a:lnTo>
                  <a:pt x="5343068" y="2998051"/>
                </a:lnTo>
                <a:lnTo>
                  <a:pt x="5343525" y="2996933"/>
                </a:lnTo>
                <a:lnTo>
                  <a:pt x="5343525" y="2994304"/>
                </a:lnTo>
                <a:close/>
              </a:path>
              <a:path w="9867900" h="3000375">
                <a:moveTo>
                  <a:pt x="5343525" y="2567038"/>
                </a:moveTo>
                <a:lnTo>
                  <a:pt x="5343068" y="2565920"/>
                </a:lnTo>
                <a:lnTo>
                  <a:pt x="5341201" y="2564053"/>
                </a:lnTo>
                <a:lnTo>
                  <a:pt x="5340083" y="2563596"/>
                </a:lnTo>
                <a:lnTo>
                  <a:pt x="5337454" y="2563596"/>
                </a:lnTo>
                <a:lnTo>
                  <a:pt x="5336324" y="2564053"/>
                </a:lnTo>
                <a:lnTo>
                  <a:pt x="5334470" y="2565920"/>
                </a:lnTo>
                <a:lnTo>
                  <a:pt x="5334000" y="2567038"/>
                </a:lnTo>
                <a:lnTo>
                  <a:pt x="5334000" y="2569667"/>
                </a:lnTo>
                <a:lnTo>
                  <a:pt x="5334470" y="2570797"/>
                </a:lnTo>
                <a:lnTo>
                  <a:pt x="5336324" y="2572651"/>
                </a:lnTo>
                <a:lnTo>
                  <a:pt x="5337454" y="2573121"/>
                </a:lnTo>
                <a:lnTo>
                  <a:pt x="5340083" y="2573121"/>
                </a:lnTo>
                <a:lnTo>
                  <a:pt x="5341201" y="2572651"/>
                </a:lnTo>
                <a:lnTo>
                  <a:pt x="5343068" y="2570797"/>
                </a:lnTo>
                <a:lnTo>
                  <a:pt x="5343525" y="2569667"/>
                </a:lnTo>
                <a:lnTo>
                  <a:pt x="5343525" y="2567038"/>
                </a:lnTo>
                <a:close/>
              </a:path>
              <a:path w="9867900" h="3000375">
                <a:moveTo>
                  <a:pt x="5343525" y="2139772"/>
                </a:moveTo>
                <a:lnTo>
                  <a:pt x="5343068" y="2138654"/>
                </a:lnTo>
                <a:lnTo>
                  <a:pt x="5341201" y="2136787"/>
                </a:lnTo>
                <a:lnTo>
                  <a:pt x="5340083" y="2136330"/>
                </a:lnTo>
                <a:lnTo>
                  <a:pt x="5337454" y="2136330"/>
                </a:lnTo>
                <a:lnTo>
                  <a:pt x="5336324" y="2136787"/>
                </a:lnTo>
                <a:lnTo>
                  <a:pt x="5334470" y="2138654"/>
                </a:lnTo>
                <a:lnTo>
                  <a:pt x="5334000" y="2139772"/>
                </a:lnTo>
                <a:lnTo>
                  <a:pt x="5334000" y="2142401"/>
                </a:lnTo>
                <a:lnTo>
                  <a:pt x="5334470" y="2143531"/>
                </a:lnTo>
                <a:lnTo>
                  <a:pt x="5336324" y="2145385"/>
                </a:lnTo>
                <a:lnTo>
                  <a:pt x="5337454" y="2145855"/>
                </a:lnTo>
                <a:lnTo>
                  <a:pt x="5340083" y="2145855"/>
                </a:lnTo>
                <a:lnTo>
                  <a:pt x="5341201" y="2145385"/>
                </a:lnTo>
                <a:lnTo>
                  <a:pt x="5343068" y="2143531"/>
                </a:lnTo>
                <a:lnTo>
                  <a:pt x="5343525" y="2142401"/>
                </a:lnTo>
                <a:lnTo>
                  <a:pt x="5343525" y="2139772"/>
                </a:lnTo>
                <a:close/>
              </a:path>
              <a:path w="9867900" h="3000375">
                <a:moveTo>
                  <a:pt x="5343525" y="1712506"/>
                </a:moveTo>
                <a:lnTo>
                  <a:pt x="5343068" y="1711388"/>
                </a:lnTo>
                <a:lnTo>
                  <a:pt x="5341201" y="1709534"/>
                </a:lnTo>
                <a:lnTo>
                  <a:pt x="5340083" y="1709064"/>
                </a:lnTo>
                <a:lnTo>
                  <a:pt x="5337454" y="1709064"/>
                </a:lnTo>
                <a:lnTo>
                  <a:pt x="5336324" y="1709534"/>
                </a:lnTo>
                <a:lnTo>
                  <a:pt x="5334470" y="1711388"/>
                </a:lnTo>
                <a:lnTo>
                  <a:pt x="5334000" y="1712506"/>
                </a:lnTo>
                <a:lnTo>
                  <a:pt x="5334000" y="1715135"/>
                </a:lnTo>
                <a:lnTo>
                  <a:pt x="5334470" y="1716265"/>
                </a:lnTo>
                <a:lnTo>
                  <a:pt x="5336324" y="1718119"/>
                </a:lnTo>
                <a:lnTo>
                  <a:pt x="5337454" y="1718589"/>
                </a:lnTo>
                <a:lnTo>
                  <a:pt x="5340083" y="1718589"/>
                </a:lnTo>
                <a:lnTo>
                  <a:pt x="5341201" y="1718119"/>
                </a:lnTo>
                <a:lnTo>
                  <a:pt x="5343068" y="1716265"/>
                </a:lnTo>
                <a:lnTo>
                  <a:pt x="5343525" y="1715135"/>
                </a:lnTo>
                <a:lnTo>
                  <a:pt x="5343525" y="1712506"/>
                </a:lnTo>
                <a:close/>
              </a:path>
              <a:path w="9867900" h="3000375">
                <a:moveTo>
                  <a:pt x="5343525" y="1285252"/>
                </a:moveTo>
                <a:lnTo>
                  <a:pt x="5343068" y="1284122"/>
                </a:lnTo>
                <a:lnTo>
                  <a:pt x="5341201" y="1282268"/>
                </a:lnTo>
                <a:lnTo>
                  <a:pt x="5340083" y="1281798"/>
                </a:lnTo>
                <a:lnTo>
                  <a:pt x="5337454" y="1281798"/>
                </a:lnTo>
                <a:lnTo>
                  <a:pt x="5336324" y="1282268"/>
                </a:lnTo>
                <a:lnTo>
                  <a:pt x="5334470" y="1284122"/>
                </a:lnTo>
                <a:lnTo>
                  <a:pt x="5334000" y="1285252"/>
                </a:lnTo>
                <a:lnTo>
                  <a:pt x="5334000" y="1287881"/>
                </a:lnTo>
                <a:lnTo>
                  <a:pt x="5334470" y="1288999"/>
                </a:lnTo>
                <a:lnTo>
                  <a:pt x="5336324" y="1290853"/>
                </a:lnTo>
                <a:lnTo>
                  <a:pt x="5337454" y="1291323"/>
                </a:lnTo>
                <a:lnTo>
                  <a:pt x="5340083" y="1291323"/>
                </a:lnTo>
                <a:lnTo>
                  <a:pt x="5341201" y="1290853"/>
                </a:lnTo>
                <a:lnTo>
                  <a:pt x="5343068" y="1288999"/>
                </a:lnTo>
                <a:lnTo>
                  <a:pt x="5343525" y="1287881"/>
                </a:lnTo>
                <a:lnTo>
                  <a:pt x="5343525" y="1285252"/>
                </a:lnTo>
                <a:close/>
              </a:path>
              <a:path w="9867900" h="3000375">
                <a:moveTo>
                  <a:pt x="5343525" y="857986"/>
                </a:moveTo>
                <a:lnTo>
                  <a:pt x="5343068" y="856856"/>
                </a:lnTo>
                <a:lnTo>
                  <a:pt x="5341201" y="855002"/>
                </a:lnTo>
                <a:lnTo>
                  <a:pt x="5340083" y="854532"/>
                </a:lnTo>
                <a:lnTo>
                  <a:pt x="5337454" y="854532"/>
                </a:lnTo>
                <a:lnTo>
                  <a:pt x="5336324" y="855002"/>
                </a:lnTo>
                <a:lnTo>
                  <a:pt x="5334470" y="856856"/>
                </a:lnTo>
                <a:lnTo>
                  <a:pt x="5334000" y="857986"/>
                </a:lnTo>
                <a:lnTo>
                  <a:pt x="5334000" y="860615"/>
                </a:lnTo>
                <a:lnTo>
                  <a:pt x="5334470" y="861733"/>
                </a:lnTo>
                <a:lnTo>
                  <a:pt x="5336324" y="863600"/>
                </a:lnTo>
                <a:lnTo>
                  <a:pt x="5337454" y="864057"/>
                </a:lnTo>
                <a:lnTo>
                  <a:pt x="5340083" y="864057"/>
                </a:lnTo>
                <a:lnTo>
                  <a:pt x="5341201" y="863600"/>
                </a:lnTo>
                <a:lnTo>
                  <a:pt x="5343068" y="861733"/>
                </a:lnTo>
                <a:lnTo>
                  <a:pt x="5343525" y="860615"/>
                </a:lnTo>
                <a:lnTo>
                  <a:pt x="5343525" y="857986"/>
                </a:lnTo>
                <a:close/>
              </a:path>
              <a:path w="9867900" h="3000375">
                <a:moveTo>
                  <a:pt x="5343525" y="430720"/>
                </a:moveTo>
                <a:lnTo>
                  <a:pt x="5343068" y="429590"/>
                </a:lnTo>
                <a:lnTo>
                  <a:pt x="5341201" y="427736"/>
                </a:lnTo>
                <a:lnTo>
                  <a:pt x="5340083" y="427266"/>
                </a:lnTo>
                <a:lnTo>
                  <a:pt x="5337454" y="427266"/>
                </a:lnTo>
                <a:lnTo>
                  <a:pt x="5336324" y="427736"/>
                </a:lnTo>
                <a:lnTo>
                  <a:pt x="5334470" y="429590"/>
                </a:lnTo>
                <a:lnTo>
                  <a:pt x="5334000" y="430720"/>
                </a:lnTo>
                <a:lnTo>
                  <a:pt x="5334000" y="433349"/>
                </a:lnTo>
                <a:lnTo>
                  <a:pt x="5334470" y="434467"/>
                </a:lnTo>
                <a:lnTo>
                  <a:pt x="5336324" y="436333"/>
                </a:lnTo>
                <a:lnTo>
                  <a:pt x="5337454" y="436791"/>
                </a:lnTo>
                <a:lnTo>
                  <a:pt x="5340083" y="436791"/>
                </a:lnTo>
                <a:lnTo>
                  <a:pt x="5341201" y="436333"/>
                </a:lnTo>
                <a:lnTo>
                  <a:pt x="5343068" y="434467"/>
                </a:lnTo>
                <a:lnTo>
                  <a:pt x="5343525" y="433349"/>
                </a:lnTo>
                <a:lnTo>
                  <a:pt x="5343525" y="430720"/>
                </a:lnTo>
                <a:close/>
              </a:path>
              <a:path w="9867900" h="3000375">
                <a:moveTo>
                  <a:pt x="5343525" y="3454"/>
                </a:moveTo>
                <a:lnTo>
                  <a:pt x="5343068" y="2336"/>
                </a:lnTo>
                <a:lnTo>
                  <a:pt x="5341201" y="469"/>
                </a:lnTo>
                <a:lnTo>
                  <a:pt x="5340083" y="0"/>
                </a:lnTo>
                <a:lnTo>
                  <a:pt x="5337454" y="0"/>
                </a:lnTo>
                <a:lnTo>
                  <a:pt x="5336324" y="469"/>
                </a:lnTo>
                <a:lnTo>
                  <a:pt x="5334470" y="2336"/>
                </a:lnTo>
                <a:lnTo>
                  <a:pt x="5334000" y="3454"/>
                </a:lnTo>
                <a:lnTo>
                  <a:pt x="5334000" y="6083"/>
                </a:lnTo>
                <a:lnTo>
                  <a:pt x="5334470" y="7200"/>
                </a:lnTo>
                <a:lnTo>
                  <a:pt x="5336324" y="9067"/>
                </a:lnTo>
                <a:lnTo>
                  <a:pt x="5337454" y="9525"/>
                </a:lnTo>
                <a:lnTo>
                  <a:pt x="5340083" y="9525"/>
                </a:lnTo>
                <a:lnTo>
                  <a:pt x="5341201" y="9067"/>
                </a:lnTo>
                <a:lnTo>
                  <a:pt x="5343068" y="7200"/>
                </a:lnTo>
                <a:lnTo>
                  <a:pt x="5343525" y="6083"/>
                </a:lnTo>
                <a:lnTo>
                  <a:pt x="5343525" y="3454"/>
                </a:lnTo>
                <a:close/>
              </a:path>
              <a:path w="9867900" h="3000375">
                <a:moveTo>
                  <a:pt x="5391150" y="2994304"/>
                </a:moveTo>
                <a:lnTo>
                  <a:pt x="5390693" y="2993186"/>
                </a:lnTo>
                <a:lnTo>
                  <a:pt x="5388826" y="2991320"/>
                </a:lnTo>
                <a:lnTo>
                  <a:pt x="5387708" y="2990850"/>
                </a:lnTo>
                <a:lnTo>
                  <a:pt x="5385079" y="2990850"/>
                </a:lnTo>
                <a:lnTo>
                  <a:pt x="5383949" y="2991320"/>
                </a:lnTo>
                <a:lnTo>
                  <a:pt x="5382095" y="2993186"/>
                </a:lnTo>
                <a:lnTo>
                  <a:pt x="5381625" y="2994304"/>
                </a:lnTo>
                <a:lnTo>
                  <a:pt x="5381625" y="2996933"/>
                </a:lnTo>
                <a:lnTo>
                  <a:pt x="5382095" y="2998051"/>
                </a:lnTo>
                <a:lnTo>
                  <a:pt x="5383949" y="2999917"/>
                </a:lnTo>
                <a:lnTo>
                  <a:pt x="5385079" y="3000375"/>
                </a:lnTo>
                <a:lnTo>
                  <a:pt x="5387708" y="3000375"/>
                </a:lnTo>
                <a:lnTo>
                  <a:pt x="5388826" y="2999917"/>
                </a:lnTo>
                <a:lnTo>
                  <a:pt x="5390693" y="2998051"/>
                </a:lnTo>
                <a:lnTo>
                  <a:pt x="5391150" y="2996933"/>
                </a:lnTo>
                <a:lnTo>
                  <a:pt x="5391150" y="2994304"/>
                </a:lnTo>
                <a:close/>
              </a:path>
              <a:path w="9867900" h="3000375">
                <a:moveTo>
                  <a:pt x="5391150" y="2567038"/>
                </a:moveTo>
                <a:lnTo>
                  <a:pt x="5390693" y="2565920"/>
                </a:lnTo>
                <a:lnTo>
                  <a:pt x="5388826" y="2564053"/>
                </a:lnTo>
                <a:lnTo>
                  <a:pt x="5387708" y="2563596"/>
                </a:lnTo>
                <a:lnTo>
                  <a:pt x="5385079" y="2563596"/>
                </a:lnTo>
                <a:lnTo>
                  <a:pt x="5383949" y="2564053"/>
                </a:lnTo>
                <a:lnTo>
                  <a:pt x="5382095" y="2565920"/>
                </a:lnTo>
                <a:lnTo>
                  <a:pt x="5381625" y="2567038"/>
                </a:lnTo>
                <a:lnTo>
                  <a:pt x="5381625" y="2569667"/>
                </a:lnTo>
                <a:lnTo>
                  <a:pt x="5382095" y="2570797"/>
                </a:lnTo>
                <a:lnTo>
                  <a:pt x="5383949" y="2572651"/>
                </a:lnTo>
                <a:lnTo>
                  <a:pt x="5385079" y="2573121"/>
                </a:lnTo>
                <a:lnTo>
                  <a:pt x="5387708" y="2573121"/>
                </a:lnTo>
                <a:lnTo>
                  <a:pt x="5388826" y="2572651"/>
                </a:lnTo>
                <a:lnTo>
                  <a:pt x="5390693" y="2570797"/>
                </a:lnTo>
                <a:lnTo>
                  <a:pt x="5391150" y="2569667"/>
                </a:lnTo>
                <a:lnTo>
                  <a:pt x="5391150" y="2567038"/>
                </a:lnTo>
                <a:close/>
              </a:path>
              <a:path w="9867900" h="3000375">
                <a:moveTo>
                  <a:pt x="5391150" y="2139772"/>
                </a:moveTo>
                <a:lnTo>
                  <a:pt x="5390693" y="2138654"/>
                </a:lnTo>
                <a:lnTo>
                  <a:pt x="5388826" y="2136787"/>
                </a:lnTo>
                <a:lnTo>
                  <a:pt x="5387708" y="2136330"/>
                </a:lnTo>
                <a:lnTo>
                  <a:pt x="5385079" y="2136330"/>
                </a:lnTo>
                <a:lnTo>
                  <a:pt x="5383949" y="2136787"/>
                </a:lnTo>
                <a:lnTo>
                  <a:pt x="5382095" y="2138654"/>
                </a:lnTo>
                <a:lnTo>
                  <a:pt x="5381625" y="2139772"/>
                </a:lnTo>
                <a:lnTo>
                  <a:pt x="5381625" y="2142401"/>
                </a:lnTo>
                <a:lnTo>
                  <a:pt x="5382095" y="2143531"/>
                </a:lnTo>
                <a:lnTo>
                  <a:pt x="5383949" y="2145385"/>
                </a:lnTo>
                <a:lnTo>
                  <a:pt x="5385079" y="2145855"/>
                </a:lnTo>
                <a:lnTo>
                  <a:pt x="5387708" y="2145855"/>
                </a:lnTo>
                <a:lnTo>
                  <a:pt x="5388826" y="2145385"/>
                </a:lnTo>
                <a:lnTo>
                  <a:pt x="5390693" y="2143531"/>
                </a:lnTo>
                <a:lnTo>
                  <a:pt x="5391150" y="2142401"/>
                </a:lnTo>
                <a:lnTo>
                  <a:pt x="5391150" y="2139772"/>
                </a:lnTo>
                <a:close/>
              </a:path>
              <a:path w="9867900" h="3000375">
                <a:moveTo>
                  <a:pt x="5391150" y="1712506"/>
                </a:moveTo>
                <a:lnTo>
                  <a:pt x="5390693" y="1711388"/>
                </a:lnTo>
                <a:lnTo>
                  <a:pt x="5388826" y="1709534"/>
                </a:lnTo>
                <a:lnTo>
                  <a:pt x="5387708" y="1709064"/>
                </a:lnTo>
                <a:lnTo>
                  <a:pt x="5385079" y="1709064"/>
                </a:lnTo>
                <a:lnTo>
                  <a:pt x="5383949" y="1709534"/>
                </a:lnTo>
                <a:lnTo>
                  <a:pt x="5382095" y="1711388"/>
                </a:lnTo>
                <a:lnTo>
                  <a:pt x="5381625" y="1712506"/>
                </a:lnTo>
                <a:lnTo>
                  <a:pt x="5381625" y="1715135"/>
                </a:lnTo>
                <a:lnTo>
                  <a:pt x="5382095" y="1716265"/>
                </a:lnTo>
                <a:lnTo>
                  <a:pt x="5383949" y="1718119"/>
                </a:lnTo>
                <a:lnTo>
                  <a:pt x="5385079" y="1718589"/>
                </a:lnTo>
                <a:lnTo>
                  <a:pt x="5387708" y="1718589"/>
                </a:lnTo>
                <a:lnTo>
                  <a:pt x="5388826" y="1718119"/>
                </a:lnTo>
                <a:lnTo>
                  <a:pt x="5390693" y="1716265"/>
                </a:lnTo>
                <a:lnTo>
                  <a:pt x="5391150" y="1715135"/>
                </a:lnTo>
                <a:lnTo>
                  <a:pt x="5391150" y="1712506"/>
                </a:lnTo>
                <a:close/>
              </a:path>
              <a:path w="9867900" h="3000375">
                <a:moveTo>
                  <a:pt x="5391150" y="1285252"/>
                </a:moveTo>
                <a:lnTo>
                  <a:pt x="5390693" y="1284122"/>
                </a:lnTo>
                <a:lnTo>
                  <a:pt x="5388826" y="1282268"/>
                </a:lnTo>
                <a:lnTo>
                  <a:pt x="5387708" y="1281798"/>
                </a:lnTo>
                <a:lnTo>
                  <a:pt x="5385079" y="1281798"/>
                </a:lnTo>
                <a:lnTo>
                  <a:pt x="5383949" y="1282268"/>
                </a:lnTo>
                <a:lnTo>
                  <a:pt x="5382095" y="1284122"/>
                </a:lnTo>
                <a:lnTo>
                  <a:pt x="5381625" y="1285252"/>
                </a:lnTo>
                <a:lnTo>
                  <a:pt x="5381625" y="1287881"/>
                </a:lnTo>
                <a:lnTo>
                  <a:pt x="5382095" y="1288999"/>
                </a:lnTo>
                <a:lnTo>
                  <a:pt x="5383949" y="1290853"/>
                </a:lnTo>
                <a:lnTo>
                  <a:pt x="5385079" y="1291323"/>
                </a:lnTo>
                <a:lnTo>
                  <a:pt x="5387708" y="1291323"/>
                </a:lnTo>
                <a:lnTo>
                  <a:pt x="5388826" y="1290853"/>
                </a:lnTo>
                <a:lnTo>
                  <a:pt x="5390693" y="1288999"/>
                </a:lnTo>
                <a:lnTo>
                  <a:pt x="5391150" y="1287881"/>
                </a:lnTo>
                <a:lnTo>
                  <a:pt x="5391150" y="1285252"/>
                </a:lnTo>
                <a:close/>
              </a:path>
              <a:path w="9867900" h="3000375">
                <a:moveTo>
                  <a:pt x="5391150" y="857986"/>
                </a:moveTo>
                <a:lnTo>
                  <a:pt x="5390693" y="856856"/>
                </a:lnTo>
                <a:lnTo>
                  <a:pt x="5388826" y="855002"/>
                </a:lnTo>
                <a:lnTo>
                  <a:pt x="5387708" y="854532"/>
                </a:lnTo>
                <a:lnTo>
                  <a:pt x="5385079" y="854532"/>
                </a:lnTo>
                <a:lnTo>
                  <a:pt x="5383949" y="855002"/>
                </a:lnTo>
                <a:lnTo>
                  <a:pt x="5382095" y="856856"/>
                </a:lnTo>
                <a:lnTo>
                  <a:pt x="5381625" y="857986"/>
                </a:lnTo>
                <a:lnTo>
                  <a:pt x="5381625" y="860615"/>
                </a:lnTo>
                <a:lnTo>
                  <a:pt x="5382095" y="861733"/>
                </a:lnTo>
                <a:lnTo>
                  <a:pt x="5383949" y="863600"/>
                </a:lnTo>
                <a:lnTo>
                  <a:pt x="5385079" y="864057"/>
                </a:lnTo>
                <a:lnTo>
                  <a:pt x="5387708" y="864057"/>
                </a:lnTo>
                <a:lnTo>
                  <a:pt x="5388826" y="863600"/>
                </a:lnTo>
                <a:lnTo>
                  <a:pt x="5390693" y="861733"/>
                </a:lnTo>
                <a:lnTo>
                  <a:pt x="5391150" y="860615"/>
                </a:lnTo>
                <a:lnTo>
                  <a:pt x="5391150" y="857986"/>
                </a:lnTo>
                <a:close/>
              </a:path>
              <a:path w="9867900" h="3000375">
                <a:moveTo>
                  <a:pt x="5391150" y="430720"/>
                </a:moveTo>
                <a:lnTo>
                  <a:pt x="5390693" y="429590"/>
                </a:lnTo>
                <a:lnTo>
                  <a:pt x="5388826" y="427736"/>
                </a:lnTo>
                <a:lnTo>
                  <a:pt x="5387708" y="427266"/>
                </a:lnTo>
                <a:lnTo>
                  <a:pt x="5385079" y="427266"/>
                </a:lnTo>
                <a:lnTo>
                  <a:pt x="5383949" y="427736"/>
                </a:lnTo>
                <a:lnTo>
                  <a:pt x="5382095" y="429590"/>
                </a:lnTo>
                <a:lnTo>
                  <a:pt x="5381625" y="430720"/>
                </a:lnTo>
                <a:lnTo>
                  <a:pt x="5381625" y="433349"/>
                </a:lnTo>
                <a:lnTo>
                  <a:pt x="5382095" y="434467"/>
                </a:lnTo>
                <a:lnTo>
                  <a:pt x="5383949" y="436333"/>
                </a:lnTo>
                <a:lnTo>
                  <a:pt x="5385079" y="436791"/>
                </a:lnTo>
                <a:lnTo>
                  <a:pt x="5387708" y="436791"/>
                </a:lnTo>
                <a:lnTo>
                  <a:pt x="5388826" y="436333"/>
                </a:lnTo>
                <a:lnTo>
                  <a:pt x="5390693" y="434467"/>
                </a:lnTo>
                <a:lnTo>
                  <a:pt x="5391150" y="433349"/>
                </a:lnTo>
                <a:lnTo>
                  <a:pt x="5391150" y="430720"/>
                </a:lnTo>
                <a:close/>
              </a:path>
              <a:path w="9867900" h="3000375">
                <a:moveTo>
                  <a:pt x="5391150" y="3454"/>
                </a:moveTo>
                <a:lnTo>
                  <a:pt x="5390693" y="2336"/>
                </a:lnTo>
                <a:lnTo>
                  <a:pt x="5388826" y="469"/>
                </a:lnTo>
                <a:lnTo>
                  <a:pt x="5387708" y="0"/>
                </a:lnTo>
                <a:lnTo>
                  <a:pt x="5385079" y="0"/>
                </a:lnTo>
                <a:lnTo>
                  <a:pt x="5383949" y="469"/>
                </a:lnTo>
                <a:lnTo>
                  <a:pt x="5382095" y="2336"/>
                </a:lnTo>
                <a:lnTo>
                  <a:pt x="5381625" y="3454"/>
                </a:lnTo>
                <a:lnTo>
                  <a:pt x="5381625" y="6083"/>
                </a:lnTo>
                <a:lnTo>
                  <a:pt x="5382095" y="7200"/>
                </a:lnTo>
                <a:lnTo>
                  <a:pt x="5383949" y="9067"/>
                </a:lnTo>
                <a:lnTo>
                  <a:pt x="5385079" y="9525"/>
                </a:lnTo>
                <a:lnTo>
                  <a:pt x="5387708" y="9525"/>
                </a:lnTo>
                <a:lnTo>
                  <a:pt x="5388826" y="9067"/>
                </a:lnTo>
                <a:lnTo>
                  <a:pt x="5390693" y="7200"/>
                </a:lnTo>
                <a:lnTo>
                  <a:pt x="5391150" y="6083"/>
                </a:lnTo>
                <a:lnTo>
                  <a:pt x="5391150" y="3454"/>
                </a:lnTo>
                <a:close/>
              </a:path>
              <a:path w="9867900" h="3000375">
                <a:moveTo>
                  <a:pt x="5438775" y="2994304"/>
                </a:moveTo>
                <a:lnTo>
                  <a:pt x="5438318" y="2993186"/>
                </a:lnTo>
                <a:lnTo>
                  <a:pt x="5436451" y="2991320"/>
                </a:lnTo>
                <a:lnTo>
                  <a:pt x="5435333" y="2990850"/>
                </a:lnTo>
                <a:lnTo>
                  <a:pt x="5432704" y="2990850"/>
                </a:lnTo>
                <a:lnTo>
                  <a:pt x="5431574" y="2991320"/>
                </a:lnTo>
                <a:lnTo>
                  <a:pt x="5429720" y="2993186"/>
                </a:lnTo>
                <a:lnTo>
                  <a:pt x="5429250" y="2994304"/>
                </a:lnTo>
                <a:lnTo>
                  <a:pt x="5429250" y="2996933"/>
                </a:lnTo>
                <a:lnTo>
                  <a:pt x="5429720" y="2998051"/>
                </a:lnTo>
                <a:lnTo>
                  <a:pt x="5431574" y="2999917"/>
                </a:lnTo>
                <a:lnTo>
                  <a:pt x="5432704" y="3000375"/>
                </a:lnTo>
                <a:lnTo>
                  <a:pt x="5435333" y="3000375"/>
                </a:lnTo>
                <a:lnTo>
                  <a:pt x="5436451" y="2999917"/>
                </a:lnTo>
                <a:lnTo>
                  <a:pt x="5438318" y="2998051"/>
                </a:lnTo>
                <a:lnTo>
                  <a:pt x="5438775" y="2996933"/>
                </a:lnTo>
                <a:lnTo>
                  <a:pt x="5438775" y="2994304"/>
                </a:lnTo>
                <a:close/>
              </a:path>
              <a:path w="9867900" h="3000375">
                <a:moveTo>
                  <a:pt x="5438775" y="2567038"/>
                </a:moveTo>
                <a:lnTo>
                  <a:pt x="5438318" y="2565920"/>
                </a:lnTo>
                <a:lnTo>
                  <a:pt x="5436451" y="2564053"/>
                </a:lnTo>
                <a:lnTo>
                  <a:pt x="5435333" y="2563596"/>
                </a:lnTo>
                <a:lnTo>
                  <a:pt x="5432704" y="2563596"/>
                </a:lnTo>
                <a:lnTo>
                  <a:pt x="5431574" y="2564053"/>
                </a:lnTo>
                <a:lnTo>
                  <a:pt x="5429720" y="2565920"/>
                </a:lnTo>
                <a:lnTo>
                  <a:pt x="5429250" y="2567038"/>
                </a:lnTo>
                <a:lnTo>
                  <a:pt x="5429250" y="2569667"/>
                </a:lnTo>
                <a:lnTo>
                  <a:pt x="5429720" y="2570797"/>
                </a:lnTo>
                <a:lnTo>
                  <a:pt x="5431574" y="2572651"/>
                </a:lnTo>
                <a:lnTo>
                  <a:pt x="5432704" y="2573121"/>
                </a:lnTo>
                <a:lnTo>
                  <a:pt x="5435333" y="2573121"/>
                </a:lnTo>
                <a:lnTo>
                  <a:pt x="5436451" y="2572651"/>
                </a:lnTo>
                <a:lnTo>
                  <a:pt x="5438318" y="2570797"/>
                </a:lnTo>
                <a:lnTo>
                  <a:pt x="5438775" y="2569667"/>
                </a:lnTo>
                <a:lnTo>
                  <a:pt x="5438775" y="2567038"/>
                </a:lnTo>
                <a:close/>
              </a:path>
              <a:path w="9867900" h="3000375">
                <a:moveTo>
                  <a:pt x="5438775" y="2139772"/>
                </a:moveTo>
                <a:lnTo>
                  <a:pt x="5438318" y="2138654"/>
                </a:lnTo>
                <a:lnTo>
                  <a:pt x="5436451" y="2136787"/>
                </a:lnTo>
                <a:lnTo>
                  <a:pt x="5435333" y="2136330"/>
                </a:lnTo>
                <a:lnTo>
                  <a:pt x="5432704" y="2136330"/>
                </a:lnTo>
                <a:lnTo>
                  <a:pt x="5431574" y="2136787"/>
                </a:lnTo>
                <a:lnTo>
                  <a:pt x="5429720" y="2138654"/>
                </a:lnTo>
                <a:lnTo>
                  <a:pt x="5429250" y="2139772"/>
                </a:lnTo>
                <a:lnTo>
                  <a:pt x="5429250" y="2142401"/>
                </a:lnTo>
                <a:lnTo>
                  <a:pt x="5429720" y="2143531"/>
                </a:lnTo>
                <a:lnTo>
                  <a:pt x="5431574" y="2145385"/>
                </a:lnTo>
                <a:lnTo>
                  <a:pt x="5432704" y="2145855"/>
                </a:lnTo>
                <a:lnTo>
                  <a:pt x="5435333" y="2145855"/>
                </a:lnTo>
                <a:lnTo>
                  <a:pt x="5436451" y="2145385"/>
                </a:lnTo>
                <a:lnTo>
                  <a:pt x="5438318" y="2143531"/>
                </a:lnTo>
                <a:lnTo>
                  <a:pt x="5438775" y="2142401"/>
                </a:lnTo>
                <a:lnTo>
                  <a:pt x="5438775" y="2139772"/>
                </a:lnTo>
                <a:close/>
              </a:path>
              <a:path w="9867900" h="3000375">
                <a:moveTo>
                  <a:pt x="5438775" y="1712506"/>
                </a:moveTo>
                <a:lnTo>
                  <a:pt x="5438318" y="1711388"/>
                </a:lnTo>
                <a:lnTo>
                  <a:pt x="5436451" y="1709534"/>
                </a:lnTo>
                <a:lnTo>
                  <a:pt x="5435333" y="1709064"/>
                </a:lnTo>
                <a:lnTo>
                  <a:pt x="5432704" y="1709064"/>
                </a:lnTo>
                <a:lnTo>
                  <a:pt x="5431574" y="1709534"/>
                </a:lnTo>
                <a:lnTo>
                  <a:pt x="5429720" y="1711388"/>
                </a:lnTo>
                <a:lnTo>
                  <a:pt x="5429250" y="1712506"/>
                </a:lnTo>
                <a:lnTo>
                  <a:pt x="5429250" y="1715135"/>
                </a:lnTo>
                <a:lnTo>
                  <a:pt x="5429720" y="1716265"/>
                </a:lnTo>
                <a:lnTo>
                  <a:pt x="5431574" y="1718119"/>
                </a:lnTo>
                <a:lnTo>
                  <a:pt x="5432704" y="1718589"/>
                </a:lnTo>
                <a:lnTo>
                  <a:pt x="5435333" y="1718589"/>
                </a:lnTo>
                <a:lnTo>
                  <a:pt x="5436451" y="1718119"/>
                </a:lnTo>
                <a:lnTo>
                  <a:pt x="5438318" y="1716265"/>
                </a:lnTo>
                <a:lnTo>
                  <a:pt x="5438775" y="1715135"/>
                </a:lnTo>
                <a:lnTo>
                  <a:pt x="5438775" y="1712506"/>
                </a:lnTo>
                <a:close/>
              </a:path>
              <a:path w="9867900" h="3000375">
                <a:moveTo>
                  <a:pt x="5438775" y="1285252"/>
                </a:moveTo>
                <a:lnTo>
                  <a:pt x="5438318" y="1284122"/>
                </a:lnTo>
                <a:lnTo>
                  <a:pt x="5436451" y="1282268"/>
                </a:lnTo>
                <a:lnTo>
                  <a:pt x="5435333" y="1281798"/>
                </a:lnTo>
                <a:lnTo>
                  <a:pt x="5432704" y="1281798"/>
                </a:lnTo>
                <a:lnTo>
                  <a:pt x="5431574" y="1282268"/>
                </a:lnTo>
                <a:lnTo>
                  <a:pt x="5429720" y="1284122"/>
                </a:lnTo>
                <a:lnTo>
                  <a:pt x="5429250" y="1285252"/>
                </a:lnTo>
                <a:lnTo>
                  <a:pt x="5429250" y="1287881"/>
                </a:lnTo>
                <a:lnTo>
                  <a:pt x="5429720" y="1288999"/>
                </a:lnTo>
                <a:lnTo>
                  <a:pt x="5431574" y="1290853"/>
                </a:lnTo>
                <a:lnTo>
                  <a:pt x="5432704" y="1291323"/>
                </a:lnTo>
                <a:lnTo>
                  <a:pt x="5435333" y="1291323"/>
                </a:lnTo>
                <a:lnTo>
                  <a:pt x="5436451" y="1290853"/>
                </a:lnTo>
                <a:lnTo>
                  <a:pt x="5438318" y="1288999"/>
                </a:lnTo>
                <a:lnTo>
                  <a:pt x="5438775" y="1287881"/>
                </a:lnTo>
                <a:lnTo>
                  <a:pt x="5438775" y="1285252"/>
                </a:lnTo>
                <a:close/>
              </a:path>
              <a:path w="9867900" h="3000375">
                <a:moveTo>
                  <a:pt x="5438775" y="857986"/>
                </a:moveTo>
                <a:lnTo>
                  <a:pt x="5438318" y="856856"/>
                </a:lnTo>
                <a:lnTo>
                  <a:pt x="5436451" y="855002"/>
                </a:lnTo>
                <a:lnTo>
                  <a:pt x="5435333" y="854532"/>
                </a:lnTo>
                <a:lnTo>
                  <a:pt x="5432704" y="854532"/>
                </a:lnTo>
                <a:lnTo>
                  <a:pt x="5431574" y="855002"/>
                </a:lnTo>
                <a:lnTo>
                  <a:pt x="5429720" y="856856"/>
                </a:lnTo>
                <a:lnTo>
                  <a:pt x="5429250" y="857986"/>
                </a:lnTo>
                <a:lnTo>
                  <a:pt x="5429250" y="860615"/>
                </a:lnTo>
                <a:lnTo>
                  <a:pt x="5429720" y="861733"/>
                </a:lnTo>
                <a:lnTo>
                  <a:pt x="5431574" y="863600"/>
                </a:lnTo>
                <a:lnTo>
                  <a:pt x="5432704" y="864057"/>
                </a:lnTo>
                <a:lnTo>
                  <a:pt x="5435333" y="864057"/>
                </a:lnTo>
                <a:lnTo>
                  <a:pt x="5436451" y="863600"/>
                </a:lnTo>
                <a:lnTo>
                  <a:pt x="5438318" y="861733"/>
                </a:lnTo>
                <a:lnTo>
                  <a:pt x="5438775" y="860615"/>
                </a:lnTo>
                <a:lnTo>
                  <a:pt x="5438775" y="857986"/>
                </a:lnTo>
                <a:close/>
              </a:path>
              <a:path w="9867900" h="3000375">
                <a:moveTo>
                  <a:pt x="5438775" y="430720"/>
                </a:moveTo>
                <a:lnTo>
                  <a:pt x="5438318" y="429590"/>
                </a:lnTo>
                <a:lnTo>
                  <a:pt x="5436451" y="427736"/>
                </a:lnTo>
                <a:lnTo>
                  <a:pt x="5435333" y="427266"/>
                </a:lnTo>
                <a:lnTo>
                  <a:pt x="5432704" y="427266"/>
                </a:lnTo>
                <a:lnTo>
                  <a:pt x="5431574" y="427736"/>
                </a:lnTo>
                <a:lnTo>
                  <a:pt x="5429720" y="429590"/>
                </a:lnTo>
                <a:lnTo>
                  <a:pt x="5429250" y="430720"/>
                </a:lnTo>
                <a:lnTo>
                  <a:pt x="5429250" y="433349"/>
                </a:lnTo>
                <a:lnTo>
                  <a:pt x="5429720" y="434467"/>
                </a:lnTo>
                <a:lnTo>
                  <a:pt x="5431574" y="436333"/>
                </a:lnTo>
                <a:lnTo>
                  <a:pt x="5432704" y="436791"/>
                </a:lnTo>
                <a:lnTo>
                  <a:pt x="5435333" y="436791"/>
                </a:lnTo>
                <a:lnTo>
                  <a:pt x="5436451" y="436333"/>
                </a:lnTo>
                <a:lnTo>
                  <a:pt x="5438318" y="434467"/>
                </a:lnTo>
                <a:lnTo>
                  <a:pt x="5438775" y="433349"/>
                </a:lnTo>
                <a:lnTo>
                  <a:pt x="5438775" y="430720"/>
                </a:lnTo>
                <a:close/>
              </a:path>
              <a:path w="9867900" h="3000375">
                <a:moveTo>
                  <a:pt x="5438775" y="3454"/>
                </a:moveTo>
                <a:lnTo>
                  <a:pt x="5438318" y="2336"/>
                </a:lnTo>
                <a:lnTo>
                  <a:pt x="5436451" y="469"/>
                </a:lnTo>
                <a:lnTo>
                  <a:pt x="5435333" y="0"/>
                </a:lnTo>
                <a:lnTo>
                  <a:pt x="5432704" y="0"/>
                </a:lnTo>
                <a:lnTo>
                  <a:pt x="5431574" y="469"/>
                </a:lnTo>
                <a:lnTo>
                  <a:pt x="5429720" y="2336"/>
                </a:lnTo>
                <a:lnTo>
                  <a:pt x="5429250" y="3454"/>
                </a:lnTo>
                <a:lnTo>
                  <a:pt x="5429250" y="6083"/>
                </a:lnTo>
                <a:lnTo>
                  <a:pt x="5429720" y="7200"/>
                </a:lnTo>
                <a:lnTo>
                  <a:pt x="5431574" y="9067"/>
                </a:lnTo>
                <a:lnTo>
                  <a:pt x="5432704" y="9525"/>
                </a:lnTo>
                <a:lnTo>
                  <a:pt x="5435333" y="9525"/>
                </a:lnTo>
                <a:lnTo>
                  <a:pt x="5436451" y="9067"/>
                </a:lnTo>
                <a:lnTo>
                  <a:pt x="5438318" y="7200"/>
                </a:lnTo>
                <a:lnTo>
                  <a:pt x="5438775" y="6083"/>
                </a:lnTo>
                <a:lnTo>
                  <a:pt x="5438775" y="3454"/>
                </a:lnTo>
                <a:close/>
              </a:path>
              <a:path w="9867900" h="3000375">
                <a:moveTo>
                  <a:pt x="5486400" y="2994304"/>
                </a:moveTo>
                <a:lnTo>
                  <a:pt x="5485943" y="2993186"/>
                </a:lnTo>
                <a:lnTo>
                  <a:pt x="5484076" y="2991320"/>
                </a:lnTo>
                <a:lnTo>
                  <a:pt x="5482958" y="2990850"/>
                </a:lnTo>
                <a:lnTo>
                  <a:pt x="5480329" y="2990850"/>
                </a:lnTo>
                <a:lnTo>
                  <a:pt x="5479199" y="2991320"/>
                </a:lnTo>
                <a:lnTo>
                  <a:pt x="5477345" y="2993186"/>
                </a:lnTo>
                <a:lnTo>
                  <a:pt x="5476875" y="2994304"/>
                </a:lnTo>
                <a:lnTo>
                  <a:pt x="5476875" y="2996933"/>
                </a:lnTo>
                <a:lnTo>
                  <a:pt x="5477345" y="2998051"/>
                </a:lnTo>
                <a:lnTo>
                  <a:pt x="5479199" y="2999917"/>
                </a:lnTo>
                <a:lnTo>
                  <a:pt x="5480329" y="3000375"/>
                </a:lnTo>
                <a:lnTo>
                  <a:pt x="5482958" y="3000375"/>
                </a:lnTo>
                <a:lnTo>
                  <a:pt x="5484076" y="2999917"/>
                </a:lnTo>
                <a:lnTo>
                  <a:pt x="5485943" y="2998051"/>
                </a:lnTo>
                <a:lnTo>
                  <a:pt x="5486400" y="2996933"/>
                </a:lnTo>
                <a:lnTo>
                  <a:pt x="5486400" y="2994304"/>
                </a:lnTo>
                <a:close/>
              </a:path>
              <a:path w="9867900" h="3000375">
                <a:moveTo>
                  <a:pt x="5486400" y="2567038"/>
                </a:moveTo>
                <a:lnTo>
                  <a:pt x="5485943" y="2565920"/>
                </a:lnTo>
                <a:lnTo>
                  <a:pt x="5484076" y="2564053"/>
                </a:lnTo>
                <a:lnTo>
                  <a:pt x="5482958" y="2563596"/>
                </a:lnTo>
                <a:lnTo>
                  <a:pt x="5480329" y="2563596"/>
                </a:lnTo>
                <a:lnTo>
                  <a:pt x="5479199" y="2564053"/>
                </a:lnTo>
                <a:lnTo>
                  <a:pt x="5477345" y="2565920"/>
                </a:lnTo>
                <a:lnTo>
                  <a:pt x="5476875" y="2567038"/>
                </a:lnTo>
                <a:lnTo>
                  <a:pt x="5476875" y="2569667"/>
                </a:lnTo>
                <a:lnTo>
                  <a:pt x="5477345" y="2570797"/>
                </a:lnTo>
                <a:lnTo>
                  <a:pt x="5479199" y="2572651"/>
                </a:lnTo>
                <a:lnTo>
                  <a:pt x="5480329" y="2573121"/>
                </a:lnTo>
                <a:lnTo>
                  <a:pt x="5482958" y="2573121"/>
                </a:lnTo>
                <a:lnTo>
                  <a:pt x="5484076" y="2572651"/>
                </a:lnTo>
                <a:lnTo>
                  <a:pt x="5485943" y="2570797"/>
                </a:lnTo>
                <a:lnTo>
                  <a:pt x="5486400" y="2569667"/>
                </a:lnTo>
                <a:lnTo>
                  <a:pt x="5486400" y="2567038"/>
                </a:lnTo>
                <a:close/>
              </a:path>
              <a:path w="9867900" h="3000375">
                <a:moveTo>
                  <a:pt x="5486400" y="2139772"/>
                </a:moveTo>
                <a:lnTo>
                  <a:pt x="5485943" y="2138654"/>
                </a:lnTo>
                <a:lnTo>
                  <a:pt x="5484076" y="2136787"/>
                </a:lnTo>
                <a:lnTo>
                  <a:pt x="5482958" y="2136330"/>
                </a:lnTo>
                <a:lnTo>
                  <a:pt x="5480329" y="2136330"/>
                </a:lnTo>
                <a:lnTo>
                  <a:pt x="5479199" y="2136787"/>
                </a:lnTo>
                <a:lnTo>
                  <a:pt x="5477345" y="2138654"/>
                </a:lnTo>
                <a:lnTo>
                  <a:pt x="5476875" y="2139772"/>
                </a:lnTo>
                <a:lnTo>
                  <a:pt x="5476875" y="2142401"/>
                </a:lnTo>
                <a:lnTo>
                  <a:pt x="5477345" y="2143531"/>
                </a:lnTo>
                <a:lnTo>
                  <a:pt x="5479199" y="2145385"/>
                </a:lnTo>
                <a:lnTo>
                  <a:pt x="5480329" y="2145855"/>
                </a:lnTo>
                <a:lnTo>
                  <a:pt x="5482958" y="2145855"/>
                </a:lnTo>
                <a:lnTo>
                  <a:pt x="5484076" y="2145385"/>
                </a:lnTo>
                <a:lnTo>
                  <a:pt x="5485943" y="2143531"/>
                </a:lnTo>
                <a:lnTo>
                  <a:pt x="5486400" y="2142401"/>
                </a:lnTo>
                <a:lnTo>
                  <a:pt x="5486400" y="2139772"/>
                </a:lnTo>
                <a:close/>
              </a:path>
              <a:path w="9867900" h="3000375">
                <a:moveTo>
                  <a:pt x="5486400" y="1712506"/>
                </a:moveTo>
                <a:lnTo>
                  <a:pt x="5485943" y="1711388"/>
                </a:lnTo>
                <a:lnTo>
                  <a:pt x="5484076" y="1709534"/>
                </a:lnTo>
                <a:lnTo>
                  <a:pt x="5482958" y="1709064"/>
                </a:lnTo>
                <a:lnTo>
                  <a:pt x="5480329" y="1709064"/>
                </a:lnTo>
                <a:lnTo>
                  <a:pt x="5479199" y="1709534"/>
                </a:lnTo>
                <a:lnTo>
                  <a:pt x="5477345" y="1711388"/>
                </a:lnTo>
                <a:lnTo>
                  <a:pt x="5476875" y="1712506"/>
                </a:lnTo>
                <a:lnTo>
                  <a:pt x="5476875" y="1715135"/>
                </a:lnTo>
                <a:lnTo>
                  <a:pt x="5477345" y="1716265"/>
                </a:lnTo>
                <a:lnTo>
                  <a:pt x="5479199" y="1718119"/>
                </a:lnTo>
                <a:lnTo>
                  <a:pt x="5480329" y="1718589"/>
                </a:lnTo>
                <a:lnTo>
                  <a:pt x="5482958" y="1718589"/>
                </a:lnTo>
                <a:lnTo>
                  <a:pt x="5484076" y="1718119"/>
                </a:lnTo>
                <a:lnTo>
                  <a:pt x="5485943" y="1716265"/>
                </a:lnTo>
                <a:lnTo>
                  <a:pt x="5486400" y="1715135"/>
                </a:lnTo>
                <a:lnTo>
                  <a:pt x="5486400" y="1712506"/>
                </a:lnTo>
                <a:close/>
              </a:path>
              <a:path w="9867900" h="3000375">
                <a:moveTo>
                  <a:pt x="5486400" y="1285252"/>
                </a:moveTo>
                <a:lnTo>
                  <a:pt x="5485943" y="1284122"/>
                </a:lnTo>
                <a:lnTo>
                  <a:pt x="5484076" y="1282268"/>
                </a:lnTo>
                <a:lnTo>
                  <a:pt x="5482958" y="1281798"/>
                </a:lnTo>
                <a:lnTo>
                  <a:pt x="5480329" y="1281798"/>
                </a:lnTo>
                <a:lnTo>
                  <a:pt x="5479199" y="1282268"/>
                </a:lnTo>
                <a:lnTo>
                  <a:pt x="5477345" y="1284122"/>
                </a:lnTo>
                <a:lnTo>
                  <a:pt x="5476875" y="1285252"/>
                </a:lnTo>
                <a:lnTo>
                  <a:pt x="5476875" y="1287881"/>
                </a:lnTo>
                <a:lnTo>
                  <a:pt x="5477345" y="1288999"/>
                </a:lnTo>
                <a:lnTo>
                  <a:pt x="5479199" y="1290853"/>
                </a:lnTo>
                <a:lnTo>
                  <a:pt x="5480329" y="1291323"/>
                </a:lnTo>
                <a:lnTo>
                  <a:pt x="5482958" y="1291323"/>
                </a:lnTo>
                <a:lnTo>
                  <a:pt x="5484076" y="1290853"/>
                </a:lnTo>
                <a:lnTo>
                  <a:pt x="5485943" y="1288999"/>
                </a:lnTo>
                <a:lnTo>
                  <a:pt x="5486400" y="1287881"/>
                </a:lnTo>
                <a:lnTo>
                  <a:pt x="5486400" y="1285252"/>
                </a:lnTo>
                <a:close/>
              </a:path>
              <a:path w="9867900" h="3000375">
                <a:moveTo>
                  <a:pt x="5486400" y="857986"/>
                </a:moveTo>
                <a:lnTo>
                  <a:pt x="5485943" y="856856"/>
                </a:lnTo>
                <a:lnTo>
                  <a:pt x="5484076" y="855002"/>
                </a:lnTo>
                <a:lnTo>
                  <a:pt x="5482958" y="854532"/>
                </a:lnTo>
                <a:lnTo>
                  <a:pt x="5480329" y="854532"/>
                </a:lnTo>
                <a:lnTo>
                  <a:pt x="5479199" y="855002"/>
                </a:lnTo>
                <a:lnTo>
                  <a:pt x="5477345" y="856856"/>
                </a:lnTo>
                <a:lnTo>
                  <a:pt x="5476875" y="857986"/>
                </a:lnTo>
                <a:lnTo>
                  <a:pt x="5476875" y="860615"/>
                </a:lnTo>
                <a:lnTo>
                  <a:pt x="5477345" y="861733"/>
                </a:lnTo>
                <a:lnTo>
                  <a:pt x="5479199" y="863600"/>
                </a:lnTo>
                <a:lnTo>
                  <a:pt x="5480329" y="864057"/>
                </a:lnTo>
                <a:lnTo>
                  <a:pt x="5482958" y="864057"/>
                </a:lnTo>
                <a:lnTo>
                  <a:pt x="5484076" y="863600"/>
                </a:lnTo>
                <a:lnTo>
                  <a:pt x="5485943" y="861733"/>
                </a:lnTo>
                <a:lnTo>
                  <a:pt x="5486400" y="860615"/>
                </a:lnTo>
                <a:lnTo>
                  <a:pt x="5486400" y="857986"/>
                </a:lnTo>
                <a:close/>
              </a:path>
              <a:path w="9867900" h="3000375">
                <a:moveTo>
                  <a:pt x="5486400" y="430720"/>
                </a:moveTo>
                <a:lnTo>
                  <a:pt x="5485943" y="429590"/>
                </a:lnTo>
                <a:lnTo>
                  <a:pt x="5484076" y="427736"/>
                </a:lnTo>
                <a:lnTo>
                  <a:pt x="5482958" y="427266"/>
                </a:lnTo>
                <a:lnTo>
                  <a:pt x="5480329" y="427266"/>
                </a:lnTo>
                <a:lnTo>
                  <a:pt x="5479199" y="427736"/>
                </a:lnTo>
                <a:lnTo>
                  <a:pt x="5477345" y="429590"/>
                </a:lnTo>
                <a:lnTo>
                  <a:pt x="5476875" y="430720"/>
                </a:lnTo>
                <a:lnTo>
                  <a:pt x="5476875" y="433349"/>
                </a:lnTo>
                <a:lnTo>
                  <a:pt x="5477345" y="434467"/>
                </a:lnTo>
                <a:lnTo>
                  <a:pt x="5479199" y="436333"/>
                </a:lnTo>
                <a:lnTo>
                  <a:pt x="5480329" y="436791"/>
                </a:lnTo>
                <a:lnTo>
                  <a:pt x="5482958" y="436791"/>
                </a:lnTo>
                <a:lnTo>
                  <a:pt x="5484076" y="436333"/>
                </a:lnTo>
                <a:lnTo>
                  <a:pt x="5485943" y="434467"/>
                </a:lnTo>
                <a:lnTo>
                  <a:pt x="5486400" y="433349"/>
                </a:lnTo>
                <a:lnTo>
                  <a:pt x="5486400" y="430720"/>
                </a:lnTo>
                <a:close/>
              </a:path>
              <a:path w="9867900" h="3000375">
                <a:moveTo>
                  <a:pt x="5486400" y="3454"/>
                </a:moveTo>
                <a:lnTo>
                  <a:pt x="5485943" y="2336"/>
                </a:lnTo>
                <a:lnTo>
                  <a:pt x="5484076" y="469"/>
                </a:lnTo>
                <a:lnTo>
                  <a:pt x="5482958" y="0"/>
                </a:lnTo>
                <a:lnTo>
                  <a:pt x="5480329" y="0"/>
                </a:lnTo>
                <a:lnTo>
                  <a:pt x="5479199" y="469"/>
                </a:lnTo>
                <a:lnTo>
                  <a:pt x="5477345" y="2336"/>
                </a:lnTo>
                <a:lnTo>
                  <a:pt x="5476875" y="3454"/>
                </a:lnTo>
                <a:lnTo>
                  <a:pt x="5476875" y="6083"/>
                </a:lnTo>
                <a:lnTo>
                  <a:pt x="5477345" y="7200"/>
                </a:lnTo>
                <a:lnTo>
                  <a:pt x="5479199" y="9067"/>
                </a:lnTo>
                <a:lnTo>
                  <a:pt x="5480329" y="9525"/>
                </a:lnTo>
                <a:lnTo>
                  <a:pt x="5482958" y="9525"/>
                </a:lnTo>
                <a:lnTo>
                  <a:pt x="5484076" y="9067"/>
                </a:lnTo>
                <a:lnTo>
                  <a:pt x="5485943" y="7200"/>
                </a:lnTo>
                <a:lnTo>
                  <a:pt x="5486400" y="6083"/>
                </a:lnTo>
                <a:lnTo>
                  <a:pt x="5486400" y="3454"/>
                </a:lnTo>
                <a:close/>
              </a:path>
              <a:path w="9867900" h="3000375">
                <a:moveTo>
                  <a:pt x="5534025" y="2994304"/>
                </a:moveTo>
                <a:lnTo>
                  <a:pt x="5533568" y="2993186"/>
                </a:lnTo>
                <a:lnTo>
                  <a:pt x="5531701" y="2991320"/>
                </a:lnTo>
                <a:lnTo>
                  <a:pt x="5530583" y="2990850"/>
                </a:lnTo>
                <a:lnTo>
                  <a:pt x="5527954" y="2990850"/>
                </a:lnTo>
                <a:lnTo>
                  <a:pt x="5526824" y="2991320"/>
                </a:lnTo>
                <a:lnTo>
                  <a:pt x="5524970" y="2993186"/>
                </a:lnTo>
                <a:lnTo>
                  <a:pt x="5524500" y="2994304"/>
                </a:lnTo>
                <a:lnTo>
                  <a:pt x="5524500" y="2996933"/>
                </a:lnTo>
                <a:lnTo>
                  <a:pt x="5524970" y="2998051"/>
                </a:lnTo>
                <a:lnTo>
                  <a:pt x="5526824" y="2999917"/>
                </a:lnTo>
                <a:lnTo>
                  <a:pt x="5527954" y="3000375"/>
                </a:lnTo>
                <a:lnTo>
                  <a:pt x="5530583" y="3000375"/>
                </a:lnTo>
                <a:lnTo>
                  <a:pt x="5531701" y="2999917"/>
                </a:lnTo>
                <a:lnTo>
                  <a:pt x="5533568" y="2998051"/>
                </a:lnTo>
                <a:lnTo>
                  <a:pt x="5534025" y="2996933"/>
                </a:lnTo>
                <a:lnTo>
                  <a:pt x="5534025" y="2994304"/>
                </a:lnTo>
                <a:close/>
              </a:path>
              <a:path w="9867900" h="3000375">
                <a:moveTo>
                  <a:pt x="5534025" y="2567038"/>
                </a:moveTo>
                <a:lnTo>
                  <a:pt x="5533568" y="2565920"/>
                </a:lnTo>
                <a:lnTo>
                  <a:pt x="5531701" y="2564053"/>
                </a:lnTo>
                <a:lnTo>
                  <a:pt x="5530583" y="2563596"/>
                </a:lnTo>
                <a:lnTo>
                  <a:pt x="5527954" y="2563596"/>
                </a:lnTo>
                <a:lnTo>
                  <a:pt x="5526824" y="2564053"/>
                </a:lnTo>
                <a:lnTo>
                  <a:pt x="5524970" y="2565920"/>
                </a:lnTo>
                <a:lnTo>
                  <a:pt x="5524500" y="2567038"/>
                </a:lnTo>
                <a:lnTo>
                  <a:pt x="5524500" y="2569667"/>
                </a:lnTo>
                <a:lnTo>
                  <a:pt x="5524970" y="2570797"/>
                </a:lnTo>
                <a:lnTo>
                  <a:pt x="5526824" y="2572651"/>
                </a:lnTo>
                <a:lnTo>
                  <a:pt x="5527954" y="2573121"/>
                </a:lnTo>
                <a:lnTo>
                  <a:pt x="5530583" y="2573121"/>
                </a:lnTo>
                <a:lnTo>
                  <a:pt x="5531701" y="2572651"/>
                </a:lnTo>
                <a:lnTo>
                  <a:pt x="5533568" y="2570797"/>
                </a:lnTo>
                <a:lnTo>
                  <a:pt x="5534025" y="2569667"/>
                </a:lnTo>
                <a:lnTo>
                  <a:pt x="5534025" y="2567038"/>
                </a:lnTo>
                <a:close/>
              </a:path>
              <a:path w="9867900" h="3000375">
                <a:moveTo>
                  <a:pt x="5534025" y="2139772"/>
                </a:moveTo>
                <a:lnTo>
                  <a:pt x="5533568" y="2138654"/>
                </a:lnTo>
                <a:lnTo>
                  <a:pt x="5531701" y="2136787"/>
                </a:lnTo>
                <a:lnTo>
                  <a:pt x="5530583" y="2136330"/>
                </a:lnTo>
                <a:lnTo>
                  <a:pt x="5527954" y="2136330"/>
                </a:lnTo>
                <a:lnTo>
                  <a:pt x="5526824" y="2136787"/>
                </a:lnTo>
                <a:lnTo>
                  <a:pt x="5524970" y="2138654"/>
                </a:lnTo>
                <a:lnTo>
                  <a:pt x="5524500" y="2139772"/>
                </a:lnTo>
                <a:lnTo>
                  <a:pt x="5524500" y="2142401"/>
                </a:lnTo>
                <a:lnTo>
                  <a:pt x="5524970" y="2143531"/>
                </a:lnTo>
                <a:lnTo>
                  <a:pt x="5526824" y="2145385"/>
                </a:lnTo>
                <a:lnTo>
                  <a:pt x="5527954" y="2145855"/>
                </a:lnTo>
                <a:lnTo>
                  <a:pt x="5530583" y="2145855"/>
                </a:lnTo>
                <a:lnTo>
                  <a:pt x="5531701" y="2145385"/>
                </a:lnTo>
                <a:lnTo>
                  <a:pt x="5533568" y="2143531"/>
                </a:lnTo>
                <a:lnTo>
                  <a:pt x="5534025" y="2142401"/>
                </a:lnTo>
                <a:lnTo>
                  <a:pt x="5534025" y="2139772"/>
                </a:lnTo>
                <a:close/>
              </a:path>
              <a:path w="9867900" h="3000375">
                <a:moveTo>
                  <a:pt x="5534025" y="1712506"/>
                </a:moveTo>
                <a:lnTo>
                  <a:pt x="5533568" y="1711388"/>
                </a:lnTo>
                <a:lnTo>
                  <a:pt x="5531701" y="1709534"/>
                </a:lnTo>
                <a:lnTo>
                  <a:pt x="5530583" y="1709064"/>
                </a:lnTo>
                <a:lnTo>
                  <a:pt x="5527954" y="1709064"/>
                </a:lnTo>
                <a:lnTo>
                  <a:pt x="5526824" y="1709534"/>
                </a:lnTo>
                <a:lnTo>
                  <a:pt x="5524970" y="1711388"/>
                </a:lnTo>
                <a:lnTo>
                  <a:pt x="5524500" y="1712506"/>
                </a:lnTo>
                <a:lnTo>
                  <a:pt x="5524500" y="1715135"/>
                </a:lnTo>
                <a:lnTo>
                  <a:pt x="5524970" y="1716265"/>
                </a:lnTo>
                <a:lnTo>
                  <a:pt x="5526824" y="1718119"/>
                </a:lnTo>
                <a:lnTo>
                  <a:pt x="5527954" y="1718589"/>
                </a:lnTo>
                <a:lnTo>
                  <a:pt x="5530583" y="1718589"/>
                </a:lnTo>
                <a:lnTo>
                  <a:pt x="5531701" y="1718119"/>
                </a:lnTo>
                <a:lnTo>
                  <a:pt x="5533568" y="1716265"/>
                </a:lnTo>
                <a:lnTo>
                  <a:pt x="5534025" y="1715135"/>
                </a:lnTo>
                <a:lnTo>
                  <a:pt x="5534025" y="1712506"/>
                </a:lnTo>
                <a:close/>
              </a:path>
              <a:path w="9867900" h="3000375">
                <a:moveTo>
                  <a:pt x="5534025" y="1285252"/>
                </a:moveTo>
                <a:lnTo>
                  <a:pt x="5533568" y="1284122"/>
                </a:lnTo>
                <a:lnTo>
                  <a:pt x="5531701" y="1282268"/>
                </a:lnTo>
                <a:lnTo>
                  <a:pt x="5530583" y="1281798"/>
                </a:lnTo>
                <a:lnTo>
                  <a:pt x="5527954" y="1281798"/>
                </a:lnTo>
                <a:lnTo>
                  <a:pt x="5526824" y="1282268"/>
                </a:lnTo>
                <a:lnTo>
                  <a:pt x="5524970" y="1284122"/>
                </a:lnTo>
                <a:lnTo>
                  <a:pt x="5524500" y="1285252"/>
                </a:lnTo>
                <a:lnTo>
                  <a:pt x="5524500" y="1287881"/>
                </a:lnTo>
                <a:lnTo>
                  <a:pt x="5524970" y="1288999"/>
                </a:lnTo>
                <a:lnTo>
                  <a:pt x="5526824" y="1290853"/>
                </a:lnTo>
                <a:lnTo>
                  <a:pt x="5527954" y="1291323"/>
                </a:lnTo>
                <a:lnTo>
                  <a:pt x="5530583" y="1291323"/>
                </a:lnTo>
                <a:lnTo>
                  <a:pt x="5531701" y="1290853"/>
                </a:lnTo>
                <a:lnTo>
                  <a:pt x="5533568" y="1288999"/>
                </a:lnTo>
                <a:lnTo>
                  <a:pt x="5534025" y="1287881"/>
                </a:lnTo>
                <a:lnTo>
                  <a:pt x="5534025" y="1285252"/>
                </a:lnTo>
                <a:close/>
              </a:path>
              <a:path w="9867900" h="3000375">
                <a:moveTo>
                  <a:pt x="5534025" y="857986"/>
                </a:moveTo>
                <a:lnTo>
                  <a:pt x="5533568" y="856856"/>
                </a:lnTo>
                <a:lnTo>
                  <a:pt x="5531701" y="855002"/>
                </a:lnTo>
                <a:lnTo>
                  <a:pt x="5530583" y="854532"/>
                </a:lnTo>
                <a:lnTo>
                  <a:pt x="5527954" y="854532"/>
                </a:lnTo>
                <a:lnTo>
                  <a:pt x="5526824" y="855002"/>
                </a:lnTo>
                <a:lnTo>
                  <a:pt x="5524970" y="856856"/>
                </a:lnTo>
                <a:lnTo>
                  <a:pt x="5524500" y="857986"/>
                </a:lnTo>
                <a:lnTo>
                  <a:pt x="5524500" y="860615"/>
                </a:lnTo>
                <a:lnTo>
                  <a:pt x="5524970" y="861733"/>
                </a:lnTo>
                <a:lnTo>
                  <a:pt x="5526824" y="863600"/>
                </a:lnTo>
                <a:lnTo>
                  <a:pt x="5527954" y="864057"/>
                </a:lnTo>
                <a:lnTo>
                  <a:pt x="5530583" y="864057"/>
                </a:lnTo>
                <a:lnTo>
                  <a:pt x="5531701" y="863600"/>
                </a:lnTo>
                <a:lnTo>
                  <a:pt x="5533568" y="861733"/>
                </a:lnTo>
                <a:lnTo>
                  <a:pt x="5534025" y="860615"/>
                </a:lnTo>
                <a:lnTo>
                  <a:pt x="5534025" y="857986"/>
                </a:lnTo>
                <a:close/>
              </a:path>
              <a:path w="9867900" h="3000375">
                <a:moveTo>
                  <a:pt x="5534025" y="430720"/>
                </a:moveTo>
                <a:lnTo>
                  <a:pt x="5533568" y="429590"/>
                </a:lnTo>
                <a:lnTo>
                  <a:pt x="5531701" y="427736"/>
                </a:lnTo>
                <a:lnTo>
                  <a:pt x="5530583" y="427266"/>
                </a:lnTo>
                <a:lnTo>
                  <a:pt x="5527954" y="427266"/>
                </a:lnTo>
                <a:lnTo>
                  <a:pt x="5526824" y="427736"/>
                </a:lnTo>
                <a:lnTo>
                  <a:pt x="5524970" y="429590"/>
                </a:lnTo>
                <a:lnTo>
                  <a:pt x="5524500" y="430720"/>
                </a:lnTo>
                <a:lnTo>
                  <a:pt x="5524500" y="433349"/>
                </a:lnTo>
                <a:lnTo>
                  <a:pt x="5524970" y="434467"/>
                </a:lnTo>
                <a:lnTo>
                  <a:pt x="5526824" y="436333"/>
                </a:lnTo>
                <a:lnTo>
                  <a:pt x="5527954" y="436791"/>
                </a:lnTo>
                <a:lnTo>
                  <a:pt x="5530583" y="436791"/>
                </a:lnTo>
                <a:lnTo>
                  <a:pt x="5531701" y="436333"/>
                </a:lnTo>
                <a:lnTo>
                  <a:pt x="5533568" y="434467"/>
                </a:lnTo>
                <a:lnTo>
                  <a:pt x="5534025" y="433349"/>
                </a:lnTo>
                <a:lnTo>
                  <a:pt x="5534025" y="430720"/>
                </a:lnTo>
                <a:close/>
              </a:path>
              <a:path w="9867900" h="3000375">
                <a:moveTo>
                  <a:pt x="5534025" y="3454"/>
                </a:moveTo>
                <a:lnTo>
                  <a:pt x="5533568" y="2336"/>
                </a:lnTo>
                <a:lnTo>
                  <a:pt x="5531701" y="469"/>
                </a:lnTo>
                <a:lnTo>
                  <a:pt x="5530583" y="0"/>
                </a:lnTo>
                <a:lnTo>
                  <a:pt x="5527954" y="0"/>
                </a:lnTo>
                <a:lnTo>
                  <a:pt x="5526824" y="469"/>
                </a:lnTo>
                <a:lnTo>
                  <a:pt x="5524970" y="2336"/>
                </a:lnTo>
                <a:lnTo>
                  <a:pt x="5524500" y="3454"/>
                </a:lnTo>
                <a:lnTo>
                  <a:pt x="5524500" y="6083"/>
                </a:lnTo>
                <a:lnTo>
                  <a:pt x="5524970" y="7200"/>
                </a:lnTo>
                <a:lnTo>
                  <a:pt x="5526824" y="9067"/>
                </a:lnTo>
                <a:lnTo>
                  <a:pt x="5527954" y="9525"/>
                </a:lnTo>
                <a:lnTo>
                  <a:pt x="5530583" y="9525"/>
                </a:lnTo>
                <a:lnTo>
                  <a:pt x="5531701" y="9067"/>
                </a:lnTo>
                <a:lnTo>
                  <a:pt x="5533568" y="7200"/>
                </a:lnTo>
                <a:lnTo>
                  <a:pt x="5534025" y="6083"/>
                </a:lnTo>
                <a:lnTo>
                  <a:pt x="5534025" y="3454"/>
                </a:lnTo>
                <a:close/>
              </a:path>
              <a:path w="9867900" h="3000375">
                <a:moveTo>
                  <a:pt x="5581650" y="2994304"/>
                </a:moveTo>
                <a:lnTo>
                  <a:pt x="5581193" y="2993186"/>
                </a:lnTo>
                <a:lnTo>
                  <a:pt x="5579326" y="2991320"/>
                </a:lnTo>
                <a:lnTo>
                  <a:pt x="5578208" y="2990850"/>
                </a:lnTo>
                <a:lnTo>
                  <a:pt x="5575579" y="2990850"/>
                </a:lnTo>
                <a:lnTo>
                  <a:pt x="5574449" y="2991320"/>
                </a:lnTo>
                <a:lnTo>
                  <a:pt x="5572595" y="2993186"/>
                </a:lnTo>
                <a:lnTo>
                  <a:pt x="5572125" y="2994304"/>
                </a:lnTo>
                <a:lnTo>
                  <a:pt x="5572125" y="2996933"/>
                </a:lnTo>
                <a:lnTo>
                  <a:pt x="5572595" y="2998051"/>
                </a:lnTo>
                <a:lnTo>
                  <a:pt x="5574449" y="2999917"/>
                </a:lnTo>
                <a:lnTo>
                  <a:pt x="5575579" y="3000375"/>
                </a:lnTo>
                <a:lnTo>
                  <a:pt x="5578208" y="3000375"/>
                </a:lnTo>
                <a:lnTo>
                  <a:pt x="5579326" y="2999917"/>
                </a:lnTo>
                <a:lnTo>
                  <a:pt x="5581193" y="2998051"/>
                </a:lnTo>
                <a:lnTo>
                  <a:pt x="5581650" y="2996933"/>
                </a:lnTo>
                <a:lnTo>
                  <a:pt x="5581650" y="2994304"/>
                </a:lnTo>
                <a:close/>
              </a:path>
              <a:path w="9867900" h="3000375">
                <a:moveTo>
                  <a:pt x="5581650" y="2567038"/>
                </a:moveTo>
                <a:lnTo>
                  <a:pt x="5581193" y="2565920"/>
                </a:lnTo>
                <a:lnTo>
                  <a:pt x="5579326" y="2564053"/>
                </a:lnTo>
                <a:lnTo>
                  <a:pt x="5578208" y="2563596"/>
                </a:lnTo>
                <a:lnTo>
                  <a:pt x="5575579" y="2563596"/>
                </a:lnTo>
                <a:lnTo>
                  <a:pt x="5574449" y="2564053"/>
                </a:lnTo>
                <a:lnTo>
                  <a:pt x="5572595" y="2565920"/>
                </a:lnTo>
                <a:lnTo>
                  <a:pt x="5572125" y="2567038"/>
                </a:lnTo>
                <a:lnTo>
                  <a:pt x="5572125" y="2569667"/>
                </a:lnTo>
                <a:lnTo>
                  <a:pt x="5572595" y="2570797"/>
                </a:lnTo>
                <a:lnTo>
                  <a:pt x="5574449" y="2572651"/>
                </a:lnTo>
                <a:lnTo>
                  <a:pt x="5575579" y="2573121"/>
                </a:lnTo>
                <a:lnTo>
                  <a:pt x="5578208" y="2573121"/>
                </a:lnTo>
                <a:lnTo>
                  <a:pt x="5579326" y="2572651"/>
                </a:lnTo>
                <a:lnTo>
                  <a:pt x="5581193" y="2570797"/>
                </a:lnTo>
                <a:lnTo>
                  <a:pt x="5581650" y="2569667"/>
                </a:lnTo>
                <a:lnTo>
                  <a:pt x="5581650" y="2567038"/>
                </a:lnTo>
                <a:close/>
              </a:path>
              <a:path w="9867900" h="3000375">
                <a:moveTo>
                  <a:pt x="5581650" y="2139772"/>
                </a:moveTo>
                <a:lnTo>
                  <a:pt x="5581193" y="2138654"/>
                </a:lnTo>
                <a:lnTo>
                  <a:pt x="5579326" y="2136787"/>
                </a:lnTo>
                <a:lnTo>
                  <a:pt x="5578208" y="2136330"/>
                </a:lnTo>
                <a:lnTo>
                  <a:pt x="5575579" y="2136330"/>
                </a:lnTo>
                <a:lnTo>
                  <a:pt x="5574449" y="2136787"/>
                </a:lnTo>
                <a:lnTo>
                  <a:pt x="5572595" y="2138654"/>
                </a:lnTo>
                <a:lnTo>
                  <a:pt x="5572125" y="2139772"/>
                </a:lnTo>
                <a:lnTo>
                  <a:pt x="5572125" y="2142401"/>
                </a:lnTo>
                <a:lnTo>
                  <a:pt x="5572595" y="2143531"/>
                </a:lnTo>
                <a:lnTo>
                  <a:pt x="5574449" y="2145385"/>
                </a:lnTo>
                <a:lnTo>
                  <a:pt x="5575579" y="2145855"/>
                </a:lnTo>
                <a:lnTo>
                  <a:pt x="5578208" y="2145855"/>
                </a:lnTo>
                <a:lnTo>
                  <a:pt x="5579326" y="2145385"/>
                </a:lnTo>
                <a:lnTo>
                  <a:pt x="5581193" y="2143531"/>
                </a:lnTo>
                <a:lnTo>
                  <a:pt x="5581650" y="2142401"/>
                </a:lnTo>
                <a:lnTo>
                  <a:pt x="5581650" y="2139772"/>
                </a:lnTo>
                <a:close/>
              </a:path>
              <a:path w="9867900" h="3000375">
                <a:moveTo>
                  <a:pt x="5581650" y="1712506"/>
                </a:moveTo>
                <a:lnTo>
                  <a:pt x="5581193" y="1711388"/>
                </a:lnTo>
                <a:lnTo>
                  <a:pt x="5579326" y="1709534"/>
                </a:lnTo>
                <a:lnTo>
                  <a:pt x="5578208" y="1709064"/>
                </a:lnTo>
                <a:lnTo>
                  <a:pt x="5575579" y="1709064"/>
                </a:lnTo>
                <a:lnTo>
                  <a:pt x="5574449" y="1709534"/>
                </a:lnTo>
                <a:lnTo>
                  <a:pt x="5572595" y="1711388"/>
                </a:lnTo>
                <a:lnTo>
                  <a:pt x="5572125" y="1712506"/>
                </a:lnTo>
                <a:lnTo>
                  <a:pt x="5572125" y="1715135"/>
                </a:lnTo>
                <a:lnTo>
                  <a:pt x="5572595" y="1716265"/>
                </a:lnTo>
                <a:lnTo>
                  <a:pt x="5574449" y="1718119"/>
                </a:lnTo>
                <a:lnTo>
                  <a:pt x="5575579" y="1718589"/>
                </a:lnTo>
                <a:lnTo>
                  <a:pt x="5578208" y="1718589"/>
                </a:lnTo>
                <a:lnTo>
                  <a:pt x="5579326" y="1718119"/>
                </a:lnTo>
                <a:lnTo>
                  <a:pt x="5581193" y="1716265"/>
                </a:lnTo>
                <a:lnTo>
                  <a:pt x="5581650" y="1715135"/>
                </a:lnTo>
                <a:lnTo>
                  <a:pt x="5581650" y="1712506"/>
                </a:lnTo>
                <a:close/>
              </a:path>
              <a:path w="9867900" h="3000375">
                <a:moveTo>
                  <a:pt x="5581650" y="1285252"/>
                </a:moveTo>
                <a:lnTo>
                  <a:pt x="5581193" y="1284122"/>
                </a:lnTo>
                <a:lnTo>
                  <a:pt x="5579326" y="1282268"/>
                </a:lnTo>
                <a:lnTo>
                  <a:pt x="5578208" y="1281798"/>
                </a:lnTo>
                <a:lnTo>
                  <a:pt x="5575579" y="1281798"/>
                </a:lnTo>
                <a:lnTo>
                  <a:pt x="5574449" y="1282268"/>
                </a:lnTo>
                <a:lnTo>
                  <a:pt x="5572595" y="1284122"/>
                </a:lnTo>
                <a:lnTo>
                  <a:pt x="5572125" y="1285252"/>
                </a:lnTo>
                <a:lnTo>
                  <a:pt x="5572125" y="1287881"/>
                </a:lnTo>
                <a:lnTo>
                  <a:pt x="5572595" y="1288999"/>
                </a:lnTo>
                <a:lnTo>
                  <a:pt x="5574449" y="1290853"/>
                </a:lnTo>
                <a:lnTo>
                  <a:pt x="5575579" y="1291323"/>
                </a:lnTo>
                <a:lnTo>
                  <a:pt x="5578208" y="1291323"/>
                </a:lnTo>
                <a:lnTo>
                  <a:pt x="5579326" y="1290853"/>
                </a:lnTo>
                <a:lnTo>
                  <a:pt x="5581193" y="1288999"/>
                </a:lnTo>
                <a:lnTo>
                  <a:pt x="5581650" y="1287881"/>
                </a:lnTo>
                <a:lnTo>
                  <a:pt x="5581650" y="1285252"/>
                </a:lnTo>
                <a:close/>
              </a:path>
              <a:path w="9867900" h="3000375">
                <a:moveTo>
                  <a:pt x="5581650" y="857986"/>
                </a:moveTo>
                <a:lnTo>
                  <a:pt x="5581193" y="856856"/>
                </a:lnTo>
                <a:lnTo>
                  <a:pt x="5579326" y="855002"/>
                </a:lnTo>
                <a:lnTo>
                  <a:pt x="5578208" y="854532"/>
                </a:lnTo>
                <a:lnTo>
                  <a:pt x="5575579" y="854532"/>
                </a:lnTo>
                <a:lnTo>
                  <a:pt x="5574449" y="855002"/>
                </a:lnTo>
                <a:lnTo>
                  <a:pt x="5572595" y="856856"/>
                </a:lnTo>
                <a:lnTo>
                  <a:pt x="5572125" y="857986"/>
                </a:lnTo>
                <a:lnTo>
                  <a:pt x="5572125" y="860615"/>
                </a:lnTo>
                <a:lnTo>
                  <a:pt x="5572595" y="861733"/>
                </a:lnTo>
                <a:lnTo>
                  <a:pt x="5574449" y="863600"/>
                </a:lnTo>
                <a:lnTo>
                  <a:pt x="5575579" y="864057"/>
                </a:lnTo>
                <a:lnTo>
                  <a:pt x="5578208" y="864057"/>
                </a:lnTo>
                <a:lnTo>
                  <a:pt x="5579326" y="863600"/>
                </a:lnTo>
                <a:lnTo>
                  <a:pt x="5581193" y="861733"/>
                </a:lnTo>
                <a:lnTo>
                  <a:pt x="5581650" y="860615"/>
                </a:lnTo>
                <a:lnTo>
                  <a:pt x="5581650" y="857986"/>
                </a:lnTo>
                <a:close/>
              </a:path>
              <a:path w="9867900" h="3000375">
                <a:moveTo>
                  <a:pt x="5581650" y="430720"/>
                </a:moveTo>
                <a:lnTo>
                  <a:pt x="5581193" y="429590"/>
                </a:lnTo>
                <a:lnTo>
                  <a:pt x="5579326" y="427736"/>
                </a:lnTo>
                <a:lnTo>
                  <a:pt x="5578208" y="427266"/>
                </a:lnTo>
                <a:lnTo>
                  <a:pt x="5575579" y="427266"/>
                </a:lnTo>
                <a:lnTo>
                  <a:pt x="5574449" y="427736"/>
                </a:lnTo>
                <a:lnTo>
                  <a:pt x="5572595" y="429590"/>
                </a:lnTo>
                <a:lnTo>
                  <a:pt x="5572125" y="430720"/>
                </a:lnTo>
                <a:lnTo>
                  <a:pt x="5572125" y="433349"/>
                </a:lnTo>
                <a:lnTo>
                  <a:pt x="5572595" y="434467"/>
                </a:lnTo>
                <a:lnTo>
                  <a:pt x="5574449" y="436333"/>
                </a:lnTo>
                <a:lnTo>
                  <a:pt x="5575579" y="436791"/>
                </a:lnTo>
                <a:lnTo>
                  <a:pt x="5578208" y="436791"/>
                </a:lnTo>
                <a:lnTo>
                  <a:pt x="5579326" y="436333"/>
                </a:lnTo>
                <a:lnTo>
                  <a:pt x="5581193" y="434467"/>
                </a:lnTo>
                <a:lnTo>
                  <a:pt x="5581650" y="433349"/>
                </a:lnTo>
                <a:lnTo>
                  <a:pt x="5581650" y="430720"/>
                </a:lnTo>
                <a:close/>
              </a:path>
              <a:path w="9867900" h="3000375">
                <a:moveTo>
                  <a:pt x="5581650" y="3454"/>
                </a:moveTo>
                <a:lnTo>
                  <a:pt x="5581193" y="2336"/>
                </a:lnTo>
                <a:lnTo>
                  <a:pt x="5579326" y="469"/>
                </a:lnTo>
                <a:lnTo>
                  <a:pt x="5578208" y="0"/>
                </a:lnTo>
                <a:lnTo>
                  <a:pt x="5575579" y="0"/>
                </a:lnTo>
                <a:lnTo>
                  <a:pt x="5574449" y="469"/>
                </a:lnTo>
                <a:lnTo>
                  <a:pt x="5572595" y="2336"/>
                </a:lnTo>
                <a:lnTo>
                  <a:pt x="5572125" y="3454"/>
                </a:lnTo>
                <a:lnTo>
                  <a:pt x="5572125" y="6083"/>
                </a:lnTo>
                <a:lnTo>
                  <a:pt x="5572595" y="7200"/>
                </a:lnTo>
                <a:lnTo>
                  <a:pt x="5574449" y="9067"/>
                </a:lnTo>
                <a:lnTo>
                  <a:pt x="5575579" y="9525"/>
                </a:lnTo>
                <a:lnTo>
                  <a:pt x="5578208" y="9525"/>
                </a:lnTo>
                <a:lnTo>
                  <a:pt x="5579326" y="9067"/>
                </a:lnTo>
                <a:lnTo>
                  <a:pt x="5581193" y="7200"/>
                </a:lnTo>
                <a:lnTo>
                  <a:pt x="5581650" y="6083"/>
                </a:lnTo>
                <a:lnTo>
                  <a:pt x="5581650" y="3454"/>
                </a:lnTo>
                <a:close/>
              </a:path>
              <a:path w="9867900" h="3000375">
                <a:moveTo>
                  <a:pt x="5629275" y="2994304"/>
                </a:moveTo>
                <a:lnTo>
                  <a:pt x="5628818" y="2993186"/>
                </a:lnTo>
                <a:lnTo>
                  <a:pt x="5626951" y="2991320"/>
                </a:lnTo>
                <a:lnTo>
                  <a:pt x="5625833" y="2990850"/>
                </a:lnTo>
                <a:lnTo>
                  <a:pt x="5623204" y="2990850"/>
                </a:lnTo>
                <a:lnTo>
                  <a:pt x="5622074" y="2991320"/>
                </a:lnTo>
                <a:lnTo>
                  <a:pt x="5620220" y="2993186"/>
                </a:lnTo>
                <a:lnTo>
                  <a:pt x="5619750" y="2994304"/>
                </a:lnTo>
                <a:lnTo>
                  <a:pt x="5619750" y="2996933"/>
                </a:lnTo>
                <a:lnTo>
                  <a:pt x="5620220" y="2998051"/>
                </a:lnTo>
                <a:lnTo>
                  <a:pt x="5622074" y="2999917"/>
                </a:lnTo>
                <a:lnTo>
                  <a:pt x="5623204" y="3000375"/>
                </a:lnTo>
                <a:lnTo>
                  <a:pt x="5625833" y="3000375"/>
                </a:lnTo>
                <a:lnTo>
                  <a:pt x="5626951" y="2999917"/>
                </a:lnTo>
                <a:lnTo>
                  <a:pt x="5628818" y="2998051"/>
                </a:lnTo>
                <a:lnTo>
                  <a:pt x="5629275" y="2996933"/>
                </a:lnTo>
                <a:lnTo>
                  <a:pt x="5629275" y="2994304"/>
                </a:lnTo>
                <a:close/>
              </a:path>
              <a:path w="9867900" h="3000375">
                <a:moveTo>
                  <a:pt x="5629275" y="2567038"/>
                </a:moveTo>
                <a:lnTo>
                  <a:pt x="5628818" y="2565920"/>
                </a:lnTo>
                <a:lnTo>
                  <a:pt x="5626951" y="2564053"/>
                </a:lnTo>
                <a:lnTo>
                  <a:pt x="5625833" y="2563596"/>
                </a:lnTo>
                <a:lnTo>
                  <a:pt x="5623204" y="2563596"/>
                </a:lnTo>
                <a:lnTo>
                  <a:pt x="5622074" y="2564053"/>
                </a:lnTo>
                <a:lnTo>
                  <a:pt x="5620220" y="2565920"/>
                </a:lnTo>
                <a:lnTo>
                  <a:pt x="5619750" y="2567038"/>
                </a:lnTo>
                <a:lnTo>
                  <a:pt x="5619750" y="2569667"/>
                </a:lnTo>
                <a:lnTo>
                  <a:pt x="5620220" y="2570797"/>
                </a:lnTo>
                <a:lnTo>
                  <a:pt x="5622074" y="2572651"/>
                </a:lnTo>
                <a:lnTo>
                  <a:pt x="5623204" y="2573121"/>
                </a:lnTo>
                <a:lnTo>
                  <a:pt x="5625833" y="2573121"/>
                </a:lnTo>
                <a:lnTo>
                  <a:pt x="5626951" y="2572651"/>
                </a:lnTo>
                <a:lnTo>
                  <a:pt x="5628818" y="2570797"/>
                </a:lnTo>
                <a:lnTo>
                  <a:pt x="5629275" y="2569667"/>
                </a:lnTo>
                <a:lnTo>
                  <a:pt x="5629275" y="2567038"/>
                </a:lnTo>
                <a:close/>
              </a:path>
              <a:path w="9867900" h="3000375">
                <a:moveTo>
                  <a:pt x="5629275" y="2139772"/>
                </a:moveTo>
                <a:lnTo>
                  <a:pt x="5628818" y="2138654"/>
                </a:lnTo>
                <a:lnTo>
                  <a:pt x="5626951" y="2136787"/>
                </a:lnTo>
                <a:lnTo>
                  <a:pt x="5625833" y="2136330"/>
                </a:lnTo>
                <a:lnTo>
                  <a:pt x="5623204" y="2136330"/>
                </a:lnTo>
                <a:lnTo>
                  <a:pt x="5622074" y="2136787"/>
                </a:lnTo>
                <a:lnTo>
                  <a:pt x="5620220" y="2138654"/>
                </a:lnTo>
                <a:lnTo>
                  <a:pt x="5619750" y="2139772"/>
                </a:lnTo>
                <a:lnTo>
                  <a:pt x="5619750" y="2142401"/>
                </a:lnTo>
                <a:lnTo>
                  <a:pt x="5620220" y="2143531"/>
                </a:lnTo>
                <a:lnTo>
                  <a:pt x="5622074" y="2145385"/>
                </a:lnTo>
                <a:lnTo>
                  <a:pt x="5623204" y="2145855"/>
                </a:lnTo>
                <a:lnTo>
                  <a:pt x="5625833" y="2145855"/>
                </a:lnTo>
                <a:lnTo>
                  <a:pt x="5626951" y="2145385"/>
                </a:lnTo>
                <a:lnTo>
                  <a:pt x="5628818" y="2143531"/>
                </a:lnTo>
                <a:lnTo>
                  <a:pt x="5629275" y="2142401"/>
                </a:lnTo>
                <a:lnTo>
                  <a:pt x="5629275" y="2139772"/>
                </a:lnTo>
                <a:close/>
              </a:path>
              <a:path w="9867900" h="3000375">
                <a:moveTo>
                  <a:pt x="5629275" y="1712506"/>
                </a:moveTo>
                <a:lnTo>
                  <a:pt x="5628818" y="1711388"/>
                </a:lnTo>
                <a:lnTo>
                  <a:pt x="5626951" y="1709534"/>
                </a:lnTo>
                <a:lnTo>
                  <a:pt x="5625833" y="1709064"/>
                </a:lnTo>
                <a:lnTo>
                  <a:pt x="5623204" y="1709064"/>
                </a:lnTo>
                <a:lnTo>
                  <a:pt x="5622074" y="1709534"/>
                </a:lnTo>
                <a:lnTo>
                  <a:pt x="5620220" y="1711388"/>
                </a:lnTo>
                <a:lnTo>
                  <a:pt x="5619750" y="1712506"/>
                </a:lnTo>
                <a:lnTo>
                  <a:pt x="5619750" y="1715135"/>
                </a:lnTo>
                <a:lnTo>
                  <a:pt x="5620220" y="1716265"/>
                </a:lnTo>
                <a:lnTo>
                  <a:pt x="5622074" y="1718119"/>
                </a:lnTo>
                <a:lnTo>
                  <a:pt x="5623204" y="1718589"/>
                </a:lnTo>
                <a:lnTo>
                  <a:pt x="5625833" y="1718589"/>
                </a:lnTo>
                <a:lnTo>
                  <a:pt x="5626951" y="1718119"/>
                </a:lnTo>
                <a:lnTo>
                  <a:pt x="5628818" y="1716265"/>
                </a:lnTo>
                <a:lnTo>
                  <a:pt x="5629275" y="1715135"/>
                </a:lnTo>
                <a:lnTo>
                  <a:pt x="5629275" y="1712506"/>
                </a:lnTo>
                <a:close/>
              </a:path>
              <a:path w="9867900" h="3000375">
                <a:moveTo>
                  <a:pt x="5629275" y="1285252"/>
                </a:moveTo>
                <a:lnTo>
                  <a:pt x="5628818" y="1284122"/>
                </a:lnTo>
                <a:lnTo>
                  <a:pt x="5626951" y="1282268"/>
                </a:lnTo>
                <a:lnTo>
                  <a:pt x="5625833" y="1281798"/>
                </a:lnTo>
                <a:lnTo>
                  <a:pt x="5623204" y="1281798"/>
                </a:lnTo>
                <a:lnTo>
                  <a:pt x="5622074" y="1282268"/>
                </a:lnTo>
                <a:lnTo>
                  <a:pt x="5620220" y="1284122"/>
                </a:lnTo>
                <a:lnTo>
                  <a:pt x="5619750" y="1285252"/>
                </a:lnTo>
                <a:lnTo>
                  <a:pt x="5619750" y="1287881"/>
                </a:lnTo>
                <a:lnTo>
                  <a:pt x="5620220" y="1288999"/>
                </a:lnTo>
                <a:lnTo>
                  <a:pt x="5622074" y="1290853"/>
                </a:lnTo>
                <a:lnTo>
                  <a:pt x="5623204" y="1291323"/>
                </a:lnTo>
                <a:lnTo>
                  <a:pt x="5625833" y="1291323"/>
                </a:lnTo>
                <a:lnTo>
                  <a:pt x="5626951" y="1290853"/>
                </a:lnTo>
                <a:lnTo>
                  <a:pt x="5628818" y="1288999"/>
                </a:lnTo>
                <a:lnTo>
                  <a:pt x="5629275" y="1287881"/>
                </a:lnTo>
                <a:lnTo>
                  <a:pt x="5629275" y="1285252"/>
                </a:lnTo>
                <a:close/>
              </a:path>
              <a:path w="9867900" h="3000375">
                <a:moveTo>
                  <a:pt x="5629275" y="857986"/>
                </a:moveTo>
                <a:lnTo>
                  <a:pt x="5628818" y="856856"/>
                </a:lnTo>
                <a:lnTo>
                  <a:pt x="5626951" y="855002"/>
                </a:lnTo>
                <a:lnTo>
                  <a:pt x="5625833" y="854532"/>
                </a:lnTo>
                <a:lnTo>
                  <a:pt x="5623204" y="854532"/>
                </a:lnTo>
                <a:lnTo>
                  <a:pt x="5622074" y="855002"/>
                </a:lnTo>
                <a:lnTo>
                  <a:pt x="5620220" y="856856"/>
                </a:lnTo>
                <a:lnTo>
                  <a:pt x="5619750" y="857986"/>
                </a:lnTo>
                <a:lnTo>
                  <a:pt x="5619750" y="860615"/>
                </a:lnTo>
                <a:lnTo>
                  <a:pt x="5620220" y="861733"/>
                </a:lnTo>
                <a:lnTo>
                  <a:pt x="5622074" y="863600"/>
                </a:lnTo>
                <a:lnTo>
                  <a:pt x="5623204" y="864057"/>
                </a:lnTo>
                <a:lnTo>
                  <a:pt x="5625833" y="864057"/>
                </a:lnTo>
                <a:lnTo>
                  <a:pt x="5626951" y="863600"/>
                </a:lnTo>
                <a:lnTo>
                  <a:pt x="5628818" y="861733"/>
                </a:lnTo>
                <a:lnTo>
                  <a:pt x="5629275" y="860615"/>
                </a:lnTo>
                <a:lnTo>
                  <a:pt x="5629275" y="857986"/>
                </a:lnTo>
                <a:close/>
              </a:path>
              <a:path w="9867900" h="3000375">
                <a:moveTo>
                  <a:pt x="5629275" y="430720"/>
                </a:moveTo>
                <a:lnTo>
                  <a:pt x="5628818" y="429590"/>
                </a:lnTo>
                <a:lnTo>
                  <a:pt x="5626951" y="427736"/>
                </a:lnTo>
                <a:lnTo>
                  <a:pt x="5625833" y="427266"/>
                </a:lnTo>
                <a:lnTo>
                  <a:pt x="5623204" y="427266"/>
                </a:lnTo>
                <a:lnTo>
                  <a:pt x="5622074" y="427736"/>
                </a:lnTo>
                <a:lnTo>
                  <a:pt x="5620220" y="429590"/>
                </a:lnTo>
                <a:lnTo>
                  <a:pt x="5619750" y="430720"/>
                </a:lnTo>
                <a:lnTo>
                  <a:pt x="5619750" y="433349"/>
                </a:lnTo>
                <a:lnTo>
                  <a:pt x="5620220" y="434467"/>
                </a:lnTo>
                <a:lnTo>
                  <a:pt x="5622074" y="436333"/>
                </a:lnTo>
                <a:lnTo>
                  <a:pt x="5623204" y="436791"/>
                </a:lnTo>
                <a:lnTo>
                  <a:pt x="5625833" y="436791"/>
                </a:lnTo>
                <a:lnTo>
                  <a:pt x="5626951" y="436333"/>
                </a:lnTo>
                <a:lnTo>
                  <a:pt x="5628818" y="434467"/>
                </a:lnTo>
                <a:lnTo>
                  <a:pt x="5629275" y="433349"/>
                </a:lnTo>
                <a:lnTo>
                  <a:pt x="5629275" y="430720"/>
                </a:lnTo>
                <a:close/>
              </a:path>
              <a:path w="9867900" h="3000375">
                <a:moveTo>
                  <a:pt x="5629275" y="3454"/>
                </a:moveTo>
                <a:lnTo>
                  <a:pt x="5628818" y="2336"/>
                </a:lnTo>
                <a:lnTo>
                  <a:pt x="5626951" y="469"/>
                </a:lnTo>
                <a:lnTo>
                  <a:pt x="5625833" y="0"/>
                </a:lnTo>
                <a:lnTo>
                  <a:pt x="5623204" y="0"/>
                </a:lnTo>
                <a:lnTo>
                  <a:pt x="5622074" y="469"/>
                </a:lnTo>
                <a:lnTo>
                  <a:pt x="5620220" y="2336"/>
                </a:lnTo>
                <a:lnTo>
                  <a:pt x="5619750" y="3454"/>
                </a:lnTo>
                <a:lnTo>
                  <a:pt x="5619750" y="6083"/>
                </a:lnTo>
                <a:lnTo>
                  <a:pt x="5620220" y="7200"/>
                </a:lnTo>
                <a:lnTo>
                  <a:pt x="5622074" y="9067"/>
                </a:lnTo>
                <a:lnTo>
                  <a:pt x="5623204" y="9525"/>
                </a:lnTo>
                <a:lnTo>
                  <a:pt x="5625833" y="9525"/>
                </a:lnTo>
                <a:lnTo>
                  <a:pt x="5626951" y="9067"/>
                </a:lnTo>
                <a:lnTo>
                  <a:pt x="5628818" y="7200"/>
                </a:lnTo>
                <a:lnTo>
                  <a:pt x="5629275" y="6083"/>
                </a:lnTo>
                <a:lnTo>
                  <a:pt x="5629275" y="3454"/>
                </a:lnTo>
                <a:close/>
              </a:path>
              <a:path w="9867900" h="3000375">
                <a:moveTo>
                  <a:pt x="5676900" y="2994304"/>
                </a:moveTo>
                <a:lnTo>
                  <a:pt x="5676443" y="2993186"/>
                </a:lnTo>
                <a:lnTo>
                  <a:pt x="5674576" y="2991320"/>
                </a:lnTo>
                <a:lnTo>
                  <a:pt x="5673458" y="2990850"/>
                </a:lnTo>
                <a:lnTo>
                  <a:pt x="5670829" y="2990850"/>
                </a:lnTo>
                <a:lnTo>
                  <a:pt x="5669699" y="2991320"/>
                </a:lnTo>
                <a:lnTo>
                  <a:pt x="5667845" y="2993186"/>
                </a:lnTo>
                <a:lnTo>
                  <a:pt x="5667375" y="2994304"/>
                </a:lnTo>
                <a:lnTo>
                  <a:pt x="5667375" y="2996933"/>
                </a:lnTo>
                <a:lnTo>
                  <a:pt x="5667845" y="2998051"/>
                </a:lnTo>
                <a:lnTo>
                  <a:pt x="5669699" y="2999917"/>
                </a:lnTo>
                <a:lnTo>
                  <a:pt x="5670829" y="3000375"/>
                </a:lnTo>
                <a:lnTo>
                  <a:pt x="5673458" y="3000375"/>
                </a:lnTo>
                <a:lnTo>
                  <a:pt x="5674576" y="2999917"/>
                </a:lnTo>
                <a:lnTo>
                  <a:pt x="5676443" y="2998051"/>
                </a:lnTo>
                <a:lnTo>
                  <a:pt x="5676900" y="2996933"/>
                </a:lnTo>
                <a:lnTo>
                  <a:pt x="5676900" y="2994304"/>
                </a:lnTo>
                <a:close/>
              </a:path>
              <a:path w="9867900" h="3000375">
                <a:moveTo>
                  <a:pt x="5676900" y="2567038"/>
                </a:moveTo>
                <a:lnTo>
                  <a:pt x="5676443" y="2565920"/>
                </a:lnTo>
                <a:lnTo>
                  <a:pt x="5674576" y="2564053"/>
                </a:lnTo>
                <a:lnTo>
                  <a:pt x="5673458" y="2563596"/>
                </a:lnTo>
                <a:lnTo>
                  <a:pt x="5670829" y="2563596"/>
                </a:lnTo>
                <a:lnTo>
                  <a:pt x="5669699" y="2564053"/>
                </a:lnTo>
                <a:lnTo>
                  <a:pt x="5667845" y="2565920"/>
                </a:lnTo>
                <a:lnTo>
                  <a:pt x="5667375" y="2567038"/>
                </a:lnTo>
                <a:lnTo>
                  <a:pt x="5667375" y="2569667"/>
                </a:lnTo>
                <a:lnTo>
                  <a:pt x="5667845" y="2570797"/>
                </a:lnTo>
                <a:lnTo>
                  <a:pt x="5669699" y="2572651"/>
                </a:lnTo>
                <a:lnTo>
                  <a:pt x="5670829" y="2573121"/>
                </a:lnTo>
                <a:lnTo>
                  <a:pt x="5673458" y="2573121"/>
                </a:lnTo>
                <a:lnTo>
                  <a:pt x="5674576" y="2572651"/>
                </a:lnTo>
                <a:lnTo>
                  <a:pt x="5676443" y="2570797"/>
                </a:lnTo>
                <a:lnTo>
                  <a:pt x="5676900" y="2569667"/>
                </a:lnTo>
                <a:lnTo>
                  <a:pt x="5676900" y="2567038"/>
                </a:lnTo>
                <a:close/>
              </a:path>
              <a:path w="9867900" h="3000375">
                <a:moveTo>
                  <a:pt x="5676900" y="2139772"/>
                </a:moveTo>
                <a:lnTo>
                  <a:pt x="5676443" y="2138654"/>
                </a:lnTo>
                <a:lnTo>
                  <a:pt x="5674576" y="2136787"/>
                </a:lnTo>
                <a:lnTo>
                  <a:pt x="5673458" y="2136330"/>
                </a:lnTo>
                <a:lnTo>
                  <a:pt x="5670829" y="2136330"/>
                </a:lnTo>
                <a:lnTo>
                  <a:pt x="5669699" y="2136787"/>
                </a:lnTo>
                <a:lnTo>
                  <a:pt x="5667845" y="2138654"/>
                </a:lnTo>
                <a:lnTo>
                  <a:pt x="5667375" y="2139772"/>
                </a:lnTo>
                <a:lnTo>
                  <a:pt x="5667375" y="2142401"/>
                </a:lnTo>
                <a:lnTo>
                  <a:pt x="5667845" y="2143531"/>
                </a:lnTo>
                <a:lnTo>
                  <a:pt x="5669699" y="2145385"/>
                </a:lnTo>
                <a:lnTo>
                  <a:pt x="5670829" y="2145855"/>
                </a:lnTo>
                <a:lnTo>
                  <a:pt x="5673458" y="2145855"/>
                </a:lnTo>
                <a:lnTo>
                  <a:pt x="5674576" y="2145385"/>
                </a:lnTo>
                <a:lnTo>
                  <a:pt x="5676443" y="2143531"/>
                </a:lnTo>
                <a:lnTo>
                  <a:pt x="5676900" y="2142401"/>
                </a:lnTo>
                <a:lnTo>
                  <a:pt x="5676900" y="2139772"/>
                </a:lnTo>
                <a:close/>
              </a:path>
              <a:path w="9867900" h="3000375">
                <a:moveTo>
                  <a:pt x="5676900" y="1712506"/>
                </a:moveTo>
                <a:lnTo>
                  <a:pt x="5676443" y="1711388"/>
                </a:lnTo>
                <a:lnTo>
                  <a:pt x="5674576" y="1709534"/>
                </a:lnTo>
                <a:lnTo>
                  <a:pt x="5673458" y="1709064"/>
                </a:lnTo>
                <a:lnTo>
                  <a:pt x="5670829" y="1709064"/>
                </a:lnTo>
                <a:lnTo>
                  <a:pt x="5669699" y="1709534"/>
                </a:lnTo>
                <a:lnTo>
                  <a:pt x="5667845" y="1711388"/>
                </a:lnTo>
                <a:lnTo>
                  <a:pt x="5667375" y="1712506"/>
                </a:lnTo>
                <a:lnTo>
                  <a:pt x="5667375" y="1715135"/>
                </a:lnTo>
                <a:lnTo>
                  <a:pt x="5667845" y="1716265"/>
                </a:lnTo>
                <a:lnTo>
                  <a:pt x="5669699" y="1718119"/>
                </a:lnTo>
                <a:lnTo>
                  <a:pt x="5670829" y="1718589"/>
                </a:lnTo>
                <a:lnTo>
                  <a:pt x="5673458" y="1718589"/>
                </a:lnTo>
                <a:lnTo>
                  <a:pt x="5674576" y="1718119"/>
                </a:lnTo>
                <a:lnTo>
                  <a:pt x="5676443" y="1716265"/>
                </a:lnTo>
                <a:lnTo>
                  <a:pt x="5676900" y="1715135"/>
                </a:lnTo>
                <a:lnTo>
                  <a:pt x="5676900" y="1712506"/>
                </a:lnTo>
                <a:close/>
              </a:path>
              <a:path w="9867900" h="3000375">
                <a:moveTo>
                  <a:pt x="5676900" y="1285252"/>
                </a:moveTo>
                <a:lnTo>
                  <a:pt x="5676443" y="1284122"/>
                </a:lnTo>
                <a:lnTo>
                  <a:pt x="5674576" y="1282268"/>
                </a:lnTo>
                <a:lnTo>
                  <a:pt x="5673458" y="1281798"/>
                </a:lnTo>
                <a:lnTo>
                  <a:pt x="5670829" y="1281798"/>
                </a:lnTo>
                <a:lnTo>
                  <a:pt x="5669699" y="1282268"/>
                </a:lnTo>
                <a:lnTo>
                  <a:pt x="5667845" y="1284122"/>
                </a:lnTo>
                <a:lnTo>
                  <a:pt x="5667375" y="1285252"/>
                </a:lnTo>
                <a:lnTo>
                  <a:pt x="5667375" y="1287881"/>
                </a:lnTo>
                <a:lnTo>
                  <a:pt x="5667845" y="1288999"/>
                </a:lnTo>
                <a:lnTo>
                  <a:pt x="5669699" y="1290853"/>
                </a:lnTo>
                <a:lnTo>
                  <a:pt x="5670829" y="1291323"/>
                </a:lnTo>
                <a:lnTo>
                  <a:pt x="5673458" y="1291323"/>
                </a:lnTo>
                <a:lnTo>
                  <a:pt x="5674576" y="1290853"/>
                </a:lnTo>
                <a:lnTo>
                  <a:pt x="5676443" y="1288999"/>
                </a:lnTo>
                <a:lnTo>
                  <a:pt x="5676900" y="1287881"/>
                </a:lnTo>
                <a:lnTo>
                  <a:pt x="5676900" y="1285252"/>
                </a:lnTo>
                <a:close/>
              </a:path>
              <a:path w="9867900" h="3000375">
                <a:moveTo>
                  <a:pt x="5676900" y="857986"/>
                </a:moveTo>
                <a:lnTo>
                  <a:pt x="5676443" y="856856"/>
                </a:lnTo>
                <a:lnTo>
                  <a:pt x="5674576" y="855002"/>
                </a:lnTo>
                <a:lnTo>
                  <a:pt x="5673458" y="854532"/>
                </a:lnTo>
                <a:lnTo>
                  <a:pt x="5670829" y="854532"/>
                </a:lnTo>
                <a:lnTo>
                  <a:pt x="5669699" y="855002"/>
                </a:lnTo>
                <a:lnTo>
                  <a:pt x="5667845" y="856856"/>
                </a:lnTo>
                <a:lnTo>
                  <a:pt x="5667375" y="857986"/>
                </a:lnTo>
                <a:lnTo>
                  <a:pt x="5667375" y="860615"/>
                </a:lnTo>
                <a:lnTo>
                  <a:pt x="5667845" y="861733"/>
                </a:lnTo>
                <a:lnTo>
                  <a:pt x="5669699" y="863600"/>
                </a:lnTo>
                <a:lnTo>
                  <a:pt x="5670829" y="864057"/>
                </a:lnTo>
                <a:lnTo>
                  <a:pt x="5673458" y="864057"/>
                </a:lnTo>
                <a:lnTo>
                  <a:pt x="5674576" y="863600"/>
                </a:lnTo>
                <a:lnTo>
                  <a:pt x="5676443" y="861733"/>
                </a:lnTo>
                <a:lnTo>
                  <a:pt x="5676900" y="860615"/>
                </a:lnTo>
                <a:lnTo>
                  <a:pt x="5676900" y="857986"/>
                </a:lnTo>
                <a:close/>
              </a:path>
              <a:path w="9867900" h="3000375">
                <a:moveTo>
                  <a:pt x="5676900" y="430720"/>
                </a:moveTo>
                <a:lnTo>
                  <a:pt x="5676443" y="429590"/>
                </a:lnTo>
                <a:lnTo>
                  <a:pt x="5674576" y="427736"/>
                </a:lnTo>
                <a:lnTo>
                  <a:pt x="5673458" y="427266"/>
                </a:lnTo>
                <a:lnTo>
                  <a:pt x="5670829" y="427266"/>
                </a:lnTo>
                <a:lnTo>
                  <a:pt x="5669699" y="427736"/>
                </a:lnTo>
                <a:lnTo>
                  <a:pt x="5667845" y="429590"/>
                </a:lnTo>
                <a:lnTo>
                  <a:pt x="5667375" y="430720"/>
                </a:lnTo>
                <a:lnTo>
                  <a:pt x="5667375" y="433349"/>
                </a:lnTo>
                <a:lnTo>
                  <a:pt x="5667845" y="434467"/>
                </a:lnTo>
                <a:lnTo>
                  <a:pt x="5669699" y="436333"/>
                </a:lnTo>
                <a:lnTo>
                  <a:pt x="5670829" y="436791"/>
                </a:lnTo>
                <a:lnTo>
                  <a:pt x="5673458" y="436791"/>
                </a:lnTo>
                <a:lnTo>
                  <a:pt x="5674576" y="436333"/>
                </a:lnTo>
                <a:lnTo>
                  <a:pt x="5676443" y="434467"/>
                </a:lnTo>
                <a:lnTo>
                  <a:pt x="5676900" y="433349"/>
                </a:lnTo>
                <a:lnTo>
                  <a:pt x="5676900" y="430720"/>
                </a:lnTo>
                <a:close/>
              </a:path>
              <a:path w="9867900" h="3000375">
                <a:moveTo>
                  <a:pt x="5676900" y="3454"/>
                </a:moveTo>
                <a:lnTo>
                  <a:pt x="5676443" y="2336"/>
                </a:lnTo>
                <a:lnTo>
                  <a:pt x="5674576" y="469"/>
                </a:lnTo>
                <a:lnTo>
                  <a:pt x="5673458" y="0"/>
                </a:lnTo>
                <a:lnTo>
                  <a:pt x="5670829" y="0"/>
                </a:lnTo>
                <a:lnTo>
                  <a:pt x="5669699" y="469"/>
                </a:lnTo>
                <a:lnTo>
                  <a:pt x="5667845" y="2336"/>
                </a:lnTo>
                <a:lnTo>
                  <a:pt x="5667375" y="3454"/>
                </a:lnTo>
                <a:lnTo>
                  <a:pt x="5667375" y="6083"/>
                </a:lnTo>
                <a:lnTo>
                  <a:pt x="5667845" y="7200"/>
                </a:lnTo>
                <a:lnTo>
                  <a:pt x="5669699" y="9067"/>
                </a:lnTo>
                <a:lnTo>
                  <a:pt x="5670829" y="9525"/>
                </a:lnTo>
                <a:lnTo>
                  <a:pt x="5673458" y="9525"/>
                </a:lnTo>
                <a:lnTo>
                  <a:pt x="5674576" y="9067"/>
                </a:lnTo>
                <a:lnTo>
                  <a:pt x="5676443" y="7200"/>
                </a:lnTo>
                <a:lnTo>
                  <a:pt x="5676900" y="6083"/>
                </a:lnTo>
                <a:lnTo>
                  <a:pt x="5676900" y="3454"/>
                </a:lnTo>
                <a:close/>
              </a:path>
              <a:path w="9867900" h="3000375">
                <a:moveTo>
                  <a:pt x="5724525" y="2994304"/>
                </a:moveTo>
                <a:lnTo>
                  <a:pt x="5724068" y="2993186"/>
                </a:lnTo>
                <a:lnTo>
                  <a:pt x="5722201" y="2991320"/>
                </a:lnTo>
                <a:lnTo>
                  <a:pt x="5721083" y="2990850"/>
                </a:lnTo>
                <a:lnTo>
                  <a:pt x="5718454" y="2990850"/>
                </a:lnTo>
                <a:lnTo>
                  <a:pt x="5717324" y="2991320"/>
                </a:lnTo>
                <a:lnTo>
                  <a:pt x="5715470" y="2993186"/>
                </a:lnTo>
                <a:lnTo>
                  <a:pt x="5715000" y="2994304"/>
                </a:lnTo>
                <a:lnTo>
                  <a:pt x="5715000" y="2996933"/>
                </a:lnTo>
                <a:lnTo>
                  <a:pt x="5715470" y="2998051"/>
                </a:lnTo>
                <a:lnTo>
                  <a:pt x="5717324" y="2999917"/>
                </a:lnTo>
                <a:lnTo>
                  <a:pt x="5718454" y="3000375"/>
                </a:lnTo>
                <a:lnTo>
                  <a:pt x="5721083" y="3000375"/>
                </a:lnTo>
                <a:lnTo>
                  <a:pt x="5722201" y="2999917"/>
                </a:lnTo>
                <a:lnTo>
                  <a:pt x="5724068" y="2998051"/>
                </a:lnTo>
                <a:lnTo>
                  <a:pt x="5724525" y="2996933"/>
                </a:lnTo>
                <a:lnTo>
                  <a:pt x="5724525" y="2994304"/>
                </a:lnTo>
                <a:close/>
              </a:path>
              <a:path w="9867900" h="3000375">
                <a:moveTo>
                  <a:pt x="5724525" y="2567038"/>
                </a:moveTo>
                <a:lnTo>
                  <a:pt x="5724068" y="2565920"/>
                </a:lnTo>
                <a:lnTo>
                  <a:pt x="5722201" y="2564053"/>
                </a:lnTo>
                <a:lnTo>
                  <a:pt x="5721083" y="2563596"/>
                </a:lnTo>
                <a:lnTo>
                  <a:pt x="5718454" y="2563596"/>
                </a:lnTo>
                <a:lnTo>
                  <a:pt x="5717324" y="2564053"/>
                </a:lnTo>
                <a:lnTo>
                  <a:pt x="5715470" y="2565920"/>
                </a:lnTo>
                <a:lnTo>
                  <a:pt x="5715000" y="2567038"/>
                </a:lnTo>
                <a:lnTo>
                  <a:pt x="5715000" y="2569667"/>
                </a:lnTo>
                <a:lnTo>
                  <a:pt x="5715470" y="2570797"/>
                </a:lnTo>
                <a:lnTo>
                  <a:pt x="5717324" y="2572651"/>
                </a:lnTo>
                <a:lnTo>
                  <a:pt x="5718454" y="2573121"/>
                </a:lnTo>
                <a:lnTo>
                  <a:pt x="5721083" y="2573121"/>
                </a:lnTo>
                <a:lnTo>
                  <a:pt x="5722201" y="2572651"/>
                </a:lnTo>
                <a:lnTo>
                  <a:pt x="5724068" y="2570797"/>
                </a:lnTo>
                <a:lnTo>
                  <a:pt x="5724525" y="2569667"/>
                </a:lnTo>
                <a:lnTo>
                  <a:pt x="5724525" y="2567038"/>
                </a:lnTo>
                <a:close/>
              </a:path>
              <a:path w="9867900" h="3000375">
                <a:moveTo>
                  <a:pt x="5724525" y="2139772"/>
                </a:moveTo>
                <a:lnTo>
                  <a:pt x="5724068" y="2138654"/>
                </a:lnTo>
                <a:lnTo>
                  <a:pt x="5722201" y="2136787"/>
                </a:lnTo>
                <a:lnTo>
                  <a:pt x="5721083" y="2136330"/>
                </a:lnTo>
                <a:lnTo>
                  <a:pt x="5718454" y="2136330"/>
                </a:lnTo>
                <a:lnTo>
                  <a:pt x="5717324" y="2136787"/>
                </a:lnTo>
                <a:lnTo>
                  <a:pt x="5715470" y="2138654"/>
                </a:lnTo>
                <a:lnTo>
                  <a:pt x="5715000" y="2139772"/>
                </a:lnTo>
                <a:lnTo>
                  <a:pt x="5715000" y="2142401"/>
                </a:lnTo>
                <a:lnTo>
                  <a:pt x="5715470" y="2143531"/>
                </a:lnTo>
                <a:lnTo>
                  <a:pt x="5717324" y="2145385"/>
                </a:lnTo>
                <a:lnTo>
                  <a:pt x="5718454" y="2145855"/>
                </a:lnTo>
                <a:lnTo>
                  <a:pt x="5721083" y="2145855"/>
                </a:lnTo>
                <a:lnTo>
                  <a:pt x="5722201" y="2145385"/>
                </a:lnTo>
                <a:lnTo>
                  <a:pt x="5724068" y="2143531"/>
                </a:lnTo>
                <a:lnTo>
                  <a:pt x="5724525" y="2142401"/>
                </a:lnTo>
                <a:lnTo>
                  <a:pt x="5724525" y="2139772"/>
                </a:lnTo>
                <a:close/>
              </a:path>
              <a:path w="9867900" h="3000375">
                <a:moveTo>
                  <a:pt x="5724525" y="1712506"/>
                </a:moveTo>
                <a:lnTo>
                  <a:pt x="5724068" y="1711388"/>
                </a:lnTo>
                <a:lnTo>
                  <a:pt x="5722201" y="1709534"/>
                </a:lnTo>
                <a:lnTo>
                  <a:pt x="5721083" y="1709064"/>
                </a:lnTo>
                <a:lnTo>
                  <a:pt x="5718454" y="1709064"/>
                </a:lnTo>
                <a:lnTo>
                  <a:pt x="5717324" y="1709534"/>
                </a:lnTo>
                <a:lnTo>
                  <a:pt x="5715470" y="1711388"/>
                </a:lnTo>
                <a:lnTo>
                  <a:pt x="5715000" y="1712506"/>
                </a:lnTo>
                <a:lnTo>
                  <a:pt x="5715000" y="1715135"/>
                </a:lnTo>
                <a:lnTo>
                  <a:pt x="5715470" y="1716265"/>
                </a:lnTo>
                <a:lnTo>
                  <a:pt x="5717324" y="1718119"/>
                </a:lnTo>
                <a:lnTo>
                  <a:pt x="5718454" y="1718589"/>
                </a:lnTo>
                <a:lnTo>
                  <a:pt x="5721083" y="1718589"/>
                </a:lnTo>
                <a:lnTo>
                  <a:pt x="5722201" y="1718119"/>
                </a:lnTo>
                <a:lnTo>
                  <a:pt x="5724068" y="1716265"/>
                </a:lnTo>
                <a:lnTo>
                  <a:pt x="5724525" y="1715135"/>
                </a:lnTo>
                <a:lnTo>
                  <a:pt x="5724525" y="1712506"/>
                </a:lnTo>
                <a:close/>
              </a:path>
              <a:path w="9867900" h="3000375">
                <a:moveTo>
                  <a:pt x="5724525" y="1285252"/>
                </a:moveTo>
                <a:lnTo>
                  <a:pt x="5724068" y="1284122"/>
                </a:lnTo>
                <a:lnTo>
                  <a:pt x="5722201" y="1282268"/>
                </a:lnTo>
                <a:lnTo>
                  <a:pt x="5721083" y="1281798"/>
                </a:lnTo>
                <a:lnTo>
                  <a:pt x="5718454" y="1281798"/>
                </a:lnTo>
                <a:lnTo>
                  <a:pt x="5717324" y="1282268"/>
                </a:lnTo>
                <a:lnTo>
                  <a:pt x="5715470" y="1284122"/>
                </a:lnTo>
                <a:lnTo>
                  <a:pt x="5715000" y="1285252"/>
                </a:lnTo>
                <a:lnTo>
                  <a:pt x="5715000" y="1287881"/>
                </a:lnTo>
                <a:lnTo>
                  <a:pt x="5715470" y="1288999"/>
                </a:lnTo>
                <a:lnTo>
                  <a:pt x="5717324" y="1290853"/>
                </a:lnTo>
                <a:lnTo>
                  <a:pt x="5718454" y="1291323"/>
                </a:lnTo>
                <a:lnTo>
                  <a:pt x="5721083" y="1291323"/>
                </a:lnTo>
                <a:lnTo>
                  <a:pt x="5722201" y="1290853"/>
                </a:lnTo>
                <a:lnTo>
                  <a:pt x="5724068" y="1288999"/>
                </a:lnTo>
                <a:lnTo>
                  <a:pt x="5724525" y="1287881"/>
                </a:lnTo>
                <a:lnTo>
                  <a:pt x="5724525" y="1285252"/>
                </a:lnTo>
                <a:close/>
              </a:path>
              <a:path w="9867900" h="3000375">
                <a:moveTo>
                  <a:pt x="5724525" y="857986"/>
                </a:moveTo>
                <a:lnTo>
                  <a:pt x="5724068" y="856856"/>
                </a:lnTo>
                <a:lnTo>
                  <a:pt x="5722201" y="855002"/>
                </a:lnTo>
                <a:lnTo>
                  <a:pt x="5721083" y="854532"/>
                </a:lnTo>
                <a:lnTo>
                  <a:pt x="5718454" y="854532"/>
                </a:lnTo>
                <a:lnTo>
                  <a:pt x="5717324" y="855002"/>
                </a:lnTo>
                <a:lnTo>
                  <a:pt x="5715470" y="856856"/>
                </a:lnTo>
                <a:lnTo>
                  <a:pt x="5715000" y="857986"/>
                </a:lnTo>
                <a:lnTo>
                  <a:pt x="5715000" y="860615"/>
                </a:lnTo>
                <a:lnTo>
                  <a:pt x="5715470" y="861733"/>
                </a:lnTo>
                <a:lnTo>
                  <a:pt x="5717324" y="863600"/>
                </a:lnTo>
                <a:lnTo>
                  <a:pt x="5718454" y="864057"/>
                </a:lnTo>
                <a:lnTo>
                  <a:pt x="5721083" y="864057"/>
                </a:lnTo>
                <a:lnTo>
                  <a:pt x="5722201" y="863600"/>
                </a:lnTo>
                <a:lnTo>
                  <a:pt x="5724068" y="861733"/>
                </a:lnTo>
                <a:lnTo>
                  <a:pt x="5724525" y="860615"/>
                </a:lnTo>
                <a:lnTo>
                  <a:pt x="5724525" y="857986"/>
                </a:lnTo>
                <a:close/>
              </a:path>
              <a:path w="9867900" h="3000375">
                <a:moveTo>
                  <a:pt x="5724525" y="430720"/>
                </a:moveTo>
                <a:lnTo>
                  <a:pt x="5724068" y="429590"/>
                </a:lnTo>
                <a:lnTo>
                  <a:pt x="5722201" y="427736"/>
                </a:lnTo>
                <a:lnTo>
                  <a:pt x="5721083" y="427266"/>
                </a:lnTo>
                <a:lnTo>
                  <a:pt x="5718454" y="427266"/>
                </a:lnTo>
                <a:lnTo>
                  <a:pt x="5717324" y="427736"/>
                </a:lnTo>
                <a:lnTo>
                  <a:pt x="5715470" y="429590"/>
                </a:lnTo>
                <a:lnTo>
                  <a:pt x="5715000" y="430720"/>
                </a:lnTo>
                <a:lnTo>
                  <a:pt x="5715000" y="433349"/>
                </a:lnTo>
                <a:lnTo>
                  <a:pt x="5715470" y="434467"/>
                </a:lnTo>
                <a:lnTo>
                  <a:pt x="5717324" y="436333"/>
                </a:lnTo>
                <a:lnTo>
                  <a:pt x="5718454" y="436791"/>
                </a:lnTo>
                <a:lnTo>
                  <a:pt x="5721083" y="436791"/>
                </a:lnTo>
                <a:lnTo>
                  <a:pt x="5722201" y="436333"/>
                </a:lnTo>
                <a:lnTo>
                  <a:pt x="5724068" y="434467"/>
                </a:lnTo>
                <a:lnTo>
                  <a:pt x="5724525" y="433349"/>
                </a:lnTo>
                <a:lnTo>
                  <a:pt x="5724525" y="430720"/>
                </a:lnTo>
                <a:close/>
              </a:path>
              <a:path w="9867900" h="3000375">
                <a:moveTo>
                  <a:pt x="5724525" y="3454"/>
                </a:moveTo>
                <a:lnTo>
                  <a:pt x="5724068" y="2336"/>
                </a:lnTo>
                <a:lnTo>
                  <a:pt x="5722201" y="469"/>
                </a:lnTo>
                <a:lnTo>
                  <a:pt x="5721083" y="0"/>
                </a:lnTo>
                <a:lnTo>
                  <a:pt x="5718454" y="0"/>
                </a:lnTo>
                <a:lnTo>
                  <a:pt x="5717324" y="469"/>
                </a:lnTo>
                <a:lnTo>
                  <a:pt x="5715470" y="2336"/>
                </a:lnTo>
                <a:lnTo>
                  <a:pt x="5715000" y="3454"/>
                </a:lnTo>
                <a:lnTo>
                  <a:pt x="5715000" y="6083"/>
                </a:lnTo>
                <a:lnTo>
                  <a:pt x="5715470" y="7200"/>
                </a:lnTo>
                <a:lnTo>
                  <a:pt x="5717324" y="9067"/>
                </a:lnTo>
                <a:lnTo>
                  <a:pt x="5718454" y="9525"/>
                </a:lnTo>
                <a:lnTo>
                  <a:pt x="5721083" y="9525"/>
                </a:lnTo>
                <a:lnTo>
                  <a:pt x="5722201" y="9067"/>
                </a:lnTo>
                <a:lnTo>
                  <a:pt x="5724068" y="7200"/>
                </a:lnTo>
                <a:lnTo>
                  <a:pt x="5724525" y="6083"/>
                </a:lnTo>
                <a:lnTo>
                  <a:pt x="5724525" y="3454"/>
                </a:lnTo>
                <a:close/>
              </a:path>
              <a:path w="9867900" h="3000375">
                <a:moveTo>
                  <a:pt x="5772150" y="2994304"/>
                </a:moveTo>
                <a:lnTo>
                  <a:pt x="5771693" y="2993186"/>
                </a:lnTo>
                <a:lnTo>
                  <a:pt x="5769826" y="2991320"/>
                </a:lnTo>
                <a:lnTo>
                  <a:pt x="5768708" y="2990850"/>
                </a:lnTo>
                <a:lnTo>
                  <a:pt x="5766079" y="2990850"/>
                </a:lnTo>
                <a:lnTo>
                  <a:pt x="5764949" y="2991320"/>
                </a:lnTo>
                <a:lnTo>
                  <a:pt x="5763095" y="2993186"/>
                </a:lnTo>
                <a:lnTo>
                  <a:pt x="5762625" y="2994304"/>
                </a:lnTo>
                <a:lnTo>
                  <a:pt x="5762625" y="2996933"/>
                </a:lnTo>
                <a:lnTo>
                  <a:pt x="5763095" y="2998051"/>
                </a:lnTo>
                <a:lnTo>
                  <a:pt x="5764949" y="2999917"/>
                </a:lnTo>
                <a:lnTo>
                  <a:pt x="5766079" y="3000375"/>
                </a:lnTo>
                <a:lnTo>
                  <a:pt x="5768708" y="3000375"/>
                </a:lnTo>
                <a:lnTo>
                  <a:pt x="5769826" y="2999917"/>
                </a:lnTo>
                <a:lnTo>
                  <a:pt x="5771693" y="2998051"/>
                </a:lnTo>
                <a:lnTo>
                  <a:pt x="5772150" y="2996933"/>
                </a:lnTo>
                <a:lnTo>
                  <a:pt x="5772150" y="2994304"/>
                </a:lnTo>
                <a:close/>
              </a:path>
              <a:path w="9867900" h="3000375">
                <a:moveTo>
                  <a:pt x="5772150" y="2567038"/>
                </a:moveTo>
                <a:lnTo>
                  <a:pt x="5771693" y="2565920"/>
                </a:lnTo>
                <a:lnTo>
                  <a:pt x="5769826" y="2564053"/>
                </a:lnTo>
                <a:lnTo>
                  <a:pt x="5768708" y="2563596"/>
                </a:lnTo>
                <a:lnTo>
                  <a:pt x="5766079" y="2563596"/>
                </a:lnTo>
                <a:lnTo>
                  <a:pt x="5764949" y="2564053"/>
                </a:lnTo>
                <a:lnTo>
                  <a:pt x="5763095" y="2565920"/>
                </a:lnTo>
                <a:lnTo>
                  <a:pt x="5762625" y="2567038"/>
                </a:lnTo>
                <a:lnTo>
                  <a:pt x="5762625" y="2569667"/>
                </a:lnTo>
                <a:lnTo>
                  <a:pt x="5763095" y="2570797"/>
                </a:lnTo>
                <a:lnTo>
                  <a:pt x="5764949" y="2572651"/>
                </a:lnTo>
                <a:lnTo>
                  <a:pt x="5766079" y="2573121"/>
                </a:lnTo>
                <a:lnTo>
                  <a:pt x="5768708" y="2573121"/>
                </a:lnTo>
                <a:lnTo>
                  <a:pt x="5769826" y="2572651"/>
                </a:lnTo>
                <a:lnTo>
                  <a:pt x="5771693" y="2570797"/>
                </a:lnTo>
                <a:lnTo>
                  <a:pt x="5772150" y="2569667"/>
                </a:lnTo>
                <a:lnTo>
                  <a:pt x="5772150" y="2567038"/>
                </a:lnTo>
                <a:close/>
              </a:path>
              <a:path w="9867900" h="3000375">
                <a:moveTo>
                  <a:pt x="5772150" y="2139772"/>
                </a:moveTo>
                <a:lnTo>
                  <a:pt x="5771693" y="2138654"/>
                </a:lnTo>
                <a:lnTo>
                  <a:pt x="5769826" y="2136787"/>
                </a:lnTo>
                <a:lnTo>
                  <a:pt x="5768708" y="2136330"/>
                </a:lnTo>
                <a:lnTo>
                  <a:pt x="5766079" y="2136330"/>
                </a:lnTo>
                <a:lnTo>
                  <a:pt x="5764949" y="2136787"/>
                </a:lnTo>
                <a:lnTo>
                  <a:pt x="5763095" y="2138654"/>
                </a:lnTo>
                <a:lnTo>
                  <a:pt x="5762625" y="2139772"/>
                </a:lnTo>
                <a:lnTo>
                  <a:pt x="5762625" y="2142401"/>
                </a:lnTo>
                <a:lnTo>
                  <a:pt x="5763095" y="2143531"/>
                </a:lnTo>
                <a:lnTo>
                  <a:pt x="5764949" y="2145385"/>
                </a:lnTo>
                <a:lnTo>
                  <a:pt x="5766079" y="2145855"/>
                </a:lnTo>
                <a:lnTo>
                  <a:pt x="5768708" y="2145855"/>
                </a:lnTo>
                <a:lnTo>
                  <a:pt x="5769826" y="2145385"/>
                </a:lnTo>
                <a:lnTo>
                  <a:pt x="5771693" y="2143531"/>
                </a:lnTo>
                <a:lnTo>
                  <a:pt x="5772150" y="2142401"/>
                </a:lnTo>
                <a:lnTo>
                  <a:pt x="5772150" y="2139772"/>
                </a:lnTo>
                <a:close/>
              </a:path>
              <a:path w="9867900" h="3000375">
                <a:moveTo>
                  <a:pt x="5772150" y="1712506"/>
                </a:moveTo>
                <a:lnTo>
                  <a:pt x="5771693" y="1711388"/>
                </a:lnTo>
                <a:lnTo>
                  <a:pt x="5769826" y="1709534"/>
                </a:lnTo>
                <a:lnTo>
                  <a:pt x="5768708" y="1709064"/>
                </a:lnTo>
                <a:lnTo>
                  <a:pt x="5766079" y="1709064"/>
                </a:lnTo>
                <a:lnTo>
                  <a:pt x="5764949" y="1709534"/>
                </a:lnTo>
                <a:lnTo>
                  <a:pt x="5763095" y="1711388"/>
                </a:lnTo>
                <a:lnTo>
                  <a:pt x="5762625" y="1712506"/>
                </a:lnTo>
                <a:lnTo>
                  <a:pt x="5762625" y="1715135"/>
                </a:lnTo>
                <a:lnTo>
                  <a:pt x="5763095" y="1716265"/>
                </a:lnTo>
                <a:lnTo>
                  <a:pt x="5764949" y="1718119"/>
                </a:lnTo>
                <a:lnTo>
                  <a:pt x="5766079" y="1718589"/>
                </a:lnTo>
                <a:lnTo>
                  <a:pt x="5768708" y="1718589"/>
                </a:lnTo>
                <a:lnTo>
                  <a:pt x="5769826" y="1718119"/>
                </a:lnTo>
                <a:lnTo>
                  <a:pt x="5771693" y="1716265"/>
                </a:lnTo>
                <a:lnTo>
                  <a:pt x="5772150" y="1715135"/>
                </a:lnTo>
                <a:lnTo>
                  <a:pt x="5772150" y="1712506"/>
                </a:lnTo>
                <a:close/>
              </a:path>
              <a:path w="9867900" h="3000375">
                <a:moveTo>
                  <a:pt x="5772150" y="1285252"/>
                </a:moveTo>
                <a:lnTo>
                  <a:pt x="5771693" y="1284122"/>
                </a:lnTo>
                <a:lnTo>
                  <a:pt x="5769826" y="1282268"/>
                </a:lnTo>
                <a:lnTo>
                  <a:pt x="5768708" y="1281798"/>
                </a:lnTo>
                <a:lnTo>
                  <a:pt x="5766079" y="1281798"/>
                </a:lnTo>
                <a:lnTo>
                  <a:pt x="5764949" y="1282268"/>
                </a:lnTo>
                <a:lnTo>
                  <a:pt x="5763095" y="1284122"/>
                </a:lnTo>
                <a:lnTo>
                  <a:pt x="5762625" y="1285252"/>
                </a:lnTo>
                <a:lnTo>
                  <a:pt x="5762625" y="1287881"/>
                </a:lnTo>
                <a:lnTo>
                  <a:pt x="5763095" y="1288999"/>
                </a:lnTo>
                <a:lnTo>
                  <a:pt x="5764949" y="1290853"/>
                </a:lnTo>
                <a:lnTo>
                  <a:pt x="5766079" y="1291323"/>
                </a:lnTo>
                <a:lnTo>
                  <a:pt x="5768708" y="1291323"/>
                </a:lnTo>
                <a:lnTo>
                  <a:pt x="5769826" y="1290853"/>
                </a:lnTo>
                <a:lnTo>
                  <a:pt x="5771693" y="1288999"/>
                </a:lnTo>
                <a:lnTo>
                  <a:pt x="5772150" y="1287881"/>
                </a:lnTo>
                <a:lnTo>
                  <a:pt x="5772150" y="1285252"/>
                </a:lnTo>
                <a:close/>
              </a:path>
              <a:path w="9867900" h="3000375">
                <a:moveTo>
                  <a:pt x="5772150" y="857986"/>
                </a:moveTo>
                <a:lnTo>
                  <a:pt x="5771693" y="856856"/>
                </a:lnTo>
                <a:lnTo>
                  <a:pt x="5769826" y="855002"/>
                </a:lnTo>
                <a:lnTo>
                  <a:pt x="5768708" y="854532"/>
                </a:lnTo>
                <a:lnTo>
                  <a:pt x="5766079" y="854532"/>
                </a:lnTo>
                <a:lnTo>
                  <a:pt x="5764949" y="855002"/>
                </a:lnTo>
                <a:lnTo>
                  <a:pt x="5763095" y="856856"/>
                </a:lnTo>
                <a:lnTo>
                  <a:pt x="5762625" y="857986"/>
                </a:lnTo>
                <a:lnTo>
                  <a:pt x="5762625" y="860615"/>
                </a:lnTo>
                <a:lnTo>
                  <a:pt x="5763095" y="861733"/>
                </a:lnTo>
                <a:lnTo>
                  <a:pt x="5764949" y="863600"/>
                </a:lnTo>
                <a:lnTo>
                  <a:pt x="5766079" y="864057"/>
                </a:lnTo>
                <a:lnTo>
                  <a:pt x="5768708" y="864057"/>
                </a:lnTo>
                <a:lnTo>
                  <a:pt x="5769826" y="863600"/>
                </a:lnTo>
                <a:lnTo>
                  <a:pt x="5771693" y="861733"/>
                </a:lnTo>
                <a:lnTo>
                  <a:pt x="5772150" y="860615"/>
                </a:lnTo>
                <a:lnTo>
                  <a:pt x="5772150" y="857986"/>
                </a:lnTo>
                <a:close/>
              </a:path>
              <a:path w="9867900" h="3000375">
                <a:moveTo>
                  <a:pt x="5772150" y="430720"/>
                </a:moveTo>
                <a:lnTo>
                  <a:pt x="5771693" y="429590"/>
                </a:lnTo>
                <a:lnTo>
                  <a:pt x="5769826" y="427736"/>
                </a:lnTo>
                <a:lnTo>
                  <a:pt x="5768708" y="427266"/>
                </a:lnTo>
                <a:lnTo>
                  <a:pt x="5766079" y="427266"/>
                </a:lnTo>
                <a:lnTo>
                  <a:pt x="5764949" y="427736"/>
                </a:lnTo>
                <a:lnTo>
                  <a:pt x="5763095" y="429590"/>
                </a:lnTo>
                <a:lnTo>
                  <a:pt x="5762625" y="430720"/>
                </a:lnTo>
                <a:lnTo>
                  <a:pt x="5762625" y="433349"/>
                </a:lnTo>
                <a:lnTo>
                  <a:pt x="5763095" y="434467"/>
                </a:lnTo>
                <a:lnTo>
                  <a:pt x="5764949" y="436333"/>
                </a:lnTo>
                <a:lnTo>
                  <a:pt x="5766079" y="436791"/>
                </a:lnTo>
                <a:lnTo>
                  <a:pt x="5768708" y="436791"/>
                </a:lnTo>
                <a:lnTo>
                  <a:pt x="5769826" y="436333"/>
                </a:lnTo>
                <a:lnTo>
                  <a:pt x="5771693" y="434467"/>
                </a:lnTo>
                <a:lnTo>
                  <a:pt x="5772150" y="433349"/>
                </a:lnTo>
                <a:lnTo>
                  <a:pt x="5772150" y="430720"/>
                </a:lnTo>
                <a:close/>
              </a:path>
              <a:path w="9867900" h="3000375">
                <a:moveTo>
                  <a:pt x="5772150" y="3454"/>
                </a:moveTo>
                <a:lnTo>
                  <a:pt x="5771693" y="2336"/>
                </a:lnTo>
                <a:lnTo>
                  <a:pt x="5769826" y="469"/>
                </a:lnTo>
                <a:lnTo>
                  <a:pt x="5768708" y="0"/>
                </a:lnTo>
                <a:lnTo>
                  <a:pt x="5766079" y="0"/>
                </a:lnTo>
                <a:lnTo>
                  <a:pt x="5764949" y="469"/>
                </a:lnTo>
                <a:lnTo>
                  <a:pt x="5763095" y="2336"/>
                </a:lnTo>
                <a:lnTo>
                  <a:pt x="5762625" y="3454"/>
                </a:lnTo>
                <a:lnTo>
                  <a:pt x="5762625" y="6083"/>
                </a:lnTo>
                <a:lnTo>
                  <a:pt x="5763095" y="7200"/>
                </a:lnTo>
                <a:lnTo>
                  <a:pt x="5764949" y="9067"/>
                </a:lnTo>
                <a:lnTo>
                  <a:pt x="5766079" y="9525"/>
                </a:lnTo>
                <a:lnTo>
                  <a:pt x="5768708" y="9525"/>
                </a:lnTo>
                <a:lnTo>
                  <a:pt x="5769826" y="9067"/>
                </a:lnTo>
                <a:lnTo>
                  <a:pt x="5771693" y="7200"/>
                </a:lnTo>
                <a:lnTo>
                  <a:pt x="5772150" y="6083"/>
                </a:lnTo>
                <a:lnTo>
                  <a:pt x="5772150" y="3454"/>
                </a:lnTo>
                <a:close/>
              </a:path>
              <a:path w="9867900" h="3000375">
                <a:moveTo>
                  <a:pt x="5819775" y="2994304"/>
                </a:moveTo>
                <a:lnTo>
                  <a:pt x="5819318" y="2993186"/>
                </a:lnTo>
                <a:lnTo>
                  <a:pt x="5817451" y="2991320"/>
                </a:lnTo>
                <a:lnTo>
                  <a:pt x="5816333" y="2990850"/>
                </a:lnTo>
                <a:lnTo>
                  <a:pt x="5813704" y="2990850"/>
                </a:lnTo>
                <a:lnTo>
                  <a:pt x="5812574" y="2991320"/>
                </a:lnTo>
                <a:lnTo>
                  <a:pt x="5810720" y="2993186"/>
                </a:lnTo>
                <a:lnTo>
                  <a:pt x="5810250" y="2994304"/>
                </a:lnTo>
                <a:lnTo>
                  <a:pt x="5810250" y="2996933"/>
                </a:lnTo>
                <a:lnTo>
                  <a:pt x="5810720" y="2998051"/>
                </a:lnTo>
                <a:lnTo>
                  <a:pt x="5812574" y="2999917"/>
                </a:lnTo>
                <a:lnTo>
                  <a:pt x="5813704" y="3000375"/>
                </a:lnTo>
                <a:lnTo>
                  <a:pt x="5816333" y="3000375"/>
                </a:lnTo>
                <a:lnTo>
                  <a:pt x="5817451" y="2999917"/>
                </a:lnTo>
                <a:lnTo>
                  <a:pt x="5819318" y="2998051"/>
                </a:lnTo>
                <a:lnTo>
                  <a:pt x="5819775" y="2996933"/>
                </a:lnTo>
                <a:lnTo>
                  <a:pt x="5819775" y="2994304"/>
                </a:lnTo>
                <a:close/>
              </a:path>
              <a:path w="9867900" h="3000375">
                <a:moveTo>
                  <a:pt x="5819775" y="2567038"/>
                </a:moveTo>
                <a:lnTo>
                  <a:pt x="5819318" y="2565920"/>
                </a:lnTo>
                <a:lnTo>
                  <a:pt x="5817451" y="2564053"/>
                </a:lnTo>
                <a:lnTo>
                  <a:pt x="5816333" y="2563596"/>
                </a:lnTo>
                <a:lnTo>
                  <a:pt x="5813704" y="2563596"/>
                </a:lnTo>
                <a:lnTo>
                  <a:pt x="5812574" y="2564053"/>
                </a:lnTo>
                <a:lnTo>
                  <a:pt x="5810720" y="2565920"/>
                </a:lnTo>
                <a:lnTo>
                  <a:pt x="5810250" y="2567038"/>
                </a:lnTo>
                <a:lnTo>
                  <a:pt x="5810250" y="2569667"/>
                </a:lnTo>
                <a:lnTo>
                  <a:pt x="5810720" y="2570797"/>
                </a:lnTo>
                <a:lnTo>
                  <a:pt x="5812574" y="2572651"/>
                </a:lnTo>
                <a:lnTo>
                  <a:pt x="5813704" y="2573121"/>
                </a:lnTo>
                <a:lnTo>
                  <a:pt x="5816333" y="2573121"/>
                </a:lnTo>
                <a:lnTo>
                  <a:pt x="5817451" y="2572651"/>
                </a:lnTo>
                <a:lnTo>
                  <a:pt x="5819318" y="2570797"/>
                </a:lnTo>
                <a:lnTo>
                  <a:pt x="5819775" y="2569667"/>
                </a:lnTo>
                <a:lnTo>
                  <a:pt x="5819775" y="2567038"/>
                </a:lnTo>
                <a:close/>
              </a:path>
              <a:path w="9867900" h="3000375">
                <a:moveTo>
                  <a:pt x="5819775" y="2139772"/>
                </a:moveTo>
                <a:lnTo>
                  <a:pt x="5819318" y="2138654"/>
                </a:lnTo>
                <a:lnTo>
                  <a:pt x="5817451" y="2136787"/>
                </a:lnTo>
                <a:lnTo>
                  <a:pt x="5816333" y="2136330"/>
                </a:lnTo>
                <a:lnTo>
                  <a:pt x="5813704" y="2136330"/>
                </a:lnTo>
                <a:lnTo>
                  <a:pt x="5812574" y="2136787"/>
                </a:lnTo>
                <a:lnTo>
                  <a:pt x="5810720" y="2138654"/>
                </a:lnTo>
                <a:lnTo>
                  <a:pt x="5810250" y="2139772"/>
                </a:lnTo>
                <a:lnTo>
                  <a:pt x="5810250" y="2142401"/>
                </a:lnTo>
                <a:lnTo>
                  <a:pt x="5810720" y="2143531"/>
                </a:lnTo>
                <a:lnTo>
                  <a:pt x="5812574" y="2145385"/>
                </a:lnTo>
                <a:lnTo>
                  <a:pt x="5813704" y="2145855"/>
                </a:lnTo>
                <a:lnTo>
                  <a:pt x="5816333" y="2145855"/>
                </a:lnTo>
                <a:lnTo>
                  <a:pt x="5817451" y="2145385"/>
                </a:lnTo>
                <a:lnTo>
                  <a:pt x="5819318" y="2143531"/>
                </a:lnTo>
                <a:lnTo>
                  <a:pt x="5819775" y="2142401"/>
                </a:lnTo>
                <a:lnTo>
                  <a:pt x="5819775" y="2139772"/>
                </a:lnTo>
                <a:close/>
              </a:path>
              <a:path w="9867900" h="3000375">
                <a:moveTo>
                  <a:pt x="5819775" y="1712506"/>
                </a:moveTo>
                <a:lnTo>
                  <a:pt x="5819318" y="1711388"/>
                </a:lnTo>
                <a:lnTo>
                  <a:pt x="5817451" y="1709534"/>
                </a:lnTo>
                <a:lnTo>
                  <a:pt x="5816333" y="1709064"/>
                </a:lnTo>
                <a:lnTo>
                  <a:pt x="5813704" y="1709064"/>
                </a:lnTo>
                <a:lnTo>
                  <a:pt x="5812574" y="1709534"/>
                </a:lnTo>
                <a:lnTo>
                  <a:pt x="5810720" y="1711388"/>
                </a:lnTo>
                <a:lnTo>
                  <a:pt x="5810250" y="1712506"/>
                </a:lnTo>
                <a:lnTo>
                  <a:pt x="5810250" y="1715135"/>
                </a:lnTo>
                <a:lnTo>
                  <a:pt x="5810720" y="1716265"/>
                </a:lnTo>
                <a:lnTo>
                  <a:pt x="5812574" y="1718119"/>
                </a:lnTo>
                <a:lnTo>
                  <a:pt x="5813704" y="1718589"/>
                </a:lnTo>
                <a:lnTo>
                  <a:pt x="5816333" y="1718589"/>
                </a:lnTo>
                <a:lnTo>
                  <a:pt x="5817451" y="1718119"/>
                </a:lnTo>
                <a:lnTo>
                  <a:pt x="5819318" y="1716265"/>
                </a:lnTo>
                <a:lnTo>
                  <a:pt x="5819775" y="1715135"/>
                </a:lnTo>
                <a:lnTo>
                  <a:pt x="5819775" y="1712506"/>
                </a:lnTo>
                <a:close/>
              </a:path>
              <a:path w="9867900" h="3000375">
                <a:moveTo>
                  <a:pt x="5819775" y="1285252"/>
                </a:moveTo>
                <a:lnTo>
                  <a:pt x="5819318" y="1284122"/>
                </a:lnTo>
                <a:lnTo>
                  <a:pt x="5817451" y="1282268"/>
                </a:lnTo>
                <a:lnTo>
                  <a:pt x="5816333" y="1281798"/>
                </a:lnTo>
                <a:lnTo>
                  <a:pt x="5813704" y="1281798"/>
                </a:lnTo>
                <a:lnTo>
                  <a:pt x="5812574" y="1282268"/>
                </a:lnTo>
                <a:lnTo>
                  <a:pt x="5810720" y="1284122"/>
                </a:lnTo>
                <a:lnTo>
                  <a:pt x="5810250" y="1285252"/>
                </a:lnTo>
                <a:lnTo>
                  <a:pt x="5810250" y="1287881"/>
                </a:lnTo>
                <a:lnTo>
                  <a:pt x="5810720" y="1288999"/>
                </a:lnTo>
                <a:lnTo>
                  <a:pt x="5812574" y="1290853"/>
                </a:lnTo>
                <a:lnTo>
                  <a:pt x="5813704" y="1291323"/>
                </a:lnTo>
                <a:lnTo>
                  <a:pt x="5816333" y="1291323"/>
                </a:lnTo>
                <a:lnTo>
                  <a:pt x="5817451" y="1290853"/>
                </a:lnTo>
                <a:lnTo>
                  <a:pt x="5819318" y="1288999"/>
                </a:lnTo>
                <a:lnTo>
                  <a:pt x="5819775" y="1287881"/>
                </a:lnTo>
                <a:lnTo>
                  <a:pt x="5819775" y="1285252"/>
                </a:lnTo>
                <a:close/>
              </a:path>
              <a:path w="9867900" h="3000375">
                <a:moveTo>
                  <a:pt x="5819775" y="857986"/>
                </a:moveTo>
                <a:lnTo>
                  <a:pt x="5819318" y="856856"/>
                </a:lnTo>
                <a:lnTo>
                  <a:pt x="5817451" y="855002"/>
                </a:lnTo>
                <a:lnTo>
                  <a:pt x="5816333" y="854532"/>
                </a:lnTo>
                <a:lnTo>
                  <a:pt x="5813704" y="854532"/>
                </a:lnTo>
                <a:lnTo>
                  <a:pt x="5812574" y="855002"/>
                </a:lnTo>
                <a:lnTo>
                  <a:pt x="5810720" y="856856"/>
                </a:lnTo>
                <a:lnTo>
                  <a:pt x="5810250" y="857986"/>
                </a:lnTo>
                <a:lnTo>
                  <a:pt x="5810250" y="860615"/>
                </a:lnTo>
                <a:lnTo>
                  <a:pt x="5810720" y="861733"/>
                </a:lnTo>
                <a:lnTo>
                  <a:pt x="5812574" y="863600"/>
                </a:lnTo>
                <a:lnTo>
                  <a:pt x="5813704" y="864057"/>
                </a:lnTo>
                <a:lnTo>
                  <a:pt x="5816333" y="864057"/>
                </a:lnTo>
                <a:lnTo>
                  <a:pt x="5817451" y="863600"/>
                </a:lnTo>
                <a:lnTo>
                  <a:pt x="5819318" y="861733"/>
                </a:lnTo>
                <a:lnTo>
                  <a:pt x="5819775" y="860615"/>
                </a:lnTo>
                <a:lnTo>
                  <a:pt x="5819775" y="857986"/>
                </a:lnTo>
                <a:close/>
              </a:path>
              <a:path w="9867900" h="3000375">
                <a:moveTo>
                  <a:pt x="5819775" y="430720"/>
                </a:moveTo>
                <a:lnTo>
                  <a:pt x="5819318" y="429590"/>
                </a:lnTo>
                <a:lnTo>
                  <a:pt x="5817451" y="427736"/>
                </a:lnTo>
                <a:lnTo>
                  <a:pt x="5816333" y="427266"/>
                </a:lnTo>
                <a:lnTo>
                  <a:pt x="5813704" y="427266"/>
                </a:lnTo>
                <a:lnTo>
                  <a:pt x="5812574" y="427736"/>
                </a:lnTo>
                <a:lnTo>
                  <a:pt x="5810720" y="429590"/>
                </a:lnTo>
                <a:lnTo>
                  <a:pt x="5810250" y="430720"/>
                </a:lnTo>
                <a:lnTo>
                  <a:pt x="5810250" y="433349"/>
                </a:lnTo>
                <a:lnTo>
                  <a:pt x="5810720" y="434467"/>
                </a:lnTo>
                <a:lnTo>
                  <a:pt x="5812574" y="436333"/>
                </a:lnTo>
                <a:lnTo>
                  <a:pt x="5813704" y="436791"/>
                </a:lnTo>
                <a:lnTo>
                  <a:pt x="5816333" y="436791"/>
                </a:lnTo>
                <a:lnTo>
                  <a:pt x="5817451" y="436333"/>
                </a:lnTo>
                <a:lnTo>
                  <a:pt x="5819318" y="434467"/>
                </a:lnTo>
                <a:lnTo>
                  <a:pt x="5819775" y="433349"/>
                </a:lnTo>
                <a:lnTo>
                  <a:pt x="5819775" y="430720"/>
                </a:lnTo>
                <a:close/>
              </a:path>
              <a:path w="9867900" h="3000375">
                <a:moveTo>
                  <a:pt x="5819775" y="3454"/>
                </a:moveTo>
                <a:lnTo>
                  <a:pt x="5819318" y="2336"/>
                </a:lnTo>
                <a:lnTo>
                  <a:pt x="5817451" y="469"/>
                </a:lnTo>
                <a:lnTo>
                  <a:pt x="5816333" y="0"/>
                </a:lnTo>
                <a:lnTo>
                  <a:pt x="5813704" y="0"/>
                </a:lnTo>
                <a:lnTo>
                  <a:pt x="5812574" y="469"/>
                </a:lnTo>
                <a:lnTo>
                  <a:pt x="5810720" y="2336"/>
                </a:lnTo>
                <a:lnTo>
                  <a:pt x="5810250" y="3454"/>
                </a:lnTo>
                <a:lnTo>
                  <a:pt x="5810250" y="6083"/>
                </a:lnTo>
                <a:lnTo>
                  <a:pt x="5810720" y="7200"/>
                </a:lnTo>
                <a:lnTo>
                  <a:pt x="5812574" y="9067"/>
                </a:lnTo>
                <a:lnTo>
                  <a:pt x="5813704" y="9525"/>
                </a:lnTo>
                <a:lnTo>
                  <a:pt x="5816333" y="9525"/>
                </a:lnTo>
                <a:lnTo>
                  <a:pt x="5817451" y="9067"/>
                </a:lnTo>
                <a:lnTo>
                  <a:pt x="5819318" y="7200"/>
                </a:lnTo>
                <a:lnTo>
                  <a:pt x="5819775" y="6083"/>
                </a:lnTo>
                <a:lnTo>
                  <a:pt x="5819775" y="3454"/>
                </a:lnTo>
                <a:close/>
              </a:path>
              <a:path w="9867900" h="3000375">
                <a:moveTo>
                  <a:pt x="5867400" y="2994304"/>
                </a:moveTo>
                <a:lnTo>
                  <a:pt x="5866943" y="2993186"/>
                </a:lnTo>
                <a:lnTo>
                  <a:pt x="5865076" y="2991320"/>
                </a:lnTo>
                <a:lnTo>
                  <a:pt x="5863958" y="2990850"/>
                </a:lnTo>
                <a:lnTo>
                  <a:pt x="5861329" y="2990850"/>
                </a:lnTo>
                <a:lnTo>
                  <a:pt x="5860199" y="2991320"/>
                </a:lnTo>
                <a:lnTo>
                  <a:pt x="5858345" y="2993186"/>
                </a:lnTo>
                <a:lnTo>
                  <a:pt x="5857875" y="2994304"/>
                </a:lnTo>
                <a:lnTo>
                  <a:pt x="5857875" y="2996933"/>
                </a:lnTo>
                <a:lnTo>
                  <a:pt x="5858345" y="2998051"/>
                </a:lnTo>
                <a:lnTo>
                  <a:pt x="5860199" y="2999917"/>
                </a:lnTo>
                <a:lnTo>
                  <a:pt x="5861329" y="3000375"/>
                </a:lnTo>
                <a:lnTo>
                  <a:pt x="5863958" y="3000375"/>
                </a:lnTo>
                <a:lnTo>
                  <a:pt x="5865076" y="2999917"/>
                </a:lnTo>
                <a:lnTo>
                  <a:pt x="5866943" y="2998051"/>
                </a:lnTo>
                <a:lnTo>
                  <a:pt x="5867400" y="2996933"/>
                </a:lnTo>
                <a:lnTo>
                  <a:pt x="5867400" y="2994304"/>
                </a:lnTo>
                <a:close/>
              </a:path>
              <a:path w="9867900" h="3000375">
                <a:moveTo>
                  <a:pt x="5867400" y="2567038"/>
                </a:moveTo>
                <a:lnTo>
                  <a:pt x="5866943" y="2565920"/>
                </a:lnTo>
                <a:lnTo>
                  <a:pt x="5865076" y="2564053"/>
                </a:lnTo>
                <a:lnTo>
                  <a:pt x="5863958" y="2563596"/>
                </a:lnTo>
                <a:lnTo>
                  <a:pt x="5861329" y="2563596"/>
                </a:lnTo>
                <a:lnTo>
                  <a:pt x="5860199" y="2564053"/>
                </a:lnTo>
                <a:lnTo>
                  <a:pt x="5858345" y="2565920"/>
                </a:lnTo>
                <a:lnTo>
                  <a:pt x="5857875" y="2567038"/>
                </a:lnTo>
                <a:lnTo>
                  <a:pt x="5857875" y="2569667"/>
                </a:lnTo>
                <a:lnTo>
                  <a:pt x="5858345" y="2570797"/>
                </a:lnTo>
                <a:lnTo>
                  <a:pt x="5860199" y="2572651"/>
                </a:lnTo>
                <a:lnTo>
                  <a:pt x="5861329" y="2573121"/>
                </a:lnTo>
                <a:lnTo>
                  <a:pt x="5863958" y="2573121"/>
                </a:lnTo>
                <a:lnTo>
                  <a:pt x="5865076" y="2572651"/>
                </a:lnTo>
                <a:lnTo>
                  <a:pt x="5866943" y="2570797"/>
                </a:lnTo>
                <a:lnTo>
                  <a:pt x="5867400" y="2569667"/>
                </a:lnTo>
                <a:lnTo>
                  <a:pt x="5867400" y="2567038"/>
                </a:lnTo>
                <a:close/>
              </a:path>
              <a:path w="9867900" h="3000375">
                <a:moveTo>
                  <a:pt x="5867400" y="2139772"/>
                </a:moveTo>
                <a:lnTo>
                  <a:pt x="5866943" y="2138654"/>
                </a:lnTo>
                <a:lnTo>
                  <a:pt x="5865076" y="2136787"/>
                </a:lnTo>
                <a:lnTo>
                  <a:pt x="5863958" y="2136330"/>
                </a:lnTo>
                <a:lnTo>
                  <a:pt x="5861329" y="2136330"/>
                </a:lnTo>
                <a:lnTo>
                  <a:pt x="5860199" y="2136787"/>
                </a:lnTo>
                <a:lnTo>
                  <a:pt x="5858345" y="2138654"/>
                </a:lnTo>
                <a:lnTo>
                  <a:pt x="5857875" y="2139772"/>
                </a:lnTo>
                <a:lnTo>
                  <a:pt x="5857875" y="2142401"/>
                </a:lnTo>
                <a:lnTo>
                  <a:pt x="5858345" y="2143531"/>
                </a:lnTo>
                <a:lnTo>
                  <a:pt x="5860199" y="2145385"/>
                </a:lnTo>
                <a:lnTo>
                  <a:pt x="5861329" y="2145855"/>
                </a:lnTo>
                <a:lnTo>
                  <a:pt x="5863958" y="2145855"/>
                </a:lnTo>
                <a:lnTo>
                  <a:pt x="5865076" y="2145385"/>
                </a:lnTo>
                <a:lnTo>
                  <a:pt x="5866943" y="2143531"/>
                </a:lnTo>
                <a:lnTo>
                  <a:pt x="5867400" y="2142401"/>
                </a:lnTo>
                <a:lnTo>
                  <a:pt x="5867400" y="2139772"/>
                </a:lnTo>
                <a:close/>
              </a:path>
              <a:path w="9867900" h="3000375">
                <a:moveTo>
                  <a:pt x="5867400" y="1712506"/>
                </a:moveTo>
                <a:lnTo>
                  <a:pt x="5866943" y="1711388"/>
                </a:lnTo>
                <a:lnTo>
                  <a:pt x="5865076" y="1709534"/>
                </a:lnTo>
                <a:lnTo>
                  <a:pt x="5863958" y="1709064"/>
                </a:lnTo>
                <a:lnTo>
                  <a:pt x="5861329" y="1709064"/>
                </a:lnTo>
                <a:lnTo>
                  <a:pt x="5860199" y="1709534"/>
                </a:lnTo>
                <a:lnTo>
                  <a:pt x="5858345" y="1711388"/>
                </a:lnTo>
                <a:lnTo>
                  <a:pt x="5857875" y="1712506"/>
                </a:lnTo>
                <a:lnTo>
                  <a:pt x="5857875" y="1715135"/>
                </a:lnTo>
                <a:lnTo>
                  <a:pt x="5858345" y="1716265"/>
                </a:lnTo>
                <a:lnTo>
                  <a:pt x="5860199" y="1718119"/>
                </a:lnTo>
                <a:lnTo>
                  <a:pt x="5861329" y="1718589"/>
                </a:lnTo>
                <a:lnTo>
                  <a:pt x="5863958" y="1718589"/>
                </a:lnTo>
                <a:lnTo>
                  <a:pt x="5865076" y="1718119"/>
                </a:lnTo>
                <a:lnTo>
                  <a:pt x="5866943" y="1716265"/>
                </a:lnTo>
                <a:lnTo>
                  <a:pt x="5867400" y="1715135"/>
                </a:lnTo>
                <a:lnTo>
                  <a:pt x="5867400" y="1712506"/>
                </a:lnTo>
                <a:close/>
              </a:path>
              <a:path w="9867900" h="3000375">
                <a:moveTo>
                  <a:pt x="5867400" y="1285252"/>
                </a:moveTo>
                <a:lnTo>
                  <a:pt x="5866943" y="1284122"/>
                </a:lnTo>
                <a:lnTo>
                  <a:pt x="5865076" y="1282268"/>
                </a:lnTo>
                <a:lnTo>
                  <a:pt x="5863958" y="1281798"/>
                </a:lnTo>
                <a:lnTo>
                  <a:pt x="5861329" y="1281798"/>
                </a:lnTo>
                <a:lnTo>
                  <a:pt x="5860199" y="1282268"/>
                </a:lnTo>
                <a:lnTo>
                  <a:pt x="5858345" y="1284122"/>
                </a:lnTo>
                <a:lnTo>
                  <a:pt x="5857875" y="1285252"/>
                </a:lnTo>
                <a:lnTo>
                  <a:pt x="5857875" y="1287881"/>
                </a:lnTo>
                <a:lnTo>
                  <a:pt x="5858345" y="1288999"/>
                </a:lnTo>
                <a:lnTo>
                  <a:pt x="5860199" y="1290853"/>
                </a:lnTo>
                <a:lnTo>
                  <a:pt x="5861329" y="1291323"/>
                </a:lnTo>
                <a:lnTo>
                  <a:pt x="5863958" y="1291323"/>
                </a:lnTo>
                <a:lnTo>
                  <a:pt x="5865076" y="1290853"/>
                </a:lnTo>
                <a:lnTo>
                  <a:pt x="5866943" y="1288999"/>
                </a:lnTo>
                <a:lnTo>
                  <a:pt x="5867400" y="1287881"/>
                </a:lnTo>
                <a:lnTo>
                  <a:pt x="5867400" y="1285252"/>
                </a:lnTo>
                <a:close/>
              </a:path>
              <a:path w="9867900" h="3000375">
                <a:moveTo>
                  <a:pt x="5867400" y="857986"/>
                </a:moveTo>
                <a:lnTo>
                  <a:pt x="5866943" y="856856"/>
                </a:lnTo>
                <a:lnTo>
                  <a:pt x="5865076" y="855002"/>
                </a:lnTo>
                <a:lnTo>
                  <a:pt x="5863958" y="854532"/>
                </a:lnTo>
                <a:lnTo>
                  <a:pt x="5861329" y="854532"/>
                </a:lnTo>
                <a:lnTo>
                  <a:pt x="5860199" y="855002"/>
                </a:lnTo>
                <a:lnTo>
                  <a:pt x="5858345" y="856856"/>
                </a:lnTo>
                <a:lnTo>
                  <a:pt x="5857875" y="857986"/>
                </a:lnTo>
                <a:lnTo>
                  <a:pt x="5857875" y="860615"/>
                </a:lnTo>
                <a:lnTo>
                  <a:pt x="5858345" y="861733"/>
                </a:lnTo>
                <a:lnTo>
                  <a:pt x="5860199" y="863600"/>
                </a:lnTo>
                <a:lnTo>
                  <a:pt x="5861329" y="864057"/>
                </a:lnTo>
                <a:lnTo>
                  <a:pt x="5863958" y="864057"/>
                </a:lnTo>
                <a:lnTo>
                  <a:pt x="5865076" y="863600"/>
                </a:lnTo>
                <a:lnTo>
                  <a:pt x="5866943" y="861733"/>
                </a:lnTo>
                <a:lnTo>
                  <a:pt x="5867400" y="860615"/>
                </a:lnTo>
                <a:lnTo>
                  <a:pt x="5867400" y="857986"/>
                </a:lnTo>
                <a:close/>
              </a:path>
              <a:path w="9867900" h="3000375">
                <a:moveTo>
                  <a:pt x="5867400" y="430720"/>
                </a:moveTo>
                <a:lnTo>
                  <a:pt x="5866943" y="429590"/>
                </a:lnTo>
                <a:lnTo>
                  <a:pt x="5865076" y="427736"/>
                </a:lnTo>
                <a:lnTo>
                  <a:pt x="5863958" y="427266"/>
                </a:lnTo>
                <a:lnTo>
                  <a:pt x="5861329" y="427266"/>
                </a:lnTo>
                <a:lnTo>
                  <a:pt x="5860199" y="427736"/>
                </a:lnTo>
                <a:lnTo>
                  <a:pt x="5858345" y="429590"/>
                </a:lnTo>
                <a:lnTo>
                  <a:pt x="5857875" y="430720"/>
                </a:lnTo>
                <a:lnTo>
                  <a:pt x="5857875" y="433349"/>
                </a:lnTo>
                <a:lnTo>
                  <a:pt x="5858345" y="434467"/>
                </a:lnTo>
                <a:lnTo>
                  <a:pt x="5860199" y="436333"/>
                </a:lnTo>
                <a:lnTo>
                  <a:pt x="5861329" y="436791"/>
                </a:lnTo>
                <a:lnTo>
                  <a:pt x="5863958" y="436791"/>
                </a:lnTo>
                <a:lnTo>
                  <a:pt x="5865076" y="436333"/>
                </a:lnTo>
                <a:lnTo>
                  <a:pt x="5866943" y="434467"/>
                </a:lnTo>
                <a:lnTo>
                  <a:pt x="5867400" y="433349"/>
                </a:lnTo>
                <a:lnTo>
                  <a:pt x="5867400" y="430720"/>
                </a:lnTo>
                <a:close/>
              </a:path>
              <a:path w="9867900" h="3000375">
                <a:moveTo>
                  <a:pt x="5867400" y="3454"/>
                </a:moveTo>
                <a:lnTo>
                  <a:pt x="5866943" y="2336"/>
                </a:lnTo>
                <a:lnTo>
                  <a:pt x="5865076" y="469"/>
                </a:lnTo>
                <a:lnTo>
                  <a:pt x="5863958" y="0"/>
                </a:lnTo>
                <a:lnTo>
                  <a:pt x="5861329" y="0"/>
                </a:lnTo>
                <a:lnTo>
                  <a:pt x="5860199" y="469"/>
                </a:lnTo>
                <a:lnTo>
                  <a:pt x="5858345" y="2336"/>
                </a:lnTo>
                <a:lnTo>
                  <a:pt x="5857875" y="3454"/>
                </a:lnTo>
                <a:lnTo>
                  <a:pt x="5857875" y="6083"/>
                </a:lnTo>
                <a:lnTo>
                  <a:pt x="5858345" y="7200"/>
                </a:lnTo>
                <a:lnTo>
                  <a:pt x="5860199" y="9067"/>
                </a:lnTo>
                <a:lnTo>
                  <a:pt x="5861329" y="9525"/>
                </a:lnTo>
                <a:lnTo>
                  <a:pt x="5863958" y="9525"/>
                </a:lnTo>
                <a:lnTo>
                  <a:pt x="5865076" y="9067"/>
                </a:lnTo>
                <a:lnTo>
                  <a:pt x="5866943" y="7200"/>
                </a:lnTo>
                <a:lnTo>
                  <a:pt x="5867400" y="6083"/>
                </a:lnTo>
                <a:lnTo>
                  <a:pt x="5867400" y="3454"/>
                </a:lnTo>
                <a:close/>
              </a:path>
              <a:path w="9867900" h="3000375">
                <a:moveTo>
                  <a:pt x="5915025" y="2994304"/>
                </a:moveTo>
                <a:lnTo>
                  <a:pt x="5914568" y="2993186"/>
                </a:lnTo>
                <a:lnTo>
                  <a:pt x="5912701" y="2991320"/>
                </a:lnTo>
                <a:lnTo>
                  <a:pt x="5911583" y="2990850"/>
                </a:lnTo>
                <a:lnTo>
                  <a:pt x="5908954" y="2990850"/>
                </a:lnTo>
                <a:lnTo>
                  <a:pt x="5907824" y="2991320"/>
                </a:lnTo>
                <a:lnTo>
                  <a:pt x="5905970" y="2993186"/>
                </a:lnTo>
                <a:lnTo>
                  <a:pt x="5905500" y="2994304"/>
                </a:lnTo>
                <a:lnTo>
                  <a:pt x="5905500" y="2996933"/>
                </a:lnTo>
                <a:lnTo>
                  <a:pt x="5905970" y="2998051"/>
                </a:lnTo>
                <a:lnTo>
                  <a:pt x="5907824" y="2999917"/>
                </a:lnTo>
                <a:lnTo>
                  <a:pt x="5908954" y="3000375"/>
                </a:lnTo>
                <a:lnTo>
                  <a:pt x="5911583" y="3000375"/>
                </a:lnTo>
                <a:lnTo>
                  <a:pt x="5912701" y="2999917"/>
                </a:lnTo>
                <a:lnTo>
                  <a:pt x="5914568" y="2998051"/>
                </a:lnTo>
                <a:lnTo>
                  <a:pt x="5915025" y="2996933"/>
                </a:lnTo>
                <a:lnTo>
                  <a:pt x="5915025" y="2994304"/>
                </a:lnTo>
                <a:close/>
              </a:path>
              <a:path w="9867900" h="3000375">
                <a:moveTo>
                  <a:pt x="5915025" y="2567038"/>
                </a:moveTo>
                <a:lnTo>
                  <a:pt x="5914568" y="2565920"/>
                </a:lnTo>
                <a:lnTo>
                  <a:pt x="5912701" y="2564053"/>
                </a:lnTo>
                <a:lnTo>
                  <a:pt x="5911583" y="2563596"/>
                </a:lnTo>
                <a:lnTo>
                  <a:pt x="5908954" y="2563596"/>
                </a:lnTo>
                <a:lnTo>
                  <a:pt x="5907824" y="2564053"/>
                </a:lnTo>
                <a:lnTo>
                  <a:pt x="5905970" y="2565920"/>
                </a:lnTo>
                <a:lnTo>
                  <a:pt x="5905500" y="2567038"/>
                </a:lnTo>
                <a:lnTo>
                  <a:pt x="5905500" y="2569667"/>
                </a:lnTo>
                <a:lnTo>
                  <a:pt x="5905970" y="2570797"/>
                </a:lnTo>
                <a:lnTo>
                  <a:pt x="5907824" y="2572651"/>
                </a:lnTo>
                <a:lnTo>
                  <a:pt x="5908954" y="2573121"/>
                </a:lnTo>
                <a:lnTo>
                  <a:pt x="5911583" y="2573121"/>
                </a:lnTo>
                <a:lnTo>
                  <a:pt x="5912701" y="2572651"/>
                </a:lnTo>
                <a:lnTo>
                  <a:pt x="5914568" y="2570797"/>
                </a:lnTo>
                <a:lnTo>
                  <a:pt x="5915025" y="2569667"/>
                </a:lnTo>
                <a:lnTo>
                  <a:pt x="5915025" y="2567038"/>
                </a:lnTo>
                <a:close/>
              </a:path>
              <a:path w="9867900" h="3000375">
                <a:moveTo>
                  <a:pt x="5915025" y="2139772"/>
                </a:moveTo>
                <a:lnTo>
                  <a:pt x="5914568" y="2138654"/>
                </a:lnTo>
                <a:lnTo>
                  <a:pt x="5912701" y="2136787"/>
                </a:lnTo>
                <a:lnTo>
                  <a:pt x="5911583" y="2136330"/>
                </a:lnTo>
                <a:lnTo>
                  <a:pt x="5908954" y="2136330"/>
                </a:lnTo>
                <a:lnTo>
                  <a:pt x="5907824" y="2136787"/>
                </a:lnTo>
                <a:lnTo>
                  <a:pt x="5905970" y="2138654"/>
                </a:lnTo>
                <a:lnTo>
                  <a:pt x="5905500" y="2139772"/>
                </a:lnTo>
                <a:lnTo>
                  <a:pt x="5905500" y="2142401"/>
                </a:lnTo>
                <a:lnTo>
                  <a:pt x="5905970" y="2143531"/>
                </a:lnTo>
                <a:lnTo>
                  <a:pt x="5907824" y="2145385"/>
                </a:lnTo>
                <a:lnTo>
                  <a:pt x="5908954" y="2145855"/>
                </a:lnTo>
                <a:lnTo>
                  <a:pt x="5911583" y="2145855"/>
                </a:lnTo>
                <a:lnTo>
                  <a:pt x="5912701" y="2145385"/>
                </a:lnTo>
                <a:lnTo>
                  <a:pt x="5914568" y="2143531"/>
                </a:lnTo>
                <a:lnTo>
                  <a:pt x="5915025" y="2142401"/>
                </a:lnTo>
                <a:lnTo>
                  <a:pt x="5915025" y="2139772"/>
                </a:lnTo>
                <a:close/>
              </a:path>
              <a:path w="9867900" h="3000375">
                <a:moveTo>
                  <a:pt x="5915025" y="1712506"/>
                </a:moveTo>
                <a:lnTo>
                  <a:pt x="5914568" y="1711388"/>
                </a:lnTo>
                <a:lnTo>
                  <a:pt x="5912701" y="1709534"/>
                </a:lnTo>
                <a:lnTo>
                  <a:pt x="5911583" y="1709064"/>
                </a:lnTo>
                <a:lnTo>
                  <a:pt x="5908954" y="1709064"/>
                </a:lnTo>
                <a:lnTo>
                  <a:pt x="5907824" y="1709534"/>
                </a:lnTo>
                <a:lnTo>
                  <a:pt x="5905970" y="1711388"/>
                </a:lnTo>
                <a:lnTo>
                  <a:pt x="5905500" y="1712506"/>
                </a:lnTo>
                <a:lnTo>
                  <a:pt x="5905500" y="1715135"/>
                </a:lnTo>
                <a:lnTo>
                  <a:pt x="5905970" y="1716265"/>
                </a:lnTo>
                <a:lnTo>
                  <a:pt x="5907824" y="1718119"/>
                </a:lnTo>
                <a:lnTo>
                  <a:pt x="5908954" y="1718589"/>
                </a:lnTo>
                <a:lnTo>
                  <a:pt x="5911583" y="1718589"/>
                </a:lnTo>
                <a:lnTo>
                  <a:pt x="5912701" y="1718119"/>
                </a:lnTo>
                <a:lnTo>
                  <a:pt x="5914568" y="1716265"/>
                </a:lnTo>
                <a:lnTo>
                  <a:pt x="5915025" y="1715135"/>
                </a:lnTo>
                <a:lnTo>
                  <a:pt x="5915025" y="1712506"/>
                </a:lnTo>
                <a:close/>
              </a:path>
              <a:path w="9867900" h="3000375">
                <a:moveTo>
                  <a:pt x="5915025" y="1285252"/>
                </a:moveTo>
                <a:lnTo>
                  <a:pt x="5914568" y="1284122"/>
                </a:lnTo>
                <a:lnTo>
                  <a:pt x="5912701" y="1282268"/>
                </a:lnTo>
                <a:lnTo>
                  <a:pt x="5911583" y="1281798"/>
                </a:lnTo>
                <a:lnTo>
                  <a:pt x="5908954" y="1281798"/>
                </a:lnTo>
                <a:lnTo>
                  <a:pt x="5907824" y="1282268"/>
                </a:lnTo>
                <a:lnTo>
                  <a:pt x="5905970" y="1284122"/>
                </a:lnTo>
                <a:lnTo>
                  <a:pt x="5905500" y="1285252"/>
                </a:lnTo>
                <a:lnTo>
                  <a:pt x="5905500" y="1287881"/>
                </a:lnTo>
                <a:lnTo>
                  <a:pt x="5905970" y="1288999"/>
                </a:lnTo>
                <a:lnTo>
                  <a:pt x="5907824" y="1290853"/>
                </a:lnTo>
                <a:lnTo>
                  <a:pt x="5908954" y="1291323"/>
                </a:lnTo>
                <a:lnTo>
                  <a:pt x="5911583" y="1291323"/>
                </a:lnTo>
                <a:lnTo>
                  <a:pt x="5912701" y="1290853"/>
                </a:lnTo>
                <a:lnTo>
                  <a:pt x="5914568" y="1288999"/>
                </a:lnTo>
                <a:lnTo>
                  <a:pt x="5915025" y="1287881"/>
                </a:lnTo>
                <a:lnTo>
                  <a:pt x="5915025" y="1285252"/>
                </a:lnTo>
                <a:close/>
              </a:path>
              <a:path w="9867900" h="3000375">
                <a:moveTo>
                  <a:pt x="5915025" y="857986"/>
                </a:moveTo>
                <a:lnTo>
                  <a:pt x="5914568" y="856856"/>
                </a:lnTo>
                <a:lnTo>
                  <a:pt x="5912701" y="855002"/>
                </a:lnTo>
                <a:lnTo>
                  <a:pt x="5911583" y="854532"/>
                </a:lnTo>
                <a:lnTo>
                  <a:pt x="5908954" y="854532"/>
                </a:lnTo>
                <a:lnTo>
                  <a:pt x="5907824" y="855002"/>
                </a:lnTo>
                <a:lnTo>
                  <a:pt x="5905970" y="856856"/>
                </a:lnTo>
                <a:lnTo>
                  <a:pt x="5905500" y="857986"/>
                </a:lnTo>
                <a:lnTo>
                  <a:pt x="5905500" y="860615"/>
                </a:lnTo>
                <a:lnTo>
                  <a:pt x="5905970" y="861733"/>
                </a:lnTo>
                <a:lnTo>
                  <a:pt x="5907824" y="863600"/>
                </a:lnTo>
                <a:lnTo>
                  <a:pt x="5908954" y="864057"/>
                </a:lnTo>
                <a:lnTo>
                  <a:pt x="5911583" y="864057"/>
                </a:lnTo>
                <a:lnTo>
                  <a:pt x="5912701" y="863600"/>
                </a:lnTo>
                <a:lnTo>
                  <a:pt x="5914568" y="861733"/>
                </a:lnTo>
                <a:lnTo>
                  <a:pt x="5915025" y="860615"/>
                </a:lnTo>
                <a:lnTo>
                  <a:pt x="5915025" y="857986"/>
                </a:lnTo>
                <a:close/>
              </a:path>
              <a:path w="9867900" h="3000375">
                <a:moveTo>
                  <a:pt x="5915025" y="430720"/>
                </a:moveTo>
                <a:lnTo>
                  <a:pt x="5914568" y="429590"/>
                </a:lnTo>
                <a:lnTo>
                  <a:pt x="5912701" y="427736"/>
                </a:lnTo>
                <a:lnTo>
                  <a:pt x="5911583" y="427266"/>
                </a:lnTo>
                <a:lnTo>
                  <a:pt x="5908954" y="427266"/>
                </a:lnTo>
                <a:lnTo>
                  <a:pt x="5907824" y="427736"/>
                </a:lnTo>
                <a:lnTo>
                  <a:pt x="5905970" y="429590"/>
                </a:lnTo>
                <a:lnTo>
                  <a:pt x="5905500" y="430720"/>
                </a:lnTo>
                <a:lnTo>
                  <a:pt x="5905500" y="433349"/>
                </a:lnTo>
                <a:lnTo>
                  <a:pt x="5905970" y="434467"/>
                </a:lnTo>
                <a:lnTo>
                  <a:pt x="5907824" y="436333"/>
                </a:lnTo>
                <a:lnTo>
                  <a:pt x="5908954" y="436791"/>
                </a:lnTo>
                <a:lnTo>
                  <a:pt x="5911583" y="436791"/>
                </a:lnTo>
                <a:lnTo>
                  <a:pt x="5912701" y="436333"/>
                </a:lnTo>
                <a:lnTo>
                  <a:pt x="5914568" y="434467"/>
                </a:lnTo>
                <a:lnTo>
                  <a:pt x="5915025" y="433349"/>
                </a:lnTo>
                <a:lnTo>
                  <a:pt x="5915025" y="430720"/>
                </a:lnTo>
                <a:close/>
              </a:path>
              <a:path w="9867900" h="3000375">
                <a:moveTo>
                  <a:pt x="5915025" y="3454"/>
                </a:moveTo>
                <a:lnTo>
                  <a:pt x="5914568" y="2336"/>
                </a:lnTo>
                <a:lnTo>
                  <a:pt x="5912701" y="469"/>
                </a:lnTo>
                <a:lnTo>
                  <a:pt x="5911583" y="0"/>
                </a:lnTo>
                <a:lnTo>
                  <a:pt x="5908954" y="0"/>
                </a:lnTo>
                <a:lnTo>
                  <a:pt x="5907824" y="469"/>
                </a:lnTo>
                <a:lnTo>
                  <a:pt x="5905970" y="2336"/>
                </a:lnTo>
                <a:lnTo>
                  <a:pt x="5905500" y="3454"/>
                </a:lnTo>
                <a:lnTo>
                  <a:pt x="5905500" y="6083"/>
                </a:lnTo>
                <a:lnTo>
                  <a:pt x="5905970" y="7200"/>
                </a:lnTo>
                <a:lnTo>
                  <a:pt x="5907824" y="9067"/>
                </a:lnTo>
                <a:lnTo>
                  <a:pt x="5908954" y="9525"/>
                </a:lnTo>
                <a:lnTo>
                  <a:pt x="5911583" y="9525"/>
                </a:lnTo>
                <a:lnTo>
                  <a:pt x="5912701" y="9067"/>
                </a:lnTo>
                <a:lnTo>
                  <a:pt x="5914568" y="7200"/>
                </a:lnTo>
                <a:lnTo>
                  <a:pt x="5915025" y="6083"/>
                </a:lnTo>
                <a:lnTo>
                  <a:pt x="5915025" y="3454"/>
                </a:lnTo>
                <a:close/>
              </a:path>
              <a:path w="9867900" h="3000375">
                <a:moveTo>
                  <a:pt x="5962650" y="2994304"/>
                </a:moveTo>
                <a:lnTo>
                  <a:pt x="5962193" y="2993186"/>
                </a:lnTo>
                <a:lnTo>
                  <a:pt x="5960326" y="2991320"/>
                </a:lnTo>
                <a:lnTo>
                  <a:pt x="5959208" y="2990850"/>
                </a:lnTo>
                <a:lnTo>
                  <a:pt x="5956579" y="2990850"/>
                </a:lnTo>
                <a:lnTo>
                  <a:pt x="5955449" y="2991320"/>
                </a:lnTo>
                <a:lnTo>
                  <a:pt x="5953595" y="2993186"/>
                </a:lnTo>
                <a:lnTo>
                  <a:pt x="5953125" y="2994304"/>
                </a:lnTo>
                <a:lnTo>
                  <a:pt x="5953125" y="2996933"/>
                </a:lnTo>
                <a:lnTo>
                  <a:pt x="5953595" y="2998051"/>
                </a:lnTo>
                <a:lnTo>
                  <a:pt x="5955449" y="2999917"/>
                </a:lnTo>
                <a:lnTo>
                  <a:pt x="5956579" y="3000375"/>
                </a:lnTo>
                <a:lnTo>
                  <a:pt x="5959208" y="3000375"/>
                </a:lnTo>
                <a:lnTo>
                  <a:pt x="5960326" y="2999917"/>
                </a:lnTo>
                <a:lnTo>
                  <a:pt x="5962193" y="2998051"/>
                </a:lnTo>
                <a:lnTo>
                  <a:pt x="5962650" y="2996933"/>
                </a:lnTo>
                <a:lnTo>
                  <a:pt x="5962650" y="2994304"/>
                </a:lnTo>
                <a:close/>
              </a:path>
              <a:path w="9867900" h="3000375">
                <a:moveTo>
                  <a:pt x="5962650" y="2567038"/>
                </a:moveTo>
                <a:lnTo>
                  <a:pt x="5962193" y="2565920"/>
                </a:lnTo>
                <a:lnTo>
                  <a:pt x="5960326" y="2564053"/>
                </a:lnTo>
                <a:lnTo>
                  <a:pt x="5959208" y="2563596"/>
                </a:lnTo>
                <a:lnTo>
                  <a:pt x="5956579" y="2563596"/>
                </a:lnTo>
                <a:lnTo>
                  <a:pt x="5955449" y="2564053"/>
                </a:lnTo>
                <a:lnTo>
                  <a:pt x="5953595" y="2565920"/>
                </a:lnTo>
                <a:lnTo>
                  <a:pt x="5953125" y="2567038"/>
                </a:lnTo>
                <a:lnTo>
                  <a:pt x="5953125" y="2569667"/>
                </a:lnTo>
                <a:lnTo>
                  <a:pt x="5953595" y="2570797"/>
                </a:lnTo>
                <a:lnTo>
                  <a:pt x="5955449" y="2572651"/>
                </a:lnTo>
                <a:lnTo>
                  <a:pt x="5956579" y="2573121"/>
                </a:lnTo>
                <a:lnTo>
                  <a:pt x="5959208" y="2573121"/>
                </a:lnTo>
                <a:lnTo>
                  <a:pt x="5960326" y="2572651"/>
                </a:lnTo>
                <a:lnTo>
                  <a:pt x="5962193" y="2570797"/>
                </a:lnTo>
                <a:lnTo>
                  <a:pt x="5962650" y="2569667"/>
                </a:lnTo>
                <a:lnTo>
                  <a:pt x="5962650" y="2567038"/>
                </a:lnTo>
                <a:close/>
              </a:path>
              <a:path w="9867900" h="3000375">
                <a:moveTo>
                  <a:pt x="5962650" y="2139772"/>
                </a:moveTo>
                <a:lnTo>
                  <a:pt x="5962193" y="2138654"/>
                </a:lnTo>
                <a:lnTo>
                  <a:pt x="5960326" y="2136787"/>
                </a:lnTo>
                <a:lnTo>
                  <a:pt x="5959208" y="2136330"/>
                </a:lnTo>
                <a:lnTo>
                  <a:pt x="5956579" y="2136330"/>
                </a:lnTo>
                <a:lnTo>
                  <a:pt x="5955449" y="2136787"/>
                </a:lnTo>
                <a:lnTo>
                  <a:pt x="5953595" y="2138654"/>
                </a:lnTo>
                <a:lnTo>
                  <a:pt x="5953125" y="2139772"/>
                </a:lnTo>
                <a:lnTo>
                  <a:pt x="5953125" y="2142401"/>
                </a:lnTo>
                <a:lnTo>
                  <a:pt x="5953595" y="2143531"/>
                </a:lnTo>
                <a:lnTo>
                  <a:pt x="5955449" y="2145385"/>
                </a:lnTo>
                <a:lnTo>
                  <a:pt x="5956579" y="2145855"/>
                </a:lnTo>
                <a:lnTo>
                  <a:pt x="5959208" y="2145855"/>
                </a:lnTo>
                <a:lnTo>
                  <a:pt x="5960326" y="2145385"/>
                </a:lnTo>
                <a:lnTo>
                  <a:pt x="5962193" y="2143531"/>
                </a:lnTo>
                <a:lnTo>
                  <a:pt x="5962650" y="2142401"/>
                </a:lnTo>
                <a:lnTo>
                  <a:pt x="5962650" y="2139772"/>
                </a:lnTo>
                <a:close/>
              </a:path>
              <a:path w="9867900" h="3000375">
                <a:moveTo>
                  <a:pt x="5962650" y="1712506"/>
                </a:moveTo>
                <a:lnTo>
                  <a:pt x="5962193" y="1711388"/>
                </a:lnTo>
                <a:lnTo>
                  <a:pt x="5960326" y="1709534"/>
                </a:lnTo>
                <a:lnTo>
                  <a:pt x="5959208" y="1709064"/>
                </a:lnTo>
                <a:lnTo>
                  <a:pt x="5956579" y="1709064"/>
                </a:lnTo>
                <a:lnTo>
                  <a:pt x="5955449" y="1709534"/>
                </a:lnTo>
                <a:lnTo>
                  <a:pt x="5953595" y="1711388"/>
                </a:lnTo>
                <a:lnTo>
                  <a:pt x="5953125" y="1712506"/>
                </a:lnTo>
                <a:lnTo>
                  <a:pt x="5953125" y="1715135"/>
                </a:lnTo>
                <a:lnTo>
                  <a:pt x="5953595" y="1716265"/>
                </a:lnTo>
                <a:lnTo>
                  <a:pt x="5955449" y="1718119"/>
                </a:lnTo>
                <a:lnTo>
                  <a:pt x="5956579" y="1718589"/>
                </a:lnTo>
                <a:lnTo>
                  <a:pt x="5959208" y="1718589"/>
                </a:lnTo>
                <a:lnTo>
                  <a:pt x="5960326" y="1718119"/>
                </a:lnTo>
                <a:lnTo>
                  <a:pt x="5962193" y="1716265"/>
                </a:lnTo>
                <a:lnTo>
                  <a:pt x="5962650" y="1715135"/>
                </a:lnTo>
                <a:lnTo>
                  <a:pt x="5962650" y="1712506"/>
                </a:lnTo>
                <a:close/>
              </a:path>
              <a:path w="9867900" h="3000375">
                <a:moveTo>
                  <a:pt x="5962650" y="1285252"/>
                </a:moveTo>
                <a:lnTo>
                  <a:pt x="5962193" y="1284122"/>
                </a:lnTo>
                <a:lnTo>
                  <a:pt x="5960326" y="1282268"/>
                </a:lnTo>
                <a:lnTo>
                  <a:pt x="5959208" y="1281798"/>
                </a:lnTo>
                <a:lnTo>
                  <a:pt x="5956579" y="1281798"/>
                </a:lnTo>
                <a:lnTo>
                  <a:pt x="5955449" y="1282268"/>
                </a:lnTo>
                <a:lnTo>
                  <a:pt x="5953595" y="1284122"/>
                </a:lnTo>
                <a:lnTo>
                  <a:pt x="5953125" y="1285252"/>
                </a:lnTo>
                <a:lnTo>
                  <a:pt x="5953125" y="1287881"/>
                </a:lnTo>
                <a:lnTo>
                  <a:pt x="5953595" y="1288999"/>
                </a:lnTo>
                <a:lnTo>
                  <a:pt x="5955449" y="1290853"/>
                </a:lnTo>
                <a:lnTo>
                  <a:pt x="5956579" y="1291323"/>
                </a:lnTo>
                <a:lnTo>
                  <a:pt x="5959208" y="1291323"/>
                </a:lnTo>
                <a:lnTo>
                  <a:pt x="5960326" y="1290853"/>
                </a:lnTo>
                <a:lnTo>
                  <a:pt x="5962193" y="1288999"/>
                </a:lnTo>
                <a:lnTo>
                  <a:pt x="5962650" y="1287881"/>
                </a:lnTo>
                <a:lnTo>
                  <a:pt x="5962650" y="1285252"/>
                </a:lnTo>
                <a:close/>
              </a:path>
              <a:path w="9867900" h="3000375">
                <a:moveTo>
                  <a:pt x="5962650" y="857986"/>
                </a:moveTo>
                <a:lnTo>
                  <a:pt x="5962193" y="856856"/>
                </a:lnTo>
                <a:lnTo>
                  <a:pt x="5960326" y="855002"/>
                </a:lnTo>
                <a:lnTo>
                  <a:pt x="5959208" y="854532"/>
                </a:lnTo>
                <a:lnTo>
                  <a:pt x="5956579" y="854532"/>
                </a:lnTo>
                <a:lnTo>
                  <a:pt x="5955449" y="855002"/>
                </a:lnTo>
                <a:lnTo>
                  <a:pt x="5953595" y="856856"/>
                </a:lnTo>
                <a:lnTo>
                  <a:pt x="5953125" y="857986"/>
                </a:lnTo>
                <a:lnTo>
                  <a:pt x="5953125" y="860615"/>
                </a:lnTo>
                <a:lnTo>
                  <a:pt x="5953595" y="861733"/>
                </a:lnTo>
                <a:lnTo>
                  <a:pt x="5955449" y="863600"/>
                </a:lnTo>
                <a:lnTo>
                  <a:pt x="5956579" y="864057"/>
                </a:lnTo>
                <a:lnTo>
                  <a:pt x="5959208" y="864057"/>
                </a:lnTo>
                <a:lnTo>
                  <a:pt x="5960326" y="863600"/>
                </a:lnTo>
                <a:lnTo>
                  <a:pt x="5962193" y="861733"/>
                </a:lnTo>
                <a:lnTo>
                  <a:pt x="5962650" y="860615"/>
                </a:lnTo>
                <a:lnTo>
                  <a:pt x="5962650" y="857986"/>
                </a:lnTo>
                <a:close/>
              </a:path>
              <a:path w="9867900" h="3000375">
                <a:moveTo>
                  <a:pt x="5962650" y="430720"/>
                </a:moveTo>
                <a:lnTo>
                  <a:pt x="5962193" y="429590"/>
                </a:lnTo>
                <a:lnTo>
                  <a:pt x="5960326" y="427736"/>
                </a:lnTo>
                <a:lnTo>
                  <a:pt x="5959208" y="427266"/>
                </a:lnTo>
                <a:lnTo>
                  <a:pt x="5956579" y="427266"/>
                </a:lnTo>
                <a:lnTo>
                  <a:pt x="5955449" y="427736"/>
                </a:lnTo>
                <a:lnTo>
                  <a:pt x="5953595" y="429590"/>
                </a:lnTo>
                <a:lnTo>
                  <a:pt x="5953125" y="430720"/>
                </a:lnTo>
                <a:lnTo>
                  <a:pt x="5953125" y="433349"/>
                </a:lnTo>
                <a:lnTo>
                  <a:pt x="5953595" y="434467"/>
                </a:lnTo>
                <a:lnTo>
                  <a:pt x="5955449" y="436333"/>
                </a:lnTo>
                <a:lnTo>
                  <a:pt x="5956579" y="436791"/>
                </a:lnTo>
                <a:lnTo>
                  <a:pt x="5959208" y="436791"/>
                </a:lnTo>
                <a:lnTo>
                  <a:pt x="5960326" y="436333"/>
                </a:lnTo>
                <a:lnTo>
                  <a:pt x="5962193" y="434467"/>
                </a:lnTo>
                <a:lnTo>
                  <a:pt x="5962650" y="433349"/>
                </a:lnTo>
                <a:lnTo>
                  <a:pt x="5962650" y="430720"/>
                </a:lnTo>
                <a:close/>
              </a:path>
              <a:path w="9867900" h="3000375">
                <a:moveTo>
                  <a:pt x="5962650" y="3454"/>
                </a:moveTo>
                <a:lnTo>
                  <a:pt x="5962193" y="2336"/>
                </a:lnTo>
                <a:lnTo>
                  <a:pt x="5960326" y="469"/>
                </a:lnTo>
                <a:lnTo>
                  <a:pt x="5959208" y="0"/>
                </a:lnTo>
                <a:lnTo>
                  <a:pt x="5956579" y="0"/>
                </a:lnTo>
                <a:lnTo>
                  <a:pt x="5955449" y="469"/>
                </a:lnTo>
                <a:lnTo>
                  <a:pt x="5953595" y="2336"/>
                </a:lnTo>
                <a:lnTo>
                  <a:pt x="5953125" y="3454"/>
                </a:lnTo>
                <a:lnTo>
                  <a:pt x="5953125" y="6083"/>
                </a:lnTo>
                <a:lnTo>
                  <a:pt x="5953595" y="7200"/>
                </a:lnTo>
                <a:lnTo>
                  <a:pt x="5955449" y="9067"/>
                </a:lnTo>
                <a:lnTo>
                  <a:pt x="5956579" y="9525"/>
                </a:lnTo>
                <a:lnTo>
                  <a:pt x="5959208" y="9525"/>
                </a:lnTo>
                <a:lnTo>
                  <a:pt x="5960326" y="9067"/>
                </a:lnTo>
                <a:lnTo>
                  <a:pt x="5962193" y="7200"/>
                </a:lnTo>
                <a:lnTo>
                  <a:pt x="5962650" y="6083"/>
                </a:lnTo>
                <a:lnTo>
                  <a:pt x="5962650" y="3454"/>
                </a:lnTo>
                <a:close/>
              </a:path>
              <a:path w="9867900" h="3000375">
                <a:moveTo>
                  <a:pt x="6010275" y="2994304"/>
                </a:moveTo>
                <a:lnTo>
                  <a:pt x="6009818" y="2993186"/>
                </a:lnTo>
                <a:lnTo>
                  <a:pt x="6007951" y="2991320"/>
                </a:lnTo>
                <a:lnTo>
                  <a:pt x="6006833" y="2990850"/>
                </a:lnTo>
                <a:lnTo>
                  <a:pt x="6004204" y="2990850"/>
                </a:lnTo>
                <a:lnTo>
                  <a:pt x="6003087" y="2991320"/>
                </a:lnTo>
                <a:lnTo>
                  <a:pt x="6001220" y="2993186"/>
                </a:lnTo>
                <a:lnTo>
                  <a:pt x="6000750" y="2994304"/>
                </a:lnTo>
                <a:lnTo>
                  <a:pt x="6000750" y="2996933"/>
                </a:lnTo>
                <a:lnTo>
                  <a:pt x="6001220" y="2998051"/>
                </a:lnTo>
                <a:lnTo>
                  <a:pt x="6003087" y="2999917"/>
                </a:lnTo>
                <a:lnTo>
                  <a:pt x="6004204" y="3000375"/>
                </a:lnTo>
                <a:lnTo>
                  <a:pt x="6006833" y="3000375"/>
                </a:lnTo>
                <a:lnTo>
                  <a:pt x="6007951" y="2999917"/>
                </a:lnTo>
                <a:lnTo>
                  <a:pt x="6009818" y="2998051"/>
                </a:lnTo>
                <a:lnTo>
                  <a:pt x="6010275" y="2996933"/>
                </a:lnTo>
                <a:lnTo>
                  <a:pt x="6010275" y="2994304"/>
                </a:lnTo>
                <a:close/>
              </a:path>
              <a:path w="9867900" h="3000375">
                <a:moveTo>
                  <a:pt x="6010275" y="2567038"/>
                </a:moveTo>
                <a:lnTo>
                  <a:pt x="6009818" y="2565920"/>
                </a:lnTo>
                <a:lnTo>
                  <a:pt x="6007951" y="2564053"/>
                </a:lnTo>
                <a:lnTo>
                  <a:pt x="6006833" y="2563596"/>
                </a:lnTo>
                <a:lnTo>
                  <a:pt x="6004204" y="2563596"/>
                </a:lnTo>
                <a:lnTo>
                  <a:pt x="6003087" y="2564053"/>
                </a:lnTo>
                <a:lnTo>
                  <a:pt x="6001220" y="2565920"/>
                </a:lnTo>
                <a:lnTo>
                  <a:pt x="6000750" y="2567038"/>
                </a:lnTo>
                <a:lnTo>
                  <a:pt x="6000750" y="2569667"/>
                </a:lnTo>
                <a:lnTo>
                  <a:pt x="6001220" y="2570797"/>
                </a:lnTo>
                <a:lnTo>
                  <a:pt x="6003087" y="2572651"/>
                </a:lnTo>
                <a:lnTo>
                  <a:pt x="6004204" y="2573121"/>
                </a:lnTo>
                <a:lnTo>
                  <a:pt x="6006833" y="2573121"/>
                </a:lnTo>
                <a:lnTo>
                  <a:pt x="6007951" y="2572651"/>
                </a:lnTo>
                <a:lnTo>
                  <a:pt x="6009818" y="2570797"/>
                </a:lnTo>
                <a:lnTo>
                  <a:pt x="6010275" y="2569667"/>
                </a:lnTo>
                <a:lnTo>
                  <a:pt x="6010275" y="2567038"/>
                </a:lnTo>
                <a:close/>
              </a:path>
              <a:path w="9867900" h="3000375">
                <a:moveTo>
                  <a:pt x="6010275" y="2139772"/>
                </a:moveTo>
                <a:lnTo>
                  <a:pt x="6009818" y="2138654"/>
                </a:lnTo>
                <a:lnTo>
                  <a:pt x="6007951" y="2136787"/>
                </a:lnTo>
                <a:lnTo>
                  <a:pt x="6006833" y="2136330"/>
                </a:lnTo>
                <a:lnTo>
                  <a:pt x="6004204" y="2136330"/>
                </a:lnTo>
                <a:lnTo>
                  <a:pt x="6003087" y="2136787"/>
                </a:lnTo>
                <a:lnTo>
                  <a:pt x="6001220" y="2138654"/>
                </a:lnTo>
                <a:lnTo>
                  <a:pt x="6000750" y="2139772"/>
                </a:lnTo>
                <a:lnTo>
                  <a:pt x="6000750" y="2142401"/>
                </a:lnTo>
                <a:lnTo>
                  <a:pt x="6001220" y="2143531"/>
                </a:lnTo>
                <a:lnTo>
                  <a:pt x="6003087" y="2145385"/>
                </a:lnTo>
                <a:lnTo>
                  <a:pt x="6004204" y="2145855"/>
                </a:lnTo>
                <a:lnTo>
                  <a:pt x="6006833" y="2145855"/>
                </a:lnTo>
                <a:lnTo>
                  <a:pt x="6007951" y="2145385"/>
                </a:lnTo>
                <a:lnTo>
                  <a:pt x="6009818" y="2143531"/>
                </a:lnTo>
                <a:lnTo>
                  <a:pt x="6010275" y="2142401"/>
                </a:lnTo>
                <a:lnTo>
                  <a:pt x="6010275" y="2139772"/>
                </a:lnTo>
                <a:close/>
              </a:path>
              <a:path w="9867900" h="3000375">
                <a:moveTo>
                  <a:pt x="6010275" y="1712506"/>
                </a:moveTo>
                <a:lnTo>
                  <a:pt x="6009818" y="1711388"/>
                </a:lnTo>
                <a:lnTo>
                  <a:pt x="6007951" y="1709534"/>
                </a:lnTo>
                <a:lnTo>
                  <a:pt x="6006833" y="1709064"/>
                </a:lnTo>
                <a:lnTo>
                  <a:pt x="6004204" y="1709064"/>
                </a:lnTo>
                <a:lnTo>
                  <a:pt x="6003087" y="1709534"/>
                </a:lnTo>
                <a:lnTo>
                  <a:pt x="6001220" y="1711388"/>
                </a:lnTo>
                <a:lnTo>
                  <a:pt x="6000750" y="1712506"/>
                </a:lnTo>
                <a:lnTo>
                  <a:pt x="6000750" y="1715135"/>
                </a:lnTo>
                <a:lnTo>
                  <a:pt x="6001220" y="1716265"/>
                </a:lnTo>
                <a:lnTo>
                  <a:pt x="6003087" y="1718119"/>
                </a:lnTo>
                <a:lnTo>
                  <a:pt x="6004204" y="1718589"/>
                </a:lnTo>
                <a:lnTo>
                  <a:pt x="6006833" y="1718589"/>
                </a:lnTo>
                <a:lnTo>
                  <a:pt x="6007951" y="1718119"/>
                </a:lnTo>
                <a:lnTo>
                  <a:pt x="6009818" y="1716265"/>
                </a:lnTo>
                <a:lnTo>
                  <a:pt x="6010275" y="1715135"/>
                </a:lnTo>
                <a:lnTo>
                  <a:pt x="6010275" y="1712506"/>
                </a:lnTo>
                <a:close/>
              </a:path>
              <a:path w="9867900" h="3000375">
                <a:moveTo>
                  <a:pt x="6010275" y="1285252"/>
                </a:moveTo>
                <a:lnTo>
                  <a:pt x="6009818" y="1284122"/>
                </a:lnTo>
                <a:lnTo>
                  <a:pt x="6007951" y="1282268"/>
                </a:lnTo>
                <a:lnTo>
                  <a:pt x="6006833" y="1281798"/>
                </a:lnTo>
                <a:lnTo>
                  <a:pt x="6004204" y="1281798"/>
                </a:lnTo>
                <a:lnTo>
                  <a:pt x="6003087" y="1282268"/>
                </a:lnTo>
                <a:lnTo>
                  <a:pt x="6001220" y="1284122"/>
                </a:lnTo>
                <a:lnTo>
                  <a:pt x="6000750" y="1285252"/>
                </a:lnTo>
                <a:lnTo>
                  <a:pt x="6000750" y="1287881"/>
                </a:lnTo>
                <a:lnTo>
                  <a:pt x="6001220" y="1288999"/>
                </a:lnTo>
                <a:lnTo>
                  <a:pt x="6003087" y="1290853"/>
                </a:lnTo>
                <a:lnTo>
                  <a:pt x="6004204" y="1291323"/>
                </a:lnTo>
                <a:lnTo>
                  <a:pt x="6006833" y="1291323"/>
                </a:lnTo>
                <a:lnTo>
                  <a:pt x="6007951" y="1290853"/>
                </a:lnTo>
                <a:lnTo>
                  <a:pt x="6009818" y="1288999"/>
                </a:lnTo>
                <a:lnTo>
                  <a:pt x="6010275" y="1287881"/>
                </a:lnTo>
                <a:lnTo>
                  <a:pt x="6010275" y="1285252"/>
                </a:lnTo>
                <a:close/>
              </a:path>
              <a:path w="9867900" h="3000375">
                <a:moveTo>
                  <a:pt x="6010275" y="857986"/>
                </a:moveTo>
                <a:lnTo>
                  <a:pt x="6009818" y="856856"/>
                </a:lnTo>
                <a:lnTo>
                  <a:pt x="6007951" y="855002"/>
                </a:lnTo>
                <a:lnTo>
                  <a:pt x="6006833" y="854532"/>
                </a:lnTo>
                <a:lnTo>
                  <a:pt x="6004204" y="854532"/>
                </a:lnTo>
                <a:lnTo>
                  <a:pt x="6003087" y="855002"/>
                </a:lnTo>
                <a:lnTo>
                  <a:pt x="6001220" y="856856"/>
                </a:lnTo>
                <a:lnTo>
                  <a:pt x="6000750" y="857986"/>
                </a:lnTo>
                <a:lnTo>
                  <a:pt x="6000750" y="860615"/>
                </a:lnTo>
                <a:lnTo>
                  <a:pt x="6001220" y="861733"/>
                </a:lnTo>
                <a:lnTo>
                  <a:pt x="6003087" y="863600"/>
                </a:lnTo>
                <a:lnTo>
                  <a:pt x="6004204" y="864057"/>
                </a:lnTo>
                <a:lnTo>
                  <a:pt x="6006833" y="864057"/>
                </a:lnTo>
                <a:lnTo>
                  <a:pt x="6007951" y="863600"/>
                </a:lnTo>
                <a:lnTo>
                  <a:pt x="6009818" y="861733"/>
                </a:lnTo>
                <a:lnTo>
                  <a:pt x="6010275" y="860615"/>
                </a:lnTo>
                <a:lnTo>
                  <a:pt x="6010275" y="857986"/>
                </a:lnTo>
                <a:close/>
              </a:path>
              <a:path w="9867900" h="3000375">
                <a:moveTo>
                  <a:pt x="6010275" y="430720"/>
                </a:moveTo>
                <a:lnTo>
                  <a:pt x="6009818" y="429590"/>
                </a:lnTo>
                <a:lnTo>
                  <a:pt x="6007951" y="427736"/>
                </a:lnTo>
                <a:lnTo>
                  <a:pt x="6006833" y="427266"/>
                </a:lnTo>
                <a:lnTo>
                  <a:pt x="6004204" y="427266"/>
                </a:lnTo>
                <a:lnTo>
                  <a:pt x="6003087" y="427736"/>
                </a:lnTo>
                <a:lnTo>
                  <a:pt x="6001220" y="429590"/>
                </a:lnTo>
                <a:lnTo>
                  <a:pt x="6000750" y="430720"/>
                </a:lnTo>
                <a:lnTo>
                  <a:pt x="6000750" y="433349"/>
                </a:lnTo>
                <a:lnTo>
                  <a:pt x="6001220" y="434467"/>
                </a:lnTo>
                <a:lnTo>
                  <a:pt x="6003087" y="436333"/>
                </a:lnTo>
                <a:lnTo>
                  <a:pt x="6004204" y="436791"/>
                </a:lnTo>
                <a:lnTo>
                  <a:pt x="6006833" y="436791"/>
                </a:lnTo>
                <a:lnTo>
                  <a:pt x="6007951" y="436333"/>
                </a:lnTo>
                <a:lnTo>
                  <a:pt x="6009818" y="434467"/>
                </a:lnTo>
                <a:lnTo>
                  <a:pt x="6010275" y="433349"/>
                </a:lnTo>
                <a:lnTo>
                  <a:pt x="6010275" y="430720"/>
                </a:lnTo>
                <a:close/>
              </a:path>
              <a:path w="9867900" h="3000375">
                <a:moveTo>
                  <a:pt x="6010275" y="3454"/>
                </a:moveTo>
                <a:lnTo>
                  <a:pt x="6009818" y="2336"/>
                </a:lnTo>
                <a:lnTo>
                  <a:pt x="6007951" y="469"/>
                </a:lnTo>
                <a:lnTo>
                  <a:pt x="6006833" y="0"/>
                </a:lnTo>
                <a:lnTo>
                  <a:pt x="6004204" y="0"/>
                </a:lnTo>
                <a:lnTo>
                  <a:pt x="6003087" y="469"/>
                </a:lnTo>
                <a:lnTo>
                  <a:pt x="6001220" y="2336"/>
                </a:lnTo>
                <a:lnTo>
                  <a:pt x="6000750" y="3454"/>
                </a:lnTo>
                <a:lnTo>
                  <a:pt x="6000750" y="6083"/>
                </a:lnTo>
                <a:lnTo>
                  <a:pt x="6001220" y="7200"/>
                </a:lnTo>
                <a:lnTo>
                  <a:pt x="6003087" y="9067"/>
                </a:lnTo>
                <a:lnTo>
                  <a:pt x="6004204" y="9525"/>
                </a:lnTo>
                <a:lnTo>
                  <a:pt x="6006833" y="9525"/>
                </a:lnTo>
                <a:lnTo>
                  <a:pt x="6007951" y="9067"/>
                </a:lnTo>
                <a:lnTo>
                  <a:pt x="6009818" y="7200"/>
                </a:lnTo>
                <a:lnTo>
                  <a:pt x="6010275" y="6083"/>
                </a:lnTo>
                <a:lnTo>
                  <a:pt x="6010275" y="3454"/>
                </a:lnTo>
                <a:close/>
              </a:path>
              <a:path w="9867900" h="3000375">
                <a:moveTo>
                  <a:pt x="6057900" y="2994304"/>
                </a:moveTo>
                <a:lnTo>
                  <a:pt x="6057443" y="2993186"/>
                </a:lnTo>
                <a:lnTo>
                  <a:pt x="6055576" y="2991320"/>
                </a:lnTo>
                <a:lnTo>
                  <a:pt x="6054458" y="2990850"/>
                </a:lnTo>
                <a:lnTo>
                  <a:pt x="6051829" y="2990850"/>
                </a:lnTo>
                <a:lnTo>
                  <a:pt x="6050699" y="2991320"/>
                </a:lnTo>
                <a:lnTo>
                  <a:pt x="6048845" y="2993186"/>
                </a:lnTo>
                <a:lnTo>
                  <a:pt x="6048375" y="2994304"/>
                </a:lnTo>
                <a:lnTo>
                  <a:pt x="6048375" y="2996933"/>
                </a:lnTo>
                <a:lnTo>
                  <a:pt x="6048845" y="2998051"/>
                </a:lnTo>
                <a:lnTo>
                  <a:pt x="6050699" y="2999917"/>
                </a:lnTo>
                <a:lnTo>
                  <a:pt x="6051829" y="3000375"/>
                </a:lnTo>
                <a:lnTo>
                  <a:pt x="6054458" y="3000375"/>
                </a:lnTo>
                <a:lnTo>
                  <a:pt x="6055576" y="2999917"/>
                </a:lnTo>
                <a:lnTo>
                  <a:pt x="6057443" y="2998051"/>
                </a:lnTo>
                <a:lnTo>
                  <a:pt x="6057900" y="2996933"/>
                </a:lnTo>
                <a:lnTo>
                  <a:pt x="6057900" y="2994304"/>
                </a:lnTo>
                <a:close/>
              </a:path>
              <a:path w="9867900" h="3000375">
                <a:moveTo>
                  <a:pt x="6057900" y="2567038"/>
                </a:moveTo>
                <a:lnTo>
                  <a:pt x="6057443" y="2565920"/>
                </a:lnTo>
                <a:lnTo>
                  <a:pt x="6055576" y="2564053"/>
                </a:lnTo>
                <a:lnTo>
                  <a:pt x="6054458" y="2563596"/>
                </a:lnTo>
                <a:lnTo>
                  <a:pt x="6051829" y="2563596"/>
                </a:lnTo>
                <a:lnTo>
                  <a:pt x="6050699" y="2564053"/>
                </a:lnTo>
                <a:lnTo>
                  <a:pt x="6048845" y="2565920"/>
                </a:lnTo>
                <a:lnTo>
                  <a:pt x="6048375" y="2567038"/>
                </a:lnTo>
                <a:lnTo>
                  <a:pt x="6048375" y="2569667"/>
                </a:lnTo>
                <a:lnTo>
                  <a:pt x="6048845" y="2570797"/>
                </a:lnTo>
                <a:lnTo>
                  <a:pt x="6050699" y="2572651"/>
                </a:lnTo>
                <a:lnTo>
                  <a:pt x="6051829" y="2573121"/>
                </a:lnTo>
                <a:lnTo>
                  <a:pt x="6054458" y="2573121"/>
                </a:lnTo>
                <a:lnTo>
                  <a:pt x="6055576" y="2572651"/>
                </a:lnTo>
                <a:lnTo>
                  <a:pt x="6057443" y="2570797"/>
                </a:lnTo>
                <a:lnTo>
                  <a:pt x="6057900" y="2569667"/>
                </a:lnTo>
                <a:lnTo>
                  <a:pt x="6057900" y="2567038"/>
                </a:lnTo>
                <a:close/>
              </a:path>
              <a:path w="9867900" h="3000375">
                <a:moveTo>
                  <a:pt x="6057900" y="2139772"/>
                </a:moveTo>
                <a:lnTo>
                  <a:pt x="6057443" y="2138654"/>
                </a:lnTo>
                <a:lnTo>
                  <a:pt x="6055576" y="2136787"/>
                </a:lnTo>
                <a:lnTo>
                  <a:pt x="6054458" y="2136330"/>
                </a:lnTo>
                <a:lnTo>
                  <a:pt x="6051829" y="2136330"/>
                </a:lnTo>
                <a:lnTo>
                  <a:pt x="6050699" y="2136787"/>
                </a:lnTo>
                <a:lnTo>
                  <a:pt x="6048845" y="2138654"/>
                </a:lnTo>
                <a:lnTo>
                  <a:pt x="6048375" y="2139772"/>
                </a:lnTo>
                <a:lnTo>
                  <a:pt x="6048375" y="2142401"/>
                </a:lnTo>
                <a:lnTo>
                  <a:pt x="6048845" y="2143531"/>
                </a:lnTo>
                <a:lnTo>
                  <a:pt x="6050699" y="2145385"/>
                </a:lnTo>
                <a:lnTo>
                  <a:pt x="6051829" y="2145855"/>
                </a:lnTo>
                <a:lnTo>
                  <a:pt x="6054458" y="2145855"/>
                </a:lnTo>
                <a:lnTo>
                  <a:pt x="6055576" y="2145385"/>
                </a:lnTo>
                <a:lnTo>
                  <a:pt x="6057443" y="2143531"/>
                </a:lnTo>
                <a:lnTo>
                  <a:pt x="6057900" y="2142401"/>
                </a:lnTo>
                <a:lnTo>
                  <a:pt x="6057900" y="2139772"/>
                </a:lnTo>
                <a:close/>
              </a:path>
              <a:path w="9867900" h="3000375">
                <a:moveTo>
                  <a:pt x="6057900" y="1712506"/>
                </a:moveTo>
                <a:lnTo>
                  <a:pt x="6057443" y="1711388"/>
                </a:lnTo>
                <a:lnTo>
                  <a:pt x="6055576" y="1709534"/>
                </a:lnTo>
                <a:lnTo>
                  <a:pt x="6054458" y="1709064"/>
                </a:lnTo>
                <a:lnTo>
                  <a:pt x="6051829" y="1709064"/>
                </a:lnTo>
                <a:lnTo>
                  <a:pt x="6050699" y="1709534"/>
                </a:lnTo>
                <a:lnTo>
                  <a:pt x="6048845" y="1711388"/>
                </a:lnTo>
                <a:lnTo>
                  <a:pt x="6048375" y="1712506"/>
                </a:lnTo>
                <a:lnTo>
                  <a:pt x="6048375" y="1715135"/>
                </a:lnTo>
                <a:lnTo>
                  <a:pt x="6048845" y="1716265"/>
                </a:lnTo>
                <a:lnTo>
                  <a:pt x="6050699" y="1718119"/>
                </a:lnTo>
                <a:lnTo>
                  <a:pt x="6051829" y="1718589"/>
                </a:lnTo>
                <a:lnTo>
                  <a:pt x="6054458" y="1718589"/>
                </a:lnTo>
                <a:lnTo>
                  <a:pt x="6055576" y="1718119"/>
                </a:lnTo>
                <a:lnTo>
                  <a:pt x="6057443" y="1716265"/>
                </a:lnTo>
                <a:lnTo>
                  <a:pt x="6057900" y="1715135"/>
                </a:lnTo>
                <a:lnTo>
                  <a:pt x="6057900" y="1712506"/>
                </a:lnTo>
                <a:close/>
              </a:path>
              <a:path w="9867900" h="3000375">
                <a:moveTo>
                  <a:pt x="6057900" y="1285252"/>
                </a:moveTo>
                <a:lnTo>
                  <a:pt x="6057443" y="1284122"/>
                </a:lnTo>
                <a:lnTo>
                  <a:pt x="6055576" y="1282268"/>
                </a:lnTo>
                <a:lnTo>
                  <a:pt x="6054458" y="1281798"/>
                </a:lnTo>
                <a:lnTo>
                  <a:pt x="6051829" y="1281798"/>
                </a:lnTo>
                <a:lnTo>
                  <a:pt x="6050699" y="1282268"/>
                </a:lnTo>
                <a:lnTo>
                  <a:pt x="6048845" y="1284122"/>
                </a:lnTo>
                <a:lnTo>
                  <a:pt x="6048375" y="1285252"/>
                </a:lnTo>
                <a:lnTo>
                  <a:pt x="6048375" y="1287881"/>
                </a:lnTo>
                <a:lnTo>
                  <a:pt x="6048845" y="1288999"/>
                </a:lnTo>
                <a:lnTo>
                  <a:pt x="6050699" y="1290853"/>
                </a:lnTo>
                <a:lnTo>
                  <a:pt x="6051829" y="1291323"/>
                </a:lnTo>
                <a:lnTo>
                  <a:pt x="6054458" y="1291323"/>
                </a:lnTo>
                <a:lnTo>
                  <a:pt x="6055576" y="1290853"/>
                </a:lnTo>
                <a:lnTo>
                  <a:pt x="6057443" y="1288999"/>
                </a:lnTo>
                <a:lnTo>
                  <a:pt x="6057900" y="1287881"/>
                </a:lnTo>
                <a:lnTo>
                  <a:pt x="6057900" y="1285252"/>
                </a:lnTo>
                <a:close/>
              </a:path>
              <a:path w="9867900" h="3000375">
                <a:moveTo>
                  <a:pt x="6057900" y="857986"/>
                </a:moveTo>
                <a:lnTo>
                  <a:pt x="6057443" y="856856"/>
                </a:lnTo>
                <a:lnTo>
                  <a:pt x="6055576" y="855002"/>
                </a:lnTo>
                <a:lnTo>
                  <a:pt x="6054458" y="854532"/>
                </a:lnTo>
                <a:lnTo>
                  <a:pt x="6051829" y="854532"/>
                </a:lnTo>
                <a:lnTo>
                  <a:pt x="6050699" y="855002"/>
                </a:lnTo>
                <a:lnTo>
                  <a:pt x="6048845" y="856856"/>
                </a:lnTo>
                <a:lnTo>
                  <a:pt x="6048375" y="857986"/>
                </a:lnTo>
                <a:lnTo>
                  <a:pt x="6048375" y="860615"/>
                </a:lnTo>
                <a:lnTo>
                  <a:pt x="6048845" y="861733"/>
                </a:lnTo>
                <a:lnTo>
                  <a:pt x="6050699" y="863600"/>
                </a:lnTo>
                <a:lnTo>
                  <a:pt x="6051829" y="864057"/>
                </a:lnTo>
                <a:lnTo>
                  <a:pt x="6054458" y="864057"/>
                </a:lnTo>
                <a:lnTo>
                  <a:pt x="6055576" y="863600"/>
                </a:lnTo>
                <a:lnTo>
                  <a:pt x="6057443" y="861733"/>
                </a:lnTo>
                <a:lnTo>
                  <a:pt x="6057900" y="860615"/>
                </a:lnTo>
                <a:lnTo>
                  <a:pt x="6057900" y="857986"/>
                </a:lnTo>
                <a:close/>
              </a:path>
              <a:path w="9867900" h="3000375">
                <a:moveTo>
                  <a:pt x="6057900" y="430720"/>
                </a:moveTo>
                <a:lnTo>
                  <a:pt x="6057443" y="429590"/>
                </a:lnTo>
                <a:lnTo>
                  <a:pt x="6055576" y="427736"/>
                </a:lnTo>
                <a:lnTo>
                  <a:pt x="6054458" y="427266"/>
                </a:lnTo>
                <a:lnTo>
                  <a:pt x="6051829" y="427266"/>
                </a:lnTo>
                <a:lnTo>
                  <a:pt x="6050699" y="427736"/>
                </a:lnTo>
                <a:lnTo>
                  <a:pt x="6048845" y="429590"/>
                </a:lnTo>
                <a:lnTo>
                  <a:pt x="6048375" y="430720"/>
                </a:lnTo>
                <a:lnTo>
                  <a:pt x="6048375" y="433349"/>
                </a:lnTo>
                <a:lnTo>
                  <a:pt x="6048845" y="434467"/>
                </a:lnTo>
                <a:lnTo>
                  <a:pt x="6050699" y="436333"/>
                </a:lnTo>
                <a:lnTo>
                  <a:pt x="6051829" y="436791"/>
                </a:lnTo>
                <a:lnTo>
                  <a:pt x="6054458" y="436791"/>
                </a:lnTo>
                <a:lnTo>
                  <a:pt x="6055576" y="436333"/>
                </a:lnTo>
                <a:lnTo>
                  <a:pt x="6057443" y="434467"/>
                </a:lnTo>
                <a:lnTo>
                  <a:pt x="6057900" y="433349"/>
                </a:lnTo>
                <a:lnTo>
                  <a:pt x="6057900" y="430720"/>
                </a:lnTo>
                <a:close/>
              </a:path>
              <a:path w="9867900" h="3000375">
                <a:moveTo>
                  <a:pt x="6057900" y="3454"/>
                </a:moveTo>
                <a:lnTo>
                  <a:pt x="6057443" y="2336"/>
                </a:lnTo>
                <a:lnTo>
                  <a:pt x="6055576" y="469"/>
                </a:lnTo>
                <a:lnTo>
                  <a:pt x="6054458" y="0"/>
                </a:lnTo>
                <a:lnTo>
                  <a:pt x="6051829" y="0"/>
                </a:lnTo>
                <a:lnTo>
                  <a:pt x="6050699" y="469"/>
                </a:lnTo>
                <a:lnTo>
                  <a:pt x="6048845" y="2336"/>
                </a:lnTo>
                <a:lnTo>
                  <a:pt x="6048375" y="3454"/>
                </a:lnTo>
                <a:lnTo>
                  <a:pt x="6048375" y="6083"/>
                </a:lnTo>
                <a:lnTo>
                  <a:pt x="6048845" y="7200"/>
                </a:lnTo>
                <a:lnTo>
                  <a:pt x="6050699" y="9067"/>
                </a:lnTo>
                <a:lnTo>
                  <a:pt x="6051829" y="9525"/>
                </a:lnTo>
                <a:lnTo>
                  <a:pt x="6054458" y="9525"/>
                </a:lnTo>
                <a:lnTo>
                  <a:pt x="6055576" y="9067"/>
                </a:lnTo>
                <a:lnTo>
                  <a:pt x="6057443" y="7200"/>
                </a:lnTo>
                <a:lnTo>
                  <a:pt x="6057900" y="6083"/>
                </a:lnTo>
                <a:lnTo>
                  <a:pt x="6057900" y="3454"/>
                </a:lnTo>
                <a:close/>
              </a:path>
              <a:path w="9867900" h="3000375">
                <a:moveTo>
                  <a:pt x="6105525" y="2994304"/>
                </a:moveTo>
                <a:lnTo>
                  <a:pt x="6105068" y="2993186"/>
                </a:lnTo>
                <a:lnTo>
                  <a:pt x="6103201" y="2991320"/>
                </a:lnTo>
                <a:lnTo>
                  <a:pt x="6102083" y="2990850"/>
                </a:lnTo>
                <a:lnTo>
                  <a:pt x="6099454" y="2990850"/>
                </a:lnTo>
                <a:lnTo>
                  <a:pt x="6098324" y="2991320"/>
                </a:lnTo>
                <a:lnTo>
                  <a:pt x="6096470" y="2993186"/>
                </a:lnTo>
                <a:lnTo>
                  <a:pt x="6096000" y="2994304"/>
                </a:lnTo>
                <a:lnTo>
                  <a:pt x="6096000" y="2996933"/>
                </a:lnTo>
                <a:lnTo>
                  <a:pt x="6096470" y="2998051"/>
                </a:lnTo>
                <a:lnTo>
                  <a:pt x="6098324" y="2999917"/>
                </a:lnTo>
                <a:lnTo>
                  <a:pt x="6099454" y="3000375"/>
                </a:lnTo>
                <a:lnTo>
                  <a:pt x="6102083" y="3000375"/>
                </a:lnTo>
                <a:lnTo>
                  <a:pt x="6103201" y="2999917"/>
                </a:lnTo>
                <a:lnTo>
                  <a:pt x="6105068" y="2998051"/>
                </a:lnTo>
                <a:lnTo>
                  <a:pt x="6105525" y="2996933"/>
                </a:lnTo>
                <a:lnTo>
                  <a:pt x="6105525" y="2994304"/>
                </a:lnTo>
                <a:close/>
              </a:path>
              <a:path w="9867900" h="3000375">
                <a:moveTo>
                  <a:pt x="6105525" y="2567038"/>
                </a:moveTo>
                <a:lnTo>
                  <a:pt x="6105068" y="2565920"/>
                </a:lnTo>
                <a:lnTo>
                  <a:pt x="6103201" y="2564053"/>
                </a:lnTo>
                <a:lnTo>
                  <a:pt x="6102083" y="2563596"/>
                </a:lnTo>
                <a:lnTo>
                  <a:pt x="6099454" y="2563596"/>
                </a:lnTo>
                <a:lnTo>
                  <a:pt x="6098324" y="2564053"/>
                </a:lnTo>
                <a:lnTo>
                  <a:pt x="6096470" y="2565920"/>
                </a:lnTo>
                <a:lnTo>
                  <a:pt x="6096000" y="2567038"/>
                </a:lnTo>
                <a:lnTo>
                  <a:pt x="6096000" y="2569667"/>
                </a:lnTo>
                <a:lnTo>
                  <a:pt x="6096470" y="2570797"/>
                </a:lnTo>
                <a:lnTo>
                  <a:pt x="6098324" y="2572651"/>
                </a:lnTo>
                <a:lnTo>
                  <a:pt x="6099454" y="2573121"/>
                </a:lnTo>
                <a:lnTo>
                  <a:pt x="6102083" y="2573121"/>
                </a:lnTo>
                <a:lnTo>
                  <a:pt x="6103201" y="2572651"/>
                </a:lnTo>
                <a:lnTo>
                  <a:pt x="6105068" y="2570797"/>
                </a:lnTo>
                <a:lnTo>
                  <a:pt x="6105525" y="2569667"/>
                </a:lnTo>
                <a:lnTo>
                  <a:pt x="6105525" y="2567038"/>
                </a:lnTo>
                <a:close/>
              </a:path>
              <a:path w="9867900" h="3000375">
                <a:moveTo>
                  <a:pt x="6105525" y="2139772"/>
                </a:moveTo>
                <a:lnTo>
                  <a:pt x="6105068" y="2138654"/>
                </a:lnTo>
                <a:lnTo>
                  <a:pt x="6103201" y="2136787"/>
                </a:lnTo>
                <a:lnTo>
                  <a:pt x="6102083" y="2136330"/>
                </a:lnTo>
                <a:lnTo>
                  <a:pt x="6099454" y="2136330"/>
                </a:lnTo>
                <a:lnTo>
                  <a:pt x="6098324" y="2136787"/>
                </a:lnTo>
                <a:lnTo>
                  <a:pt x="6096470" y="2138654"/>
                </a:lnTo>
                <a:lnTo>
                  <a:pt x="6096000" y="2139772"/>
                </a:lnTo>
                <a:lnTo>
                  <a:pt x="6096000" y="2142401"/>
                </a:lnTo>
                <a:lnTo>
                  <a:pt x="6096470" y="2143531"/>
                </a:lnTo>
                <a:lnTo>
                  <a:pt x="6098324" y="2145385"/>
                </a:lnTo>
                <a:lnTo>
                  <a:pt x="6099454" y="2145855"/>
                </a:lnTo>
                <a:lnTo>
                  <a:pt x="6102083" y="2145855"/>
                </a:lnTo>
                <a:lnTo>
                  <a:pt x="6103201" y="2145385"/>
                </a:lnTo>
                <a:lnTo>
                  <a:pt x="6105068" y="2143531"/>
                </a:lnTo>
                <a:lnTo>
                  <a:pt x="6105525" y="2142401"/>
                </a:lnTo>
                <a:lnTo>
                  <a:pt x="6105525" y="2139772"/>
                </a:lnTo>
                <a:close/>
              </a:path>
              <a:path w="9867900" h="3000375">
                <a:moveTo>
                  <a:pt x="6105525" y="1712506"/>
                </a:moveTo>
                <a:lnTo>
                  <a:pt x="6105068" y="1711388"/>
                </a:lnTo>
                <a:lnTo>
                  <a:pt x="6103201" y="1709534"/>
                </a:lnTo>
                <a:lnTo>
                  <a:pt x="6102083" y="1709064"/>
                </a:lnTo>
                <a:lnTo>
                  <a:pt x="6099454" y="1709064"/>
                </a:lnTo>
                <a:lnTo>
                  <a:pt x="6098324" y="1709534"/>
                </a:lnTo>
                <a:lnTo>
                  <a:pt x="6096470" y="1711388"/>
                </a:lnTo>
                <a:lnTo>
                  <a:pt x="6096000" y="1712506"/>
                </a:lnTo>
                <a:lnTo>
                  <a:pt x="6096000" y="1715135"/>
                </a:lnTo>
                <a:lnTo>
                  <a:pt x="6096470" y="1716265"/>
                </a:lnTo>
                <a:lnTo>
                  <a:pt x="6098324" y="1718119"/>
                </a:lnTo>
                <a:lnTo>
                  <a:pt x="6099454" y="1718589"/>
                </a:lnTo>
                <a:lnTo>
                  <a:pt x="6102083" y="1718589"/>
                </a:lnTo>
                <a:lnTo>
                  <a:pt x="6103201" y="1718119"/>
                </a:lnTo>
                <a:lnTo>
                  <a:pt x="6105068" y="1716265"/>
                </a:lnTo>
                <a:lnTo>
                  <a:pt x="6105525" y="1715135"/>
                </a:lnTo>
                <a:lnTo>
                  <a:pt x="6105525" y="1712506"/>
                </a:lnTo>
                <a:close/>
              </a:path>
              <a:path w="9867900" h="3000375">
                <a:moveTo>
                  <a:pt x="6105525" y="1285252"/>
                </a:moveTo>
                <a:lnTo>
                  <a:pt x="6105068" y="1284122"/>
                </a:lnTo>
                <a:lnTo>
                  <a:pt x="6103201" y="1282268"/>
                </a:lnTo>
                <a:lnTo>
                  <a:pt x="6102083" y="1281798"/>
                </a:lnTo>
                <a:lnTo>
                  <a:pt x="6099454" y="1281798"/>
                </a:lnTo>
                <a:lnTo>
                  <a:pt x="6098324" y="1282268"/>
                </a:lnTo>
                <a:lnTo>
                  <a:pt x="6096470" y="1284122"/>
                </a:lnTo>
                <a:lnTo>
                  <a:pt x="6096000" y="1285252"/>
                </a:lnTo>
                <a:lnTo>
                  <a:pt x="6096000" y="1287881"/>
                </a:lnTo>
                <a:lnTo>
                  <a:pt x="6096470" y="1288999"/>
                </a:lnTo>
                <a:lnTo>
                  <a:pt x="6098324" y="1290853"/>
                </a:lnTo>
                <a:lnTo>
                  <a:pt x="6099454" y="1291323"/>
                </a:lnTo>
                <a:lnTo>
                  <a:pt x="6102083" y="1291323"/>
                </a:lnTo>
                <a:lnTo>
                  <a:pt x="6103201" y="1290853"/>
                </a:lnTo>
                <a:lnTo>
                  <a:pt x="6105068" y="1288999"/>
                </a:lnTo>
                <a:lnTo>
                  <a:pt x="6105525" y="1287881"/>
                </a:lnTo>
                <a:lnTo>
                  <a:pt x="6105525" y="1285252"/>
                </a:lnTo>
                <a:close/>
              </a:path>
              <a:path w="9867900" h="3000375">
                <a:moveTo>
                  <a:pt x="6105525" y="857986"/>
                </a:moveTo>
                <a:lnTo>
                  <a:pt x="6105068" y="856856"/>
                </a:lnTo>
                <a:lnTo>
                  <a:pt x="6103201" y="855002"/>
                </a:lnTo>
                <a:lnTo>
                  <a:pt x="6102083" y="854532"/>
                </a:lnTo>
                <a:lnTo>
                  <a:pt x="6099454" y="854532"/>
                </a:lnTo>
                <a:lnTo>
                  <a:pt x="6098324" y="855002"/>
                </a:lnTo>
                <a:lnTo>
                  <a:pt x="6096470" y="856856"/>
                </a:lnTo>
                <a:lnTo>
                  <a:pt x="6096000" y="857986"/>
                </a:lnTo>
                <a:lnTo>
                  <a:pt x="6096000" y="860615"/>
                </a:lnTo>
                <a:lnTo>
                  <a:pt x="6096470" y="861733"/>
                </a:lnTo>
                <a:lnTo>
                  <a:pt x="6098324" y="863600"/>
                </a:lnTo>
                <a:lnTo>
                  <a:pt x="6099454" y="864057"/>
                </a:lnTo>
                <a:lnTo>
                  <a:pt x="6102083" y="864057"/>
                </a:lnTo>
                <a:lnTo>
                  <a:pt x="6103201" y="863600"/>
                </a:lnTo>
                <a:lnTo>
                  <a:pt x="6105068" y="861733"/>
                </a:lnTo>
                <a:lnTo>
                  <a:pt x="6105525" y="860615"/>
                </a:lnTo>
                <a:lnTo>
                  <a:pt x="6105525" y="857986"/>
                </a:lnTo>
                <a:close/>
              </a:path>
              <a:path w="9867900" h="3000375">
                <a:moveTo>
                  <a:pt x="6105525" y="430720"/>
                </a:moveTo>
                <a:lnTo>
                  <a:pt x="6105068" y="429590"/>
                </a:lnTo>
                <a:lnTo>
                  <a:pt x="6103201" y="427736"/>
                </a:lnTo>
                <a:lnTo>
                  <a:pt x="6102083" y="427266"/>
                </a:lnTo>
                <a:lnTo>
                  <a:pt x="6099454" y="427266"/>
                </a:lnTo>
                <a:lnTo>
                  <a:pt x="6098324" y="427736"/>
                </a:lnTo>
                <a:lnTo>
                  <a:pt x="6096470" y="429590"/>
                </a:lnTo>
                <a:lnTo>
                  <a:pt x="6096000" y="430720"/>
                </a:lnTo>
                <a:lnTo>
                  <a:pt x="6096000" y="433349"/>
                </a:lnTo>
                <a:lnTo>
                  <a:pt x="6096470" y="434467"/>
                </a:lnTo>
                <a:lnTo>
                  <a:pt x="6098324" y="436333"/>
                </a:lnTo>
                <a:lnTo>
                  <a:pt x="6099454" y="436791"/>
                </a:lnTo>
                <a:lnTo>
                  <a:pt x="6102083" y="436791"/>
                </a:lnTo>
                <a:lnTo>
                  <a:pt x="6103201" y="436333"/>
                </a:lnTo>
                <a:lnTo>
                  <a:pt x="6105068" y="434467"/>
                </a:lnTo>
                <a:lnTo>
                  <a:pt x="6105525" y="433349"/>
                </a:lnTo>
                <a:lnTo>
                  <a:pt x="6105525" y="430720"/>
                </a:lnTo>
                <a:close/>
              </a:path>
              <a:path w="9867900" h="3000375">
                <a:moveTo>
                  <a:pt x="6105525" y="3454"/>
                </a:moveTo>
                <a:lnTo>
                  <a:pt x="6105068" y="2336"/>
                </a:lnTo>
                <a:lnTo>
                  <a:pt x="6103201" y="469"/>
                </a:lnTo>
                <a:lnTo>
                  <a:pt x="6102083" y="0"/>
                </a:lnTo>
                <a:lnTo>
                  <a:pt x="6099454" y="0"/>
                </a:lnTo>
                <a:lnTo>
                  <a:pt x="6098324" y="469"/>
                </a:lnTo>
                <a:lnTo>
                  <a:pt x="6096470" y="2336"/>
                </a:lnTo>
                <a:lnTo>
                  <a:pt x="6096000" y="3454"/>
                </a:lnTo>
                <a:lnTo>
                  <a:pt x="6096000" y="6083"/>
                </a:lnTo>
                <a:lnTo>
                  <a:pt x="6096470" y="7200"/>
                </a:lnTo>
                <a:lnTo>
                  <a:pt x="6098324" y="9067"/>
                </a:lnTo>
                <a:lnTo>
                  <a:pt x="6099454" y="9525"/>
                </a:lnTo>
                <a:lnTo>
                  <a:pt x="6102083" y="9525"/>
                </a:lnTo>
                <a:lnTo>
                  <a:pt x="6103201" y="9067"/>
                </a:lnTo>
                <a:lnTo>
                  <a:pt x="6105068" y="7200"/>
                </a:lnTo>
                <a:lnTo>
                  <a:pt x="6105525" y="6083"/>
                </a:lnTo>
                <a:lnTo>
                  <a:pt x="6105525" y="3454"/>
                </a:lnTo>
                <a:close/>
              </a:path>
              <a:path w="9867900" h="3000375">
                <a:moveTo>
                  <a:pt x="6153150" y="2994304"/>
                </a:moveTo>
                <a:lnTo>
                  <a:pt x="6152693" y="2993186"/>
                </a:lnTo>
                <a:lnTo>
                  <a:pt x="6150826" y="2991320"/>
                </a:lnTo>
                <a:lnTo>
                  <a:pt x="6149708" y="2990850"/>
                </a:lnTo>
                <a:lnTo>
                  <a:pt x="6147079" y="2990850"/>
                </a:lnTo>
                <a:lnTo>
                  <a:pt x="6145949" y="2991320"/>
                </a:lnTo>
                <a:lnTo>
                  <a:pt x="6144095" y="2993186"/>
                </a:lnTo>
                <a:lnTo>
                  <a:pt x="6143625" y="2994304"/>
                </a:lnTo>
                <a:lnTo>
                  <a:pt x="6143625" y="2996933"/>
                </a:lnTo>
                <a:lnTo>
                  <a:pt x="6144095" y="2998051"/>
                </a:lnTo>
                <a:lnTo>
                  <a:pt x="6145949" y="2999917"/>
                </a:lnTo>
                <a:lnTo>
                  <a:pt x="6147079" y="3000375"/>
                </a:lnTo>
                <a:lnTo>
                  <a:pt x="6149708" y="3000375"/>
                </a:lnTo>
                <a:lnTo>
                  <a:pt x="6150826" y="2999917"/>
                </a:lnTo>
                <a:lnTo>
                  <a:pt x="6152693" y="2998051"/>
                </a:lnTo>
                <a:lnTo>
                  <a:pt x="6153150" y="2996933"/>
                </a:lnTo>
                <a:lnTo>
                  <a:pt x="6153150" y="2994304"/>
                </a:lnTo>
                <a:close/>
              </a:path>
              <a:path w="9867900" h="3000375">
                <a:moveTo>
                  <a:pt x="6153150" y="2567038"/>
                </a:moveTo>
                <a:lnTo>
                  <a:pt x="6152693" y="2565920"/>
                </a:lnTo>
                <a:lnTo>
                  <a:pt x="6150826" y="2564053"/>
                </a:lnTo>
                <a:lnTo>
                  <a:pt x="6149708" y="2563596"/>
                </a:lnTo>
                <a:lnTo>
                  <a:pt x="6147079" y="2563596"/>
                </a:lnTo>
                <a:lnTo>
                  <a:pt x="6145949" y="2564053"/>
                </a:lnTo>
                <a:lnTo>
                  <a:pt x="6144095" y="2565920"/>
                </a:lnTo>
                <a:lnTo>
                  <a:pt x="6143625" y="2567038"/>
                </a:lnTo>
                <a:lnTo>
                  <a:pt x="6143625" y="2569667"/>
                </a:lnTo>
                <a:lnTo>
                  <a:pt x="6144095" y="2570797"/>
                </a:lnTo>
                <a:lnTo>
                  <a:pt x="6145949" y="2572651"/>
                </a:lnTo>
                <a:lnTo>
                  <a:pt x="6147079" y="2573121"/>
                </a:lnTo>
                <a:lnTo>
                  <a:pt x="6149708" y="2573121"/>
                </a:lnTo>
                <a:lnTo>
                  <a:pt x="6150826" y="2572651"/>
                </a:lnTo>
                <a:lnTo>
                  <a:pt x="6152693" y="2570797"/>
                </a:lnTo>
                <a:lnTo>
                  <a:pt x="6153150" y="2569667"/>
                </a:lnTo>
                <a:lnTo>
                  <a:pt x="6153150" y="2567038"/>
                </a:lnTo>
                <a:close/>
              </a:path>
              <a:path w="9867900" h="3000375">
                <a:moveTo>
                  <a:pt x="6153150" y="2139772"/>
                </a:moveTo>
                <a:lnTo>
                  <a:pt x="6152693" y="2138654"/>
                </a:lnTo>
                <a:lnTo>
                  <a:pt x="6150826" y="2136787"/>
                </a:lnTo>
                <a:lnTo>
                  <a:pt x="6149708" y="2136330"/>
                </a:lnTo>
                <a:lnTo>
                  <a:pt x="6147079" y="2136330"/>
                </a:lnTo>
                <a:lnTo>
                  <a:pt x="6145949" y="2136787"/>
                </a:lnTo>
                <a:lnTo>
                  <a:pt x="6144095" y="2138654"/>
                </a:lnTo>
                <a:lnTo>
                  <a:pt x="6143625" y="2139772"/>
                </a:lnTo>
                <a:lnTo>
                  <a:pt x="6143625" y="2142401"/>
                </a:lnTo>
                <a:lnTo>
                  <a:pt x="6144095" y="2143531"/>
                </a:lnTo>
                <a:lnTo>
                  <a:pt x="6145949" y="2145385"/>
                </a:lnTo>
                <a:lnTo>
                  <a:pt x="6147079" y="2145855"/>
                </a:lnTo>
                <a:lnTo>
                  <a:pt x="6149708" y="2145855"/>
                </a:lnTo>
                <a:lnTo>
                  <a:pt x="6150826" y="2145385"/>
                </a:lnTo>
                <a:lnTo>
                  <a:pt x="6152693" y="2143531"/>
                </a:lnTo>
                <a:lnTo>
                  <a:pt x="6153150" y="2142401"/>
                </a:lnTo>
                <a:lnTo>
                  <a:pt x="6153150" y="2139772"/>
                </a:lnTo>
                <a:close/>
              </a:path>
              <a:path w="9867900" h="3000375">
                <a:moveTo>
                  <a:pt x="6153150" y="1712506"/>
                </a:moveTo>
                <a:lnTo>
                  <a:pt x="6152693" y="1711388"/>
                </a:lnTo>
                <a:lnTo>
                  <a:pt x="6150826" y="1709534"/>
                </a:lnTo>
                <a:lnTo>
                  <a:pt x="6149708" y="1709064"/>
                </a:lnTo>
                <a:lnTo>
                  <a:pt x="6147079" y="1709064"/>
                </a:lnTo>
                <a:lnTo>
                  <a:pt x="6145949" y="1709534"/>
                </a:lnTo>
                <a:lnTo>
                  <a:pt x="6144095" y="1711388"/>
                </a:lnTo>
                <a:lnTo>
                  <a:pt x="6143625" y="1712506"/>
                </a:lnTo>
                <a:lnTo>
                  <a:pt x="6143625" y="1715135"/>
                </a:lnTo>
                <a:lnTo>
                  <a:pt x="6144095" y="1716265"/>
                </a:lnTo>
                <a:lnTo>
                  <a:pt x="6145949" y="1718119"/>
                </a:lnTo>
                <a:lnTo>
                  <a:pt x="6147079" y="1718589"/>
                </a:lnTo>
                <a:lnTo>
                  <a:pt x="6149708" y="1718589"/>
                </a:lnTo>
                <a:lnTo>
                  <a:pt x="6150826" y="1718119"/>
                </a:lnTo>
                <a:lnTo>
                  <a:pt x="6152693" y="1716265"/>
                </a:lnTo>
                <a:lnTo>
                  <a:pt x="6153150" y="1715135"/>
                </a:lnTo>
                <a:lnTo>
                  <a:pt x="6153150" y="1712506"/>
                </a:lnTo>
                <a:close/>
              </a:path>
              <a:path w="9867900" h="3000375">
                <a:moveTo>
                  <a:pt x="6153150" y="1285252"/>
                </a:moveTo>
                <a:lnTo>
                  <a:pt x="6152693" y="1284122"/>
                </a:lnTo>
                <a:lnTo>
                  <a:pt x="6150826" y="1282268"/>
                </a:lnTo>
                <a:lnTo>
                  <a:pt x="6149708" y="1281798"/>
                </a:lnTo>
                <a:lnTo>
                  <a:pt x="6147079" y="1281798"/>
                </a:lnTo>
                <a:lnTo>
                  <a:pt x="6145949" y="1282268"/>
                </a:lnTo>
                <a:lnTo>
                  <a:pt x="6144095" y="1284122"/>
                </a:lnTo>
                <a:lnTo>
                  <a:pt x="6143625" y="1285252"/>
                </a:lnTo>
                <a:lnTo>
                  <a:pt x="6143625" y="1287881"/>
                </a:lnTo>
                <a:lnTo>
                  <a:pt x="6144095" y="1288999"/>
                </a:lnTo>
                <a:lnTo>
                  <a:pt x="6145949" y="1290853"/>
                </a:lnTo>
                <a:lnTo>
                  <a:pt x="6147079" y="1291323"/>
                </a:lnTo>
                <a:lnTo>
                  <a:pt x="6149708" y="1291323"/>
                </a:lnTo>
                <a:lnTo>
                  <a:pt x="6150826" y="1290853"/>
                </a:lnTo>
                <a:lnTo>
                  <a:pt x="6152693" y="1288999"/>
                </a:lnTo>
                <a:lnTo>
                  <a:pt x="6153150" y="1287881"/>
                </a:lnTo>
                <a:lnTo>
                  <a:pt x="6153150" y="1285252"/>
                </a:lnTo>
                <a:close/>
              </a:path>
              <a:path w="9867900" h="3000375">
                <a:moveTo>
                  <a:pt x="6153150" y="857986"/>
                </a:moveTo>
                <a:lnTo>
                  <a:pt x="6152693" y="856856"/>
                </a:lnTo>
                <a:lnTo>
                  <a:pt x="6150826" y="855002"/>
                </a:lnTo>
                <a:lnTo>
                  <a:pt x="6149708" y="854532"/>
                </a:lnTo>
                <a:lnTo>
                  <a:pt x="6147079" y="854532"/>
                </a:lnTo>
                <a:lnTo>
                  <a:pt x="6145949" y="855002"/>
                </a:lnTo>
                <a:lnTo>
                  <a:pt x="6144095" y="856856"/>
                </a:lnTo>
                <a:lnTo>
                  <a:pt x="6143625" y="857986"/>
                </a:lnTo>
                <a:lnTo>
                  <a:pt x="6143625" y="860615"/>
                </a:lnTo>
                <a:lnTo>
                  <a:pt x="6144095" y="861733"/>
                </a:lnTo>
                <a:lnTo>
                  <a:pt x="6145949" y="863600"/>
                </a:lnTo>
                <a:lnTo>
                  <a:pt x="6147079" y="864057"/>
                </a:lnTo>
                <a:lnTo>
                  <a:pt x="6149708" y="864057"/>
                </a:lnTo>
                <a:lnTo>
                  <a:pt x="6150826" y="863600"/>
                </a:lnTo>
                <a:lnTo>
                  <a:pt x="6152693" y="861733"/>
                </a:lnTo>
                <a:lnTo>
                  <a:pt x="6153150" y="860615"/>
                </a:lnTo>
                <a:lnTo>
                  <a:pt x="6153150" y="857986"/>
                </a:lnTo>
                <a:close/>
              </a:path>
              <a:path w="9867900" h="3000375">
                <a:moveTo>
                  <a:pt x="6153150" y="430720"/>
                </a:moveTo>
                <a:lnTo>
                  <a:pt x="6152693" y="429590"/>
                </a:lnTo>
                <a:lnTo>
                  <a:pt x="6150826" y="427736"/>
                </a:lnTo>
                <a:lnTo>
                  <a:pt x="6149708" y="427266"/>
                </a:lnTo>
                <a:lnTo>
                  <a:pt x="6147079" y="427266"/>
                </a:lnTo>
                <a:lnTo>
                  <a:pt x="6145949" y="427736"/>
                </a:lnTo>
                <a:lnTo>
                  <a:pt x="6144095" y="429590"/>
                </a:lnTo>
                <a:lnTo>
                  <a:pt x="6143625" y="430720"/>
                </a:lnTo>
                <a:lnTo>
                  <a:pt x="6143625" y="433349"/>
                </a:lnTo>
                <a:lnTo>
                  <a:pt x="6144095" y="434467"/>
                </a:lnTo>
                <a:lnTo>
                  <a:pt x="6145949" y="436333"/>
                </a:lnTo>
                <a:lnTo>
                  <a:pt x="6147079" y="436791"/>
                </a:lnTo>
                <a:lnTo>
                  <a:pt x="6149708" y="436791"/>
                </a:lnTo>
                <a:lnTo>
                  <a:pt x="6150826" y="436333"/>
                </a:lnTo>
                <a:lnTo>
                  <a:pt x="6152693" y="434467"/>
                </a:lnTo>
                <a:lnTo>
                  <a:pt x="6153150" y="433349"/>
                </a:lnTo>
                <a:lnTo>
                  <a:pt x="6153150" y="430720"/>
                </a:lnTo>
                <a:close/>
              </a:path>
              <a:path w="9867900" h="3000375">
                <a:moveTo>
                  <a:pt x="6153150" y="3454"/>
                </a:moveTo>
                <a:lnTo>
                  <a:pt x="6152693" y="2336"/>
                </a:lnTo>
                <a:lnTo>
                  <a:pt x="6150826" y="469"/>
                </a:lnTo>
                <a:lnTo>
                  <a:pt x="6149708" y="0"/>
                </a:lnTo>
                <a:lnTo>
                  <a:pt x="6147079" y="0"/>
                </a:lnTo>
                <a:lnTo>
                  <a:pt x="6145949" y="469"/>
                </a:lnTo>
                <a:lnTo>
                  <a:pt x="6144095" y="2336"/>
                </a:lnTo>
                <a:lnTo>
                  <a:pt x="6143625" y="3454"/>
                </a:lnTo>
                <a:lnTo>
                  <a:pt x="6143625" y="6083"/>
                </a:lnTo>
                <a:lnTo>
                  <a:pt x="6144095" y="7200"/>
                </a:lnTo>
                <a:lnTo>
                  <a:pt x="6145949" y="9067"/>
                </a:lnTo>
                <a:lnTo>
                  <a:pt x="6147079" y="9525"/>
                </a:lnTo>
                <a:lnTo>
                  <a:pt x="6149708" y="9525"/>
                </a:lnTo>
                <a:lnTo>
                  <a:pt x="6150826" y="9067"/>
                </a:lnTo>
                <a:lnTo>
                  <a:pt x="6152693" y="7200"/>
                </a:lnTo>
                <a:lnTo>
                  <a:pt x="6153150" y="6083"/>
                </a:lnTo>
                <a:lnTo>
                  <a:pt x="6153150" y="3454"/>
                </a:lnTo>
                <a:close/>
              </a:path>
              <a:path w="9867900" h="3000375">
                <a:moveTo>
                  <a:pt x="6200775" y="2994304"/>
                </a:moveTo>
                <a:lnTo>
                  <a:pt x="6200318" y="2993186"/>
                </a:lnTo>
                <a:lnTo>
                  <a:pt x="6198451" y="2991320"/>
                </a:lnTo>
                <a:lnTo>
                  <a:pt x="6197333" y="2990850"/>
                </a:lnTo>
                <a:lnTo>
                  <a:pt x="6194704" y="2990850"/>
                </a:lnTo>
                <a:lnTo>
                  <a:pt x="6193574" y="2991320"/>
                </a:lnTo>
                <a:lnTo>
                  <a:pt x="6191720" y="2993186"/>
                </a:lnTo>
                <a:lnTo>
                  <a:pt x="6191250" y="2994304"/>
                </a:lnTo>
                <a:lnTo>
                  <a:pt x="6191250" y="2996933"/>
                </a:lnTo>
                <a:lnTo>
                  <a:pt x="6191720" y="2998051"/>
                </a:lnTo>
                <a:lnTo>
                  <a:pt x="6193574" y="2999917"/>
                </a:lnTo>
                <a:lnTo>
                  <a:pt x="6194704" y="3000375"/>
                </a:lnTo>
                <a:lnTo>
                  <a:pt x="6197333" y="3000375"/>
                </a:lnTo>
                <a:lnTo>
                  <a:pt x="6198451" y="2999917"/>
                </a:lnTo>
                <a:lnTo>
                  <a:pt x="6200318" y="2998051"/>
                </a:lnTo>
                <a:lnTo>
                  <a:pt x="6200775" y="2996933"/>
                </a:lnTo>
                <a:lnTo>
                  <a:pt x="6200775" y="2994304"/>
                </a:lnTo>
                <a:close/>
              </a:path>
              <a:path w="9867900" h="3000375">
                <a:moveTo>
                  <a:pt x="6200775" y="2567038"/>
                </a:moveTo>
                <a:lnTo>
                  <a:pt x="6200318" y="2565920"/>
                </a:lnTo>
                <a:lnTo>
                  <a:pt x="6198451" y="2564053"/>
                </a:lnTo>
                <a:lnTo>
                  <a:pt x="6197333" y="2563596"/>
                </a:lnTo>
                <a:lnTo>
                  <a:pt x="6194704" y="2563596"/>
                </a:lnTo>
                <a:lnTo>
                  <a:pt x="6193574" y="2564053"/>
                </a:lnTo>
                <a:lnTo>
                  <a:pt x="6191720" y="2565920"/>
                </a:lnTo>
                <a:lnTo>
                  <a:pt x="6191250" y="2567038"/>
                </a:lnTo>
                <a:lnTo>
                  <a:pt x="6191250" y="2569667"/>
                </a:lnTo>
                <a:lnTo>
                  <a:pt x="6191720" y="2570797"/>
                </a:lnTo>
                <a:lnTo>
                  <a:pt x="6193574" y="2572651"/>
                </a:lnTo>
                <a:lnTo>
                  <a:pt x="6194704" y="2573121"/>
                </a:lnTo>
                <a:lnTo>
                  <a:pt x="6197333" y="2573121"/>
                </a:lnTo>
                <a:lnTo>
                  <a:pt x="6198451" y="2572651"/>
                </a:lnTo>
                <a:lnTo>
                  <a:pt x="6200318" y="2570797"/>
                </a:lnTo>
                <a:lnTo>
                  <a:pt x="6200775" y="2569667"/>
                </a:lnTo>
                <a:lnTo>
                  <a:pt x="6200775" y="2567038"/>
                </a:lnTo>
                <a:close/>
              </a:path>
              <a:path w="9867900" h="3000375">
                <a:moveTo>
                  <a:pt x="6200775" y="2139772"/>
                </a:moveTo>
                <a:lnTo>
                  <a:pt x="6200318" y="2138654"/>
                </a:lnTo>
                <a:lnTo>
                  <a:pt x="6198451" y="2136787"/>
                </a:lnTo>
                <a:lnTo>
                  <a:pt x="6197333" y="2136330"/>
                </a:lnTo>
                <a:lnTo>
                  <a:pt x="6194704" y="2136330"/>
                </a:lnTo>
                <a:lnTo>
                  <a:pt x="6193574" y="2136787"/>
                </a:lnTo>
                <a:lnTo>
                  <a:pt x="6191720" y="2138654"/>
                </a:lnTo>
                <a:lnTo>
                  <a:pt x="6191250" y="2139772"/>
                </a:lnTo>
                <a:lnTo>
                  <a:pt x="6191250" y="2142401"/>
                </a:lnTo>
                <a:lnTo>
                  <a:pt x="6191720" y="2143531"/>
                </a:lnTo>
                <a:lnTo>
                  <a:pt x="6193574" y="2145385"/>
                </a:lnTo>
                <a:lnTo>
                  <a:pt x="6194704" y="2145855"/>
                </a:lnTo>
                <a:lnTo>
                  <a:pt x="6197333" y="2145855"/>
                </a:lnTo>
                <a:lnTo>
                  <a:pt x="6198451" y="2145385"/>
                </a:lnTo>
                <a:lnTo>
                  <a:pt x="6200318" y="2143531"/>
                </a:lnTo>
                <a:lnTo>
                  <a:pt x="6200775" y="2142401"/>
                </a:lnTo>
                <a:lnTo>
                  <a:pt x="6200775" y="2139772"/>
                </a:lnTo>
                <a:close/>
              </a:path>
              <a:path w="9867900" h="3000375">
                <a:moveTo>
                  <a:pt x="6200775" y="1712506"/>
                </a:moveTo>
                <a:lnTo>
                  <a:pt x="6200318" y="1711388"/>
                </a:lnTo>
                <a:lnTo>
                  <a:pt x="6198451" y="1709534"/>
                </a:lnTo>
                <a:lnTo>
                  <a:pt x="6197333" y="1709064"/>
                </a:lnTo>
                <a:lnTo>
                  <a:pt x="6194704" y="1709064"/>
                </a:lnTo>
                <a:lnTo>
                  <a:pt x="6193574" y="1709534"/>
                </a:lnTo>
                <a:lnTo>
                  <a:pt x="6191720" y="1711388"/>
                </a:lnTo>
                <a:lnTo>
                  <a:pt x="6191250" y="1712506"/>
                </a:lnTo>
                <a:lnTo>
                  <a:pt x="6191250" y="1715135"/>
                </a:lnTo>
                <a:lnTo>
                  <a:pt x="6191720" y="1716265"/>
                </a:lnTo>
                <a:lnTo>
                  <a:pt x="6193574" y="1718119"/>
                </a:lnTo>
                <a:lnTo>
                  <a:pt x="6194704" y="1718589"/>
                </a:lnTo>
                <a:lnTo>
                  <a:pt x="6197333" y="1718589"/>
                </a:lnTo>
                <a:lnTo>
                  <a:pt x="6198451" y="1718119"/>
                </a:lnTo>
                <a:lnTo>
                  <a:pt x="6200318" y="1716265"/>
                </a:lnTo>
                <a:lnTo>
                  <a:pt x="6200775" y="1715135"/>
                </a:lnTo>
                <a:lnTo>
                  <a:pt x="6200775" y="1712506"/>
                </a:lnTo>
                <a:close/>
              </a:path>
              <a:path w="9867900" h="3000375">
                <a:moveTo>
                  <a:pt x="6200775" y="1285252"/>
                </a:moveTo>
                <a:lnTo>
                  <a:pt x="6200318" y="1284122"/>
                </a:lnTo>
                <a:lnTo>
                  <a:pt x="6198451" y="1282268"/>
                </a:lnTo>
                <a:lnTo>
                  <a:pt x="6197333" y="1281798"/>
                </a:lnTo>
                <a:lnTo>
                  <a:pt x="6194704" y="1281798"/>
                </a:lnTo>
                <a:lnTo>
                  <a:pt x="6193574" y="1282268"/>
                </a:lnTo>
                <a:lnTo>
                  <a:pt x="6191720" y="1284122"/>
                </a:lnTo>
                <a:lnTo>
                  <a:pt x="6191250" y="1285252"/>
                </a:lnTo>
                <a:lnTo>
                  <a:pt x="6191250" y="1287881"/>
                </a:lnTo>
                <a:lnTo>
                  <a:pt x="6191720" y="1288999"/>
                </a:lnTo>
                <a:lnTo>
                  <a:pt x="6193574" y="1290853"/>
                </a:lnTo>
                <a:lnTo>
                  <a:pt x="6194704" y="1291323"/>
                </a:lnTo>
                <a:lnTo>
                  <a:pt x="6197333" y="1291323"/>
                </a:lnTo>
                <a:lnTo>
                  <a:pt x="6198451" y="1290853"/>
                </a:lnTo>
                <a:lnTo>
                  <a:pt x="6200318" y="1288999"/>
                </a:lnTo>
                <a:lnTo>
                  <a:pt x="6200775" y="1287881"/>
                </a:lnTo>
                <a:lnTo>
                  <a:pt x="6200775" y="1285252"/>
                </a:lnTo>
                <a:close/>
              </a:path>
              <a:path w="9867900" h="3000375">
                <a:moveTo>
                  <a:pt x="6200775" y="857986"/>
                </a:moveTo>
                <a:lnTo>
                  <a:pt x="6200318" y="856856"/>
                </a:lnTo>
                <a:lnTo>
                  <a:pt x="6198451" y="855002"/>
                </a:lnTo>
                <a:lnTo>
                  <a:pt x="6197333" y="854532"/>
                </a:lnTo>
                <a:lnTo>
                  <a:pt x="6194704" y="854532"/>
                </a:lnTo>
                <a:lnTo>
                  <a:pt x="6193574" y="855002"/>
                </a:lnTo>
                <a:lnTo>
                  <a:pt x="6191720" y="856856"/>
                </a:lnTo>
                <a:lnTo>
                  <a:pt x="6191250" y="857986"/>
                </a:lnTo>
                <a:lnTo>
                  <a:pt x="6191250" y="860615"/>
                </a:lnTo>
                <a:lnTo>
                  <a:pt x="6191720" y="861733"/>
                </a:lnTo>
                <a:lnTo>
                  <a:pt x="6193574" y="863600"/>
                </a:lnTo>
                <a:lnTo>
                  <a:pt x="6194704" y="864057"/>
                </a:lnTo>
                <a:lnTo>
                  <a:pt x="6197333" y="864057"/>
                </a:lnTo>
                <a:lnTo>
                  <a:pt x="6198451" y="863600"/>
                </a:lnTo>
                <a:lnTo>
                  <a:pt x="6200318" y="861733"/>
                </a:lnTo>
                <a:lnTo>
                  <a:pt x="6200775" y="860615"/>
                </a:lnTo>
                <a:lnTo>
                  <a:pt x="6200775" y="857986"/>
                </a:lnTo>
                <a:close/>
              </a:path>
              <a:path w="9867900" h="3000375">
                <a:moveTo>
                  <a:pt x="6200775" y="430720"/>
                </a:moveTo>
                <a:lnTo>
                  <a:pt x="6200318" y="429590"/>
                </a:lnTo>
                <a:lnTo>
                  <a:pt x="6198451" y="427736"/>
                </a:lnTo>
                <a:lnTo>
                  <a:pt x="6197333" y="427266"/>
                </a:lnTo>
                <a:lnTo>
                  <a:pt x="6194704" y="427266"/>
                </a:lnTo>
                <a:lnTo>
                  <a:pt x="6193574" y="427736"/>
                </a:lnTo>
                <a:lnTo>
                  <a:pt x="6191720" y="429590"/>
                </a:lnTo>
                <a:lnTo>
                  <a:pt x="6191250" y="430720"/>
                </a:lnTo>
                <a:lnTo>
                  <a:pt x="6191250" y="433349"/>
                </a:lnTo>
                <a:lnTo>
                  <a:pt x="6191720" y="434467"/>
                </a:lnTo>
                <a:lnTo>
                  <a:pt x="6193574" y="436333"/>
                </a:lnTo>
                <a:lnTo>
                  <a:pt x="6194704" y="436791"/>
                </a:lnTo>
                <a:lnTo>
                  <a:pt x="6197333" y="436791"/>
                </a:lnTo>
                <a:lnTo>
                  <a:pt x="6198451" y="436333"/>
                </a:lnTo>
                <a:lnTo>
                  <a:pt x="6200318" y="434467"/>
                </a:lnTo>
                <a:lnTo>
                  <a:pt x="6200775" y="433349"/>
                </a:lnTo>
                <a:lnTo>
                  <a:pt x="6200775" y="430720"/>
                </a:lnTo>
                <a:close/>
              </a:path>
              <a:path w="9867900" h="3000375">
                <a:moveTo>
                  <a:pt x="6200775" y="3454"/>
                </a:moveTo>
                <a:lnTo>
                  <a:pt x="6200318" y="2336"/>
                </a:lnTo>
                <a:lnTo>
                  <a:pt x="6198451" y="469"/>
                </a:lnTo>
                <a:lnTo>
                  <a:pt x="6197333" y="0"/>
                </a:lnTo>
                <a:lnTo>
                  <a:pt x="6194704" y="0"/>
                </a:lnTo>
                <a:lnTo>
                  <a:pt x="6193574" y="469"/>
                </a:lnTo>
                <a:lnTo>
                  <a:pt x="6191720" y="2336"/>
                </a:lnTo>
                <a:lnTo>
                  <a:pt x="6191250" y="3454"/>
                </a:lnTo>
                <a:lnTo>
                  <a:pt x="6191250" y="6083"/>
                </a:lnTo>
                <a:lnTo>
                  <a:pt x="6191720" y="7200"/>
                </a:lnTo>
                <a:lnTo>
                  <a:pt x="6193574" y="9067"/>
                </a:lnTo>
                <a:lnTo>
                  <a:pt x="6194704" y="9525"/>
                </a:lnTo>
                <a:lnTo>
                  <a:pt x="6197333" y="9525"/>
                </a:lnTo>
                <a:lnTo>
                  <a:pt x="6198451" y="9067"/>
                </a:lnTo>
                <a:lnTo>
                  <a:pt x="6200318" y="7200"/>
                </a:lnTo>
                <a:lnTo>
                  <a:pt x="6200775" y="6083"/>
                </a:lnTo>
                <a:lnTo>
                  <a:pt x="6200775" y="3454"/>
                </a:lnTo>
                <a:close/>
              </a:path>
              <a:path w="9867900" h="3000375">
                <a:moveTo>
                  <a:pt x="6248400" y="2994304"/>
                </a:moveTo>
                <a:lnTo>
                  <a:pt x="6247943" y="2993186"/>
                </a:lnTo>
                <a:lnTo>
                  <a:pt x="6246076" y="2991320"/>
                </a:lnTo>
                <a:lnTo>
                  <a:pt x="6244958" y="2990850"/>
                </a:lnTo>
                <a:lnTo>
                  <a:pt x="6242329" y="2990850"/>
                </a:lnTo>
                <a:lnTo>
                  <a:pt x="6241199" y="2991320"/>
                </a:lnTo>
                <a:lnTo>
                  <a:pt x="6239345" y="2993186"/>
                </a:lnTo>
                <a:lnTo>
                  <a:pt x="6238875" y="2994304"/>
                </a:lnTo>
                <a:lnTo>
                  <a:pt x="6238875" y="2996933"/>
                </a:lnTo>
                <a:lnTo>
                  <a:pt x="6239345" y="2998051"/>
                </a:lnTo>
                <a:lnTo>
                  <a:pt x="6241199" y="2999917"/>
                </a:lnTo>
                <a:lnTo>
                  <a:pt x="6242329" y="3000375"/>
                </a:lnTo>
                <a:lnTo>
                  <a:pt x="6244958" y="3000375"/>
                </a:lnTo>
                <a:lnTo>
                  <a:pt x="6246076" y="2999917"/>
                </a:lnTo>
                <a:lnTo>
                  <a:pt x="6247943" y="2998051"/>
                </a:lnTo>
                <a:lnTo>
                  <a:pt x="6248400" y="2996933"/>
                </a:lnTo>
                <a:lnTo>
                  <a:pt x="6248400" y="2994304"/>
                </a:lnTo>
                <a:close/>
              </a:path>
              <a:path w="9867900" h="3000375">
                <a:moveTo>
                  <a:pt x="6248400" y="2567038"/>
                </a:moveTo>
                <a:lnTo>
                  <a:pt x="6247943" y="2565920"/>
                </a:lnTo>
                <a:lnTo>
                  <a:pt x="6246076" y="2564053"/>
                </a:lnTo>
                <a:lnTo>
                  <a:pt x="6244958" y="2563596"/>
                </a:lnTo>
                <a:lnTo>
                  <a:pt x="6242329" y="2563596"/>
                </a:lnTo>
                <a:lnTo>
                  <a:pt x="6241199" y="2564053"/>
                </a:lnTo>
                <a:lnTo>
                  <a:pt x="6239345" y="2565920"/>
                </a:lnTo>
                <a:lnTo>
                  <a:pt x="6238875" y="2567038"/>
                </a:lnTo>
                <a:lnTo>
                  <a:pt x="6238875" y="2569667"/>
                </a:lnTo>
                <a:lnTo>
                  <a:pt x="6239345" y="2570797"/>
                </a:lnTo>
                <a:lnTo>
                  <a:pt x="6241199" y="2572651"/>
                </a:lnTo>
                <a:lnTo>
                  <a:pt x="6242329" y="2573121"/>
                </a:lnTo>
                <a:lnTo>
                  <a:pt x="6244958" y="2573121"/>
                </a:lnTo>
                <a:lnTo>
                  <a:pt x="6246076" y="2572651"/>
                </a:lnTo>
                <a:lnTo>
                  <a:pt x="6247943" y="2570797"/>
                </a:lnTo>
                <a:lnTo>
                  <a:pt x="6248400" y="2569667"/>
                </a:lnTo>
                <a:lnTo>
                  <a:pt x="6248400" y="2567038"/>
                </a:lnTo>
                <a:close/>
              </a:path>
              <a:path w="9867900" h="3000375">
                <a:moveTo>
                  <a:pt x="6248400" y="2139772"/>
                </a:moveTo>
                <a:lnTo>
                  <a:pt x="6247943" y="2138654"/>
                </a:lnTo>
                <a:lnTo>
                  <a:pt x="6246076" y="2136787"/>
                </a:lnTo>
                <a:lnTo>
                  <a:pt x="6244958" y="2136330"/>
                </a:lnTo>
                <a:lnTo>
                  <a:pt x="6242329" y="2136330"/>
                </a:lnTo>
                <a:lnTo>
                  <a:pt x="6241199" y="2136787"/>
                </a:lnTo>
                <a:lnTo>
                  <a:pt x="6239345" y="2138654"/>
                </a:lnTo>
                <a:lnTo>
                  <a:pt x="6238875" y="2139772"/>
                </a:lnTo>
                <a:lnTo>
                  <a:pt x="6238875" y="2142401"/>
                </a:lnTo>
                <a:lnTo>
                  <a:pt x="6239345" y="2143531"/>
                </a:lnTo>
                <a:lnTo>
                  <a:pt x="6241199" y="2145385"/>
                </a:lnTo>
                <a:lnTo>
                  <a:pt x="6242329" y="2145855"/>
                </a:lnTo>
                <a:lnTo>
                  <a:pt x="6244958" y="2145855"/>
                </a:lnTo>
                <a:lnTo>
                  <a:pt x="6246076" y="2145385"/>
                </a:lnTo>
                <a:lnTo>
                  <a:pt x="6247943" y="2143531"/>
                </a:lnTo>
                <a:lnTo>
                  <a:pt x="6248400" y="2142401"/>
                </a:lnTo>
                <a:lnTo>
                  <a:pt x="6248400" y="2139772"/>
                </a:lnTo>
                <a:close/>
              </a:path>
              <a:path w="9867900" h="3000375">
                <a:moveTo>
                  <a:pt x="6248400" y="1712506"/>
                </a:moveTo>
                <a:lnTo>
                  <a:pt x="6247943" y="1711388"/>
                </a:lnTo>
                <a:lnTo>
                  <a:pt x="6246076" y="1709534"/>
                </a:lnTo>
                <a:lnTo>
                  <a:pt x="6244958" y="1709064"/>
                </a:lnTo>
                <a:lnTo>
                  <a:pt x="6242329" y="1709064"/>
                </a:lnTo>
                <a:lnTo>
                  <a:pt x="6241199" y="1709534"/>
                </a:lnTo>
                <a:lnTo>
                  <a:pt x="6239345" y="1711388"/>
                </a:lnTo>
                <a:lnTo>
                  <a:pt x="6238875" y="1712506"/>
                </a:lnTo>
                <a:lnTo>
                  <a:pt x="6238875" y="1715135"/>
                </a:lnTo>
                <a:lnTo>
                  <a:pt x="6239345" y="1716265"/>
                </a:lnTo>
                <a:lnTo>
                  <a:pt x="6241199" y="1718119"/>
                </a:lnTo>
                <a:lnTo>
                  <a:pt x="6242329" y="1718589"/>
                </a:lnTo>
                <a:lnTo>
                  <a:pt x="6244958" y="1718589"/>
                </a:lnTo>
                <a:lnTo>
                  <a:pt x="6246076" y="1718119"/>
                </a:lnTo>
                <a:lnTo>
                  <a:pt x="6247943" y="1716265"/>
                </a:lnTo>
                <a:lnTo>
                  <a:pt x="6248400" y="1715135"/>
                </a:lnTo>
                <a:lnTo>
                  <a:pt x="6248400" y="1712506"/>
                </a:lnTo>
                <a:close/>
              </a:path>
              <a:path w="9867900" h="3000375">
                <a:moveTo>
                  <a:pt x="6248400" y="1285252"/>
                </a:moveTo>
                <a:lnTo>
                  <a:pt x="6247943" y="1284122"/>
                </a:lnTo>
                <a:lnTo>
                  <a:pt x="6246076" y="1282268"/>
                </a:lnTo>
                <a:lnTo>
                  <a:pt x="6244958" y="1281798"/>
                </a:lnTo>
                <a:lnTo>
                  <a:pt x="6242329" y="1281798"/>
                </a:lnTo>
                <a:lnTo>
                  <a:pt x="6241199" y="1282268"/>
                </a:lnTo>
                <a:lnTo>
                  <a:pt x="6239345" y="1284122"/>
                </a:lnTo>
                <a:lnTo>
                  <a:pt x="6238875" y="1285252"/>
                </a:lnTo>
                <a:lnTo>
                  <a:pt x="6238875" y="1287881"/>
                </a:lnTo>
                <a:lnTo>
                  <a:pt x="6239345" y="1288999"/>
                </a:lnTo>
                <a:lnTo>
                  <a:pt x="6241199" y="1290853"/>
                </a:lnTo>
                <a:lnTo>
                  <a:pt x="6242329" y="1291323"/>
                </a:lnTo>
                <a:lnTo>
                  <a:pt x="6244958" y="1291323"/>
                </a:lnTo>
                <a:lnTo>
                  <a:pt x="6246076" y="1290853"/>
                </a:lnTo>
                <a:lnTo>
                  <a:pt x="6247943" y="1288999"/>
                </a:lnTo>
                <a:lnTo>
                  <a:pt x="6248400" y="1287881"/>
                </a:lnTo>
                <a:lnTo>
                  <a:pt x="6248400" y="1285252"/>
                </a:lnTo>
                <a:close/>
              </a:path>
              <a:path w="9867900" h="3000375">
                <a:moveTo>
                  <a:pt x="6248400" y="857986"/>
                </a:moveTo>
                <a:lnTo>
                  <a:pt x="6247943" y="856856"/>
                </a:lnTo>
                <a:lnTo>
                  <a:pt x="6246076" y="855002"/>
                </a:lnTo>
                <a:lnTo>
                  <a:pt x="6244958" y="854532"/>
                </a:lnTo>
                <a:lnTo>
                  <a:pt x="6242329" y="854532"/>
                </a:lnTo>
                <a:lnTo>
                  <a:pt x="6241199" y="855002"/>
                </a:lnTo>
                <a:lnTo>
                  <a:pt x="6239345" y="856856"/>
                </a:lnTo>
                <a:lnTo>
                  <a:pt x="6238875" y="857986"/>
                </a:lnTo>
                <a:lnTo>
                  <a:pt x="6238875" y="860615"/>
                </a:lnTo>
                <a:lnTo>
                  <a:pt x="6239345" y="861733"/>
                </a:lnTo>
                <a:lnTo>
                  <a:pt x="6241199" y="863600"/>
                </a:lnTo>
                <a:lnTo>
                  <a:pt x="6242329" y="864057"/>
                </a:lnTo>
                <a:lnTo>
                  <a:pt x="6244958" y="864057"/>
                </a:lnTo>
                <a:lnTo>
                  <a:pt x="6246076" y="863600"/>
                </a:lnTo>
                <a:lnTo>
                  <a:pt x="6247943" y="861733"/>
                </a:lnTo>
                <a:lnTo>
                  <a:pt x="6248400" y="860615"/>
                </a:lnTo>
                <a:lnTo>
                  <a:pt x="6248400" y="857986"/>
                </a:lnTo>
                <a:close/>
              </a:path>
              <a:path w="9867900" h="3000375">
                <a:moveTo>
                  <a:pt x="6248400" y="430720"/>
                </a:moveTo>
                <a:lnTo>
                  <a:pt x="6247943" y="429590"/>
                </a:lnTo>
                <a:lnTo>
                  <a:pt x="6246076" y="427736"/>
                </a:lnTo>
                <a:lnTo>
                  <a:pt x="6244958" y="427266"/>
                </a:lnTo>
                <a:lnTo>
                  <a:pt x="6242329" y="427266"/>
                </a:lnTo>
                <a:lnTo>
                  <a:pt x="6241199" y="427736"/>
                </a:lnTo>
                <a:lnTo>
                  <a:pt x="6239345" y="429590"/>
                </a:lnTo>
                <a:lnTo>
                  <a:pt x="6238875" y="430720"/>
                </a:lnTo>
                <a:lnTo>
                  <a:pt x="6238875" y="433349"/>
                </a:lnTo>
                <a:lnTo>
                  <a:pt x="6239345" y="434467"/>
                </a:lnTo>
                <a:lnTo>
                  <a:pt x="6241199" y="436333"/>
                </a:lnTo>
                <a:lnTo>
                  <a:pt x="6242329" y="436791"/>
                </a:lnTo>
                <a:lnTo>
                  <a:pt x="6244958" y="436791"/>
                </a:lnTo>
                <a:lnTo>
                  <a:pt x="6246076" y="436333"/>
                </a:lnTo>
                <a:lnTo>
                  <a:pt x="6247943" y="434467"/>
                </a:lnTo>
                <a:lnTo>
                  <a:pt x="6248400" y="433349"/>
                </a:lnTo>
                <a:lnTo>
                  <a:pt x="6248400" y="430720"/>
                </a:lnTo>
                <a:close/>
              </a:path>
              <a:path w="9867900" h="3000375">
                <a:moveTo>
                  <a:pt x="6248400" y="3454"/>
                </a:moveTo>
                <a:lnTo>
                  <a:pt x="6247943" y="2336"/>
                </a:lnTo>
                <a:lnTo>
                  <a:pt x="6246076" y="469"/>
                </a:lnTo>
                <a:lnTo>
                  <a:pt x="6244958" y="0"/>
                </a:lnTo>
                <a:lnTo>
                  <a:pt x="6242329" y="0"/>
                </a:lnTo>
                <a:lnTo>
                  <a:pt x="6241199" y="469"/>
                </a:lnTo>
                <a:lnTo>
                  <a:pt x="6239345" y="2336"/>
                </a:lnTo>
                <a:lnTo>
                  <a:pt x="6238875" y="3454"/>
                </a:lnTo>
                <a:lnTo>
                  <a:pt x="6238875" y="6083"/>
                </a:lnTo>
                <a:lnTo>
                  <a:pt x="6239345" y="7200"/>
                </a:lnTo>
                <a:lnTo>
                  <a:pt x="6241199" y="9067"/>
                </a:lnTo>
                <a:lnTo>
                  <a:pt x="6242329" y="9525"/>
                </a:lnTo>
                <a:lnTo>
                  <a:pt x="6244958" y="9525"/>
                </a:lnTo>
                <a:lnTo>
                  <a:pt x="6246076" y="9067"/>
                </a:lnTo>
                <a:lnTo>
                  <a:pt x="6247943" y="7200"/>
                </a:lnTo>
                <a:lnTo>
                  <a:pt x="6248400" y="6083"/>
                </a:lnTo>
                <a:lnTo>
                  <a:pt x="6248400" y="3454"/>
                </a:lnTo>
                <a:close/>
              </a:path>
              <a:path w="9867900" h="3000375">
                <a:moveTo>
                  <a:pt x="6296025" y="2994304"/>
                </a:moveTo>
                <a:lnTo>
                  <a:pt x="6295568" y="2993186"/>
                </a:lnTo>
                <a:lnTo>
                  <a:pt x="6293701" y="2991320"/>
                </a:lnTo>
                <a:lnTo>
                  <a:pt x="6292583" y="2990850"/>
                </a:lnTo>
                <a:lnTo>
                  <a:pt x="6289954" y="2990850"/>
                </a:lnTo>
                <a:lnTo>
                  <a:pt x="6288824" y="2991320"/>
                </a:lnTo>
                <a:lnTo>
                  <a:pt x="6286970" y="2993186"/>
                </a:lnTo>
                <a:lnTo>
                  <a:pt x="6286500" y="2994304"/>
                </a:lnTo>
                <a:lnTo>
                  <a:pt x="6286500" y="2996933"/>
                </a:lnTo>
                <a:lnTo>
                  <a:pt x="6286970" y="2998051"/>
                </a:lnTo>
                <a:lnTo>
                  <a:pt x="6288824" y="2999917"/>
                </a:lnTo>
                <a:lnTo>
                  <a:pt x="6289954" y="3000375"/>
                </a:lnTo>
                <a:lnTo>
                  <a:pt x="6292583" y="3000375"/>
                </a:lnTo>
                <a:lnTo>
                  <a:pt x="6293701" y="2999917"/>
                </a:lnTo>
                <a:lnTo>
                  <a:pt x="6295568" y="2998051"/>
                </a:lnTo>
                <a:lnTo>
                  <a:pt x="6296025" y="2996933"/>
                </a:lnTo>
                <a:lnTo>
                  <a:pt x="6296025" y="2994304"/>
                </a:lnTo>
                <a:close/>
              </a:path>
              <a:path w="9867900" h="3000375">
                <a:moveTo>
                  <a:pt x="6296025" y="2567038"/>
                </a:moveTo>
                <a:lnTo>
                  <a:pt x="6295568" y="2565920"/>
                </a:lnTo>
                <a:lnTo>
                  <a:pt x="6293701" y="2564053"/>
                </a:lnTo>
                <a:lnTo>
                  <a:pt x="6292583" y="2563596"/>
                </a:lnTo>
                <a:lnTo>
                  <a:pt x="6289954" y="2563596"/>
                </a:lnTo>
                <a:lnTo>
                  <a:pt x="6288824" y="2564053"/>
                </a:lnTo>
                <a:lnTo>
                  <a:pt x="6286970" y="2565920"/>
                </a:lnTo>
                <a:lnTo>
                  <a:pt x="6286500" y="2567038"/>
                </a:lnTo>
                <a:lnTo>
                  <a:pt x="6286500" y="2569667"/>
                </a:lnTo>
                <a:lnTo>
                  <a:pt x="6286970" y="2570797"/>
                </a:lnTo>
                <a:lnTo>
                  <a:pt x="6288824" y="2572651"/>
                </a:lnTo>
                <a:lnTo>
                  <a:pt x="6289954" y="2573121"/>
                </a:lnTo>
                <a:lnTo>
                  <a:pt x="6292583" y="2573121"/>
                </a:lnTo>
                <a:lnTo>
                  <a:pt x="6293701" y="2572651"/>
                </a:lnTo>
                <a:lnTo>
                  <a:pt x="6295568" y="2570797"/>
                </a:lnTo>
                <a:lnTo>
                  <a:pt x="6296025" y="2569667"/>
                </a:lnTo>
                <a:lnTo>
                  <a:pt x="6296025" y="2567038"/>
                </a:lnTo>
                <a:close/>
              </a:path>
              <a:path w="9867900" h="3000375">
                <a:moveTo>
                  <a:pt x="6296025" y="2139772"/>
                </a:moveTo>
                <a:lnTo>
                  <a:pt x="6295568" y="2138654"/>
                </a:lnTo>
                <a:lnTo>
                  <a:pt x="6293701" y="2136787"/>
                </a:lnTo>
                <a:lnTo>
                  <a:pt x="6292583" y="2136330"/>
                </a:lnTo>
                <a:lnTo>
                  <a:pt x="6289954" y="2136330"/>
                </a:lnTo>
                <a:lnTo>
                  <a:pt x="6288824" y="2136787"/>
                </a:lnTo>
                <a:lnTo>
                  <a:pt x="6286970" y="2138654"/>
                </a:lnTo>
                <a:lnTo>
                  <a:pt x="6286500" y="2139772"/>
                </a:lnTo>
                <a:lnTo>
                  <a:pt x="6286500" y="2142401"/>
                </a:lnTo>
                <a:lnTo>
                  <a:pt x="6286970" y="2143531"/>
                </a:lnTo>
                <a:lnTo>
                  <a:pt x="6288824" y="2145385"/>
                </a:lnTo>
                <a:lnTo>
                  <a:pt x="6289954" y="2145855"/>
                </a:lnTo>
                <a:lnTo>
                  <a:pt x="6292583" y="2145855"/>
                </a:lnTo>
                <a:lnTo>
                  <a:pt x="6293701" y="2145385"/>
                </a:lnTo>
                <a:lnTo>
                  <a:pt x="6295568" y="2143531"/>
                </a:lnTo>
                <a:lnTo>
                  <a:pt x="6296025" y="2142401"/>
                </a:lnTo>
                <a:lnTo>
                  <a:pt x="6296025" y="2139772"/>
                </a:lnTo>
                <a:close/>
              </a:path>
              <a:path w="9867900" h="3000375">
                <a:moveTo>
                  <a:pt x="6296025" y="1712506"/>
                </a:moveTo>
                <a:lnTo>
                  <a:pt x="6295568" y="1711388"/>
                </a:lnTo>
                <a:lnTo>
                  <a:pt x="6293701" y="1709534"/>
                </a:lnTo>
                <a:lnTo>
                  <a:pt x="6292583" y="1709064"/>
                </a:lnTo>
                <a:lnTo>
                  <a:pt x="6289954" y="1709064"/>
                </a:lnTo>
                <a:lnTo>
                  <a:pt x="6288824" y="1709534"/>
                </a:lnTo>
                <a:lnTo>
                  <a:pt x="6286970" y="1711388"/>
                </a:lnTo>
                <a:lnTo>
                  <a:pt x="6286500" y="1712506"/>
                </a:lnTo>
                <a:lnTo>
                  <a:pt x="6286500" y="1715135"/>
                </a:lnTo>
                <a:lnTo>
                  <a:pt x="6286970" y="1716265"/>
                </a:lnTo>
                <a:lnTo>
                  <a:pt x="6288824" y="1718119"/>
                </a:lnTo>
                <a:lnTo>
                  <a:pt x="6289954" y="1718589"/>
                </a:lnTo>
                <a:lnTo>
                  <a:pt x="6292583" y="1718589"/>
                </a:lnTo>
                <a:lnTo>
                  <a:pt x="6293701" y="1718119"/>
                </a:lnTo>
                <a:lnTo>
                  <a:pt x="6295568" y="1716265"/>
                </a:lnTo>
                <a:lnTo>
                  <a:pt x="6296025" y="1715135"/>
                </a:lnTo>
                <a:lnTo>
                  <a:pt x="6296025" y="1712506"/>
                </a:lnTo>
                <a:close/>
              </a:path>
              <a:path w="9867900" h="3000375">
                <a:moveTo>
                  <a:pt x="6296025" y="1285252"/>
                </a:moveTo>
                <a:lnTo>
                  <a:pt x="6295568" y="1284122"/>
                </a:lnTo>
                <a:lnTo>
                  <a:pt x="6293701" y="1282268"/>
                </a:lnTo>
                <a:lnTo>
                  <a:pt x="6292583" y="1281798"/>
                </a:lnTo>
                <a:lnTo>
                  <a:pt x="6289954" y="1281798"/>
                </a:lnTo>
                <a:lnTo>
                  <a:pt x="6288824" y="1282268"/>
                </a:lnTo>
                <a:lnTo>
                  <a:pt x="6286970" y="1284122"/>
                </a:lnTo>
                <a:lnTo>
                  <a:pt x="6286500" y="1285252"/>
                </a:lnTo>
                <a:lnTo>
                  <a:pt x="6286500" y="1287881"/>
                </a:lnTo>
                <a:lnTo>
                  <a:pt x="6286970" y="1288999"/>
                </a:lnTo>
                <a:lnTo>
                  <a:pt x="6288824" y="1290853"/>
                </a:lnTo>
                <a:lnTo>
                  <a:pt x="6289954" y="1291323"/>
                </a:lnTo>
                <a:lnTo>
                  <a:pt x="6292583" y="1291323"/>
                </a:lnTo>
                <a:lnTo>
                  <a:pt x="6293701" y="1290853"/>
                </a:lnTo>
                <a:lnTo>
                  <a:pt x="6295568" y="1288999"/>
                </a:lnTo>
                <a:lnTo>
                  <a:pt x="6296025" y="1287881"/>
                </a:lnTo>
                <a:lnTo>
                  <a:pt x="6296025" y="1285252"/>
                </a:lnTo>
                <a:close/>
              </a:path>
              <a:path w="9867900" h="3000375">
                <a:moveTo>
                  <a:pt x="6296025" y="857986"/>
                </a:moveTo>
                <a:lnTo>
                  <a:pt x="6295568" y="856856"/>
                </a:lnTo>
                <a:lnTo>
                  <a:pt x="6293701" y="855002"/>
                </a:lnTo>
                <a:lnTo>
                  <a:pt x="6292583" y="854532"/>
                </a:lnTo>
                <a:lnTo>
                  <a:pt x="6289954" y="854532"/>
                </a:lnTo>
                <a:lnTo>
                  <a:pt x="6288824" y="855002"/>
                </a:lnTo>
                <a:lnTo>
                  <a:pt x="6286970" y="856856"/>
                </a:lnTo>
                <a:lnTo>
                  <a:pt x="6286500" y="857986"/>
                </a:lnTo>
                <a:lnTo>
                  <a:pt x="6286500" y="860615"/>
                </a:lnTo>
                <a:lnTo>
                  <a:pt x="6286970" y="861733"/>
                </a:lnTo>
                <a:lnTo>
                  <a:pt x="6288824" y="863600"/>
                </a:lnTo>
                <a:lnTo>
                  <a:pt x="6289954" y="864057"/>
                </a:lnTo>
                <a:lnTo>
                  <a:pt x="6292583" y="864057"/>
                </a:lnTo>
                <a:lnTo>
                  <a:pt x="6293701" y="863600"/>
                </a:lnTo>
                <a:lnTo>
                  <a:pt x="6295568" y="861733"/>
                </a:lnTo>
                <a:lnTo>
                  <a:pt x="6296025" y="860615"/>
                </a:lnTo>
                <a:lnTo>
                  <a:pt x="6296025" y="857986"/>
                </a:lnTo>
                <a:close/>
              </a:path>
              <a:path w="9867900" h="3000375">
                <a:moveTo>
                  <a:pt x="6296025" y="430720"/>
                </a:moveTo>
                <a:lnTo>
                  <a:pt x="6295568" y="429590"/>
                </a:lnTo>
                <a:lnTo>
                  <a:pt x="6293701" y="427736"/>
                </a:lnTo>
                <a:lnTo>
                  <a:pt x="6292583" y="427266"/>
                </a:lnTo>
                <a:lnTo>
                  <a:pt x="6289954" y="427266"/>
                </a:lnTo>
                <a:lnTo>
                  <a:pt x="6288824" y="427736"/>
                </a:lnTo>
                <a:lnTo>
                  <a:pt x="6286970" y="429590"/>
                </a:lnTo>
                <a:lnTo>
                  <a:pt x="6286500" y="430720"/>
                </a:lnTo>
                <a:lnTo>
                  <a:pt x="6286500" y="433349"/>
                </a:lnTo>
                <a:lnTo>
                  <a:pt x="6286970" y="434467"/>
                </a:lnTo>
                <a:lnTo>
                  <a:pt x="6288824" y="436333"/>
                </a:lnTo>
                <a:lnTo>
                  <a:pt x="6289954" y="436791"/>
                </a:lnTo>
                <a:lnTo>
                  <a:pt x="6292583" y="436791"/>
                </a:lnTo>
                <a:lnTo>
                  <a:pt x="6293701" y="436333"/>
                </a:lnTo>
                <a:lnTo>
                  <a:pt x="6295568" y="434467"/>
                </a:lnTo>
                <a:lnTo>
                  <a:pt x="6296025" y="433349"/>
                </a:lnTo>
                <a:lnTo>
                  <a:pt x="6296025" y="430720"/>
                </a:lnTo>
                <a:close/>
              </a:path>
              <a:path w="9867900" h="3000375">
                <a:moveTo>
                  <a:pt x="6296025" y="3454"/>
                </a:moveTo>
                <a:lnTo>
                  <a:pt x="6295568" y="2336"/>
                </a:lnTo>
                <a:lnTo>
                  <a:pt x="6293701" y="469"/>
                </a:lnTo>
                <a:lnTo>
                  <a:pt x="6292583" y="0"/>
                </a:lnTo>
                <a:lnTo>
                  <a:pt x="6289954" y="0"/>
                </a:lnTo>
                <a:lnTo>
                  <a:pt x="6288824" y="469"/>
                </a:lnTo>
                <a:lnTo>
                  <a:pt x="6286970" y="2336"/>
                </a:lnTo>
                <a:lnTo>
                  <a:pt x="6286500" y="3454"/>
                </a:lnTo>
                <a:lnTo>
                  <a:pt x="6286500" y="6083"/>
                </a:lnTo>
                <a:lnTo>
                  <a:pt x="6286970" y="7200"/>
                </a:lnTo>
                <a:lnTo>
                  <a:pt x="6288824" y="9067"/>
                </a:lnTo>
                <a:lnTo>
                  <a:pt x="6289954" y="9525"/>
                </a:lnTo>
                <a:lnTo>
                  <a:pt x="6292583" y="9525"/>
                </a:lnTo>
                <a:lnTo>
                  <a:pt x="6293701" y="9067"/>
                </a:lnTo>
                <a:lnTo>
                  <a:pt x="6295568" y="7200"/>
                </a:lnTo>
                <a:lnTo>
                  <a:pt x="6296025" y="6083"/>
                </a:lnTo>
                <a:lnTo>
                  <a:pt x="6296025" y="3454"/>
                </a:lnTo>
                <a:close/>
              </a:path>
              <a:path w="9867900" h="3000375">
                <a:moveTo>
                  <a:pt x="6343650" y="2994304"/>
                </a:moveTo>
                <a:lnTo>
                  <a:pt x="6343193" y="2993186"/>
                </a:lnTo>
                <a:lnTo>
                  <a:pt x="6341326" y="2991320"/>
                </a:lnTo>
                <a:lnTo>
                  <a:pt x="6340208" y="2990850"/>
                </a:lnTo>
                <a:lnTo>
                  <a:pt x="6337579" y="2990850"/>
                </a:lnTo>
                <a:lnTo>
                  <a:pt x="6336449" y="2991320"/>
                </a:lnTo>
                <a:lnTo>
                  <a:pt x="6334595" y="2993186"/>
                </a:lnTo>
                <a:lnTo>
                  <a:pt x="6334125" y="2994304"/>
                </a:lnTo>
                <a:lnTo>
                  <a:pt x="6334125" y="2996933"/>
                </a:lnTo>
                <a:lnTo>
                  <a:pt x="6334595" y="2998051"/>
                </a:lnTo>
                <a:lnTo>
                  <a:pt x="6336449" y="2999917"/>
                </a:lnTo>
                <a:lnTo>
                  <a:pt x="6337579" y="3000375"/>
                </a:lnTo>
                <a:lnTo>
                  <a:pt x="6340208" y="3000375"/>
                </a:lnTo>
                <a:lnTo>
                  <a:pt x="6341326" y="2999917"/>
                </a:lnTo>
                <a:lnTo>
                  <a:pt x="6343193" y="2998051"/>
                </a:lnTo>
                <a:lnTo>
                  <a:pt x="6343650" y="2996933"/>
                </a:lnTo>
                <a:lnTo>
                  <a:pt x="6343650" y="2994304"/>
                </a:lnTo>
                <a:close/>
              </a:path>
              <a:path w="9867900" h="3000375">
                <a:moveTo>
                  <a:pt x="6343650" y="2567038"/>
                </a:moveTo>
                <a:lnTo>
                  <a:pt x="6343193" y="2565920"/>
                </a:lnTo>
                <a:lnTo>
                  <a:pt x="6341326" y="2564053"/>
                </a:lnTo>
                <a:lnTo>
                  <a:pt x="6340208" y="2563596"/>
                </a:lnTo>
                <a:lnTo>
                  <a:pt x="6337579" y="2563596"/>
                </a:lnTo>
                <a:lnTo>
                  <a:pt x="6336449" y="2564053"/>
                </a:lnTo>
                <a:lnTo>
                  <a:pt x="6334595" y="2565920"/>
                </a:lnTo>
                <a:lnTo>
                  <a:pt x="6334125" y="2567038"/>
                </a:lnTo>
                <a:lnTo>
                  <a:pt x="6334125" y="2569667"/>
                </a:lnTo>
                <a:lnTo>
                  <a:pt x="6334595" y="2570797"/>
                </a:lnTo>
                <a:lnTo>
                  <a:pt x="6336449" y="2572651"/>
                </a:lnTo>
                <a:lnTo>
                  <a:pt x="6337579" y="2573121"/>
                </a:lnTo>
                <a:lnTo>
                  <a:pt x="6340208" y="2573121"/>
                </a:lnTo>
                <a:lnTo>
                  <a:pt x="6341326" y="2572651"/>
                </a:lnTo>
                <a:lnTo>
                  <a:pt x="6343193" y="2570797"/>
                </a:lnTo>
                <a:lnTo>
                  <a:pt x="6343650" y="2569667"/>
                </a:lnTo>
                <a:lnTo>
                  <a:pt x="6343650" y="2567038"/>
                </a:lnTo>
                <a:close/>
              </a:path>
              <a:path w="9867900" h="3000375">
                <a:moveTo>
                  <a:pt x="6343650" y="2139772"/>
                </a:moveTo>
                <a:lnTo>
                  <a:pt x="6343193" y="2138654"/>
                </a:lnTo>
                <a:lnTo>
                  <a:pt x="6341326" y="2136787"/>
                </a:lnTo>
                <a:lnTo>
                  <a:pt x="6340208" y="2136330"/>
                </a:lnTo>
                <a:lnTo>
                  <a:pt x="6337579" y="2136330"/>
                </a:lnTo>
                <a:lnTo>
                  <a:pt x="6336449" y="2136787"/>
                </a:lnTo>
                <a:lnTo>
                  <a:pt x="6334595" y="2138654"/>
                </a:lnTo>
                <a:lnTo>
                  <a:pt x="6334125" y="2139772"/>
                </a:lnTo>
                <a:lnTo>
                  <a:pt x="6334125" y="2142401"/>
                </a:lnTo>
                <a:lnTo>
                  <a:pt x="6334595" y="2143531"/>
                </a:lnTo>
                <a:lnTo>
                  <a:pt x="6336449" y="2145385"/>
                </a:lnTo>
                <a:lnTo>
                  <a:pt x="6337579" y="2145855"/>
                </a:lnTo>
                <a:lnTo>
                  <a:pt x="6340208" y="2145855"/>
                </a:lnTo>
                <a:lnTo>
                  <a:pt x="6341326" y="2145385"/>
                </a:lnTo>
                <a:lnTo>
                  <a:pt x="6343193" y="2143531"/>
                </a:lnTo>
                <a:lnTo>
                  <a:pt x="6343650" y="2142401"/>
                </a:lnTo>
                <a:lnTo>
                  <a:pt x="6343650" y="2139772"/>
                </a:lnTo>
                <a:close/>
              </a:path>
              <a:path w="9867900" h="3000375">
                <a:moveTo>
                  <a:pt x="6343650" y="1712506"/>
                </a:moveTo>
                <a:lnTo>
                  <a:pt x="6343193" y="1711388"/>
                </a:lnTo>
                <a:lnTo>
                  <a:pt x="6341326" y="1709534"/>
                </a:lnTo>
                <a:lnTo>
                  <a:pt x="6340208" y="1709064"/>
                </a:lnTo>
                <a:lnTo>
                  <a:pt x="6337579" y="1709064"/>
                </a:lnTo>
                <a:lnTo>
                  <a:pt x="6336449" y="1709534"/>
                </a:lnTo>
                <a:lnTo>
                  <a:pt x="6334595" y="1711388"/>
                </a:lnTo>
                <a:lnTo>
                  <a:pt x="6334125" y="1712506"/>
                </a:lnTo>
                <a:lnTo>
                  <a:pt x="6334125" y="1715135"/>
                </a:lnTo>
                <a:lnTo>
                  <a:pt x="6334595" y="1716265"/>
                </a:lnTo>
                <a:lnTo>
                  <a:pt x="6336449" y="1718119"/>
                </a:lnTo>
                <a:lnTo>
                  <a:pt x="6337579" y="1718589"/>
                </a:lnTo>
                <a:lnTo>
                  <a:pt x="6340208" y="1718589"/>
                </a:lnTo>
                <a:lnTo>
                  <a:pt x="6341326" y="1718119"/>
                </a:lnTo>
                <a:lnTo>
                  <a:pt x="6343193" y="1716265"/>
                </a:lnTo>
                <a:lnTo>
                  <a:pt x="6343650" y="1715135"/>
                </a:lnTo>
                <a:lnTo>
                  <a:pt x="6343650" y="1712506"/>
                </a:lnTo>
                <a:close/>
              </a:path>
              <a:path w="9867900" h="3000375">
                <a:moveTo>
                  <a:pt x="6343650" y="1285252"/>
                </a:moveTo>
                <a:lnTo>
                  <a:pt x="6343193" y="1284122"/>
                </a:lnTo>
                <a:lnTo>
                  <a:pt x="6341326" y="1282268"/>
                </a:lnTo>
                <a:lnTo>
                  <a:pt x="6340208" y="1281798"/>
                </a:lnTo>
                <a:lnTo>
                  <a:pt x="6337579" y="1281798"/>
                </a:lnTo>
                <a:lnTo>
                  <a:pt x="6336449" y="1282268"/>
                </a:lnTo>
                <a:lnTo>
                  <a:pt x="6334595" y="1284122"/>
                </a:lnTo>
                <a:lnTo>
                  <a:pt x="6334125" y="1285252"/>
                </a:lnTo>
                <a:lnTo>
                  <a:pt x="6334125" y="1287881"/>
                </a:lnTo>
                <a:lnTo>
                  <a:pt x="6334595" y="1288999"/>
                </a:lnTo>
                <a:lnTo>
                  <a:pt x="6336449" y="1290853"/>
                </a:lnTo>
                <a:lnTo>
                  <a:pt x="6337579" y="1291323"/>
                </a:lnTo>
                <a:lnTo>
                  <a:pt x="6340208" y="1291323"/>
                </a:lnTo>
                <a:lnTo>
                  <a:pt x="6341326" y="1290853"/>
                </a:lnTo>
                <a:lnTo>
                  <a:pt x="6343193" y="1288999"/>
                </a:lnTo>
                <a:lnTo>
                  <a:pt x="6343650" y="1287881"/>
                </a:lnTo>
                <a:lnTo>
                  <a:pt x="6343650" y="1285252"/>
                </a:lnTo>
                <a:close/>
              </a:path>
              <a:path w="9867900" h="3000375">
                <a:moveTo>
                  <a:pt x="6343650" y="857986"/>
                </a:moveTo>
                <a:lnTo>
                  <a:pt x="6343193" y="856856"/>
                </a:lnTo>
                <a:lnTo>
                  <a:pt x="6341326" y="855002"/>
                </a:lnTo>
                <a:lnTo>
                  <a:pt x="6340208" y="854532"/>
                </a:lnTo>
                <a:lnTo>
                  <a:pt x="6337579" y="854532"/>
                </a:lnTo>
                <a:lnTo>
                  <a:pt x="6336449" y="855002"/>
                </a:lnTo>
                <a:lnTo>
                  <a:pt x="6334595" y="856856"/>
                </a:lnTo>
                <a:lnTo>
                  <a:pt x="6334125" y="857986"/>
                </a:lnTo>
                <a:lnTo>
                  <a:pt x="6334125" y="860615"/>
                </a:lnTo>
                <a:lnTo>
                  <a:pt x="6334595" y="861733"/>
                </a:lnTo>
                <a:lnTo>
                  <a:pt x="6336449" y="863600"/>
                </a:lnTo>
                <a:lnTo>
                  <a:pt x="6337579" y="864057"/>
                </a:lnTo>
                <a:lnTo>
                  <a:pt x="6340208" y="864057"/>
                </a:lnTo>
                <a:lnTo>
                  <a:pt x="6341326" y="863600"/>
                </a:lnTo>
                <a:lnTo>
                  <a:pt x="6343193" y="861733"/>
                </a:lnTo>
                <a:lnTo>
                  <a:pt x="6343650" y="860615"/>
                </a:lnTo>
                <a:lnTo>
                  <a:pt x="6343650" y="857986"/>
                </a:lnTo>
                <a:close/>
              </a:path>
              <a:path w="9867900" h="3000375">
                <a:moveTo>
                  <a:pt x="6343650" y="430720"/>
                </a:moveTo>
                <a:lnTo>
                  <a:pt x="6343193" y="429590"/>
                </a:lnTo>
                <a:lnTo>
                  <a:pt x="6341326" y="427736"/>
                </a:lnTo>
                <a:lnTo>
                  <a:pt x="6340208" y="427266"/>
                </a:lnTo>
                <a:lnTo>
                  <a:pt x="6337579" y="427266"/>
                </a:lnTo>
                <a:lnTo>
                  <a:pt x="6336449" y="427736"/>
                </a:lnTo>
                <a:lnTo>
                  <a:pt x="6334595" y="429590"/>
                </a:lnTo>
                <a:lnTo>
                  <a:pt x="6334125" y="430720"/>
                </a:lnTo>
                <a:lnTo>
                  <a:pt x="6334125" y="433349"/>
                </a:lnTo>
                <a:lnTo>
                  <a:pt x="6334595" y="434467"/>
                </a:lnTo>
                <a:lnTo>
                  <a:pt x="6336449" y="436333"/>
                </a:lnTo>
                <a:lnTo>
                  <a:pt x="6337579" y="436791"/>
                </a:lnTo>
                <a:lnTo>
                  <a:pt x="6340208" y="436791"/>
                </a:lnTo>
                <a:lnTo>
                  <a:pt x="6341326" y="436333"/>
                </a:lnTo>
                <a:lnTo>
                  <a:pt x="6343193" y="434467"/>
                </a:lnTo>
                <a:lnTo>
                  <a:pt x="6343650" y="433349"/>
                </a:lnTo>
                <a:lnTo>
                  <a:pt x="6343650" y="430720"/>
                </a:lnTo>
                <a:close/>
              </a:path>
              <a:path w="9867900" h="3000375">
                <a:moveTo>
                  <a:pt x="6343650" y="3454"/>
                </a:moveTo>
                <a:lnTo>
                  <a:pt x="6343193" y="2336"/>
                </a:lnTo>
                <a:lnTo>
                  <a:pt x="6341326" y="469"/>
                </a:lnTo>
                <a:lnTo>
                  <a:pt x="6340208" y="0"/>
                </a:lnTo>
                <a:lnTo>
                  <a:pt x="6337579" y="0"/>
                </a:lnTo>
                <a:lnTo>
                  <a:pt x="6336449" y="469"/>
                </a:lnTo>
                <a:lnTo>
                  <a:pt x="6334595" y="2336"/>
                </a:lnTo>
                <a:lnTo>
                  <a:pt x="6334125" y="3454"/>
                </a:lnTo>
                <a:lnTo>
                  <a:pt x="6334125" y="6083"/>
                </a:lnTo>
                <a:lnTo>
                  <a:pt x="6334595" y="7200"/>
                </a:lnTo>
                <a:lnTo>
                  <a:pt x="6336449" y="9067"/>
                </a:lnTo>
                <a:lnTo>
                  <a:pt x="6337579" y="9525"/>
                </a:lnTo>
                <a:lnTo>
                  <a:pt x="6340208" y="9525"/>
                </a:lnTo>
                <a:lnTo>
                  <a:pt x="6341326" y="9067"/>
                </a:lnTo>
                <a:lnTo>
                  <a:pt x="6343193" y="7200"/>
                </a:lnTo>
                <a:lnTo>
                  <a:pt x="6343650" y="6083"/>
                </a:lnTo>
                <a:lnTo>
                  <a:pt x="6343650" y="3454"/>
                </a:lnTo>
                <a:close/>
              </a:path>
              <a:path w="9867900" h="3000375">
                <a:moveTo>
                  <a:pt x="6391275" y="2994304"/>
                </a:moveTo>
                <a:lnTo>
                  <a:pt x="6390818" y="2993186"/>
                </a:lnTo>
                <a:lnTo>
                  <a:pt x="6388951" y="2991320"/>
                </a:lnTo>
                <a:lnTo>
                  <a:pt x="6387833" y="2990850"/>
                </a:lnTo>
                <a:lnTo>
                  <a:pt x="6385204" y="2990850"/>
                </a:lnTo>
                <a:lnTo>
                  <a:pt x="6384074" y="2991320"/>
                </a:lnTo>
                <a:lnTo>
                  <a:pt x="6382220" y="2993186"/>
                </a:lnTo>
                <a:lnTo>
                  <a:pt x="6381750" y="2994304"/>
                </a:lnTo>
                <a:lnTo>
                  <a:pt x="6381750" y="2996933"/>
                </a:lnTo>
                <a:lnTo>
                  <a:pt x="6382220" y="2998051"/>
                </a:lnTo>
                <a:lnTo>
                  <a:pt x="6384074" y="2999917"/>
                </a:lnTo>
                <a:lnTo>
                  <a:pt x="6385204" y="3000375"/>
                </a:lnTo>
                <a:lnTo>
                  <a:pt x="6387833" y="3000375"/>
                </a:lnTo>
                <a:lnTo>
                  <a:pt x="6388951" y="2999917"/>
                </a:lnTo>
                <a:lnTo>
                  <a:pt x="6390818" y="2998051"/>
                </a:lnTo>
                <a:lnTo>
                  <a:pt x="6391275" y="2996933"/>
                </a:lnTo>
                <a:lnTo>
                  <a:pt x="6391275" y="2994304"/>
                </a:lnTo>
                <a:close/>
              </a:path>
              <a:path w="9867900" h="3000375">
                <a:moveTo>
                  <a:pt x="6391275" y="2567038"/>
                </a:moveTo>
                <a:lnTo>
                  <a:pt x="6390818" y="2565920"/>
                </a:lnTo>
                <a:lnTo>
                  <a:pt x="6388951" y="2564053"/>
                </a:lnTo>
                <a:lnTo>
                  <a:pt x="6387833" y="2563596"/>
                </a:lnTo>
                <a:lnTo>
                  <a:pt x="6385204" y="2563596"/>
                </a:lnTo>
                <a:lnTo>
                  <a:pt x="6384074" y="2564053"/>
                </a:lnTo>
                <a:lnTo>
                  <a:pt x="6382220" y="2565920"/>
                </a:lnTo>
                <a:lnTo>
                  <a:pt x="6381750" y="2567038"/>
                </a:lnTo>
                <a:lnTo>
                  <a:pt x="6381750" y="2569667"/>
                </a:lnTo>
                <a:lnTo>
                  <a:pt x="6382220" y="2570797"/>
                </a:lnTo>
                <a:lnTo>
                  <a:pt x="6384074" y="2572651"/>
                </a:lnTo>
                <a:lnTo>
                  <a:pt x="6385204" y="2573121"/>
                </a:lnTo>
                <a:lnTo>
                  <a:pt x="6387833" y="2573121"/>
                </a:lnTo>
                <a:lnTo>
                  <a:pt x="6388951" y="2572651"/>
                </a:lnTo>
                <a:lnTo>
                  <a:pt x="6390818" y="2570797"/>
                </a:lnTo>
                <a:lnTo>
                  <a:pt x="6391275" y="2569667"/>
                </a:lnTo>
                <a:lnTo>
                  <a:pt x="6391275" y="2567038"/>
                </a:lnTo>
                <a:close/>
              </a:path>
              <a:path w="9867900" h="3000375">
                <a:moveTo>
                  <a:pt x="6391275" y="2139772"/>
                </a:moveTo>
                <a:lnTo>
                  <a:pt x="6390818" y="2138654"/>
                </a:lnTo>
                <a:lnTo>
                  <a:pt x="6388951" y="2136787"/>
                </a:lnTo>
                <a:lnTo>
                  <a:pt x="6387833" y="2136330"/>
                </a:lnTo>
                <a:lnTo>
                  <a:pt x="6385204" y="2136330"/>
                </a:lnTo>
                <a:lnTo>
                  <a:pt x="6384074" y="2136787"/>
                </a:lnTo>
                <a:lnTo>
                  <a:pt x="6382220" y="2138654"/>
                </a:lnTo>
                <a:lnTo>
                  <a:pt x="6381750" y="2139772"/>
                </a:lnTo>
                <a:lnTo>
                  <a:pt x="6381750" y="2142401"/>
                </a:lnTo>
                <a:lnTo>
                  <a:pt x="6382220" y="2143531"/>
                </a:lnTo>
                <a:lnTo>
                  <a:pt x="6384074" y="2145385"/>
                </a:lnTo>
                <a:lnTo>
                  <a:pt x="6385204" y="2145855"/>
                </a:lnTo>
                <a:lnTo>
                  <a:pt x="6387833" y="2145855"/>
                </a:lnTo>
                <a:lnTo>
                  <a:pt x="6388951" y="2145385"/>
                </a:lnTo>
                <a:lnTo>
                  <a:pt x="6390818" y="2143531"/>
                </a:lnTo>
                <a:lnTo>
                  <a:pt x="6391275" y="2142401"/>
                </a:lnTo>
                <a:lnTo>
                  <a:pt x="6391275" y="2139772"/>
                </a:lnTo>
                <a:close/>
              </a:path>
              <a:path w="9867900" h="3000375">
                <a:moveTo>
                  <a:pt x="6391275" y="1712506"/>
                </a:moveTo>
                <a:lnTo>
                  <a:pt x="6390818" y="1711388"/>
                </a:lnTo>
                <a:lnTo>
                  <a:pt x="6388951" y="1709534"/>
                </a:lnTo>
                <a:lnTo>
                  <a:pt x="6387833" y="1709064"/>
                </a:lnTo>
                <a:lnTo>
                  <a:pt x="6385204" y="1709064"/>
                </a:lnTo>
                <a:lnTo>
                  <a:pt x="6384074" y="1709534"/>
                </a:lnTo>
                <a:lnTo>
                  <a:pt x="6382220" y="1711388"/>
                </a:lnTo>
                <a:lnTo>
                  <a:pt x="6381750" y="1712506"/>
                </a:lnTo>
                <a:lnTo>
                  <a:pt x="6381750" y="1715135"/>
                </a:lnTo>
                <a:lnTo>
                  <a:pt x="6382220" y="1716265"/>
                </a:lnTo>
                <a:lnTo>
                  <a:pt x="6384074" y="1718119"/>
                </a:lnTo>
                <a:lnTo>
                  <a:pt x="6385204" y="1718589"/>
                </a:lnTo>
                <a:lnTo>
                  <a:pt x="6387833" y="1718589"/>
                </a:lnTo>
                <a:lnTo>
                  <a:pt x="6388951" y="1718119"/>
                </a:lnTo>
                <a:lnTo>
                  <a:pt x="6390818" y="1716265"/>
                </a:lnTo>
                <a:lnTo>
                  <a:pt x="6391275" y="1715135"/>
                </a:lnTo>
                <a:lnTo>
                  <a:pt x="6391275" y="1712506"/>
                </a:lnTo>
                <a:close/>
              </a:path>
              <a:path w="9867900" h="3000375">
                <a:moveTo>
                  <a:pt x="6391275" y="1285252"/>
                </a:moveTo>
                <a:lnTo>
                  <a:pt x="6390818" y="1284122"/>
                </a:lnTo>
                <a:lnTo>
                  <a:pt x="6388951" y="1282268"/>
                </a:lnTo>
                <a:lnTo>
                  <a:pt x="6387833" y="1281798"/>
                </a:lnTo>
                <a:lnTo>
                  <a:pt x="6385204" y="1281798"/>
                </a:lnTo>
                <a:lnTo>
                  <a:pt x="6384074" y="1282268"/>
                </a:lnTo>
                <a:lnTo>
                  <a:pt x="6382220" y="1284122"/>
                </a:lnTo>
                <a:lnTo>
                  <a:pt x="6381750" y="1285252"/>
                </a:lnTo>
                <a:lnTo>
                  <a:pt x="6381750" y="1287881"/>
                </a:lnTo>
                <a:lnTo>
                  <a:pt x="6382220" y="1288999"/>
                </a:lnTo>
                <a:lnTo>
                  <a:pt x="6384074" y="1290853"/>
                </a:lnTo>
                <a:lnTo>
                  <a:pt x="6385204" y="1291323"/>
                </a:lnTo>
                <a:lnTo>
                  <a:pt x="6387833" y="1291323"/>
                </a:lnTo>
                <a:lnTo>
                  <a:pt x="6388951" y="1290853"/>
                </a:lnTo>
                <a:lnTo>
                  <a:pt x="6390818" y="1288999"/>
                </a:lnTo>
                <a:lnTo>
                  <a:pt x="6391275" y="1287881"/>
                </a:lnTo>
                <a:lnTo>
                  <a:pt x="6391275" y="1285252"/>
                </a:lnTo>
                <a:close/>
              </a:path>
              <a:path w="9867900" h="3000375">
                <a:moveTo>
                  <a:pt x="6391275" y="857986"/>
                </a:moveTo>
                <a:lnTo>
                  <a:pt x="6390818" y="856856"/>
                </a:lnTo>
                <a:lnTo>
                  <a:pt x="6388951" y="855002"/>
                </a:lnTo>
                <a:lnTo>
                  <a:pt x="6387833" y="854532"/>
                </a:lnTo>
                <a:lnTo>
                  <a:pt x="6385204" y="854532"/>
                </a:lnTo>
                <a:lnTo>
                  <a:pt x="6384074" y="855002"/>
                </a:lnTo>
                <a:lnTo>
                  <a:pt x="6382220" y="856856"/>
                </a:lnTo>
                <a:lnTo>
                  <a:pt x="6381750" y="857986"/>
                </a:lnTo>
                <a:lnTo>
                  <a:pt x="6381750" y="860615"/>
                </a:lnTo>
                <a:lnTo>
                  <a:pt x="6382220" y="861733"/>
                </a:lnTo>
                <a:lnTo>
                  <a:pt x="6384074" y="863600"/>
                </a:lnTo>
                <a:lnTo>
                  <a:pt x="6385204" y="864057"/>
                </a:lnTo>
                <a:lnTo>
                  <a:pt x="6387833" y="864057"/>
                </a:lnTo>
                <a:lnTo>
                  <a:pt x="6388951" y="863600"/>
                </a:lnTo>
                <a:lnTo>
                  <a:pt x="6390818" y="861733"/>
                </a:lnTo>
                <a:lnTo>
                  <a:pt x="6391275" y="860615"/>
                </a:lnTo>
                <a:lnTo>
                  <a:pt x="6391275" y="857986"/>
                </a:lnTo>
                <a:close/>
              </a:path>
              <a:path w="9867900" h="3000375">
                <a:moveTo>
                  <a:pt x="6391275" y="430720"/>
                </a:moveTo>
                <a:lnTo>
                  <a:pt x="6390818" y="429590"/>
                </a:lnTo>
                <a:lnTo>
                  <a:pt x="6388951" y="427736"/>
                </a:lnTo>
                <a:lnTo>
                  <a:pt x="6387833" y="427266"/>
                </a:lnTo>
                <a:lnTo>
                  <a:pt x="6385204" y="427266"/>
                </a:lnTo>
                <a:lnTo>
                  <a:pt x="6384074" y="427736"/>
                </a:lnTo>
                <a:lnTo>
                  <a:pt x="6382220" y="429590"/>
                </a:lnTo>
                <a:lnTo>
                  <a:pt x="6381750" y="430720"/>
                </a:lnTo>
                <a:lnTo>
                  <a:pt x="6381750" y="433349"/>
                </a:lnTo>
                <a:lnTo>
                  <a:pt x="6382220" y="434467"/>
                </a:lnTo>
                <a:lnTo>
                  <a:pt x="6384074" y="436333"/>
                </a:lnTo>
                <a:lnTo>
                  <a:pt x="6385204" y="436791"/>
                </a:lnTo>
                <a:lnTo>
                  <a:pt x="6387833" y="436791"/>
                </a:lnTo>
                <a:lnTo>
                  <a:pt x="6388951" y="436333"/>
                </a:lnTo>
                <a:lnTo>
                  <a:pt x="6390818" y="434467"/>
                </a:lnTo>
                <a:lnTo>
                  <a:pt x="6391275" y="433349"/>
                </a:lnTo>
                <a:lnTo>
                  <a:pt x="6391275" y="430720"/>
                </a:lnTo>
                <a:close/>
              </a:path>
              <a:path w="9867900" h="3000375">
                <a:moveTo>
                  <a:pt x="6391275" y="3454"/>
                </a:moveTo>
                <a:lnTo>
                  <a:pt x="6390818" y="2336"/>
                </a:lnTo>
                <a:lnTo>
                  <a:pt x="6388951" y="469"/>
                </a:lnTo>
                <a:lnTo>
                  <a:pt x="6387833" y="0"/>
                </a:lnTo>
                <a:lnTo>
                  <a:pt x="6385204" y="0"/>
                </a:lnTo>
                <a:lnTo>
                  <a:pt x="6384074" y="469"/>
                </a:lnTo>
                <a:lnTo>
                  <a:pt x="6382220" y="2336"/>
                </a:lnTo>
                <a:lnTo>
                  <a:pt x="6381750" y="3454"/>
                </a:lnTo>
                <a:lnTo>
                  <a:pt x="6381750" y="6083"/>
                </a:lnTo>
                <a:lnTo>
                  <a:pt x="6382220" y="7200"/>
                </a:lnTo>
                <a:lnTo>
                  <a:pt x="6384074" y="9067"/>
                </a:lnTo>
                <a:lnTo>
                  <a:pt x="6385204" y="9525"/>
                </a:lnTo>
                <a:lnTo>
                  <a:pt x="6387833" y="9525"/>
                </a:lnTo>
                <a:lnTo>
                  <a:pt x="6388951" y="9067"/>
                </a:lnTo>
                <a:lnTo>
                  <a:pt x="6390818" y="7200"/>
                </a:lnTo>
                <a:lnTo>
                  <a:pt x="6391275" y="6083"/>
                </a:lnTo>
                <a:lnTo>
                  <a:pt x="6391275" y="3454"/>
                </a:lnTo>
                <a:close/>
              </a:path>
              <a:path w="9867900" h="3000375">
                <a:moveTo>
                  <a:pt x="6438900" y="2994304"/>
                </a:moveTo>
                <a:lnTo>
                  <a:pt x="6438443" y="2993186"/>
                </a:lnTo>
                <a:lnTo>
                  <a:pt x="6436576" y="2991320"/>
                </a:lnTo>
                <a:lnTo>
                  <a:pt x="6435458" y="2990850"/>
                </a:lnTo>
                <a:lnTo>
                  <a:pt x="6432829" y="2990850"/>
                </a:lnTo>
                <a:lnTo>
                  <a:pt x="6431699" y="2991320"/>
                </a:lnTo>
                <a:lnTo>
                  <a:pt x="6429845" y="2993186"/>
                </a:lnTo>
                <a:lnTo>
                  <a:pt x="6429375" y="2994304"/>
                </a:lnTo>
                <a:lnTo>
                  <a:pt x="6429375" y="2996933"/>
                </a:lnTo>
                <a:lnTo>
                  <a:pt x="6429845" y="2998051"/>
                </a:lnTo>
                <a:lnTo>
                  <a:pt x="6431699" y="2999917"/>
                </a:lnTo>
                <a:lnTo>
                  <a:pt x="6432829" y="3000375"/>
                </a:lnTo>
                <a:lnTo>
                  <a:pt x="6435458" y="3000375"/>
                </a:lnTo>
                <a:lnTo>
                  <a:pt x="6436576" y="2999917"/>
                </a:lnTo>
                <a:lnTo>
                  <a:pt x="6438443" y="2998051"/>
                </a:lnTo>
                <a:lnTo>
                  <a:pt x="6438900" y="2996933"/>
                </a:lnTo>
                <a:lnTo>
                  <a:pt x="6438900" y="2994304"/>
                </a:lnTo>
                <a:close/>
              </a:path>
              <a:path w="9867900" h="3000375">
                <a:moveTo>
                  <a:pt x="6438900" y="2567038"/>
                </a:moveTo>
                <a:lnTo>
                  <a:pt x="6438443" y="2565920"/>
                </a:lnTo>
                <a:lnTo>
                  <a:pt x="6436576" y="2564053"/>
                </a:lnTo>
                <a:lnTo>
                  <a:pt x="6435458" y="2563596"/>
                </a:lnTo>
                <a:lnTo>
                  <a:pt x="6432829" y="2563596"/>
                </a:lnTo>
                <a:lnTo>
                  <a:pt x="6431699" y="2564053"/>
                </a:lnTo>
                <a:lnTo>
                  <a:pt x="6429845" y="2565920"/>
                </a:lnTo>
                <a:lnTo>
                  <a:pt x="6429375" y="2567038"/>
                </a:lnTo>
                <a:lnTo>
                  <a:pt x="6429375" y="2569667"/>
                </a:lnTo>
                <a:lnTo>
                  <a:pt x="6429845" y="2570797"/>
                </a:lnTo>
                <a:lnTo>
                  <a:pt x="6431699" y="2572651"/>
                </a:lnTo>
                <a:lnTo>
                  <a:pt x="6432829" y="2573121"/>
                </a:lnTo>
                <a:lnTo>
                  <a:pt x="6435458" y="2573121"/>
                </a:lnTo>
                <a:lnTo>
                  <a:pt x="6436576" y="2572651"/>
                </a:lnTo>
                <a:lnTo>
                  <a:pt x="6438443" y="2570797"/>
                </a:lnTo>
                <a:lnTo>
                  <a:pt x="6438900" y="2569667"/>
                </a:lnTo>
                <a:lnTo>
                  <a:pt x="6438900" y="2567038"/>
                </a:lnTo>
                <a:close/>
              </a:path>
              <a:path w="9867900" h="3000375">
                <a:moveTo>
                  <a:pt x="6438900" y="2139772"/>
                </a:moveTo>
                <a:lnTo>
                  <a:pt x="6438443" y="2138654"/>
                </a:lnTo>
                <a:lnTo>
                  <a:pt x="6436576" y="2136787"/>
                </a:lnTo>
                <a:lnTo>
                  <a:pt x="6435458" y="2136330"/>
                </a:lnTo>
                <a:lnTo>
                  <a:pt x="6432829" y="2136330"/>
                </a:lnTo>
                <a:lnTo>
                  <a:pt x="6431699" y="2136787"/>
                </a:lnTo>
                <a:lnTo>
                  <a:pt x="6429845" y="2138654"/>
                </a:lnTo>
                <a:lnTo>
                  <a:pt x="6429375" y="2139772"/>
                </a:lnTo>
                <a:lnTo>
                  <a:pt x="6429375" y="2142401"/>
                </a:lnTo>
                <a:lnTo>
                  <a:pt x="6429845" y="2143531"/>
                </a:lnTo>
                <a:lnTo>
                  <a:pt x="6431699" y="2145385"/>
                </a:lnTo>
                <a:lnTo>
                  <a:pt x="6432829" y="2145855"/>
                </a:lnTo>
                <a:lnTo>
                  <a:pt x="6435458" y="2145855"/>
                </a:lnTo>
                <a:lnTo>
                  <a:pt x="6436576" y="2145385"/>
                </a:lnTo>
                <a:lnTo>
                  <a:pt x="6438443" y="2143531"/>
                </a:lnTo>
                <a:lnTo>
                  <a:pt x="6438900" y="2142401"/>
                </a:lnTo>
                <a:lnTo>
                  <a:pt x="6438900" y="2139772"/>
                </a:lnTo>
                <a:close/>
              </a:path>
              <a:path w="9867900" h="3000375">
                <a:moveTo>
                  <a:pt x="6438900" y="1712506"/>
                </a:moveTo>
                <a:lnTo>
                  <a:pt x="6438443" y="1711388"/>
                </a:lnTo>
                <a:lnTo>
                  <a:pt x="6436576" y="1709534"/>
                </a:lnTo>
                <a:lnTo>
                  <a:pt x="6435458" y="1709064"/>
                </a:lnTo>
                <a:lnTo>
                  <a:pt x="6432829" y="1709064"/>
                </a:lnTo>
                <a:lnTo>
                  <a:pt x="6431699" y="1709534"/>
                </a:lnTo>
                <a:lnTo>
                  <a:pt x="6429845" y="1711388"/>
                </a:lnTo>
                <a:lnTo>
                  <a:pt x="6429375" y="1712506"/>
                </a:lnTo>
                <a:lnTo>
                  <a:pt x="6429375" y="1715135"/>
                </a:lnTo>
                <a:lnTo>
                  <a:pt x="6429845" y="1716265"/>
                </a:lnTo>
                <a:lnTo>
                  <a:pt x="6431699" y="1718119"/>
                </a:lnTo>
                <a:lnTo>
                  <a:pt x="6432829" y="1718589"/>
                </a:lnTo>
                <a:lnTo>
                  <a:pt x="6435458" y="1718589"/>
                </a:lnTo>
                <a:lnTo>
                  <a:pt x="6436576" y="1718119"/>
                </a:lnTo>
                <a:lnTo>
                  <a:pt x="6438443" y="1716265"/>
                </a:lnTo>
                <a:lnTo>
                  <a:pt x="6438900" y="1715135"/>
                </a:lnTo>
                <a:lnTo>
                  <a:pt x="6438900" y="1712506"/>
                </a:lnTo>
                <a:close/>
              </a:path>
              <a:path w="9867900" h="3000375">
                <a:moveTo>
                  <a:pt x="6438900" y="1285252"/>
                </a:moveTo>
                <a:lnTo>
                  <a:pt x="6438443" y="1284122"/>
                </a:lnTo>
                <a:lnTo>
                  <a:pt x="6436576" y="1282268"/>
                </a:lnTo>
                <a:lnTo>
                  <a:pt x="6435458" y="1281798"/>
                </a:lnTo>
                <a:lnTo>
                  <a:pt x="6432829" y="1281798"/>
                </a:lnTo>
                <a:lnTo>
                  <a:pt x="6431699" y="1282268"/>
                </a:lnTo>
                <a:lnTo>
                  <a:pt x="6429845" y="1284122"/>
                </a:lnTo>
                <a:lnTo>
                  <a:pt x="6429375" y="1285252"/>
                </a:lnTo>
                <a:lnTo>
                  <a:pt x="6429375" y="1287881"/>
                </a:lnTo>
                <a:lnTo>
                  <a:pt x="6429845" y="1288999"/>
                </a:lnTo>
                <a:lnTo>
                  <a:pt x="6431699" y="1290853"/>
                </a:lnTo>
                <a:lnTo>
                  <a:pt x="6432829" y="1291323"/>
                </a:lnTo>
                <a:lnTo>
                  <a:pt x="6435458" y="1291323"/>
                </a:lnTo>
                <a:lnTo>
                  <a:pt x="6436576" y="1290853"/>
                </a:lnTo>
                <a:lnTo>
                  <a:pt x="6438443" y="1288999"/>
                </a:lnTo>
                <a:lnTo>
                  <a:pt x="6438900" y="1287881"/>
                </a:lnTo>
                <a:lnTo>
                  <a:pt x="6438900" y="1285252"/>
                </a:lnTo>
                <a:close/>
              </a:path>
              <a:path w="9867900" h="3000375">
                <a:moveTo>
                  <a:pt x="6438900" y="857986"/>
                </a:moveTo>
                <a:lnTo>
                  <a:pt x="6438443" y="856856"/>
                </a:lnTo>
                <a:lnTo>
                  <a:pt x="6436576" y="855002"/>
                </a:lnTo>
                <a:lnTo>
                  <a:pt x="6435458" y="854532"/>
                </a:lnTo>
                <a:lnTo>
                  <a:pt x="6432829" y="854532"/>
                </a:lnTo>
                <a:lnTo>
                  <a:pt x="6431699" y="855002"/>
                </a:lnTo>
                <a:lnTo>
                  <a:pt x="6429845" y="856856"/>
                </a:lnTo>
                <a:lnTo>
                  <a:pt x="6429375" y="857986"/>
                </a:lnTo>
                <a:lnTo>
                  <a:pt x="6429375" y="860615"/>
                </a:lnTo>
                <a:lnTo>
                  <a:pt x="6429845" y="861733"/>
                </a:lnTo>
                <a:lnTo>
                  <a:pt x="6431699" y="863600"/>
                </a:lnTo>
                <a:lnTo>
                  <a:pt x="6432829" y="864057"/>
                </a:lnTo>
                <a:lnTo>
                  <a:pt x="6435458" y="864057"/>
                </a:lnTo>
                <a:lnTo>
                  <a:pt x="6436576" y="863600"/>
                </a:lnTo>
                <a:lnTo>
                  <a:pt x="6438443" y="861733"/>
                </a:lnTo>
                <a:lnTo>
                  <a:pt x="6438900" y="860615"/>
                </a:lnTo>
                <a:lnTo>
                  <a:pt x="6438900" y="857986"/>
                </a:lnTo>
                <a:close/>
              </a:path>
              <a:path w="9867900" h="3000375">
                <a:moveTo>
                  <a:pt x="6438900" y="430720"/>
                </a:moveTo>
                <a:lnTo>
                  <a:pt x="6438443" y="429590"/>
                </a:lnTo>
                <a:lnTo>
                  <a:pt x="6436576" y="427736"/>
                </a:lnTo>
                <a:lnTo>
                  <a:pt x="6435458" y="427266"/>
                </a:lnTo>
                <a:lnTo>
                  <a:pt x="6432829" y="427266"/>
                </a:lnTo>
                <a:lnTo>
                  <a:pt x="6431699" y="427736"/>
                </a:lnTo>
                <a:lnTo>
                  <a:pt x="6429845" y="429590"/>
                </a:lnTo>
                <a:lnTo>
                  <a:pt x="6429375" y="430720"/>
                </a:lnTo>
                <a:lnTo>
                  <a:pt x="6429375" y="433349"/>
                </a:lnTo>
                <a:lnTo>
                  <a:pt x="6429845" y="434467"/>
                </a:lnTo>
                <a:lnTo>
                  <a:pt x="6431699" y="436333"/>
                </a:lnTo>
                <a:lnTo>
                  <a:pt x="6432829" y="436791"/>
                </a:lnTo>
                <a:lnTo>
                  <a:pt x="6435458" y="436791"/>
                </a:lnTo>
                <a:lnTo>
                  <a:pt x="6436576" y="436333"/>
                </a:lnTo>
                <a:lnTo>
                  <a:pt x="6438443" y="434467"/>
                </a:lnTo>
                <a:lnTo>
                  <a:pt x="6438900" y="433349"/>
                </a:lnTo>
                <a:lnTo>
                  <a:pt x="6438900" y="430720"/>
                </a:lnTo>
                <a:close/>
              </a:path>
              <a:path w="9867900" h="3000375">
                <a:moveTo>
                  <a:pt x="6438900" y="3454"/>
                </a:moveTo>
                <a:lnTo>
                  <a:pt x="6438443" y="2336"/>
                </a:lnTo>
                <a:lnTo>
                  <a:pt x="6436576" y="469"/>
                </a:lnTo>
                <a:lnTo>
                  <a:pt x="6435458" y="0"/>
                </a:lnTo>
                <a:lnTo>
                  <a:pt x="6432829" y="0"/>
                </a:lnTo>
                <a:lnTo>
                  <a:pt x="6431699" y="469"/>
                </a:lnTo>
                <a:lnTo>
                  <a:pt x="6429845" y="2336"/>
                </a:lnTo>
                <a:lnTo>
                  <a:pt x="6429375" y="3454"/>
                </a:lnTo>
                <a:lnTo>
                  <a:pt x="6429375" y="6083"/>
                </a:lnTo>
                <a:lnTo>
                  <a:pt x="6429845" y="7200"/>
                </a:lnTo>
                <a:lnTo>
                  <a:pt x="6431699" y="9067"/>
                </a:lnTo>
                <a:lnTo>
                  <a:pt x="6432829" y="9525"/>
                </a:lnTo>
                <a:lnTo>
                  <a:pt x="6435458" y="9525"/>
                </a:lnTo>
                <a:lnTo>
                  <a:pt x="6436576" y="9067"/>
                </a:lnTo>
                <a:lnTo>
                  <a:pt x="6438443" y="7200"/>
                </a:lnTo>
                <a:lnTo>
                  <a:pt x="6438900" y="6083"/>
                </a:lnTo>
                <a:lnTo>
                  <a:pt x="6438900" y="3454"/>
                </a:lnTo>
                <a:close/>
              </a:path>
              <a:path w="9867900" h="3000375">
                <a:moveTo>
                  <a:pt x="6486525" y="2994304"/>
                </a:moveTo>
                <a:lnTo>
                  <a:pt x="6486068" y="2993186"/>
                </a:lnTo>
                <a:lnTo>
                  <a:pt x="6484201" y="2991320"/>
                </a:lnTo>
                <a:lnTo>
                  <a:pt x="6483083" y="2990850"/>
                </a:lnTo>
                <a:lnTo>
                  <a:pt x="6480454" y="2990850"/>
                </a:lnTo>
                <a:lnTo>
                  <a:pt x="6479324" y="2991320"/>
                </a:lnTo>
                <a:lnTo>
                  <a:pt x="6477470" y="2993186"/>
                </a:lnTo>
                <a:lnTo>
                  <a:pt x="6477000" y="2994304"/>
                </a:lnTo>
                <a:lnTo>
                  <a:pt x="6477000" y="2996933"/>
                </a:lnTo>
                <a:lnTo>
                  <a:pt x="6477470" y="2998051"/>
                </a:lnTo>
                <a:lnTo>
                  <a:pt x="6479324" y="2999917"/>
                </a:lnTo>
                <a:lnTo>
                  <a:pt x="6480454" y="3000375"/>
                </a:lnTo>
                <a:lnTo>
                  <a:pt x="6483083" y="3000375"/>
                </a:lnTo>
                <a:lnTo>
                  <a:pt x="6484201" y="2999917"/>
                </a:lnTo>
                <a:lnTo>
                  <a:pt x="6486068" y="2998051"/>
                </a:lnTo>
                <a:lnTo>
                  <a:pt x="6486525" y="2996933"/>
                </a:lnTo>
                <a:lnTo>
                  <a:pt x="6486525" y="2994304"/>
                </a:lnTo>
                <a:close/>
              </a:path>
              <a:path w="9867900" h="3000375">
                <a:moveTo>
                  <a:pt x="6486525" y="2567038"/>
                </a:moveTo>
                <a:lnTo>
                  <a:pt x="6486068" y="2565920"/>
                </a:lnTo>
                <a:lnTo>
                  <a:pt x="6484201" y="2564053"/>
                </a:lnTo>
                <a:lnTo>
                  <a:pt x="6483083" y="2563596"/>
                </a:lnTo>
                <a:lnTo>
                  <a:pt x="6480454" y="2563596"/>
                </a:lnTo>
                <a:lnTo>
                  <a:pt x="6479324" y="2564053"/>
                </a:lnTo>
                <a:lnTo>
                  <a:pt x="6477470" y="2565920"/>
                </a:lnTo>
                <a:lnTo>
                  <a:pt x="6477000" y="2567038"/>
                </a:lnTo>
                <a:lnTo>
                  <a:pt x="6477000" y="2569667"/>
                </a:lnTo>
                <a:lnTo>
                  <a:pt x="6477470" y="2570797"/>
                </a:lnTo>
                <a:lnTo>
                  <a:pt x="6479324" y="2572651"/>
                </a:lnTo>
                <a:lnTo>
                  <a:pt x="6480454" y="2573121"/>
                </a:lnTo>
                <a:lnTo>
                  <a:pt x="6483083" y="2573121"/>
                </a:lnTo>
                <a:lnTo>
                  <a:pt x="6484201" y="2572651"/>
                </a:lnTo>
                <a:lnTo>
                  <a:pt x="6486068" y="2570797"/>
                </a:lnTo>
                <a:lnTo>
                  <a:pt x="6486525" y="2569667"/>
                </a:lnTo>
                <a:lnTo>
                  <a:pt x="6486525" y="2567038"/>
                </a:lnTo>
                <a:close/>
              </a:path>
              <a:path w="9867900" h="3000375">
                <a:moveTo>
                  <a:pt x="6486525" y="2139772"/>
                </a:moveTo>
                <a:lnTo>
                  <a:pt x="6486068" y="2138654"/>
                </a:lnTo>
                <a:lnTo>
                  <a:pt x="6484201" y="2136787"/>
                </a:lnTo>
                <a:lnTo>
                  <a:pt x="6483083" y="2136330"/>
                </a:lnTo>
                <a:lnTo>
                  <a:pt x="6480454" y="2136330"/>
                </a:lnTo>
                <a:lnTo>
                  <a:pt x="6479324" y="2136787"/>
                </a:lnTo>
                <a:lnTo>
                  <a:pt x="6477470" y="2138654"/>
                </a:lnTo>
                <a:lnTo>
                  <a:pt x="6477000" y="2139772"/>
                </a:lnTo>
                <a:lnTo>
                  <a:pt x="6477000" y="2142401"/>
                </a:lnTo>
                <a:lnTo>
                  <a:pt x="6477470" y="2143531"/>
                </a:lnTo>
                <a:lnTo>
                  <a:pt x="6479324" y="2145385"/>
                </a:lnTo>
                <a:lnTo>
                  <a:pt x="6480454" y="2145855"/>
                </a:lnTo>
                <a:lnTo>
                  <a:pt x="6483083" y="2145855"/>
                </a:lnTo>
                <a:lnTo>
                  <a:pt x="6484201" y="2145385"/>
                </a:lnTo>
                <a:lnTo>
                  <a:pt x="6486068" y="2143531"/>
                </a:lnTo>
                <a:lnTo>
                  <a:pt x="6486525" y="2142401"/>
                </a:lnTo>
                <a:lnTo>
                  <a:pt x="6486525" y="2139772"/>
                </a:lnTo>
                <a:close/>
              </a:path>
              <a:path w="9867900" h="3000375">
                <a:moveTo>
                  <a:pt x="6486525" y="1712506"/>
                </a:moveTo>
                <a:lnTo>
                  <a:pt x="6486068" y="1711388"/>
                </a:lnTo>
                <a:lnTo>
                  <a:pt x="6484201" y="1709534"/>
                </a:lnTo>
                <a:lnTo>
                  <a:pt x="6483083" y="1709064"/>
                </a:lnTo>
                <a:lnTo>
                  <a:pt x="6480454" y="1709064"/>
                </a:lnTo>
                <a:lnTo>
                  <a:pt x="6479324" y="1709534"/>
                </a:lnTo>
                <a:lnTo>
                  <a:pt x="6477470" y="1711388"/>
                </a:lnTo>
                <a:lnTo>
                  <a:pt x="6477000" y="1712506"/>
                </a:lnTo>
                <a:lnTo>
                  <a:pt x="6477000" y="1715135"/>
                </a:lnTo>
                <a:lnTo>
                  <a:pt x="6477470" y="1716265"/>
                </a:lnTo>
                <a:lnTo>
                  <a:pt x="6479324" y="1718119"/>
                </a:lnTo>
                <a:lnTo>
                  <a:pt x="6480454" y="1718589"/>
                </a:lnTo>
                <a:lnTo>
                  <a:pt x="6483083" y="1718589"/>
                </a:lnTo>
                <a:lnTo>
                  <a:pt x="6484201" y="1718119"/>
                </a:lnTo>
                <a:lnTo>
                  <a:pt x="6486068" y="1716265"/>
                </a:lnTo>
                <a:lnTo>
                  <a:pt x="6486525" y="1715135"/>
                </a:lnTo>
                <a:lnTo>
                  <a:pt x="6486525" y="1712506"/>
                </a:lnTo>
                <a:close/>
              </a:path>
              <a:path w="9867900" h="3000375">
                <a:moveTo>
                  <a:pt x="6486525" y="1285252"/>
                </a:moveTo>
                <a:lnTo>
                  <a:pt x="6486068" y="1284122"/>
                </a:lnTo>
                <a:lnTo>
                  <a:pt x="6484201" y="1282268"/>
                </a:lnTo>
                <a:lnTo>
                  <a:pt x="6483083" y="1281798"/>
                </a:lnTo>
                <a:lnTo>
                  <a:pt x="6480454" y="1281798"/>
                </a:lnTo>
                <a:lnTo>
                  <a:pt x="6479324" y="1282268"/>
                </a:lnTo>
                <a:lnTo>
                  <a:pt x="6477470" y="1284122"/>
                </a:lnTo>
                <a:lnTo>
                  <a:pt x="6477000" y="1285252"/>
                </a:lnTo>
                <a:lnTo>
                  <a:pt x="6477000" y="1287881"/>
                </a:lnTo>
                <a:lnTo>
                  <a:pt x="6477470" y="1288999"/>
                </a:lnTo>
                <a:lnTo>
                  <a:pt x="6479324" y="1290853"/>
                </a:lnTo>
                <a:lnTo>
                  <a:pt x="6480454" y="1291323"/>
                </a:lnTo>
                <a:lnTo>
                  <a:pt x="6483083" y="1291323"/>
                </a:lnTo>
                <a:lnTo>
                  <a:pt x="6484201" y="1290853"/>
                </a:lnTo>
                <a:lnTo>
                  <a:pt x="6486068" y="1288999"/>
                </a:lnTo>
                <a:lnTo>
                  <a:pt x="6486525" y="1287881"/>
                </a:lnTo>
                <a:lnTo>
                  <a:pt x="6486525" y="1285252"/>
                </a:lnTo>
                <a:close/>
              </a:path>
              <a:path w="9867900" h="3000375">
                <a:moveTo>
                  <a:pt x="6486525" y="857986"/>
                </a:moveTo>
                <a:lnTo>
                  <a:pt x="6486068" y="856856"/>
                </a:lnTo>
                <a:lnTo>
                  <a:pt x="6484201" y="855002"/>
                </a:lnTo>
                <a:lnTo>
                  <a:pt x="6483083" y="854532"/>
                </a:lnTo>
                <a:lnTo>
                  <a:pt x="6480454" y="854532"/>
                </a:lnTo>
                <a:lnTo>
                  <a:pt x="6479324" y="855002"/>
                </a:lnTo>
                <a:lnTo>
                  <a:pt x="6477470" y="856856"/>
                </a:lnTo>
                <a:lnTo>
                  <a:pt x="6477000" y="857986"/>
                </a:lnTo>
                <a:lnTo>
                  <a:pt x="6477000" y="860615"/>
                </a:lnTo>
                <a:lnTo>
                  <a:pt x="6477470" y="861733"/>
                </a:lnTo>
                <a:lnTo>
                  <a:pt x="6479324" y="863600"/>
                </a:lnTo>
                <a:lnTo>
                  <a:pt x="6480454" y="864057"/>
                </a:lnTo>
                <a:lnTo>
                  <a:pt x="6483083" y="864057"/>
                </a:lnTo>
                <a:lnTo>
                  <a:pt x="6484201" y="863600"/>
                </a:lnTo>
                <a:lnTo>
                  <a:pt x="6486068" y="861733"/>
                </a:lnTo>
                <a:lnTo>
                  <a:pt x="6486525" y="860615"/>
                </a:lnTo>
                <a:lnTo>
                  <a:pt x="6486525" y="857986"/>
                </a:lnTo>
                <a:close/>
              </a:path>
              <a:path w="9867900" h="3000375">
                <a:moveTo>
                  <a:pt x="6486525" y="430720"/>
                </a:moveTo>
                <a:lnTo>
                  <a:pt x="6486068" y="429590"/>
                </a:lnTo>
                <a:lnTo>
                  <a:pt x="6484201" y="427736"/>
                </a:lnTo>
                <a:lnTo>
                  <a:pt x="6483083" y="427266"/>
                </a:lnTo>
                <a:lnTo>
                  <a:pt x="6480454" y="427266"/>
                </a:lnTo>
                <a:lnTo>
                  <a:pt x="6479324" y="427736"/>
                </a:lnTo>
                <a:lnTo>
                  <a:pt x="6477470" y="429590"/>
                </a:lnTo>
                <a:lnTo>
                  <a:pt x="6477000" y="430720"/>
                </a:lnTo>
                <a:lnTo>
                  <a:pt x="6477000" y="433349"/>
                </a:lnTo>
                <a:lnTo>
                  <a:pt x="6477470" y="434467"/>
                </a:lnTo>
                <a:lnTo>
                  <a:pt x="6479324" y="436333"/>
                </a:lnTo>
                <a:lnTo>
                  <a:pt x="6480454" y="436791"/>
                </a:lnTo>
                <a:lnTo>
                  <a:pt x="6483083" y="436791"/>
                </a:lnTo>
                <a:lnTo>
                  <a:pt x="6484201" y="436333"/>
                </a:lnTo>
                <a:lnTo>
                  <a:pt x="6486068" y="434467"/>
                </a:lnTo>
                <a:lnTo>
                  <a:pt x="6486525" y="433349"/>
                </a:lnTo>
                <a:lnTo>
                  <a:pt x="6486525" y="430720"/>
                </a:lnTo>
                <a:close/>
              </a:path>
              <a:path w="9867900" h="3000375">
                <a:moveTo>
                  <a:pt x="6486525" y="3454"/>
                </a:moveTo>
                <a:lnTo>
                  <a:pt x="6486068" y="2336"/>
                </a:lnTo>
                <a:lnTo>
                  <a:pt x="6484201" y="469"/>
                </a:lnTo>
                <a:lnTo>
                  <a:pt x="6483083" y="0"/>
                </a:lnTo>
                <a:lnTo>
                  <a:pt x="6480454" y="0"/>
                </a:lnTo>
                <a:lnTo>
                  <a:pt x="6479324" y="469"/>
                </a:lnTo>
                <a:lnTo>
                  <a:pt x="6477470" y="2336"/>
                </a:lnTo>
                <a:lnTo>
                  <a:pt x="6477000" y="3454"/>
                </a:lnTo>
                <a:lnTo>
                  <a:pt x="6477000" y="6083"/>
                </a:lnTo>
                <a:lnTo>
                  <a:pt x="6477470" y="7200"/>
                </a:lnTo>
                <a:lnTo>
                  <a:pt x="6479324" y="9067"/>
                </a:lnTo>
                <a:lnTo>
                  <a:pt x="6480454" y="9525"/>
                </a:lnTo>
                <a:lnTo>
                  <a:pt x="6483083" y="9525"/>
                </a:lnTo>
                <a:lnTo>
                  <a:pt x="6484201" y="9067"/>
                </a:lnTo>
                <a:lnTo>
                  <a:pt x="6486068" y="7200"/>
                </a:lnTo>
                <a:lnTo>
                  <a:pt x="6486525" y="6083"/>
                </a:lnTo>
                <a:lnTo>
                  <a:pt x="6486525" y="3454"/>
                </a:lnTo>
                <a:close/>
              </a:path>
              <a:path w="9867900" h="3000375">
                <a:moveTo>
                  <a:pt x="6534150" y="2994304"/>
                </a:moveTo>
                <a:lnTo>
                  <a:pt x="6533693" y="2993186"/>
                </a:lnTo>
                <a:lnTo>
                  <a:pt x="6531826" y="2991320"/>
                </a:lnTo>
                <a:lnTo>
                  <a:pt x="6530708" y="2990850"/>
                </a:lnTo>
                <a:lnTo>
                  <a:pt x="6528079" y="2990850"/>
                </a:lnTo>
                <a:lnTo>
                  <a:pt x="6526962" y="2991320"/>
                </a:lnTo>
                <a:lnTo>
                  <a:pt x="6525095" y="2993186"/>
                </a:lnTo>
                <a:lnTo>
                  <a:pt x="6524625" y="2994304"/>
                </a:lnTo>
                <a:lnTo>
                  <a:pt x="6524625" y="2996933"/>
                </a:lnTo>
                <a:lnTo>
                  <a:pt x="6525095" y="2998051"/>
                </a:lnTo>
                <a:lnTo>
                  <a:pt x="6526962" y="2999917"/>
                </a:lnTo>
                <a:lnTo>
                  <a:pt x="6528079" y="3000375"/>
                </a:lnTo>
                <a:lnTo>
                  <a:pt x="6530708" y="3000375"/>
                </a:lnTo>
                <a:lnTo>
                  <a:pt x="6531826" y="2999917"/>
                </a:lnTo>
                <a:lnTo>
                  <a:pt x="6533693" y="2998051"/>
                </a:lnTo>
                <a:lnTo>
                  <a:pt x="6534150" y="2996933"/>
                </a:lnTo>
                <a:lnTo>
                  <a:pt x="6534150" y="2994304"/>
                </a:lnTo>
                <a:close/>
              </a:path>
              <a:path w="9867900" h="3000375">
                <a:moveTo>
                  <a:pt x="6534150" y="2567038"/>
                </a:moveTo>
                <a:lnTo>
                  <a:pt x="6533693" y="2565920"/>
                </a:lnTo>
                <a:lnTo>
                  <a:pt x="6531826" y="2564053"/>
                </a:lnTo>
                <a:lnTo>
                  <a:pt x="6530708" y="2563596"/>
                </a:lnTo>
                <a:lnTo>
                  <a:pt x="6528079" y="2563596"/>
                </a:lnTo>
                <a:lnTo>
                  <a:pt x="6526962" y="2564053"/>
                </a:lnTo>
                <a:lnTo>
                  <a:pt x="6525095" y="2565920"/>
                </a:lnTo>
                <a:lnTo>
                  <a:pt x="6524625" y="2567038"/>
                </a:lnTo>
                <a:lnTo>
                  <a:pt x="6524625" y="2569667"/>
                </a:lnTo>
                <a:lnTo>
                  <a:pt x="6525095" y="2570797"/>
                </a:lnTo>
                <a:lnTo>
                  <a:pt x="6526962" y="2572651"/>
                </a:lnTo>
                <a:lnTo>
                  <a:pt x="6528079" y="2573121"/>
                </a:lnTo>
                <a:lnTo>
                  <a:pt x="6530708" y="2573121"/>
                </a:lnTo>
                <a:lnTo>
                  <a:pt x="6531826" y="2572651"/>
                </a:lnTo>
                <a:lnTo>
                  <a:pt x="6533693" y="2570797"/>
                </a:lnTo>
                <a:lnTo>
                  <a:pt x="6534150" y="2569667"/>
                </a:lnTo>
                <a:lnTo>
                  <a:pt x="6534150" y="2567038"/>
                </a:lnTo>
                <a:close/>
              </a:path>
              <a:path w="9867900" h="3000375">
                <a:moveTo>
                  <a:pt x="6534150" y="2139772"/>
                </a:moveTo>
                <a:lnTo>
                  <a:pt x="6533693" y="2138654"/>
                </a:lnTo>
                <a:lnTo>
                  <a:pt x="6531826" y="2136787"/>
                </a:lnTo>
                <a:lnTo>
                  <a:pt x="6530708" y="2136330"/>
                </a:lnTo>
                <a:lnTo>
                  <a:pt x="6528079" y="2136330"/>
                </a:lnTo>
                <a:lnTo>
                  <a:pt x="6526962" y="2136787"/>
                </a:lnTo>
                <a:lnTo>
                  <a:pt x="6525095" y="2138654"/>
                </a:lnTo>
                <a:lnTo>
                  <a:pt x="6524625" y="2139772"/>
                </a:lnTo>
                <a:lnTo>
                  <a:pt x="6524625" y="2142401"/>
                </a:lnTo>
                <a:lnTo>
                  <a:pt x="6525095" y="2143531"/>
                </a:lnTo>
                <a:lnTo>
                  <a:pt x="6526962" y="2145385"/>
                </a:lnTo>
                <a:lnTo>
                  <a:pt x="6528079" y="2145855"/>
                </a:lnTo>
                <a:lnTo>
                  <a:pt x="6530708" y="2145855"/>
                </a:lnTo>
                <a:lnTo>
                  <a:pt x="6531826" y="2145385"/>
                </a:lnTo>
                <a:lnTo>
                  <a:pt x="6533693" y="2143531"/>
                </a:lnTo>
                <a:lnTo>
                  <a:pt x="6534150" y="2142401"/>
                </a:lnTo>
                <a:lnTo>
                  <a:pt x="6534150" y="2139772"/>
                </a:lnTo>
                <a:close/>
              </a:path>
              <a:path w="9867900" h="3000375">
                <a:moveTo>
                  <a:pt x="6534150" y="1712506"/>
                </a:moveTo>
                <a:lnTo>
                  <a:pt x="6533693" y="1711388"/>
                </a:lnTo>
                <a:lnTo>
                  <a:pt x="6531826" y="1709534"/>
                </a:lnTo>
                <a:lnTo>
                  <a:pt x="6530708" y="1709064"/>
                </a:lnTo>
                <a:lnTo>
                  <a:pt x="6528079" y="1709064"/>
                </a:lnTo>
                <a:lnTo>
                  <a:pt x="6526962" y="1709534"/>
                </a:lnTo>
                <a:lnTo>
                  <a:pt x="6525095" y="1711388"/>
                </a:lnTo>
                <a:lnTo>
                  <a:pt x="6524625" y="1712506"/>
                </a:lnTo>
                <a:lnTo>
                  <a:pt x="6524625" y="1715135"/>
                </a:lnTo>
                <a:lnTo>
                  <a:pt x="6525095" y="1716265"/>
                </a:lnTo>
                <a:lnTo>
                  <a:pt x="6526962" y="1718119"/>
                </a:lnTo>
                <a:lnTo>
                  <a:pt x="6528079" y="1718589"/>
                </a:lnTo>
                <a:lnTo>
                  <a:pt x="6530708" y="1718589"/>
                </a:lnTo>
                <a:lnTo>
                  <a:pt x="6531826" y="1718119"/>
                </a:lnTo>
                <a:lnTo>
                  <a:pt x="6533693" y="1716265"/>
                </a:lnTo>
                <a:lnTo>
                  <a:pt x="6534150" y="1715135"/>
                </a:lnTo>
                <a:lnTo>
                  <a:pt x="6534150" y="1712506"/>
                </a:lnTo>
                <a:close/>
              </a:path>
              <a:path w="9867900" h="3000375">
                <a:moveTo>
                  <a:pt x="6534150" y="1285252"/>
                </a:moveTo>
                <a:lnTo>
                  <a:pt x="6533693" y="1284122"/>
                </a:lnTo>
                <a:lnTo>
                  <a:pt x="6531826" y="1282268"/>
                </a:lnTo>
                <a:lnTo>
                  <a:pt x="6530708" y="1281798"/>
                </a:lnTo>
                <a:lnTo>
                  <a:pt x="6528079" y="1281798"/>
                </a:lnTo>
                <a:lnTo>
                  <a:pt x="6526962" y="1282268"/>
                </a:lnTo>
                <a:lnTo>
                  <a:pt x="6525095" y="1284122"/>
                </a:lnTo>
                <a:lnTo>
                  <a:pt x="6524625" y="1285252"/>
                </a:lnTo>
                <a:lnTo>
                  <a:pt x="6524625" y="1287881"/>
                </a:lnTo>
                <a:lnTo>
                  <a:pt x="6525095" y="1288999"/>
                </a:lnTo>
                <a:lnTo>
                  <a:pt x="6526962" y="1290853"/>
                </a:lnTo>
                <a:lnTo>
                  <a:pt x="6528079" y="1291323"/>
                </a:lnTo>
                <a:lnTo>
                  <a:pt x="6530708" y="1291323"/>
                </a:lnTo>
                <a:lnTo>
                  <a:pt x="6531826" y="1290853"/>
                </a:lnTo>
                <a:lnTo>
                  <a:pt x="6533693" y="1288999"/>
                </a:lnTo>
                <a:lnTo>
                  <a:pt x="6534150" y="1287881"/>
                </a:lnTo>
                <a:lnTo>
                  <a:pt x="6534150" y="1285252"/>
                </a:lnTo>
                <a:close/>
              </a:path>
              <a:path w="9867900" h="3000375">
                <a:moveTo>
                  <a:pt x="6534150" y="857986"/>
                </a:moveTo>
                <a:lnTo>
                  <a:pt x="6533693" y="856856"/>
                </a:lnTo>
                <a:lnTo>
                  <a:pt x="6531826" y="855002"/>
                </a:lnTo>
                <a:lnTo>
                  <a:pt x="6530708" y="854532"/>
                </a:lnTo>
                <a:lnTo>
                  <a:pt x="6528079" y="854532"/>
                </a:lnTo>
                <a:lnTo>
                  <a:pt x="6526962" y="855002"/>
                </a:lnTo>
                <a:lnTo>
                  <a:pt x="6525095" y="856856"/>
                </a:lnTo>
                <a:lnTo>
                  <a:pt x="6524625" y="857986"/>
                </a:lnTo>
                <a:lnTo>
                  <a:pt x="6524625" y="860615"/>
                </a:lnTo>
                <a:lnTo>
                  <a:pt x="6525095" y="861733"/>
                </a:lnTo>
                <a:lnTo>
                  <a:pt x="6526962" y="863600"/>
                </a:lnTo>
                <a:lnTo>
                  <a:pt x="6528079" y="864057"/>
                </a:lnTo>
                <a:lnTo>
                  <a:pt x="6530708" y="864057"/>
                </a:lnTo>
                <a:lnTo>
                  <a:pt x="6531826" y="863600"/>
                </a:lnTo>
                <a:lnTo>
                  <a:pt x="6533693" y="861733"/>
                </a:lnTo>
                <a:lnTo>
                  <a:pt x="6534150" y="860615"/>
                </a:lnTo>
                <a:lnTo>
                  <a:pt x="6534150" y="857986"/>
                </a:lnTo>
                <a:close/>
              </a:path>
              <a:path w="9867900" h="3000375">
                <a:moveTo>
                  <a:pt x="6534150" y="430720"/>
                </a:moveTo>
                <a:lnTo>
                  <a:pt x="6533693" y="429590"/>
                </a:lnTo>
                <a:lnTo>
                  <a:pt x="6531826" y="427736"/>
                </a:lnTo>
                <a:lnTo>
                  <a:pt x="6530708" y="427266"/>
                </a:lnTo>
                <a:lnTo>
                  <a:pt x="6528079" y="427266"/>
                </a:lnTo>
                <a:lnTo>
                  <a:pt x="6526962" y="427736"/>
                </a:lnTo>
                <a:lnTo>
                  <a:pt x="6525095" y="429590"/>
                </a:lnTo>
                <a:lnTo>
                  <a:pt x="6524625" y="430720"/>
                </a:lnTo>
                <a:lnTo>
                  <a:pt x="6524625" y="433349"/>
                </a:lnTo>
                <a:lnTo>
                  <a:pt x="6525095" y="434467"/>
                </a:lnTo>
                <a:lnTo>
                  <a:pt x="6526962" y="436333"/>
                </a:lnTo>
                <a:lnTo>
                  <a:pt x="6528079" y="436791"/>
                </a:lnTo>
                <a:lnTo>
                  <a:pt x="6530708" y="436791"/>
                </a:lnTo>
                <a:lnTo>
                  <a:pt x="6531826" y="436333"/>
                </a:lnTo>
                <a:lnTo>
                  <a:pt x="6533693" y="434467"/>
                </a:lnTo>
                <a:lnTo>
                  <a:pt x="6534150" y="433349"/>
                </a:lnTo>
                <a:lnTo>
                  <a:pt x="6534150" y="430720"/>
                </a:lnTo>
                <a:close/>
              </a:path>
              <a:path w="9867900" h="3000375">
                <a:moveTo>
                  <a:pt x="6534150" y="3454"/>
                </a:moveTo>
                <a:lnTo>
                  <a:pt x="6533693" y="2336"/>
                </a:lnTo>
                <a:lnTo>
                  <a:pt x="6531826" y="469"/>
                </a:lnTo>
                <a:lnTo>
                  <a:pt x="6530708" y="0"/>
                </a:lnTo>
                <a:lnTo>
                  <a:pt x="6528079" y="0"/>
                </a:lnTo>
                <a:lnTo>
                  <a:pt x="6526962" y="469"/>
                </a:lnTo>
                <a:lnTo>
                  <a:pt x="6525095" y="2336"/>
                </a:lnTo>
                <a:lnTo>
                  <a:pt x="6524625" y="3454"/>
                </a:lnTo>
                <a:lnTo>
                  <a:pt x="6524625" y="6083"/>
                </a:lnTo>
                <a:lnTo>
                  <a:pt x="6525095" y="7200"/>
                </a:lnTo>
                <a:lnTo>
                  <a:pt x="6526962" y="9067"/>
                </a:lnTo>
                <a:lnTo>
                  <a:pt x="6528079" y="9525"/>
                </a:lnTo>
                <a:lnTo>
                  <a:pt x="6530708" y="9525"/>
                </a:lnTo>
                <a:lnTo>
                  <a:pt x="6531826" y="9067"/>
                </a:lnTo>
                <a:lnTo>
                  <a:pt x="6533693" y="7200"/>
                </a:lnTo>
                <a:lnTo>
                  <a:pt x="6534150" y="6083"/>
                </a:lnTo>
                <a:lnTo>
                  <a:pt x="6534150" y="3454"/>
                </a:lnTo>
                <a:close/>
              </a:path>
              <a:path w="9867900" h="3000375">
                <a:moveTo>
                  <a:pt x="6581775" y="2994304"/>
                </a:moveTo>
                <a:lnTo>
                  <a:pt x="6581318" y="2993186"/>
                </a:lnTo>
                <a:lnTo>
                  <a:pt x="6579451" y="2991320"/>
                </a:lnTo>
                <a:lnTo>
                  <a:pt x="6578333" y="2990850"/>
                </a:lnTo>
                <a:lnTo>
                  <a:pt x="6575704" y="2990850"/>
                </a:lnTo>
                <a:lnTo>
                  <a:pt x="6574574" y="2991320"/>
                </a:lnTo>
                <a:lnTo>
                  <a:pt x="6572720" y="2993186"/>
                </a:lnTo>
                <a:lnTo>
                  <a:pt x="6572250" y="2994304"/>
                </a:lnTo>
                <a:lnTo>
                  <a:pt x="6572250" y="2996933"/>
                </a:lnTo>
                <a:lnTo>
                  <a:pt x="6572720" y="2998051"/>
                </a:lnTo>
                <a:lnTo>
                  <a:pt x="6574574" y="2999917"/>
                </a:lnTo>
                <a:lnTo>
                  <a:pt x="6575704" y="3000375"/>
                </a:lnTo>
                <a:lnTo>
                  <a:pt x="6578333" y="3000375"/>
                </a:lnTo>
                <a:lnTo>
                  <a:pt x="6579451" y="2999917"/>
                </a:lnTo>
                <a:lnTo>
                  <a:pt x="6581318" y="2998051"/>
                </a:lnTo>
                <a:lnTo>
                  <a:pt x="6581775" y="2996933"/>
                </a:lnTo>
                <a:lnTo>
                  <a:pt x="6581775" y="2994304"/>
                </a:lnTo>
                <a:close/>
              </a:path>
              <a:path w="9867900" h="3000375">
                <a:moveTo>
                  <a:pt x="6581775" y="2567038"/>
                </a:moveTo>
                <a:lnTo>
                  <a:pt x="6581318" y="2565920"/>
                </a:lnTo>
                <a:lnTo>
                  <a:pt x="6579451" y="2564053"/>
                </a:lnTo>
                <a:lnTo>
                  <a:pt x="6578333" y="2563596"/>
                </a:lnTo>
                <a:lnTo>
                  <a:pt x="6575704" y="2563596"/>
                </a:lnTo>
                <a:lnTo>
                  <a:pt x="6574574" y="2564053"/>
                </a:lnTo>
                <a:lnTo>
                  <a:pt x="6572720" y="2565920"/>
                </a:lnTo>
                <a:lnTo>
                  <a:pt x="6572250" y="2567038"/>
                </a:lnTo>
                <a:lnTo>
                  <a:pt x="6572250" y="2569667"/>
                </a:lnTo>
                <a:lnTo>
                  <a:pt x="6572720" y="2570797"/>
                </a:lnTo>
                <a:lnTo>
                  <a:pt x="6574574" y="2572651"/>
                </a:lnTo>
                <a:lnTo>
                  <a:pt x="6575704" y="2573121"/>
                </a:lnTo>
                <a:lnTo>
                  <a:pt x="6578333" y="2573121"/>
                </a:lnTo>
                <a:lnTo>
                  <a:pt x="6579451" y="2572651"/>
                </a:lnTo>
                <a:lnTo>
                  <a:pt x="6581318" y="2570797"/>
                </a:lnTo>
                <a:lnTo>
                  <a:pt x="6581775" y="2569667"/>
                </a:lnTo>
                <a:lnTo>
                  <a:pt x="6581775" y="2567038"/>
                </a:lnTo>
                <a:close/>
              </a:path>
              <a:path w="9867900" h="3000375">
                <a:moveTo>
                  <a:pt x="6581775" y="2139772"/>
                </a:moveTo>
                <a:lnTo>
                  <a:pt x="6581318" y="2138654"/>
                </a:lnTo>
                <a:lnTo>
                  <a:pt x="6579451" y="2136787"/>
                </a:lnTo>
                <a:lnTo>
                  <a:pt x="6578333" y="2136330"/>
                </a:lnTo>
                <a:lnTo>
                  <a:pt x="6575704" y="2136330"/>
                </a:lnTo>
                <a:lnTo>
                  <a:pt x="6574574" y="2136787"/>
                </a:lnTo>
                <a:lnTo>
                  <a:pt x="6572720" y="2138654"/>
                </a:lnTo>
                <a:lnTo>
                  <a:pt x="6572250" y="2139772"/>
                </a:lnTo>
                <a:lnTo>
                  <a:pt x="6572250" y="2142401"/>
                </a:lnTo>
                <a:lnTo>
                  <a:pt x="6572720" y="2143531"/>
                </a:lnTo>
                <a:lnTo>
                  <a:pt x="6574574" y="2145385"/>
                </a:lnTo>
                <a:lnTo>
                  <a:pt x="6575704" y="2145855"/>
                </a:lnTo>
                <a:lnTo>
                  <a:pt x="6578333" y="2145855"/>
                </a:lnTo>
                <a:lnTo>
                  <a:pt x="6579451" y="2145385"/>
                </a:lnTo>
                <a:lnTo>
                  <a:pt x="6581318" y="2143531"/>
                </a:lnTo>
                <a:lnTo>
                  <a:pt x="6581775" y="2142401"/>
                </a:lnTo>
                <a:lnTo>
                  <a:pt x="6581775" y="2139772"/>
                </a:lnTo>
                <a:close/>
              </a:path>
              <a:path w="9867900" h="3000375">
                <a:moveTo>
                  <a:pt x="6581775" y="1712506"/>
                </a:moveTo>
                <a:lnTo>
                  <a:pt x="6581318" y="1711388"/>
                </a:lnTo>
                <a:lnTo>
                  <a:pt x="6579451" y="1709534"/>
                </a:lnTo>
                <a:lnTo>
                  <a:pt x="6578333" y="1709064"/>
                </a:lnTo>
                <a:lnTo>
                  <a:pt x="6575704" y="1709064"/>
                </a:lnTo>
                <a:lnTo>
                  <a:pt x="6574574" y="1709534"/>
                </a:lnTo>
                <a:lnTo>
                  <a:pt x="6572720" y="1711388"/>
                </a:lnTo>
                <a:lnTo>
                  <a:pt x="6572250" y="1712506"/>
                </a:lnTo>
                <a:lnTo>
                  <a:pt x="6572250" y="1715135"/>
                </a:lnTo>
                <a:lnTo>
                  <a:pt x="6572720" y="1716265"/>
                </a:lnTo>
                <a:lnTo>
                  <a:pt x="6574574" y="1718119"/>
                </a:lnTo>
                <a:lnTo>
                  <a:pt x="6575704" y="1718589"/>
                </a:lnTo>
                <a:lnTo>
                  <a:pt x="6578333" y="1718589"/>
                </a:lnTo>
                <a:lnTo>
                  <a:pt x="6579451" y="1718119"/>
                </a:lnTo>
                <a:lnTo>
                  <a:pt x="6581318" y="1716265"/>
                </a:lnTo>
                <a:lnTo>
                  <a:pt x="6581775" y="1715135"/>
                </a:lnTo>
                <a:lnTo>
                  <a:pt x="6581775" y="1712506"/>
                </a:lnTo>
                <a:close/>
              </a:path>
              <a:path w="9867900" h="3000375">
                <a:moveTo>
                  <a:pt x="6581775" y="1285252"/>
                </a:moveTo>
                <a:lnTo>
                  <a:pt x="6581318" y="1284122"/>
                </a:lnTo>
                <a:lnTo>
                  <a:pt x="6579451" y="1282268"/>
                </a:lnTo>
                <a:lnTo>
                  <a:pt x="6578333" y="1281798"/>
                </a:lnTo>
                <a:lnTo>
                  <a:pt x="6575704" y="1281798"/>
                </a:lnTo>
                <a:lnTo>
                  <a:pt x="6574574" y="1282268"/>
                </a:lnTo>
                <a:lnTo>
                  <a:pt x="6572720" y="1284122"/>
                </a:lnTo>
                <a:lnTo>
                  <a:pt x="6572250" y="1285252"/>
                </a:lnTo>
                <a:lnTo>
                  <a:pt x="6572250" y="1287881"/>
                </a:lnTo>
                <a:lnTo>
                  <a:pt x="6572720" y="1288999"/>
                </a:lnTo>
                <a:lnTo>
                  <a:pt x="6574574" y="1290853"/>
                </a:lnTo>
                <a:lnTo>
                  <a:pt x="6575704" y="1291323"/>
                </a:lnTo>
                <a:lnTo>
                  <a:pt x="6578333" y="1291323"/>
                </a:lnTo>
                <a:lnTo>
                  <a:pt x="6579451" y="1290853"/>
                </a:lnTo>
                <a:lnTo>
                  <a:pt x="6581318" y="1288999"/>
                </a:lnTo>
                <a:lnTo>
                  <a:pt x="6581775" y="1287881"/>
                </a:lnTo>
                <a:lnTo>
                  <a:pt x="6581775" y="1285252"/>
                </a:lnTo>
                <a:close/>
              </a:path>
              <a:path w="9867900" h="3000375">
                <a:moveTo>
                  <a:pt x="6581775" y="857986"/>
                </a:moveTo>
                <a:lnTo>
                  <a:pt x="6581318" y="856856"/>
                </a:lnTo>
                <a:lnTo>
                  <a:pt x="6579451" y="855002"/>
                </a:lnTo>
                <a:lnTo>
                  <a:pt x="6578333" y="854532"/>
                </a:lnTo>
                <a:lnTo>
                  <a:pt x="6575704" y="854532"/>
                </a:lnTo>
                <a:lnTo>
                  <a:pt x="6574574" y="855002"/>
                </a:lnTo>
                <a:lnTo>
                  <a:pt x="6572720" y="856856"/>
                </a:lnTo>
                <a:lnTo>
                  <a:pt x="6572250" y="857986"/>
                </a:lnTo>
                <a:lnTo>
                  <a:pt x="6572250" y="860615"/>
                </a:lnTo>
                <a:lnTo>
                  <a:pt x="6572720" y="861733"/>
                </a:lnTo>
                <a:lnTo>
                  <a:pt x="6574574" y="863600"/>
                </a:lnTo>
                <a:lnTo>
                  <a:pt x="6575704" y="864057"/>
                </a:lnTo>
                <a:lnTo>
                  <a:pt x="6578333" y="864057"/>
                </a:lnTo>
                <a:lnTo>
                  <a:pt x="6579451" y="863600"/>
                </a:lnTo>
                <a:lnTo>
                  <a:pt x="6581318" y="861733"/>
                </a:lnTo>
                <a:lnTo>
                  <a:pt x="6581775" y="860615"/>
                </a:lnTo>
                <a:lnTo>
                  <a:pt x="6581775" y="857986"/>
                </a:lnTo>
                <a:close/>
              </a:path>
              <a:path w="9867900" h="3000375">
                <a:moveTo>
                  <a:pt x="6581775" y="430720"/>
                </a:moveTo>
                <a:lnTo>
                  <a:pt x="6581318" y="429590"/>
                </a:lnTo>
                <a:lnTo>
                  <a:pt x="6579451" y="427736"/>
                </a:lnTo>
                <a:lnTo>
                  <a:pt x="6578333" y="427266"/>
                </a:lnTo>
                <a:lnTo>
                  <a:pt x="6575704" y="427266"/>
                </a:lnTo>
                <a:lnTo>
                  <a:pt x="6574574" y="427736"/>
                </a:lnTo>
                <a:lnTo>
                  <a:pt x="6572720" y="429590"/>
                </a:lnTo>
                <a:lnTo>
                  <a:pt x="6572250" y="430720"/>
                </a:lnTo>
                <a:lnTo>
                  <a:pt x="6572250" y="433349"/>
                </a:lnTo>
                <a:lnTo>
                  <a:pt x="6572720" y="434467"/>
                </a:lnTo>
                <a:lnTo>
                  <a:pt x="6574574" y="436333"/>
                </a:lnTo>
                <a:lnTo>
                  <a:pt x="6575704" y="436791"/>
                </a:lnTo>
                <a:lnTo>
                  <a:pt x="6578333" y="436791"/>
                </a:lnTo>
                <a:lnTo>
                  <a:pt x="6579451" y="436333"/>
                </a:lnTo>
                <a:lnTo>
                  <a:pt x="6581318" y="434467"/>
                </a:lnTo>
                <a:lnTo>
                  <a:pt x="6581775" y="433349"/>
                </a:lnTo>
                <a:lnTo>
                  <a:pt x="6581775" y="430720"/>
                </a:lnTo>
                <a:close/>
              </a:path>
              <a:path w="9867900" h="3000375">
                <a:moveTo>
                  <a:pt x="6581775" y="3454"/>
                </a:moveTo>
                <a:lnTo>
                  <a:pt x="6581318" y="2336"/>
                </a:lnTo>
                <a:lnTo>
                  <a:pt x="6579451" y="469"/>
                </a:lnTo>
                <a:lnTo>
                  <a:pt x="6578333" y="0"/>
                </a:lnTo>
                <a:lnTo>
                  <a:pt x="6575704" y="0"/>
                </a:lnTo>
                <a:lnTo>
                  <a:pt x="6574574" y="469"/>
                </a:lnTo>
                <a:lnTo>
                  <a:pt x="6572720" y="2336"/>
                </a:lnTo>
                <a:lnTo>
                  <a:pt x="6572250" y="3454"/>
                </a:lnTo>
                <a:lnTo>
                  <a:pt x="6572250" y="6083"/>
                </a:lnTo>
                <a:lnTo>
                  <a:pt x="6572720" y="7200"/>
                </a:lnTo>
                <a:lnTo>
                  <a:pt x="6574574" y="9067"/>
                </a:lnTo>
                <a:lnTo>
                  <a:pt x="6575704" y="9525"/>
                </a:lnTo>
                <a:lnTo>
                  <a:pt x="6578333" y="9525"/>
                </a:lnTo>
                <a:lnTo>
                  <a:pt x="6579451" y="9067"/>
                </a:lnTo>
                <a:lnTo>
                  <a:pt x="6581318" y="7200"/>
                </a:lnTo>
                <a:lnTo>
                  <a:pt x="6581775" y="6083"/>
                </a:lnTo>
                <a:lnTo>
                  <a:pt x="6581775" y="3454"/>
                </a:lnTo>
                <a:close/>
              </a:path>
              <a:path w="9867900" h="3000375">
                <a:moveTo>
                  <a:pt x="6629400" y="2994304"/>
                </a:moveTo>
                <a:lnTo>
                  <a:pt x="6628943" y="2993186"/>
                </a:lnTo>
                <a:lnTo>
                  <a:pt x="6627076" y="2991320"/>
                </a:lnTo>
                <a:lnTo>
                  <a:pt x="6625958" y="2990850"/>
                </a:lnTo>
                <a:lnTo>
                  <a:pt x="6623329" y="2990850"/>
                </a:lnTo>
                <a:lnTo>
                  <a:pt x="6622199" y="2991320"/>
                </a:lnTo>
                <a:lnTo>
                  <a:pt x="6620345" y="2993186"/>
                </a:lnTo>
                <a:lnTo>
                  <a:pt x="6619875" y="2994304"/>
                </a:lnTo>
                <a:lnTo>
                  <a:pt x="6619875" y="2996933"/>
                </a:lnTo>
                <a:lnTo>
                  <a:pt x="6620345" y="2998051"/>
                </a:lnTo>
                <a:lnTo>
                  <a:pt x="6622199" y="2999917"/>
                </a:lnTo>
                <a:lnTo>
                  <a:pt x="6623329" y="3000375"/>
                </a:lnTo>
                <a:lnTo>
                  <a:pt x="6625958" y="3000375"/>
                </a:lnTo>
                <a:lnTo>
                  <a:pt x="6627076" y="2999917"/>
                </a:lnTo>
                <a:lnTo>
                  <a:pt x="6628943" y="2998051"/>
                </a:lnTo>
                <a:lnTo>
                  <a:pt x="6629400" y="2996933"/>
                </a:lnTo>
                <a:lnTo>
                  <a:pt x="6629400" y="2994304"/>
                </a:lnTo>
                <a:close/>
              </a:path>
              <a:path w="9867900" h="3000375">
                <a:moveTo>
                  <a:pt x="6629400" y="2567038"/>
                </a:moveTo>
                <a:lnTo>
                  <a:pt x="6628943" y="2565920"/>
                </a:lnTo>
                <a:lnTo>
                  <a:pt x="6627076" y="2564053"/>
                </a:lnTo>
                <a:lnTo>
                  <a:pt x="6625958" y="2563596"/>
                </a:lnTo>
                <a:lnTo>
                  <a:pt x="6623329" y="2563596"/>
                </a:lnTo>
                <a:lnTo>
                  <a:pt x="6622199" y="2564053"/>
                </a:lnTo>
                <a:lnTo>
                  <a:pt x="6620345" y="2565920"/>
                </a:lnTo>
                <a:lnTo>
                  <a:pt x="6619875" y="2567038"/>
                </a:lnTo>
                <a:lnTo>
                  <a:pt x="6619875" y="2569667"/>
                </a:lnTo>
                <a:lnTo>
                  <a:pt x="6620345" y="2570797"/>
                </a:lnTo>
                <a:lnTo>
                  <a:pt x="6622199" y="2572651"/>
                </a:lnTo>
                <a:lnTo>
                  <a:pt x="6623329" y="2573121"/>
                </a:lnTo>
                <a:lnTo>
                  <a:pt x="6625958" y="2573121"/>
                </a:lnTo>
                <a:lnTo>
                  <a:pt x="6627076" y="2572651"/>
                </a:lnTo>
                <a:lnTo>
                  <a:pt x="6628943" y="2570797"/>
                </a:lnTo>
                <a:lnTo>
                  <a:pt x="6629400" y="2569667"/>
                </a:lnTo>
                <a:lnTo>
                  <a:pt x="6629400" y="2567038"/>
                </a:lnTo>
                <a:close/>
              </a:path>
              <a:path w="9867900" h="3000375">
                <a:moveTo>
                  <a:pt x="6629400" y="2139772"/>
                </a:moveTo>
                <a:lnTo>
                  <a:pt x="6628943" y="2138654"/>
                </a:lnTo>
                <a:lnTo>
                  <a:pt x="6627076" y="2136787"/>
                </a:lnTo>
                <a:lnTo>
                  <a:pt x="6625958" y="2136330"/>
                </a:lnTo>
                <a:lnTo>
                  <a:pt x="6623329" y="2136330"/>
                </a:lnTo>
                <a:lnTo>
                  <a:pt x="6622199" y="2136787"/>
                </a:lnTo>
                <a:lnTo>
                  <a:pt x="6620345" y="2138654"/>
                </a:lnTo>
                <a:lnTo>
                  <a:pt x="6619875" y="2139772"/>
                </a:lnTo>
                <a:lnTo>
                  <a:pt x="6619875" y="2142401"/>
                </a:lnTo>
                <a:lnTo>
                  <a:pt x="6620345" y="2143531"/>
                </a:lnTo>
                <a:lnTo>
                  <a:pt x="6622199" y="2145385"/>
                </a:lnTo>
                <a:lnTo>
                  <a:pt x="6623329" y="2145855"/>
                </a:lnTo>
                <a:lnTo>
                  <a:pt x="6625958" y="2145855"/>
                </a:lnTo>
                <a:lnTo>
                  <a:pt x="6627076" y="2145385"/>
                </a:lnTo>
                <a:lnTo>
                  <a:pt x="6628943" y="2143531"/>
                </a:lnTo>
                <a:lnTo>
                  <a:pt x="6629400" y="2142401"/>
                </a:lnTo>
                <a:lnTo>
                  <a:pt x="6629400" y="2139772"/>
                </a:lnTo>
                <a:close/>
              </a:path>
              <a:path w="9867900" h="3000375">
                <a:moveTo>
                  <a:pt x="6629400" y="1712506"/>
                </a:moveTo>
                <a:lnTo>
                  <a:pt x="6628943" y="1711388"/>
                </a:lnTo>
                <a:lnTo>
                  <a:pt x="6627076" y="1709534"/>
                </a:lnTo>
                <a:lnTo>
                  <a:pt x="6625958" y="1709064"/>
                </a:lnTo>
                <a:lnTo>
                  <a:pt x="6623329" y="1709064"/>
                </a:lnTo>
                <a:lnTo>
                  <a:pt x="6622199" y="1709534"/>
                </a:lnTo>
                <a:lnTo>
                  <a:pt x="6620345" y="1711388"/>
                </a:lnTo>
                <a:lnTo>
                  <a:pt x="6619875" y="1712506"/>
                </a:lnTo>
                <a:lnTo>
                  <a:pt x="6619875" y="1715135"/>
                </a:lnTo>
                <a:lnTo>
                  <a:pt x="6620345" y="1716265"/>
                </a:lnTo>
                <a:lnTo>
                  <a:pt x="6622199" y="1718119"/>
                </a:lnTo>
                <a:lnTo>
                  <a:pt x="6623329" y="1718589"/>
                </a:lnTo>
                <a:lnTo>
                  <a:pt x="6625958" y="1718589"/>
                </a:lnTo>
                <a:lnTo>
                  <a:pt x="6627076" y="1718119"/>
                </a:lnTo>
                <a:lnTo>
                  <a:pt x="6628943" y="1716265"/>
                </a:lnTo>
                <a:lnTo>
                  <a:pt x="6629400" y="1715135"/>
                </a:lnTo>
                <a:lnTo>
                  <a:pt x="6629400" y="1712506"/>
                </a:lnTo>
                <a:close/>
              </a:path>
              <a:path w="9867900" h="3000375">
                <a:moveTo>
                  <a:pt x="6629400" y="1285252"/>
                </a:moveTo>
                <a:lnTo>
                  <a:pt x="6628943" y="1284122"/>
                </a:lnTo>
                <a:lnTo>
                  <a:pt x="6627076" y="1282268"/>
                </a:lnTo>
                <a:lnTo>
                  <a:pt x="6625958" y="1281798"/>
                </a:lnTo>
                <a:lnTo>
                  <a:pt x="6623329" y="1281798"/>
                </a:lnTo>
                <a:lnTo>
                  <a:pt x="6622199" y="1282268"/>
                </a:lnTo>
                <a:lnTo>
                  <a:pt x="6620345" y="1284122"/>
                </a:lnTo>
                <a:lnTo>
                  <a:pt x="6619875" y="1285252"/>
                </a:lnTo>
                <a:lnTo>
                  <a:pt x="6619875" y="1287881"/>
                </a:lnTo>
                <a:lnTo>
                  <a:pt x="6620345" y="1288999"/>
                </a:lnTo>
                <a:lnTo>
                  <a:pt x="6622199" y="1290853"/>
                </a:lnTo>
                <a:lnTo>
                  <a:pt x="6623329" y="1291323"/>
                </a:lnTo>
                <a:lnTo>
                  <a:pt x="6625958" y="1291323"/>
                </a:lnTo>
                <a:lnTo>
                  <a:pt x="6627076" y="1290853"/>
                </a:lnTo>
                <a:lnTo>
                  <a:pt x="6628943" y="1288999"/>
                </a:lnTo>
                <a:lnTo>
                  <a:pt x="6629400" y="1287881"/>
                </a:lnTo>
                <a:lnTo>
                  <a:pt x="6629400" y="1285252"/>
                </a:lnTo>
                <a:close/>
              </a:path>
              <a:path w="9867900" h="3000375">
                <a:moveTo>
                  <a:pt x="6629400" y="857986"/>
                </a:moveTo>
                <a:lnTo>
                  <a:pt x="6628943" y="856856"/>
                </a:lnTo>
                <a:lnTo>
                  <a:pt x="6627076" y="855002"/>
                </a:lnTo>
                <a:lnTo>
                  <a:pt x="6625958" y="854532"/>
                </a:lnTo>
                <a:lnTo>
                  <a:pt x="6623329" y="854532"/>
                </a:lnTo>
                <a:lnTo>
                  <a:pt x="6622199" y="855002"/>
                </a:lnTo>
                <a:lnTo>
                  <a:pt x="6620345" y="856856"/>
                </a:lnTo>
                <a:lnTo>
                  <a:pt x="6619875" y="857986"/>
                </a:lnTo>
                <a:lnTo>
                  <a:pt x="6619875" y="860615"/>
                </a:lnTo>
                <a:lnTo>
                  <a:pt x="6620345" y="861733"/>
                </a:lnTo>
                <a:lnTo>
                  <a:pt x="6622199" y="863600"/>
                </a:lnTo>
                <a:lnTo>
                  <a:pt x="6623329" y="864057"/>
                </a:lnTo>
                <a:lnTo>
                  <a:pt x="6625958" y="864057"/>
                </a:lnTo>
                <a:lnTo>
                  <a:pt x="6627076" y="863600"/>
                </a:lnTo>
                <a:lnTo>
                  <a:pt x="6628943" y="861733"/>
                </a:lnTo>
                <a:lnTo>
                  <a:pt x="6629400" y="860615"/>
                </a:lnTo>
                <a:lnTo>
                  <a:pt x="6629400" y="857986"/>
                </a:lnTo>
                <a:close/>
              </a:path>
              <a:path w="9867900" h="3000375">
                <a:moveTo>
                  <a:pt x="6629400" y="430720"/>
                </a:moveTo>
                <a:lnTo>
                  <a:pt x="6628943" y="429590"/>
                </a:lnTo>
                <a:lnTo>
                  <a:pt x="6627076" y="427736"/>
                </a:lnTo>
                <a:lnTo>
                  <a:pt x="6625958" y="427266"/>
                </a:lnTo>
                <a:lnTo>
                  <a:pt x="6623329" y="427266"/>
                </a:lnTo>
                <a:lnTo>
                  <a:pt x="6622199" y="427736"/>
                </a:lnTo>
                <a:lnTo>
                  <a:pt x="6620345" y="429590"/>
                </a:lnTo>
                <a:lnTo>
                  <a:pt x="6619875" y="430720"/>
                </a:lnTo>
                <a:lnTo>
                  <a:pt x="6619875" y="433349"/>
                </a:lnTo>
                <a:lnTo>
                  <a:pt x="6620345" y="434467"/>
                </a:lnTo>
                <a:lnTo>
                  <a:pt x="6622199" y="436333"/>
                </a:lnTo>
                <a:lnTo>
                  <a:pt x="6623329" y="436791"/>
                </a:lnTo>
                <a:lnTo>
                  <a:pt x="6625958" y="436791"/>
                </a:lnTo>
                <a:lnTo>
                  <a:pt x="6627076" y="436333"/>
                </a:lnTo>
                <a:lnTo>
                  <a:pt x="6628943" y="434467"/>
                </a:lnTo>
                <a:lnTo>
                  <a:pt x="6629400" y="433349"/>
                </a:lnTo>
                <a:lnTo>
                  <a:pt x="6629400" y="430720"/>
                </a:lnTo>
                <a:close/>
              </a:path>
              <a:path w="9867900" h="3000375">
                <a:moveTo>
                  <a:pt x="6629400" y="3454"/>
                </a:moveTo>
                <a:lnTo>
                  <a:pt x="6628943" y="2336"/>
                </a:lnTo>
                <a:lnTo>
                  <a:pt x="6627076" y="469"/>
                </a:lnTo>
                <a:lnTo>
                  <a:pt x="6625958" y="0"/>
                </a:lnTo>
                <a:lnTo>
                  <a:pt x="6623329" y="0"/>
                </a:lnTo>
                <a:lnTo>
                  <a:pt x="6622199" y="469"/>
                </a:lnTo>
                <a:lnTo>
                  <a:pt x="6620345" y="2336"/>
                </a:lnTo>
                <a:lnTo>
                  <a:pt x="6619875" y="3454"/>
                </a:lnTo>
                <a:lnTo>
                  <a:pt x="6619875" y="6083"/>
                </a:lnTo>
                <a:lnTo>
                  <a:pt x="6620345" y="7200"/>
                </a:lnTo>
                <a:lnTo>
                  <a:pt x="6622199" y="9067"/>
                </a:lnTo>
                <a:lnTo>
                  <a:pt x="6623329" y="9525"/>
                </a:lnTo>
                <a:lnTo>
                  <a:pt x="6625958" y="9525"/>
                </a:lnTo>
                <a:lnTo>
                  <a:pt x="6627076" y="9067"/>
                </a:lnTo>
                <a:lnTo>
                  <a:pt x="6628943" y="7200"/>
                </a:lnTo>
                <a:lnTo>
                  <a:pt x="6629400" y="6083"/>
                </a:lnTo>
                <a:lnTo>
                  <a:pt x="6629400" y="3454"/>
                </a:lnTo>
                <a:close/>
              </a:path>
              <a:path w="9867900" h="3000375">
                <a:moveTo>
                  <a:pt x="6677025" y="2994304"/>
                </a:moveTo>
                <a:lnTo>
                  <a:pt x="6676568" y="2993186"/>
                </a:lnTo>
                <a:lnTo>
                  <a:pt x="6674701" y="2991320"/>
                </a:lnTo>
                <a:lnTo>
                  <a:pt x="6673583" y="2990850"/>
                </a:lnTo>
                <a:lnTo>
                  <a:pt x="6670954" y="2990850"/>
                </a:lnTo>
                <a:lnTo>
                  <a:pt x="6669824" y="2991320"/>
                </a:lnTo>
                <a:lnTo>
                  <a:pt x="6667970" y="2993186"/>
                </a:lnTo>
                <a:lnTo>
                  <a:pt x="6667500" y="2994304"/>
                </a:lnTo>
                <a:lnTo>
                  <a:pt x="6667500" y="2996933"/>
                </a:lnTo>
                <a:lnTo>
                  <a:pt x="6667970" y="2998051"/>
                </a:lnTo>
                <a:lnTo>
                  <a:pt x="6669824" y="2999917"/>
                </a:lnTo>
                <a:lnTo>
                  <a:pt x="6670954" y="3000375"/>
                </a:lnTo>
                <a:lnTo>
                  <a:pt x="6673583" y="3000375"/>
                </a:lnTo>
                <a:lnTo>
                  <a:pt x="6674701" y="2999917"/>
                </a:lnTo>
                <a:lnTo>
                  <a:pt x="6676568" y="2998051"/>
                </a:lnTo>
                <a:lnTo>
                  <a:pt x="6677025" y="2996933"/>
                </a:lnTo>
                <a:lnTo>
                  <a:pt x="6677025" y="2994304"/>
                </a:lnTo>
                <a:close/>
              </a:path>
              <a:path w="9867900" h="3000375">
                <a:moveTo>
                  <a:pt x="6677025" y="2567038"/>
                </a:moveTo>
                <a:lnTo>
                  <a:pt x="6676568" y="2565920"/>
                </a:lnTo>
                <a:lnTo>
                  <a:pt x="6674701" y="2564053"/>
                </a:lnTo>
                <a:lnTo>
                  <a:pt x="6673583" y="2563596"/>
                </a:lnTo>
                <a:lnTo>
                  <a:pt x="6670954" y="2563596"/>
                </a:lnTo>
                <a:lnTo>
                  <a:pt x="6669824" y="2564053"/>
                </a:lnTo>
                <a:lnTo>
                  <a:pt x="6667970" y="2565920"/>
                </a:lnTo>
                <a:lnTo>
                  <a:pt x="6667500" y="2567038"/>
                </a:lnTo>
                <a:lnTo>
                  <a:pt x="6667500" y="2569667"/>
                </a:lnTo>
                <a:lnTo>
                  <a:pt x="6667970" y="2570797"/>
                </a:lnTo>
                <a:lnTo>
                  <a:pt x="6669824" y="2572651"/>
                </a:lnTo>
                <a:lnTo>
                  <a:pt x="6670954" y="2573121"/>
                </a:lnTo>
                <a:lnTo>
                  <a:pt x="6673583" y="2573121"/>
                </a:lnTo>
                <a:lnTo>
                  <a:pt x="6674701" y="2572651"/>
                </a:lnTo>
                <a:lnTo>
                  <a:pt x="6676568" y="2570797"/>
                </a:lnTo>
                <a:lnTo>
                  <a:pt x="6677025" y="2569667"/>
                </a:lnTo>
                <a:lnTo>
                  <a:pt x="6677025" y="2567038"/>
                </a:lnTo>
                <a:close/>
              </a:path>
              <a:path w="9867900" h="3000375">
                <a:moveTo>
                  <a:pt x="6677025" y="2139772"/>
                </a:moveTo>
                <a:lnTo>
                  <a:pt x="6676568" y="2138654"/>
                </a:lnTo>
                <a:lnTo>
                  <a:pt x="6674701" y="2136787"/>
                </a:lnTo>
                <a:lnTo>
                  <a:pt x="6673583" y="2136330"/>
                </a:lnTo>
                <a:lnTo>
                  <a:pt x="6670954" y="2136330"/>
                </a:lnTo>
                <a:lnTo>
                  <a:pt x="6669824" y="2136787"/>
                </a:lnTo>
                <a:lnTo>
                  <a:pt x="6667970" y="2138654"/>
                </a:lnTo>
                <a:lnTo>
                  <a:pt x="6667500" y="2139772"/>
                </a:lnTo>
                <a:lnTo>
                  <a:pt x="6667500" y="2142401"/>
                </a:lnTo>
                <a:lnTo>
                  <a:pt x="6667970" y="2143531"/>
                </a:lnTo>
                <a:lnTo>
                  <a:pt x="6669824" y="2145385"/>
                </a:lnTo>
                <a:lnTo>
                  <a:pt x="6670954" y="2145855"/>
                </a:lnTo>
                <a:lnTo>
                  <a:pt x="6673583" y="2145855"/>
                </a:lnTo>
                <a:lnTo>
                  <a:pt x="6674701" y="2145385"/>
                </a:lnTo>
                <a:lnTo>
                  <a:pt x="6676568" y="2143531"/>
                </a:lnTo>
                <a:lnTo>
                  <a:pt x="6677025" y="2142401"/>
                </a:lnTo>
                <a:lnTo>
                  <a:pt x="6677025" y="2139772"/>
                </a:lnTo>
                <a:close/>
              </a:path>
              <a:path w="9867900" h="3000375">
                <a:moveTo>
                  <a:pt x="6677025" y="1712506"/>
                </a:moveTo>
                <a:lnTo>
                  <a:pt x="6676568" y="1711388"/>
                </a:lnTo>
                <a:lnTo>
                  <a:pt x="6674701" y="1709534"/>
                </a:lnTo>
                <a:lnTo>
                  <a:pt x="6673583" y="1709064"/>
                </a:lnTo>
                <a:lnTo>
                  <a:pt x="6670954" y="1709064"/>
                </a:lnTo>
                <a:lnTo>
                  <a:pt x="6669824" y="1709534"/>
                </a:lnTo>
                <a:lnTo>
                  <a:pt x="6667970" y="1711388"/>
                </a:lnTo>
                <a:lnTo>
                  <a:pt x="6667500" y="1712506"/>
                </a:lnTo>
                <a:lnTo>
                  <a:pt x="6667500" y="1715135"/>
                </a:lnTo>
                <a:lnTo>
                  <a:pt x="6667970" y="1716265"/>
                </a:lnTo>
                <a:lnTo>
                  <a:pt x="6669824" y="1718119"/>
                </a:lnTo>
                <a:lnTo>
                  <a:pt x="6670954" y="1718589"/>
                </a:lnTo>
                <a:lnTo>
                  <a:pt x="6673583" y="1718589"/>
                </a:lnTo>
                <a:lnTo>
                  <a:pt x="6674701" y="1718119"/>
                </a:lnTo>
                <a:lnTo>
                  <a:pt x="6676568" y="1716265"/>
                </a:lnTo>
                <a:lnTo>
                  <a:pt x="6677025" y="1715135"/>
                </a:lnTo>
                <a:lnTo>
                  <a:pt x="6677025" y="1712506"/>
                </a:lnTo>
                <a:close/>
              </a:path>
              <a:path w="9867900" h="3000375">
                <a:moveTo>
                  <a:pt x="6677025" y="1285252"/>
                </a:moveTo>
                <a:lnTo>
                  <a:pt x="6676568" y="1284122"/>
                </a:lnTo>
                <a:lnTo>
                  <a:pt x="6674701" y="1282268"/>
                </a:lnTo>
                <a:lnTo>
                  <a:pt x="6673583" y="1281798"/>
                </a:lnTo>
                <a:lnTo>
                  <a:pt x="6670954" y="1281798"/>
                </a:lnTo>
                <a:lnTo>
                  <a:pt x="6669824" y="1282268"/>
                </a:lnTo>
                <a:lnTo>
                  <a:pt x="6667970" y="1284122"/>
                </a:lnTo>
                <a:lnTo>
                  <a:pt x="6667500" y="1285252"/>
                </a:lnTo>
                <a:lnTo>
                  <a:pt x="6667500" y="1287881"/>
                </a:lnTo>
                <a:lnTo>
                  <a:pt x="6667970" y="1288999"/>
                </a:lnTo>
                <a:lnTo>
                  <a:pt x="6669824" y="1290853"/>
                </a:lnTo>
                <a:lnTo>
                  <a:pt x="6670954" y="1291323"/>
                </a:lnTo>
                <a:lnTo>
                  <a:pt x="6673583" y="1291323"/>
                </a:lnTo>
                <a:lnTo>
                  <a:pt x="6674701" y="1290853"/>
                </a:lnTo>
                <a:lnTo>
                  <a:pt x="6676568" y="1288999"/>
                </a:lnTo>
                <a:lnTo>
                  <a:pt x="6677025" y="1287881"/>
                </a:lnTo>
                <a:lnTo>
                  <a:pt x="6677025" y="1285252"/>
                </a:lnTo>
                <a:close/>
              </a:path>
              <a:path w="9867900" h="3000375">
                <a:moveTo>
                  <a:pt x="6677025" y="857986"/>
                </a:moveTo>
                <a:lnTo>
                  <a:pt x="6676568" y="856856"/>
                </a:lnTo>
                <a:lnTo>
                  <a:pt x="6674701" y="855002"/>
                </a:lnTo>
                <a:lnTo>
                  <a:pt x="6673583" y="854532"/>
                </a:lnTo>
                <a:lnTo>
                  <a:pt x="6670954" y="854532"/>
                </a:lnTo>
                <a:lnTo>
                  <a:pt x="6669824" y="855002"/>
                </a:lnTo>
                <a:lnTo>
                  <a:pt x="6667970" y="856856"/>
                </a:lnTo>
                <a:lnTo>
                  <a:pt x="6667500" y="857986"/>
                </a:lnTo>
                <a:lnTo>
                  <a:pt x="6667500" y="860615"/>
                </a:lnTo>
                <a:lnTo>
                  <a:pt x="6667970" y="861733"/>
                </a:lnTo>
                <a:lnTo>
                  <a:pt x="6669824" y="863600"/>
                </a:lnTo>
                <a:lnTo>
                  <a:pt x="6670954" y="864057"/>
                </a:lnTo>
                <a:lnTo>
                  <a:pt x="6673583" y="864057"/>
                </a:lnTo>
                <a:lnTo>
                  <a:pt x="6674701" y="863600"/>
                </a:lnTo>
                <a:lnTo>
                  <a:pt x="6676568" y="861733"/>
                </a:lnTo>
                <a:lnTo>
                  <a:pt x="6677025" y="860615"/>
                </a:lnTo>
                <a:lnTo>
                  <a:pt x="6677025" y="857986"/>
                </a:lnTo>
                <a:close/>
              </a:path>
              <a:path w="9867900" h="3000375">
                <a:moveTo>
                  <a:pt x="6677025" y="430720"/>
                </a:moveTo>
                <a:lnTo>
                  <a:pt x="6676568" y="429590"/>
                </a:lnTo>
                <a:lnTo>
                  <a:pt x="6674701" y="427736"/>
                </a:lnTo>
                <a:lnTo>
                  <a:pt x="6673583" y="427266"/>
                </a:lnTo>
                <a:lnTo>
                  <a:pt x="6670954" y="427266"/>
                </a:lnTo>
                <a:lnTo>
                  <a:pt x="6669824" y="427736"/>
                </a:lnTo>
                <a:lnTo>
                  <a:pt x="6667970" y="429590"/>
                </a:lnTo>
                <a:lnTo>
                  <a:pt x="6667500" y="430720"/>
                </a:lnTo>
                <a:lnTo>
                  <a:pt x="6667500" y="433349"/>
                </a:lnTo>
                <a:lnTo>
                  <a:pt x="6667970" y="434467"/>
                </a:lnTo>
                <a:lnTo>
                  <a:pt x="6669824" y="436333"/>
                </a:lnTo>
                <a:lnTo>
                  <a:pt x="6670954" y="436791"/>
                </a:lnTo>
                <a:lnTo>
                  <a:pt x="6673583" y="436791"/>
                </a:lnTo>
                <a:lnTo>
                  <a:pt x="6674701" y="436333"/>
                </a:lnTo>
                <a:lnTo>
                  <a:pt x="6676568" y="434467"/>
                </a:lnTo>
                <a:lnTo>
                  <a:pt x="6677025" y="433349"/>
                </a:lnTo>
                <a:lnTo>
                  <a:pt x="6677025" y="430720"/>
                </a:lnTo>
                <a:close/>
              </a:path>
              <a:path w="9867900" h="3000375">
                <a:moveTo>
                  <a:pt x="6677025" y="3454"/>
                </a:moveTo>
                <a:lnTo>
                  <a:pt x="6676568" y="2336"/>
                </a:lnTo>
                <a:lnTo>
                  <a:pt x="6674701" y="469"/>
                </a:lnTo>
                <a:lnTo>
                  <a:pt x="6673583" y="0"/>
                </a:lnTo>
                <a:lnTo>
                  <a:pt x="6670954" y="0"/>
                </a:lnTo>
                <a:lnTo>
                  <a:pt x="6669824" y="469"/>
                </a:lnTo>
                <a:lnTo>
                  <a:pt x="6667970" y="2336"/>
                </a:lnTo>
                <a:lnTo>
                  <a:pt x="6667500" y="3454"/>
                </a:lnTo>
                <a:lnTo>
                  <a:pt x="6667500" y="6083"/>
                </a:lnTo>
                <a:lnTo>
                  <a:pt x="6667970" y="7200"/>
                </a:lnTo>
                <a:lnTo>
                  <a:pt x="6669824" y="9067"/>
                </a:lnTo>
                <a:lnTo>
                  <a:pt x="6670954" y="9525"/>
                </a:lnTo>
                <a:lnTo>
                  <a:pt x="6673583" y="9525"/>
                </a:lnTo>
                <a:lnTo>
                  <a:pt x="6674701" y="9067"/>
                </a:lnTo>
                <a:lnTo>
                  <a:pt x="6676568" y="7200"/>
                </a:lnTo>
                <a:lnTo>
                  <a:pt x="6677025" y="6083"/>
                </a:lnTo>
                <a:lnTo>
                  <a:pt x="6677025" y="3454"/>
                </a:lnTo>
                <a:close/>
              </a:path>
              <a:path w="9867900" h="3000375">
                <a:moveTo>
                  <a:pt x="6724650" y="2994304"/>
                </a:moveTo>
                <a:lnTo>
                  <a:pt x="6724193" y="2993186"/>
                </a:lnTo>
                <a:lnTo>
                  <a:pt x="6722326" y="2991320"/>
                </a:lnTo>
                <a:lnTo>
                  <a:pt x="6721208" y="2990850"/>
                </a:lnTo>
                <a:lnTo>
                  <a:pt x="6718579" y="2990850"/>
                </a:lnTo>
                <a:lnTo>
                  <a:pt x="6717449" y="2991320"/>
                </a:lnTo>
                <a:lnTo>
                  <a:pt x="6715595" y="2993186"/>
                </a:lnTo>
                <a:lnTo>
                  <a:pt x="6715125" y="2994304"/>
                </a:lnTo>
                <a:lnTo>
                  <a:pt x="6715125" y="2996933"/>
                </a:lnTo>
                <a:lnTo>
                  <a:pt x="6715595" y="2998051"/>
                </a:lnTo>
                <a:lnTo>
                  <a:pt x="6717449" y="2999917"/>
                </a:lnTo>
                <a:lnTo>
                  <a:pt x="6718579" y="3000375"/>
                </a:lnTo>
                <a:lnTo>
                  <a:pt x="6721208" y="3000375"/>
                </a:lnTo>
                <a:lnTo>
                  <a:pt x="6722326" y="2999917"/>
                </a:lnTo>
                <a:lnTo>
                  <a:pt x="6724193" y="2998051"/>
                </a:lnTo>
                <a:lnTo>
                  <a:pt x="6724650" y="2996933"/>
                </a:lnTo>
                <a:lnTo>
                  <a:pt x="6724650" y="2994304"/>
                </a:lnTo>
                <a:close/>
              </a:path>
              <a:path w="9867900" h="3000375">
                <a:moveTo>
                  <a:pt x="6724650" y="2567038"/>
                </a:moveTo>
                <a:lnTo>
                  <a:pt x="6724193" y="2565920"/>
                </a:lnTo>
                <a:lnTo>
                  <a:pt x="6722326" y="2564053"/>
                </a:lnTo>
                <a:lnTo>
                  <a:pt x="6721208" y="2563596"/>
                </a:lnTo>
                <a:lnTo>
                  <a:pt x="6718579" y="2563596"/>
                </a:lnTo>
                <a:lnTo>
                  <a:pt x="6717449" y="2564053"/>
                </a:lnTo>
                <a:lnTo>
                  <a:pt x="6715595" y="2565920"/>
                </a:lnTo>
                <a:lnTo>
                  <a:pt x="6715125" y="2567038"/>
                </a:lnTo>
                <a:lnTo>
                  <a:pt x="6715125" y="2569667"/>
                </a:lnTo>
                <a:lnTo>
                  <a:pt x="6715595" y="2570797"/>
                </a:lnTo>
                <a:lnTo>
                  <a:pt x="6717449" y="2572651"/>
                </a:lnTo>
                <a:lnTo>
                  <a:pt x="6718579" y="2573121"/>
                </a:lnTo>
                <a:lnTo>
                  <a:pt x="6721208" y="2573121"/>
                </a:lnTo>
                <a:lnTo>
                  <a:pt x="6722326" y="2572651"/>
                </a:lnTo>
                <a:lnTo>
                  <a:pt x="6724193" y="2570797"/>
                </a:lnTo>
                <a:lnTo>
                  <a:pt x="6724650" y="2569667"/>
                </a:lnTo>
                <a:lnTo>
                  <a:pt x="6724650" y="2567038"/>
                </a:lnTo>
                <a:close/>
              </a:path>
              <a:path w="9867900" h="3000375">
                <a:moveTo>
                  <a:pt x="6724650" y="2139772"/>
                </a:moveTo>
                <a:lnTo>
                  <a:pt x="6724193" y="2138654"/>
                </a:lnTo>
                <a:lnTo>
                  <a:pt x="6722326" y="2136787"/>
                </a:lnTo>
                <a:lnTo>
                  <a:pt x="6721208" y="2136330"/>
                </a:lnTo>
                <a:lnTo>
                  <a:pt x="6718579" y="2136330"/>
                </a:lnTo>
                <a:lnTo>
                  <a:pt x="6717449" y="2136787"/>
                </a:lnTo>
                <a:lnTo>
                  <a:pt x="6715595" y="2138654"/>
                </a:lnTo>
                <a:lnTo>
                  <a:pt x="6715125" y="2139772"/>
                </a:lnTo>
                <a:lnTo>
                  <a:pt x="6715125" y="2142401"/>
                </a:lnTo>
                <a:lnTo>
                  <a:pt x="6715595" y="2143531"/>
                </a:lnTo>
                <a:lnTo>
                  <a:pt x="6717449" y="2145385"/>
                </a:lnTo>
                <a:lnTo>
                  <a:pt x="6718579" y="2145855"/>
                </a:lnTo>
                <a:lnTo>
                  <a:pt x="6721208" y="2145855"/>
                </a:lnTo>
                <a:lnTo>
                  <a:pt x="6722326" y="2145385"/>
                </a:lnTo>
                <a:lnTo>
                  <a:pt x="6724193" y="2143531"/>
                </a:lnTo>
                <a:lnTo>
                  <a:pt x="6724650" y="2142401"/>
                </a:lnTo>
                <a:lnTo>
                  <a:pt x="6724650" y="2139772"/>
                </a:lnTo>
                <a:close/>
              </a:path>
              <a:path w="9867900" h="3000375">
                <a:moveTo>
                  <a:pt x="6724650" y="1712506"/>
                </a:moveTo>
                <a:lnTo>
                  <a:pt x="6724193" y="1711388"/>
                </a:lnTo>
                <a:lnTo>
                  <a:pt x="6722326" y="1709534"/>
                </a:lnTo>
                <a:lnTo>
                  <a:pt x="6721208" y="1709064"/>
                </a:lnTo>
                <a:lnTo>
                  <a:pt x="6718579" y="1709064"/>
                </a:lnTo>
                <a:lnTo>
                  <a:pt x="6717449" y="1709534"/>
                </a:lnTo>
                <a:lnTo>
                  <a:pt x="6715595" y="1711388"/>
                </a:lnTo>
                <a:lnTo>
                  <a:pt x="6715125" y="1712506"/>
                </a:lnTo>
                <a:lnTo>
                  <a:pt x="6715125" y="1715135"/>
                </a:lnTo>
                <a:lnTo>
                  <a:pt x="6715595" y="1716265"/>
                </a:lnTo>
                <a:lnTo>
                  <a:pt x="6717449" y="1718119"/>
                </a:lnTo>
                <a:lnTo>
                  <a:pt x="6718579" y="1718589"/>
                </a:lnTo>
                <a:lnTo>
                  <a:pt x="6721208" y="1718589"/>
                </a:lnTo>
                <a:lnTo>
                  <a:pt x="6722326" y="1718119"/>
                </a:lnTo>
                <a:lnTo>
                  <a:pt x="6724193" y="1716265"/>
                </a:lnTo>
                <a:lnTo>
                  <a:pt x="6724650" y="1715135"/>
                </a:lnTo>
                <a:lnTo>
                  <a:pt x="6724650" y="1712506"/>
                </a:lnTo>
                <a:close/>
              </a:path>
              <a:path w="9867900" h="3000375">
                <a:moveTo>
                  <a:pt x="6724650" y="1285252"/>
                </a:moveTo>
                <a:lnTo>
                  <a:pt x="6724193" y="1284122"/>
                </a:lnTo>
                <a:lnTo>
                  <a:pt x="6722326" y="1282268"/>
                </a:lnTo>
                <a:lnTo>
                  <a:pt x="6721208" y="1281798"/>
                </a:lnTo>
                <a:lnTo>
                  <a:pt x="6718579" y="1281798"/>
                </a:lnTo>
                <a:lnTo>
                  <a:pt x="6717449" y="1282268"/>
                </a:lnTo>
                <a:lnTo>
                  <a:pt x="6715595" y="1284122"/>
                </a:lnTo>
                <a:lnTo>
                  <a:pt x="6715125" y="1285252"/>
                </a:lnTo>
                <a:lnTo>
                  <a:pt x="6715125" y="1287881"/>
                </a:lnTo>
                <a:lnTo>
                  <a:pt x="6715595" y="1288999"/>
                </a:lnTo>
                <a:lnTo>
                  <a:pt x="6717449" y="1290853"/>
                </a:lnTo>
                <a:lnTo>
                  <a:pt x="6718579" y="1291323"/>
                </a:lnTo>
                <a:lnTo>
                  <a:pt x="6721208" y="1291323"/>
                </a:lnTo>
                <a:lnTo>
                  <a:pt x="6722326" y="1290853"/>
                </a:lnTo>
                <a:lnTo>
                  <a:pt x="6724193" y="1288999"/>
                </a:lnTo>
                <a:lnTo>
                  <a:pt x="6724650" y="1287881"/>
                </a:lnTo>
                <a:lnTo>
                  <a:pt x="6724650" y="1285252"/>
                </a:lnTo>
                <a:close/>
              </a:path>
              <a:path w="9867900" h="3000375">
                <a:moveTo>
                  <a:pt x="6724650" y="857986"/>
                </a:moveTo>
                <a:lnTo>
                  <a:pt x="6724193" y="856856"/>
                </a:lnTo>
                <a:lnTo>
                  <a:pt x="6722326" y="855002"/>
                </a:lnTo>
                <a:lnTo>
                  <a:pt x="6721208" y="854532"/>
                </a:lnTo>
                <a:lnTo>
                  <a:pt x="6718579" y="854532"/>
                </a:lnTo>
                <a:lnTo>
                  <a:pt x="6717449" y="855002"/>
                </a:lnTo>
                <a:lnTo>
                  <a:pt x="6715595" y="856856"/>
                </a:lnTo>
                <a:lnTo>
                  <a:pt x="6715125" y="857986"/>
                </a:lnTo>
                <a:lnTo>
                  <a:pt x="6715125" y="860615"/>
                </a:lnTo>
                <a:lnTo>
                  <a:pt x="6715595" y="861733"/>
                </a:lnTo>
                <a:lnTo>
                  <a:pt x="6717449" y="863600"/>
                </a:lnTo>
                <a:lnTo>
                  <a:pt x="6718579" y="864057"/>
                </a:lnTo>
                <a:lnTo>
                  <a:pt x="6721208" y="864057"/>
                </a:lnTo>
                <a:lnTo>
                  <a:pt x="6722326" y="863600"/>
                </a:lnTo>
                <a:lnTo>
                  <a:pt x="6724193" y="861733"/>
                </a:lnTo>
                <a:lnTo>
                  <a:pt x="6724650" y="860615"/>
                </a:lnTo>
                <a:lnTo>
                  <a:pt x="6724650" y="857986"/>
                </a:lnTo>
                <a:close/>
              </a:path>
              <a:path w="9867900" h="3000375">
                <a:moveTo>
                  <a:pt x="6724650" y="430720"/>
                </a:moveTo>
                <a:lnTo>
                  <a:pt x="6724193" y="429590"/>
                </a:lnTo>
                <a:lnTo>
                  <a:pt x="6722326" y="427736"/>
                </a:lnTo>
                <a:lnTo>
                  <a:pt x="6721208" y="427266"/>
                </a:lnTo>
                <a:lnTo>
                  <a:pt x="6718579" y="427266"/>
                </a:lnTo>
                <a:lnTo>
                  <a:pt x="6717449" y="427736"/>
                </a:lnTo>
                <a:lnTo>
                  <a:pt x="6715595" y="429590"/>
                </a:lnTo>
                <a:lnTo>
                  <a:pt x="6715125" y="430720"/>
                </a:lnTo>
                <a:lnTo>
                  <a:pt x="6715125" y="433349"/>
                </a:lnTo>
                <a:lnTo>
                  <a:pt x="6715595" y="434467"/>
                </a:lnTo>
                <a:lnTo>
                  <a:pt x="6717449" y="436333"/>
                </a:lnTo>
                <a:lnTo>
                  <a:pt x="6718579" y="436791"/>
                </a:lnTo>
                <a:lnTo>
                  <a:pt x="6721208" y="436791"/>
                </a:lnTo>
                <a:lnTo>
                  <a:pt x="6722326" y="436333"/>
                </a:lnTo>
                <a:lnTo>
                  <a:pt x="6724193" y="434467"/>
                </a:lnTo>
                <a:lnTo>
                  <a:pt x="6724650" y="433349"/>
                </a:lnTo>
                <a:lnTo>
                  <a:pt x="6724650" y="430720"/>
                </a:lnTo>
                <a:close/>
              </a:path>
              <a:path w="9867900" h="3000375">
                <a:moveTo>
                  <a:pt x="6724650" y="3454"/>
                </a:moveTo>
                <a:lnTo>
                  <a:pt x="6724193" y="2336"/>
                </a:lnTo>
                <a:lnTo>
                  <a:pt x="6722326" y="469"/>
                </a:lnTo>
                <a:lnTo>
                  <a:pt x="6721208" y="0"/>
                </a:lnTo>
                <a:lnTo>
                  <a:pt x="6718579" y="0"/>
                </a:lnTo>
                <a:lnTo>
                  <a:pt x="6717449" y="469"/>
                </a:lnTo>
                <a:lnTo>
                  <a:pt x="6715595" y="2336"/>
                </a:lnTo>
                <a:lnTo>
                  <a:pt x="6715125" y="3454"/>
                </a:lnTo>
                <a:lnTo>
                  <a:pt x="6715125" y="6083"/>
                </a:lnTo>
                <a:lnTo>
                  <a:pt x="6715595" y="7200"/>
                </a:lnTo>
                <a:lnTo>
                  <a:pt x="6717449" y="9067"/>
                </a:lnTo>
                <a:lnTo>
                  <a:pt x="6718579" y="9525"/>
                </a:lnTo>
                <a:lnTo>
                  <a:pt x="6721208" y="9525"/>
                </a:lnTo>
                <a:lnTo>
                  <a:pt x="6722326" y="9067"/>
                </a:lnTo>
                <a:lnTo>
                  <a:pt x="6724193" y="7200"/>
                </a:lnTo>
                <a:lnTo>
                  <a:pt x="6724650" y="6083"/>
                </a:lnTo>
                <a:lnTo>
                  <a:pt x="6724650" y="3454"/>
                </a:lnTo>
                <a:close/>
              </a:path>
              <a:path w="9867900" h="3000375">
                <a:moveTo>
                  <a:pt x="6772275" y="2994304"/>
                </a:moveTo>
                <a:lnTo>
                  <a:pt x="6771818" y="2993186"/>
                </a:lnTo>
                <a:lnTo>
                  <a:pt x="6769951" y="2991320"/>
                </a:lnTo>
                <a:lnTo>
                  <a:pt x="6768833" y="2990850"/>
                </a:lnTo>
                <a:lnTo>
                  <a:pt x="6766204" y="2990850"/>
                </a:lnTo>
                <a:lnTo>
                  <a:pt x="6765074" y="2991320"/>
                </a:lnTo>
                <a:lnTo>
                  <a:pt x="6763220" y="2993186"/>
                </a:lnTo>
                <a:lnTo>
                  <a:pt x="6762750" y="2994304"/>
                </a:lnTo>
                <a:lnTo>
                  <a:pt x="6762750" y="2996933"/>
                </a:lnTo>
                <a:lnTo>
                  <a:pt x="6763220" y="2998051"/>
                </a:lnTo>
                <a:lnTo>
                  <a:pt x="6765074" y="2999917"/>
                </a:lnTo>
                <a:lnTo>
                  <a:pt x="6766204" y="3000375"/>
                </a:lnTo>
                <a:lnTo>
                  <a:pt x="6768833" y="3000375"/>
                </a:lnTo>
                <a:lnTo>
                  <a:pt x="6769951" y="2999917"/>
                </a:lnTo>
                <a:lnTo>
                  <a:pt x="6771818" y="2998051"/>
                </a:lnTo>
                <a:lnTo>
                  <a:pt x="6772275" y="2996933"/>
                </a:lnTo>
                <a:lnTo>
                  <a:pt x="6772275" y="2994304"/>
                </a:lnTo>
                <a:close/>
              </a:path>
              <a:path w="9867900" h="3000375">
                <a:moveTo>
                  <a:pt x="6772275" y="2567038"/>
                </a:moveTo>
                <a:lnTo>
                  <a:pt x="6771818" y="2565920"/>
                </a:lnTo>
                <a:lnTo>
                  <a:pt x="6769951" y="2564053"/>
                </a:lnTo>
                <a:lnTo>
                  <a:pt x="6768833" y="2563596"/>
                </a:lnTo>
                <a:lnTo>
                  <a:pt x="6766204" y="2563596"/>
                </a:lnTo>
                <a:lnTo>
                  <a:pt x="6765074" y="2564053"/>
                </a:lnTo>
                <a:lnTo>
                  <a:pt x="6763220" y="2565920"/>
                </a:lnTo>
                <a:lnTo>
                  <a:pt x="6762750" y="2567038"/>
                </a:lnTo>
                <a:lnTo>
                  <a:pt x="6762750" y="2569667"/>
                </a:lnTo>
                <a:lnTo>
                  <a:pt x="6763220" y="2570797"/>
                </a:lnTo>
                <a:lnTo>
                  <a:pt x="6765074" y="2572651"/>
                </a:lnTo>
                <a:lnTo>
                  <a:pt x="6766204" y="2573121"/>
                </a:lnTo>
                <a:lnTo>
                  <a:pt x="6768833" y="2573121"/>
                </a:lnTo>
                <a:lnTo>
                  <a:pt x="6769951" y="2572651"/>
                </a:lnTo>
                <a:lnTo>
                  <a:pt x="6771818" y="2570797"/>
                </a:lnTo>
                <a:lnTo>
                  <a:pt x="6772275" y="2569667"/>
                </a:lnTo>
                <a:lnTo>
                  <a:pt x="6772275" y="2567038"/>
                </a:lnTo>
                <a:close/>
              </a:path>
              <a:path w="9867900" h="3000375">
                <a:moveTo>
                  <a:pt x="6772275" y="2139772"/>
                </a:moveTo>
                <a:lnTo>
                  <a:pt x="6771818" y="2138654"/>
                </a:lnTo>
                <a:lnTo>
                  <a:pt x="6769951" y="2136787"/>
                </a:lnTo>
                <a:lnTo>
                  <a:pt x="6768833" y="2136330"/>
                </a:lnTo>
                <a:lnTo>
                  <a:pt x="6766204" y="2136330"/>
                </a:lnTo>
                <a:lnTo>
                  <a:pt x="6765074" y="2136787"/>
                </a:lnTo>
                <a:lnTo>
                  <a:pt x="6763220" y="2138654"/>
                </a:lnTo>
                <a:lnTo>
                  <a:pt x="6762750" y="2139772"/>
                </a:lnTo>
                <a:lnTo>
                  <a:pt x="6762750" y="2142401"/>
                </a:lnTo>
                <a:lnTo>
                  <a:pt x="6763220" y="2143531"/>
                </a:lnTo>
                <a:lnTo>
                  <a:pt x="6765074" y="2145385"/>
                </a:lnTo>
                <a:lnTo>
                  <a:pt x="6766204" y="2145855"/>
                </a:lnTo>
                <a:lnTo>
                  <a:pt x="6768833" y="2145855"/>
                </a:lnTo>
                <a:lnTo>
                  <a:pt x="6769951" y="2145385"/>
                </a:lnTo>
                <a:lnTo>
                  <a:pt x="6771818" y="2143531"/>
                </a:lnTo>
                <a:lnTo>
                  <a:pt x="6772275" y="2142401"/>
                </a:lnTo>
                <a:lnTo>
                  <a:pt x="6772275" y="2139772"/>
                </a:lnTo>
                <a:close/>
              </a:path>
              <a:path w="9867900" h="3000375">
                <a:moveTo>
                  <a:pt x="6772275" y="1712506"/>
                </a:moveTo>
                <a:lnTo>
                  <a:pt x="6771818" y="1711388"/>
                </a:lnTo>
                <a:lnTo>
                  <a:pt x="6769951" y="1709534"/>
                </a:lnTo>
                <a:lnTo>
                  <a:pt x="6768833" y="1709064"/>
                </a:lnTo>
                <a:lnTo>
                  <a:pt x="6766204" y="1709064"/>
                </a:lnTo>
                <a:lnTo>
                  <a:pt x="6765074" y="1709534"/>
                </a:lnTo>
                <a:lnTo>
                  <a:pt x="6763220" y="1711388"/>
                </a:lnTo>
                <a:lnTo>
                  <a:pt x="6762750" y="1712506"/>
                </a:lnTo>
                <a:lnTo>
                  <a:pt x="6762750" y="1715135"/>
                </a:lnTo>
                <a:lnTo>
                  <a:pt x="6763220" y="1716265"/>
                </a:lnTo>
                <a:lnTo>
                  <a:pt x="6765074" y="1718119"/>
                </a:lnTo>
                <a:lnTo>
                  <a:pt x="6766204" y="1718589"/>
                </a:lnTo>
                <a:lnTo>
                  <a:pt x="6768833" y="1718589"/>
                </a:lnTo>
                <a:lnTo>
                  <a:pt x="6769951" y="1718119"/>
                </a:lnTo>
                <a:lnTo>
                  <a:pt x="6771818" y="1716265"/>
                </a:lnTo>
                <a:lnTo>
                  <a:pt x="6772275" y="1715135"/>
                </a:lnTo>
                <a:lnTo>
                  <a:pt x="6772275" y="1712506"/>
                </a:lnTo>
                <a:close/>
              </a:path>
              <a:path w="9867900" h="3000375">
                <a:moveTo>
                  <a:pt x="6772275" y="1285252"/>
                </a:moveTo>
                <a:lnTo>
                  <a:pt x="6771818" y="1284122"/>
                </a:lnTo>
                <a:lnTo>
                  <a:pt x="6769951" y="1282268"/>
                </a:lnTo>
                <a:lnTo>
                  <a:pt x="6768833" y="1281798"/>
                </a:lnTo>
                <a:lnTo>
                  <a:pt x="6766204" y="1281798"/>
                </a:lnTo>
                <a:lnTo>
                  <a:pt x="6765074" y="1282268"/>
                </a:lnTo>
                <a:lnTo>
                  <a:pt x="6763220" y="1284122"/>
                </a:lnTo>
                <a:lnTo>
                  <a:pt x="6762750" y="1285252"/>
                </a:lnTo>
                <a:lnTo>
                  <a:pt x="6762750" y="1287881"/>
                </a:lnTo>
                <a:lnTo>
                  <a:pt x="6763220" y="1288999"/>
                </a:lnTo>
                <a:lnTo>
                  <a:pt x="6765074" y="1290853"/>
                </a:lnTo>
                <a:lnTo>
                  <a:pt x="6766204" y="1291323"/>
                </a:lnTo>
                <a:lnTo>
                  <a:pt x="6768833" y="1291323"/>
                </a:lnTo>
                <a:lnTo>
                  <a:pt x="6769951" y="1290853"/>
                </a:lnTo>
                <a:lnTo>
                  <a:pt x="6771818" y="1288999"/>
                </a:lnTo>
                <a:lnTo>
                  <a:pt x="6772275" y="1287881"/>
                </a:lnTo>
                <a:lnTo>
                  <a:pt x="6772275" y="1285252"/>
                </a:lnTo>
                <a:close/>
              </a:path>
              <a:path w="9867900" h="3000375">
                <a:moveTo>
                  <a:pt x="6772275" y="857986"/>
                </a:moveTo>
                <a:lnTo>
                  <a:pt x="6771818" y="856856"/>
                </a:lnTo>
                <a:lnTo>
                  <a:pt x="6769951" y="855002"/>
                </a:lnTo>
                <a:lnTo>
                  <a:pt x="6768833" y="854532"/>
                </a:lnTo>
                <a:lnTo>
                  <a:pt x="6766204" y="854532"/>
                </a:lnTo>
                <a:lnTo>
                  <a:pt x="6765074" y="855002"/>
                </a:lnTo>
                <a:lnTo>
                  <a:pt x="6763220" y="856856"/>
                </a:lnTo>
                <a:lnTo>
                  <a:pt x="6762750" y="857986"/>
                </a:lnTo>
                <a:lnTo>
                  <a:pt x="6762750" y="860615"/>
                </a:lnTo>
                <a:lnTo>
                  <a:pt x="6763220" y="861733"/>
                </a:lnTo>
                <a:lnTo>
                  <a:pt x="6765074" y="863600"/>
                </a:lnTo>
                <a:lnTo>
                  <a:pt x="6766204" y="864057"/>
                </a:lnTo>
                <a:lnTo>
                  <a:pt x="6768833" y="864057"/>
                </a:lnTo>
                <a:lnTo>
                  <a:pt x="6769951" y="863600"/>
                </a:lnTo>
                <a:lnTo>
                  <a:pt x="6771818" y="861733"/>
                </a:lnTo>
                <a:lnTo>
                  <a:pt x="6772275" y="860615"/>
                </a:lnTo>
                <a:lnTo>
                  <a:pt x="6772275" y="857986"/>
                </a:lnTo>
                <a:close/>
              </a:path>
              <a:path w="9867900" h="3000375">
                <a:moveTo>
                  <a:pt x="6772275" y="430720"/>
                </a:moveTo>
                <a:lnTo>
                  <a:pt x="6771818" y="429590"/>
                </a:lnTo>
                <a:lnTo>
                  <a:pt x="6769951" y="427736"/>
                </a:lnTo>
                <a:lnTo>
                  <a:pt x="6768833" y="427266"/>
                </a:lnTo>
                <a:lnTo>
                  <a:pt x="6766204" y="427266"/>
                </a:lnTo>
                <a:lnTo>
                  <a:pt x="6765074" y="427736"/>
                </a:lnTo>
                <a:lnTo>
                  <a:pt x="6763220" y="429590"/>
                </a:lnTo>
                <a:lnTo>
                  <a:pt x="6762750" y="430720"/>
                </a:lnTo>
                <a:lnTo>
                  <a:pt x="6762750" y="433349"/>
                </a:lnTo>
                <a:lnTo>
                  <a:pt x="6763220" y="434467"/>
                </a:lnTo>
                <a:lnTo>
                  <a:pt x="6765074" y="436333"/>
                </a:lnTo>
                <a:lnTo>
                  <a:pt x="6766204" y="436791"/>
                </a:lnTo>
                <a:lnTo>
                  <a:pt x="6768833" y="436791"/>
                </a:lnTo>
                <a:lnTo>
                  <a:pt x="6769951" y="436333"/>
                </a:lnTo>
                <a:lnTo>
                  <a:pt x="6771818" y="434467"/>
                </a:lnTo>
                <a:lnTo>
                  <a:pt x="6772275" y="433349"/>
                </a:lnTo>
                <a:lnTo>
                  <a:pt x="6772275" y="430720"/>
                </a:lnTo>
                <a:close/>
              </a:path>
              <a:path w="9867900" h="3000375">
                <a:moveTo>
                  <a:pt x="6772275" y="3454"/>
                </a:moveTo>
                <a:lnTo>
                  <a:pt x="6771818" y="2336"/>
                </a:lnTo>
                <a:lnTo>
                  <a:pt x="6769951" y="469"/>
                </a:lnTo>
                <a:lnTo>
                  <a:pt x="6768833" y="0"/>
                </a:lnTo>
                <a:lnTo>
                  <a:pt x="6766204" y="0"/>
                </a:lnTo>
                <a:lnTo>
                  <a:pt x="6765074" y="469"/>
                </a:lnTo>
                <a:lnTo>
                  <a:pt x="6763220" y="2336"/>
                </a:lnTo>
                <a:lnTo>
                  <a:pt x="6762750" y="3454"/>
                </a:lnTo>
                <a:lnTo>
                  <a:pt x="6762750" y="6083"/>
                </a:lnTo>
                <a:lnTo>
                  <a:pt x="6763220" y="7200"/>
                </a:lnTo>
                <a:lnTo>
                  <a:pt x="6765074" y="9067"/>
                </a:lnTo>
                <a:lnTo>
                  <a:pt x="6766204" y="9525"/>
                </a:lnTo>
                <a:lnTo>
                  <a:pt x="6768833" y="9525"/>
                </a:lnTo>
                <a:lnTo>
                  <a:pt x="6769951" y="9067"/>
                </a:lnTo>
                <a:lnTo>
                  <a:pt x="6771818" y="7200"/>
                </a:lnTo>
                <a:lnTo>
                  <a:pt x="6772275" y="6083"/>
                </a:lnTo>
                <a:lnTo>
                  <a:pt x="6772275" y="3454"/>
                </a:lnTo>
                <a:close/>
              </a:path>
              <a:path w="9867900" h="3000375">
                <a:moveTo>
                  <a:pt x="6819900" y="2994304"/>
                </a:moveTo>
                <a:lnTo>
                  <a:pt x="6819443" y="2993186"/>
                </a:lnTo>
                <a:lnTo>
                  <a:pt x="6817576" y="2991320"/>
                </a:lnTo>
                <a:lnTo>
                  <a:pt x="6816458" y="2990850"/>
                </a:lnTo>
                <a:lnTo>
                  <a:pt x="6813829" y="2990850"/>
                </a:lnTo>
                <a:lnTo>
                  <a:pt x="6812699" y="2991320"/>
                </a:lnTo>
                <a:lnTo>
                  <a:pt x="6810845" y="2993186"/>
                </a:lnTo>
                <a:lnTo>
                  <a:pt x="6810375" y="2994304"/>
                </a:lnTo>
                <a:lnTo>
                  <a:pt x="6810375" y="2996933"/>
                </a:lnTo>
                <a:lnTo>
                  <a:pt x="6810845" y="2998051"/>
                </a:lnTo>
                <a:lnTo>
                  <a:pt x="6812699" y="2999917"/>
                </a:lnTo>
                <a:lnTo>
                  <a:pt x="6813829" y="3000375"/>
                </a:lnTo>
                <a:lnTo>
                  <a:pt x="6816458" y="3000375"/>
                </a:lnTo>
                <a:lnTo>
                  <a:pt x="6817576" y="2999917"/>
                </a:lnTo>
                <a:lnTo>
                  <a:pt x="6819443" y="2998051"/>
                </a:lnTo>
                <a:lnTo>
                  <a:pt x="6819900" y="2996933"/>
                </a:lnTo>
                <a:lnTo>
                  <a:pt x="6819900" y="2994304"/>
                </a:lnTo>
                <a:close/>
              </a:path>
              <a:path w="9867900" h="3000375">
                <a:moveTo>
                  <a:pt x="6819900" y="2567038"/>
                </a:moveTo>
                <a:lnTo>
                  <a:pt x="6819443" y="2565920"/>
                </a:lnTo>
                <a:lnTo>
                  <a:pt x="6817576" y="2564053"/>
                </a:lnTo>
                <a:lnTo>
                  <a:pt x="6816458" y="2563596"/>
                </a:lnTo>
                <a:lnTo>
                  <a:pt x="6813829" y="2563596"/>
                </a:lnTo>
                <a:lnTo>
                  <a:pt x="6812699" y="2564053"/>
                </a:lnTo>
                <a:lnTo>
                  <a:pt x="6810845" y="2565920"/>
                </a:lnTo>
                <a:lnTo>
                  <a:pt x="6810375" y="2567038"/>
                </a:lnTo>
                <a:lnTo>
                  <a:pt x="6810375" y="2569667"/>
                </a:lnTo>
                <a:lnTo>
                  <a:pt x="6810845" y="2570797"/>
                </a:lnTo>
                <a:lnTo>
                  <a:pt x="6812699" y="2572651"/>
                </a:lnTo>
                <a:lnTo>
                  <a:pt x="6813829" y="2573121"/>
                </a:lnTo>
                <a:lnTo>
                  <a:pt x="6816458" y="2573121"/>
                </a:lnTo>
                <a:lnTo>
                  <a:pt x="6817576" y="2572651"/>
                </a:lnTo>
                <a:lnTo>
                  <a:pt x="6819443" y="2570797"/>
                </a:lnTo>
                <a:lnTo>
                  <a:pt x="6819900" y="2569667"/>
                </a:lnTo>
                <a:lnTo>
                  <a:pt x="6819900" y="2567038"/>
                </a:lnTo>
                <a:close/>
              </a:path>
              <a:path w="9867900" h="3000375">
                <a:moveTo>
                  <a:pt x="6819900" y="2139772"/>
                </a:moveTo>
                <a:lnTo>
                  <a:pt x="6819443" y="2138654"/>
                </a:lnTo>
                <a:lnTo>
                  <a:pt x="6817576" y="2136787"/>
                </a:lnTo>
                <a:lnTo>
                  <a:pt x="6816458" y="2136330"/>
                </a:lnTo>
                <a:lnTo>
                  <a:pt x="6813829" y="2136330"/>
                </a:lnTo>
                <a:lnTo>
                  <a:pt x="6812699" y="2136787"/>
                </a:lnTo>
                <a:lnTo>
                  <a:pt x="6810845" y="2138654"/>
                </a:lnTo>
                <a:lnTo>
                  <a:pt x="6810375" y="2139772"/>
                </a:lnTo>
                <a:lnTo>
                  <a:pt x="6810375" y="2142401"/>
                </a:lnTo>
                <a:lnTo>
                  <a:pt x="6810845" y="2143531"/>
                </a:lnTo>
                <a:lnTo>
                  <a:pt x="6812699" y="2145385"/>
                </a:lnTo>
                <a:lnTo>
                  <a:pt x="6813829" y="2145855"/>
                </a:lnTo>
                <a:lnTo>
                  <a:pt x="6816458" y="2145855"/>
                </a:lnTo>
                <a:lnTo>
                  <a:pt x="6817576" y="2145385"/>
                </a:lnTo>
                <a:lnTo>
                  <a:pt x="6819443" y="2143531"/>
                </a:lnTo>
                <a:lnTo>
                  <a:pt x="6819900" y="2142401"/>
                </a:lnTo>
                <a:lnTo>
                  <a:pt x="6819900" y="2139772"/>
                </a:lnTo>
                <a:close/>
              </a:path>
              <a:path w="9867900" h="3000375">
                <a:moveTo>
                  <a:pt x="6819900" y="1712506"/>
                </a:moveTo>
                <a:lnTo>
                  <a:pt x="6819443" y="1711388"/>
                </a:lnTo>
                <a:lnTo>
                  <a:pt x="6817576" y="1709534"/>
                </a:lnTo>
                <a:lnTo>
                  <a:pt x="6816458" y="1709064"/>
                </a:lnTo>
                <a:lnTo>
                  <a:pt x="6813829" y="1709064"/>
                </a:lnTo>
                <a:lnTo>
                  <a:pt x="6812699" y="1709534"/>
                </a:lnTo>
                <a:lnTo>
                  <a:pt x="6810845" y="1711388"/>
                </a:lnTo>
                <a:lnTo>
                  <a:pt x="6810375" y="1712506"/>
                </a:lnTo>
                <a:lnTo>
                  <a:pt x="6810375" y="1715135"/>
                </a:lnTo>
                <a:lnTo>
                  <a:pt x="6810845" y="1716265"/>
                </a:lnTo>
                <a:lnTo>
                  <a:pt x="6812699" y="1718119"/>
                </a:lnTo>
                <a:lnTo>
                  <a:pt x="6813829" y="1718589"/>
                </a:lnTo>
                <a:lnTo>
                  <a:pt x="6816458" y="1718589"/>
                </a:lnTo>
                <a:lnTo>
                  <a:pt x="6817576" y="1718119"/>
                </a:lnTo>
                <a:lnTo>
                  <a:pt x="6819443" y="1716265"/>
                </a:lnTo>
                <a:lnTo>
                  <a:pt x="6819900" y="1715135"/>
                </a:lnTo>
                <a:lnTo>
                  <a:pt x="6819900" y="1712506"/>
                </a:lnTo>
                <a:close/>
              </a:path>
              <a:path w="9867900" h="3000375">
                <a:moveTo>
                  <a:pt x="6819900" y="1285252"/>
                </a:moveTo>
                <a:lnTo>
                  <a:pt x="6819443" y="1284122"/>
                </a:lnTo>
                <a:lnTo>
                  <a:pt x="6817576" y="1282268"/>
                </a:lnTo>
                <a:lnTo>
                  <a:pt x="6816458" y="1281798"/>
                </a:lnTo>
                <a:lnTo>
                  <a:pt x="6813829" y="1281798"/>
                </a:lnTo>
                <a:lnTo>
                  <a:pt x="6812699" y="1282268"/>
                </a:lnTo>
                <a:lnTo>
                  <a:pt x="6810845" y="1284122"/>
                </a:lnTo>
                <a:lnTo>
                  <a:pt x="6810375" y="1285252"/>
                </a:lnTo>
                <a:lnTo>
                  <a:pt x="6810375" y="1287881"/>
                </a:lnTo>
                <a:lnTo>
                  <a:pt x="6810845" y="1288999"/>
                </a:lnTo>
                <a:lnTo>
                  <a:pt x="6812699" y="1290853"/>
                </a:lnTo>
                <a:lnTo>
                  <a:pt x="6813829" y="1291323"/>
                </a:lnTo>
                <a:lnTo>
                  <a:pt x="6816458" y="1291323"/>
                </a:lnTo>
                <a:lnTo>
                  <a:pt x="6817576" y="1290853"/>
                </a:lnTo>
                <a:lnTo>
                  <a:pt x="6819443" y="1288999"/>
                </a:lnTo>
                <a:lnTo>
                  <a:pt x="6819900" y="1287881"/>
                </a:lnTo>
                <a:lnTo>
                  <a:pt x="6819900" y="1285252"/>
                </a:lnTo>
                <a:close/>
              </a:path>
              <a:path w="9867900" h="3000375">
                <a:moveTo>
                  <a:pt x="6819900" y="857986"/>
                </a:moveTo>
                <a:lnTo>
                  <a:pt x="6819443" y="856856"/>
                </a:lnTo>
                <a:lnTo>
                  <a:pt x="6817576" y="855002"/>
                </a:lnTo>
                <a:lnTo>
                  <a:pt x="6816458" y="854532"/>
                </a:lnTo>
                <a:lnTo>
                  <a:pt x="6813829" y="854532"/>
                </a:lnTo>
                <a:lnTo>
                  <a:pt x="6812699" y="855002"/>
                </a:lnTo>
                <a:lnTo>
                  <a:pt x="6810845" y="856856"/>
                </a:lnTo>
                <a:lnTo>
                  <a:pt x="6810375" y="857986"/>
                </a:lnTo>
                <a:lnTo>
                  <a:pt x="6810375" y="860615"/>
                </a:lnTo>
                <a:lnTo>
                  <a:pt x="6810845" y="861733"/>
                </a:lnTo>
                <a:lnTo>
                  <a:pt x="6812699" y="863600"/>
                </a:lnTo>
                <a:lnTo>
                  <a:pt x="6813829" y="864057"/>
                </a:lnTo>
                <a:lnTo>
                  <a:pt x="6816458" y="864057"/>
                </a:lnTo>
                <a:lnTo>
                  <a:pt x="6817576" y="863600"/>
                </a:lnTo>
                <a:lnTo>
                  <a:pt x="6819443" y="861733"/>
                </a:lnTo>
                <a:lnTo>
                  <a:pt x="6819900" y="860615"/>
                </a:lnTo>
                <a:lnTo>
                  <a:pt x="6819900" y="857986"/>
                </a:lnTo>
                <a:close/>
              </a:path>
              <a:path w="9867900" h="3000375">
                <a:moveTo>
                  <a:pt x="6819900" y="430720"/>
                </a:moveTo>
                <a:lnTo>
                  <a:pt x="6819443" y="429590"/>
                </a:lnTo>
                <a:lnTo>
                  <a:pt x="6817576" y="427736"/>
                </a:lnTo>
                <a:lnTo>
                  <a:pt x="6816458" y="427266"/>
                </a:lnTo>
                <a:lnTo>
                  <a:pt x="6813829" y="427266"/>
                </a:lnTo>
                <a:lnTo>
                  <a:pt x="6812699" y="427736"/>
                </a:lnTo>
                <a:lnTo>
                  <a:pt x="6810845" y="429590"/>
                </a:lnTo>
                <a:lnTo>
                  <a:pt x="6810375" y="430720"/>
                </a:lnTo>
                <a:lnTo>
                  <a:pt x="6810375" y="433349"/>
                </a:lnTo>
                <a:lnTo>
                  <a:pt x="6810845" y="434467"/>
                </a:lnTo>
                <a:lnTo>
                  <a:pt x="6812699" y="436333"/>
                </a:lnTo>
                <a:lnTo>
                  <a:pt x="6813829" y="436791"/>
                </a:lnTo>
                <a:lnTo>
                  <a:pt x="6816458" y="436791"/>
                </a:lnTo>
                <a:lnTo>
                  <a:pt x="6817576" y="436333"/>
                </a:lnTo>
                <a:lnTo>
                  <a:pt x="6819443" y="434467"/>
                </a:lnTo>
                <a:lnTo>
                  <a:pt x="6819900" y="433349"/>
                </a:lnTo>
                <a:lnTo>
                  <a:pt x="6819900" y="430720"/>
                </a:lnTo>
                <a:close/>
              </a:path>
              <a:path w="9867900" h="3000375">
                <a:moveTo>
                  <a:pt x="6819900" y="3454"/>
                </a:moveTo>
                <a:lnTo>
                  <a:pt x="6819443" y="2336"/>
                </a:lnTo>
                <a:lnTo>
                  <a:pt x="6817576" y="469"/>
                </a:lnTo>
                <a:lnTo>
                  <a:pt x="6816458" y="0"/>
                </a:lnTo>
                <a:lnTo>
                  <a:pt x="6813829" y="0"/>
                </a:lnTo>
                <a:lnTo>
                  <a:pt x="6812699" y="469"/>
                </a:lnTo>
                <a:lnTo>
                  <a:pt x="6810845" y="2336"/>
                </a:lnTo>
                <a:lnTo>
                  <a:pt x="6810375" y="3454"/>
                </a:lnTo>
                <a:lnTo>
                  <a:pt x="6810375" y="6083"/>
                </a:lnTo>
                <a:lnTo>
                  <a:pt x="6810845" y="7200"/>
                </a:lnTo>
                <a:lnTo>
                  <a:pt x="6812699" y="9067"/>
                </a:lnTo>
                <a:lnTo>
                  <a:pt x="6813829" y="9525"/>
                </a:lnTo>
                <a:lnTo>
                  <a:pt x="6816458" y="9525"/>
                </a:lnTo>
                <a:lnTo>
                  <a:pt x="6817576" y="9067"/>
                </a:lnTo>
                <a:lnTo>
                  <a:pt x="6819443" y="7200"/>
                </a:lnTo>
                <a:lnTo>
                  <a:pt x="6819900" y="6083"/>
                </a:lnTo>
                <a:lnTo>
                  <a:pt x="6819900" y="3454"/>
                </a:lnTo>
                <a:close/>
              </a:path>
              <a:path w="9867900" h="3000375">
                <a:moveTo>
                  <a:pt x="6867525" y="2994304"/>
                </a:moveTo>
                <a:lnTo>
                  <a:pt x="6867068" y="2993186"/>
                </a:lnTo>
                <a:lnTo>
                  <a:pt x="6865201" y="2991320"/>
                </a:lnTo>
                <a:lnTo>
                  <a:pt x="6864083" y="2990850"/>
                </a:lnTo>
                <a:lnTo>
                  <a:pt x="6861454" y="2990850"/>
                </a:lnTo>
                <a:lnTo>
                  <a:pt x="6860324" y="2991320"/>
                </a:lnTo>
                <a:lnTo>
                  <a:pt x="6858470" y="2993186"/>
                </a:lnTo>
                <a:lnTo>
                  <a:pt x="6858000" y="2994304"/>
                </a:lnTo>
                <a:lnTo>
                  <a:pt x="6858000" y="2996933"/>
                </a:lnTo>
                <a:lnTo>
                  <a:pt x="6858470" y="2998051"/>
                </a:lnTo>
                <a:lnTo>
                  <a:pt x="6860324" y="2999917"/>
                </a:lnTo>
                <a:lnTo>
                  <a:pt x="6861454" y="3000375"/>
                </a:lnTo>
                <a:lnTo>
                  <a:pt x="6864083" y="3000375"/>
                </a:lnTo>
                <a:lnTo>
                  <a:pt x="6865201" y="2999917"/>
                </a:lnTo>
                <a:lnTo>
                  <a:pt x="6867068" y="2998051"/>
                </a:lnTo>
                <a:lnTo>
                  <a:pt x="6867525" y="2996933"/>
                </a:lnTo>
                <a:lnTo>
                  <a:pt x="6867525" y="2994304"/>
                </a:lnTo>
                <a:close/>
              </a:path>
              <a:path w="9867900" h="3000375">
                <a:moveTo>
                  <a:pt x="6867525" y="2567038"/>
                </a:moveTo>
                <a:lnTo>
                  <a:pt x="6867068" y="2565920"/>
                </a:lnTo>
                <a:lnTo>
                  <a:pt x="6865201" y="2564053"/>
                </a:lnTo>
                <a:lnTo>
                  <a:pt x="6864083" y="2563596"/>
                </a:lnTo>
                <a:lnTo>
                  <a:pt x="6861454" y="2563596"/>
                </a:lnTo>
                <a:lnTo>
                  <a:pt x="6860324" y="2564053"/>
                </a:lnTo>
                <a:lnTo>
                  <a:pt x="6858470" y="2565920"/>
                </a:lnTo>
                <a:lnTo>
                  <a:pt x="6858000" y="2567038"/>
                </a:lnTo>
                <a:lnTo>
                  <a:pt x="6858000" y="2569667"/>
                </a:lnTo>
                <a:lnTo>
                  <a:pt x="6858470" y="2570797"/>
                </a:lnTo>
                <a:lnTo>
                  <a:pt x="6860324" y="2572651"/>
                </a:lnTo>
                <a:lnTo>
                  <a:pt x="6861454" y="2573121"/>
                </a:lnTo>
                <a:lnTo>
                  <a:pt x="6864083" y="2573121"/>
                </a:lnTo>
                <a:lnTo>
                  <a:pt x="6865201" y="2572651"/>
                </a:lnTo>
                <a:lnTo>
                  <a:pt x="6867068" y="2570797"/>
                </a:lnTo>
                <a:lnTo>
                  <a:pt x="6867525" y="2569667"/>
                </a:lnTo>
                <a:lnTo>
                  <a:pt x="6867525" y="2567038"/>
                </a:lnTo>
                <a:close/>
              </a:path>
              <a:path w="9867900" h="3000375">
                <a:moveTo>
                  <a:pt x="6867525" y="2139772"/>
                </a:moveTo>
                <a:lnTo>
                  <a:pt x="6867068" y="2138654"/>
                </a:lnTo>
                <a:lnTo>
                  <a:pt x="6865201" y="2136787"/>
                </a:lnTo>
                <a:lnTo>
                  <a:pt x="6864083" y="2136330"/>
                </a:lnTo>
                <a:lnTo>
                  <a:pt x="6861454" y="2136330"/>
                </a:lnTo>
                <a:lnTo>
                  <a:pt x="6860324" y="2136787"/>
                </a:lnTo>
                <a:lnTo>
                  <a:pt x="6858470" y="2138654"/>
                </a:lnTo>
                <a:lnTo>
                  <a:pt x="6858000" y="2139772"/>
                </a:lnTo>
                <a:lnTo>
                  <a:pt x="6858000" y="2142401"/>
                </a:lnTo>
                <a:lnTo>
                  <a:pt x="6858470" y="2143531"/>
                </a:lnTo>
                <a:lnTo>
                  <a:pt x="6860324" y="2145385"/>
                </a:lnTo>
                <a:lnTo>
                  <a:pt x="6861454" y="2145855"/>
                </a:lnTo>
                <a:lnTo>
                  <a:pt x="6864083" y="2145855"/>
                </a:lnTo>
                <a:lnTo>
                  <a:pt x="6865201" y="2145385"/>
                </a:lnTo>
                <a:lnTo>
                  <a:pt x="6867068" y="2143531"/>
                </a:lnTo>
                <a:lnTo>
                  <a:pt x="6867525" y="2142401"/>
                </a:lnTo>
                <a:lnTo>
                  <a:pt x="6867525" y="2139772"/>
                </a:lnTo>
                <a:close/>
              </a:path>
              <a:path w="9867900" h="3000375">
                <a:moveTo>
                  <a:pt x="6867525" y="1712506"/>
                </a:moveTo>
                <a:lnTo>
                  <a:pt x="6867068" y="1711388"/>
                </a:lnTo>
                <a:lnTo>
                  <a:pt x="6865201" y="1709534"/>
                </a:lnTo>
                <a:lnTo>
                  <a:pt x="6864083" y="1709064"/>
                </a:lnTo>
                <a:lnTo>
                  <a:pt x="6861454" y="1709064"/>
                </a:lnTo>
                <a:lnTo>
                  <a:pt x="6860324" y="1709534"/>
                </a:lnTo>
                <a:lnTo>
                  <a:pt x="6858470" y="1711388"/>
                </a:lnTo>
                <a:lnTo>
                  <a:pt x="6858000" y="1712506"/>
                </a:lnTo>
                <a:lnTo>
                  <a:pt x="6858000" y="1715135"/>
                </a:lnTo>
                <a:lnTo>
                  <a:pt x="6858470" y="1716265"/>
                </a:lnTo>
                <a:lnTo>
                  <a:pt x="6860324" y="1718119"/>
                </a:lnTo>
                <a:lnTo>
                  <a:pt x="6861454" y="1718589"/>
                </a:lnTo>
                <a:lnTo>
                  <a:pt x="6864083" y="1718589"/>
                </a:lnTo>
                <a:lnTo>
                  <a:pt x="6865201" y="1718119"/>
                </a:lnTo>
                <a:lnTo>
                  <a:pt x="6867068" y="1716265"/>
                </a:lnTo>
                <a:lnTo>
                  <a:pt x="6867525" y="1715135"/>
                </a:lnTo>
                <a:lnTo>
                  <a:pt x="6867525" y="1712506"/>
                </a:lnTo>
                <a:close/>
              </a:path>
              <a:path w="9867900" h="3000375">
                <a:moveTo>
                  <a:pt x="6867525" y="1285252"/>
                </a:moveTo>
                <a:lnTo>
                  <a:pt x="6867068" y="1284122"/>
                </a:lnTo>
                <a:lnTo>
                  <a:pt x="6865201" y="1282268"/>
                </a:lnTo>
                <a:lnTo>
                  <a:pt x="6864083" y="1281798"/>
                </a:lnTo>
                <a:lnTo>
                  <a:pt x="6861454" y="1281798"/>
                </a:lnTo>
                <a:lnTo>
                  <a:pt x="6860324" y="1282268"/>
                </a:lnTo>
                <a:lnTo>
                  <a:pt x="6858470" y="1284122"/>
                </a:lnTo>
                <a:lnTo>
                  <a:pt x="6858000" y="1285252"/>
                </a:lnTo>
                <a:lnTo>
                  <a:pt x="6858000" y="1287881"/>
                </a:lnTo>
                <a:lnTo>
                  <a:pt x="6858470" y="1288999"/>
                </a:lnTo>
                <a:lnTo>
                  <a:pt x="6860324" y="1290853"/>
                </a:lnTo>
                <a:lnTo>
                  <a:pt x="6861454" y="1291323"/>
                </a:lnTo>
                <a:lnTo>
                  <a:pt x="6864083" y="1291323"/>
                </a:lnTo>
                <a:lnTo>
                  <a:pt x="6865201" y="1290853"/>
                </a:lnTo>
                <a:lnTo>
                  <a:pt x="6867068" y="1288999"/>
                </a:lnTo>
                <a:lnTo>
                  <a:pt x="6867525" y="1287881"/>
                </a:lnTo>
                <a:lnTo>
                  <a:pt x="6867525" y="1285252"/>
                </a:lnTo>
                <a:close/>
              </a:path>
              <a:path w="9867900" h="3000375">
                <a:moveTo>
                  <a:pt x="6867525" y="857986"/>
                </a:moveTo>
                <a:lnTo>
                  <a:pt x="6867068" y="856856"/>
                </a:lnTo>
                <a:lnTo>
                  <a:pt x="6865201" y="855002"/>
                </a:lnTo>
                <a:lnTo>
                  <a:pt x="6864083" y="854532"/>
                </a:lnTo>
                <a:lnTo>
                  <a:pt x="6861454" y="854532"/>
                </a:lnTo>
                <a:lnTo>
                  <a:pt x="6860324" y="855002"/>
                </a:lnTo>
                <a:lnTo>
                  <a:pt x="6858470" y="856856"/>
                </a:lnTo>
                <a:lnTo>
                  <a:pt x="6858000" y="857986"/>
                </a:lnTo>
                <a:lnTo>
                  <a:pt x="6858000" y="860615"/>
                </a:lnTo>
                <a:lnTo>
                  <a:pt x="6858470" y="861733"/>
                </a:lnTo>
                <a:lnTo>
                  <a:pt x="6860324" y="863600"/>
                </a:lnTo>
                <a:lnTo>
                  <a:pt x="6861454" y="864057"/>
                </a:lnTo>
                <a:lnTo>
                  <a:pt x="6864083" y="864057"/>
                </a:lnTo>
                <a:lnTo>
                  <a:pt x="6865201" y="863600"/>
                </a:lnTo>
                <a:lnTo>
                  <a:pt x="6867068" y="861733"/>
                </a:lnTo>
                <a:lnTo>
                  <a:pt x="6867525" y="860615"/>
                </a:lnTo>
                <a:lnTo>
                  <a:pt x="6867525" y="857986"/>
                </a:lnTo>
                <a:close/>
              </a:path>
              <a:path w="9867900" h="3000375">
                <a:moveTo>
                  <a:pt x="6867525" y="430720"/>
                </a:moveTo>
                <a:lnTo>
                  <a:pt x="6867068" y="429590"/>
                </a:lnTo>
                <a:lnTo>
                  <a:pt x="6865201" y="427736"/>
                </a:lnTo>
                <a:lnTo>
                  <a:pt x="6864083" y="427266"/>
                </a:lnTo>
                <a:lnTo>
                  <a:pt x="6861454" y="427266"/>
                </a:lnTo>
                <a:lnTo>
                  <a:pt x="6860324" y="427736"/>
                </a:lnTo>
                <a:lnTo>
                  <a:pt x="6858470" y="429590"/>
                </a:lnTo>
                <a:lnTo>
                  <a:pt x="6858000" y="430720"/>
                </a:lnTo>
                <a:lnTo>
                  <a:pt x="6858000" y="433349"/>
                </a:lnTo>
                <a:lnTo>
                  <a:pt x="6858470" y="434467"/>
                </a:lnTo>
                <a:lnTo>
                  <a:pt x="6860324" y="436333"/>
                </a:lnTo>
                <a:lnTo>
                  <a:pt x="6861454" y="436791"/>
                </a:lnTo>
                <a:lnTo>
                  <a:pt x="6864083" y="436791"/>
                </a:lnTo>
                <a:lnTo>
                  <a:pt x="6865201" y="436333"/>
                </a:lnTo>
                <a:lnTo>
                  <a:pt x="6867068" y="434467"/>
                </a:lnTo>
                <a:lnTo>
                  <a:pt x="6867525" y="433349"/>
                </a:lnTo>
                <a:lnTo>
                  <a:pt x="6867525" y="430720"/>
                </a:lnTo>
                <a:close/>
              </a:path>
              <a:path w="9867900" h="3000375">
                <a:moveTo>
                  <a:pt x="6867525" y="3454"/>
                </a:moveTo>
                <a:lnTo>
                  <a:pt x="6867068" y="2336"/>
                </a:lnTo>
                <a:lnTo>
                  <a:pt x="6865201" y="469"/>
                </a:lnTo>
                <a:lnTo>
                  <a:pt x="6864083" y="0"/>
                </a:lnTo>
                <a:lnTo>
                  <a:pt x="6861454" y="0"/>
                </a:lnTo>
                <a:lnTo>
                  <a:pt x="6860324" y="469"/>
                </a:lnTo>
                <a:lnTo>
                  <a:pt x="6858470" y="2336"/>
                </a:lnTo>
                <a:lnTo>
                  <a:pt x="6858000" y="3454"/>
                </a:lnTo>
                <a:lnTo>
                  <a:pt x="6858000" y="6083"/>
                </a:lnTo>
                <a:lnTo>
                  <a:pt x="6858470" y="7200"/>
                </a:lnTo>
                <a:lnTo>
                  <a:pt x="6860324" y="9067"/>
                </a:lnTo>
                <a:lnTo>
                  <a:pt x="6861454" y="9525"/>
                </a:lnTo>
                <a:lnTo>
                  <a:pt x="6864083" y="9525"/>
                </a:lnTo>
                <a:lnTo>
                  <a:pt x="6865201" y="9067"/>
                </a:lnTo>
                <a:lnTo>
                  <a:pt x="6867068" y="7200"/>
                </a:lnTo>
                <a:lnTo>
                  <a:pt x="6867525" y="6083"/>
                </a:lnTo>
                <a:lnTo>
                  <a:pt x="6867525" y="3454"/>
                </a:lnTo>
                <a:close/>
              </a:path>
              <a:path w="9867900" h="3000375">
                <a:moveTo>
                  <a:pt x="6915150" y="2994304"/>
                </a:moveTo>
                <a:lnTo>
                  <a:pt x="6914693" y="2993186"/>
                </a:lnTo>
                <a:lnTo>
                  <a:pt x="6912826" y="2991320"/>
                </a:lnTo>
                <a:lnTo>
                  <a:pt x="6911708" y="2990850"/>
                </a:lnTo>
                <a:lnTo>
                  <a:pt x="6909079" y="2990850"/>
                </a:lnTo>
                <a:lnTo>
                  <a:pt x="6907949" y="2991320"/>
                </a:lnTo>
                <a:lnTo>
                  <a:pt x="6906095" y="2993186"/>
                </a:lnTo>
                <a:lnTo>
                  <a:pt x="6905625" y="2994304"/>
                </a:lnTo>
                <a:lnTo>
                  <a:pt x="6905625" y="2996933"/>
                </a:lnTo>
                <a:lnTo>
                  <a:pt x="6906095" y="2998051"/>
                </a:lnTo>
                <a:lnTo>
                  <a:pt x="6907949" y="2999917"/>
                </a:lnTo>
                <a:lnTo>
                  <a:pt x="6909079" y="3000375"/>
                </a:lnTo>
                <a:lnTo>
                  <a:pt x="6911708" y="3000375"/>
                </a:lnTo>
                <a:lnTo>
                  <a:pt x="6912826" y="2999917"/>
                </a:lnTo>
                <a:lnTo>
                  <a:pt x="6914693" y="2998051"/>
                </a:lnTo>
                <a:lnTo>
                  <a:pt x="6915150" y="2996933"/>
                </a:lnTo>
                <a:lnTo>
                  <a:pt x="6915150" y="2994304"/>
                </a:lnTo>
                <a:close/>
              </a:path>
              <a:path w="9867900" h="3000375">
                <a:moveTo>
                  <a:pt x="6915150" y="2567038"/>
                </a:moveTo>
                <a:lnTo>
                  <a:pt x="6914693" y="2565920"/>
                </a:lnTo>
                <a:lnTo>
                  <a:pt x="6912826" y="2564053"/>
                </a:lnTo>
                <a:lnTo>
                  <a:pt x="6911708" y="2563596"/>
                </a:lnTo>
                <a:lnTo>
                  <a:pt x="6909079" y="2563596"/>
                </a:lnTo>
                <a:lnTo>
                  <a:pt x="6907949" y="2564053"/>
                </a:lnTo>
                <a:lnTo>
                  <a:pt x="6906095" y="2565920"/>
                </a:lnTo>
                <a:lnTo>
                  <a:pt x="6905625" y="2567038"/>
                </a:lnTo>
                <a:lnTo>
                  <a:pt x="6905625" y="2569667"/>
                </a:lnTo>
                <a:lnTo>
                  <a:pt x="6906095" y="2570797"/>
                </a:lnTo>
                <a:lnTo>
                  <a:pt x="6907949" y="2572651"/>
                </a:lnTo>
                <a:lnTo>
                  <a:pt x="6909079" y="2573121"/>
                </a:lnTo>
                <a:lnTo>
                  <a:pt x="6911708" y="2573121"/>
                </a:lnTo>
                <a:lnTo>
                  <a:pt x="6912826" y="2572651"/>
                </a:lnTo>
                <a:lnTo>
                  <a:pt x="6914693" y="2570797"/>
                </a:lnTo>
                <a:lnTo>
                  <a:pt x="6915150" y="2569667"/>
                </a:lnTo>
                <a:lnTo>
                  <a:pt x="6915150" y="2567038"/>
                </a:lnTo>
                <a:close/>
              </a:path>
              <a:path w="9867900" h="3000375">
                <a:moveTo>
                  <a:pt x="6915150" y="2139772"/>
                </a:moveTo>
                <a:lnTo>
                  <a:pt x="6914693" y="2138654"/>
                </a:lnTo>
                <a:lnTo>
                  <a:pt x="6912826" y="2136787"/>
                </a:lnTo>
                <a:lnTo>
                  <a:pt x="6911708" y="2136330"/>
                </a:lnTo>
                <a:lnTo>
                  <a:pt x="6909079" y="2136330"/>
                </a:lnTo>
                <a:lnTo>
                  <a:pt x="6907949" y="2136787"/>
                </a:lnTo>
                <a:lnTo>
                  <a:pt x="6906095" y="2138654"/>
                </a:lnTo>
                <a:lnTo>
                  <a:pt x="6905625" y="2139772"/>
                </a:lnTo>
                <a:lnTo>
                  <a:pt x="6905625" y="2142401"/>
                </a:lnTo>
                <a:lnTo>
                  <a:pt x="6906095" y="2143531"/>
                </a:lnTo>
                <a:lnTo>
                  <a:pt x="6907949" y="2145385"/>
                </a:lnTo>
                <a:lnTo>
                  <a:pt x="6909079" y="2145855"/>
                </a:lnTo>
                <a:lnTo>
                  <a:pt x="6911708" y="2145855"/>
                </a:lnTo>
                <a:lnTo>
                  <a:pt x="6912826" y="2145385"/>
                </a:lnTo>
                <a:lnTo>
                  <a:pt x="6914693" y="2143531"/>
                </a:lnTo>
                <a:lnTo>
                  <a:pt x="6915150" y="2142401"/>
                </a:lnTo>
                <a:lnTo>
                  <a:pt x="6915150" y="2139772"/>
                </a:lnTo>
                <a:close/>
              </a:path>
              <a:path w="9867900" h="3000375">
                <a:moveTo>
                  <a:pt x="6915150" y="1712506"/>
                </a:moveTo>
                <a:lnTo>
                  <a:pt x="6914693" y="1711388"/>
                </a:lnTo>
                <a:lnTo>
                  <a:pt x="6912826" y="1709534"/>
                </a:lnTo>
                <a:lnTo>
                  <a:pt x="6911708" y="1709064"/>
                </a:lnTo>
                <a:lnTo>
                  <a:pt x="6909079" y="1709064"/>
                </a:lnTo>
                <a:lnTo>
                  <a:pt x="6907949" y="1709534"/>
                </a:lnTo>
                <a:lnTo>
                  <a:pt x="6906095" y="1711388"/>
                </a:lnTo>
                <a:lnTo>
                  <a:pt x="6905625" y="1712506"/>
                </a:lnTo>
                <a:lnTo>
                  <a:pt x="6905625" y="1715135"/>
                </a:lnTo>
                <a:lnTo>
                  <a:pt x="6906095" y="1716265"/>
                </a:lnTo>
                <a:lnTo>
                  <a:pt x="6907949" y="1718119"/>
                </a:lnTo>
                <a:lnTo>
                  <a:pt x="6909079" y="1718589"/>
                </a:lnTo>
                <a:lnTo>
                  <a:pt x="6911708" y="1718589"/>
                </a:lnTo>
                <a:lnTo>
                  <a:pt x="6912826" y="1718119"/>
                </a:lnTo>
                <a:lnTo>
                  <a:pt x="6914693" y="1716265"/>
                </a:lnTo>
                <a:lnTo>
                  <a:pt x="6915150" y="1715135"/>
                </a:lnTo>
                <a:lnTo>
                  <a:pt x="6915150" y="1712506"/>
                </a:lnTo>
                <a:close/>
              </a:path>
              <a:path w="9867900" h="3000375">
                <a:moveTo>
                  <a:pt x="6915150" y="1285252"/>
                </a:moveTo>
                <a:lnTo>
                  <a:pt x="6914693" y="1284122"/>
                </a:lnTo>
                <a:lnTo>
                  <a:pt x="6912826" y="1282268"/>
                </a:lnTo>
                <a:lnTo>
                  <a:pt x="6911708" y="1281798"/>
                </a:lnTo>
                <a:lnTo>
                  <a:pt x="6909079" y="1281798"/>
                </a:lnTo>
                <a:lnTo>
                  <a:pt x="6907949" y="1282268"/>
                </a:lnTo>
                <a:lnTo>
                  <a:pt x="6906095" y="1284122"/>
                </a:lnTo>
                <a:lnTo>
                  <a:pt x="6905625" y="1285252"/>
                </a:lnTo>
                <a:lnTo>
                  <a:pt x="6905625" y="1287881"/>
                </a:lnTo>
                <a:lnTo>
                  <a:pt x="6906095" y="1288999"/>
                </a:lnTo>
                <a:lnTo>
                  <a:pt x="6907949" y="1290853"/>
                </a:lnTo>
                <a:lnTo>
                  <a:pt x="6909079" y="1291323"/>
                </a:lnTo>
                <a:lnTo>
                  <a:pt x="6911708" y="1291323"/>
                </a:lnTo>
                <a:lnTo>
                  <a:pt x="6912826" y="1290853"/>
                </a:lnTo>
                <a:lnTo>
                  <a:pt x="6914693" y="1288999"/>
                </a:lnTo>
                <a:lnTo>
                  <a:pt x="6915150" y="1287881"/>
                </a:lnTo>
                <a:lnTo>
                  <a:pt x="6915150" y="1285252"/>
                </a:lnTo>
                <a:close/>
              </a:path>
              <a:path w="9867900" h="3000375">
                <a:moveTo>
                  <a:pt x="6915150" y="857986"/>
                </a:moveTo>
                <a:lnTo>
                  <a:pt x="6914693" y="856856"/>
                </a:lnTo>
                <a:lnTo>
                  <a:pt x="6912826" y="855002"/>
                </a:lnTo>
                <a:lnTo>
                  <a:pt x="6911708" y="854532"/>
                </a:lnTo>
                <a:lnTo>
                  <a:pt x="6909079" y="854532"/>
                </a:lnTo>
                <a:lnTo>
                  <a:pt x="6907949" y="855002"/>
                </a:lnTo>
                <a:lnTo>
                  <a:pt x="6906095" y="856856"/>
                </a:lnTo>
                <a:lnTo>
                  <a:pt x="6905625" y="857986"/>
                </a:lnTo>
                <a:lnTo>
                  <a:pt x="6905625" y="860615"/>
                </a:lnTo>
                <a:lnTo>
                  <a:pt x="6906095" y="861733"/>
                </a:lnTo>
                <a:lnTo>
                  <a:pt x="6907949" y="863600"/>
                </a:lnTo>
                <a:lnTo>
                  <a:pt x="6909079" y="864057"/>
                </a:lnTo>
                <a:lnTo>
                  <a:pt x="6911708" y="864057"/>
                </a:lnTo>
                <a:lnTo>
                  <a:pt x="6912826" y="863600"/>
                </a:lnTo>
                <a:lnTo>
                  <a:pt x="6914693" y="861733"/>
                </a:lnTo>
                <a:lnTo>
                  <a:pt x="6915150" y="860615"/>
                </a:lnTo>
                <a:lnTo>
                  <a:pt x="6915150" y="857986"/>
                </a:lnTo>
                <a:close/>
              </a:path>
              <a:path w="9867900" h="3000375">
                <a:moveTo>
                  <a:pt x="6915150" y="430720"/>
                </a:moveTo>
                <a:lnTo>
                  <a:pt x="6914693" y="429590"/>
                </a:lnTo>
                <a:lnTo>
                  <a:pt x="6912826" y="427736"/>
                </a:lnTo>
                <a:lnTo>
                  <a:pt x="6911708" y="427266"/>
                </a:lnTo>
                <a:lnTo>
                  <a:pt x="6909079" y="427266"/>
                </a:lnTo>
                <a:lnTo>
                  <a:pt x="6907949" y="427736"/>
                </a:lnTo>
                <a:lnTo>
                  <a:pt x="6906095" y="429590"/>
                </a:lnTo>
                <a:lnTo>
                  <a:pt x="6905625" y="430720"/>
                </a:lnTo>
                <a:lnTo>
                  <a:pt x="6905625" y="433349"/>
                </a:lnTo>
                <a:lnTo>
                  <a:pt x="6906095" y="434467"/>
                </a:lnTo>
                <a:lnTo>
                  <a:pt x="6907949" y="436333"/>
                </a:lnTo>
                <a:lnTo>
                  <a:pt x="6909079" y="436791"/>
                </a:lnTo>
                <a:lnTo>
                  <a:pt x="6911708" y="436791"/>
                </a:lnTo>
                <a:lnTo>
                  <a:pt x="6912826" y="436333"/>
                </a:lnTo>
                <a:lnTo>
                  <a:pt x="6914693" y="434467"/>
                </a:lnTo>
                <a:lnTo>
                  <a:pt x="6915150" y="433349"/>
                </a:lnTo>
                <a:lnTo>
                  <a:pt x="6915150" y="430720"/>
                </a:lnTo>
                <a:close/>
              </a:path>
              <a:path w="9867900" h="3000375">
                <a:moveTo>
                  <a:pt x="6915150" y="3454"/>
                </a:moveTo>
                <a:lnTo>
                  <a:pt x="6914693" y="2336"/>
                </a:lnTo>
                <a:lnTo>
                  <a:pt x="6912826" y="469"/>
                </a:lnTo>
                <a:lnTo>
                  <a:pt x="6911708" y="0"/>
                </a:lnTo>
                <a:lnTo>
                  <a:pt x="6909079" y="0"/>
                </a:lnTo>
                <a:lnTo>
                  <a:pt x="6907949" y="469"/>
                </a:lnTo>
                <a:lnTo>
                  <a:pt x="6906095" y="2336"/>
                </a:lnTo>
                <a:lnTo>
                  <a:pt x="6905625" y="3454"/>
                </a:lnTo>
                <a:lnTo>
                  <a:pt x="6905625" y="6083"/>
                </a:lnTo>
                <a:lnTo>
                  <a:pt x="6906095" y="7200"/>
                </a:lnTo>
                <a:lnTo>
                  <a:pt x="6907949" y="9067"/>
                </a:lnTo>
                <a:lnTo>
                  <a:pt x="6909079" y="9525"/>
                </a:lnTo>
                <a:lnTo>
                  <a:pt x="6911708" y="9525"/>
                </a:lnTo>
                <a:lnTo>
                  <a:pt x="6912826" y="9067"/>
                </a:lnTo>
                <a:lnTo>
                  <a:pt x="6914693" y="7200"/>
                </a:lnTo>
                <a:lnTo>
                  <a:pt x="6915150" y="6083"/>
                </a:lnTo>
                <a:lnTo>
                  <a:pt x="6915150" y="3454"/>
                </a:lnTo>
                <a:close/>
              </a:path>
              <a:path w="9867900" h="3000375">
                <a:moveTo>
                  <a:pt x="6962775" y="2994304"/>
                </a:moveTo>
                <a:lnTo>
                  <a:pt x="6962318" y="2993186"/>
                </a:lnTo>
                <a:lnTo>
                  <a:pt x="6960451" y="2991320"/>
                </a:lnTo>
                <a:lnTo>
                  <a:pt x="6959333" y="2990850"/>
                </a:lnTo>
                <a:lnTo>
                  <a:pt x="6956704" y="2990850"/>
                </a:lnTo>
                <a:lnTo>
                  <a:pt x="6955587" y="2991320"/>
                </a:lnTo>
                <a:lnTo>
                  <a:pt x="6953720" y="2993186"/>
                </a:lnTo>
                <a:lnTo>
                  <a:pt x="6953250" y="2994304"/>
                </a:lnTo>
                <a:lnTo>
                  <a:pt x="6953250" y="2996933"/>
                </a:lnTo>
                <a:lnTo>
                  <a:pt x="6953720" y="2998051"/>
                </a:lnTo>
                <a:lnTo>
                  <a:pt x="6955587" y="2999917"/>
                </a:lnTo>
                <a:lnTo>
                  <a:pt x="6956704" y="3000375"/>
                </a:lnTo>
                <a:lnTo>
                  <a:pt x="6959333" y="3000375"/>
                </a:lnTo>
                <a:lnTo>
                  <a:pt x="6960451" y="2999917"/>
                </a:lnTo>
                <a:lnTo>
                  <a:pt x="6962318" y="2998051"/>
                </a:lnTo>
                <a:lnTo>
                  <a:pt x="6962775" y="2996933"/>
                </a:lnTo>
                <a:lnTo>
                  <a:pt x="6962775" y="2994304"/>
                </a:lnTo>
                <a:close/>
              </a:path>
              <a:path w="9867900" h="3000375">
                <a:moveTo>
                  <a:pt x="6962775" y="2567038"/>
                </a:moveTo>
                <a:lnTo>
                  <a:pt x="6962318" y="2565920"/>
                </a:lnTo>
                <a:lnTo>
                  <a:pt x="6960451" y="2564053"/>
                </a:lnTo>
                <a:lnTo>
                  <a:pt x="6959333" y="2563596"/>
                </a:lnTo>
                <a:lnTo>
                  <a:pt x="6956704" y="2563596"/>
                </a:lnTo>
                <a:lnTo>
                  <a:pt x="6955587" y="2564053"/>
                </a:lnTo>
                <a:lnTo>
                  <a:pt x="6953720" y="2565920"/>
                </a:lnTo>
                <a:lnTo>
                  <a:pt x="6953250" y="2567038"/>
                </a:lnTo>
                <a:lnTo>
                  <a:pt x="6953250" y="2569667"/>
                </a:lnTo>
                <a:lnTo>
                  <a:pt x="6953720" y="2570797"/>
                </a:lnTo>
                <a:lnTo>
                  <a:pt x="6955587" y="2572651"/>
                </a:lnTo>
                <a:lnTo>
                  <a:pt x="6956704" y="2573121"/>
                </a:lnTo>
                <a:lnTo>
                  <a:pt x="6959333" y="2573121"/>
                </a:lnTo>
                <a:lnTo>
                  <a:pt x="6960451" y="2572651"/>
                </a:lnTo>
                <a:lnTo>
                  <a:pt x="6962318" y="2570797"/>
                </a:lnTo>
                <a:lnTo>
                  <a:pt x="6962775" y="2569667"/>
                </a:lnTo>
                <a:lnTo>
                  <a:pt x="6962775" y="2567038"/>
                </a:lnTo>
                <a:close/>
              </a:path>
              <a:path w="9867900" h="3000375">
                <a:moveTo>
                  <a:pt x="6962775" y="2139772"/>
                </a:moveTo>
                <a:lnTo>
                  <a:pt x="6962318" y="2138654"/>
                </a:lnTo>
                <a:lnTo>
                  <a:pt x="6960451" y="2136787"/>
                </a:lnTo>
                <a:lnTo>
                  <a:pt x="6959333" y="2136330"/>
                </a:lnTo>
                <a:lnTo>
                  <a:pt x="6956704" y="2136330"/>
                </a:lnTo>
                <a:lnTo>
                  <a:pt x="6955587" y="2136787"/>
                </a:lnTo>
                <a:lnTo>
                  <a:pt x="6953720" y="2138654"/>
                </a:lnTo>
                <a:lnTo>
                  <a:pt x="6953250" y="2139772"/>
                </a:lnTo>
                <a:lnTo>
                  <a:pt x="6953250" y="2142401"/>
                </a:lnTo>
                <a:lnTo>
                  <a:pt x="6953720" y="2143531"/>
                </a:lnTo>
                <a:lnTo>
                  <a:pt x="6955587" y="2145385"/>
                </a:lnTo>
                <a:lnTo>
                  <a:pt x="6956704" y="2145855"/>
                </a:lnTo>
                <a:lnTo>
                  <a:pt x="6959333" y="2145855"/>
                </a:lnTo>
                <a:lnTo>
                  <a:pt x="6960451" y="2145385"/>
                </a:lnTo>
                <a:lnTo>
                  <a:pt x="6962318" y="2143531"/>
                </a:lnTo>
                <a:lnTo>
                  <a:pt x="6962775" y="2142401"/>
                </a:lnTo>
                <a:lnTo>
                  <a:pt x="6962775" y="2139772"/>
                </a:lnTo>
                <a:close/>
              </a:path>
              <a:path w="9867900" h="3000375">
                <a:moveTo>
                  <a:pt x="6962775" y="1712506"/>
                </a:moveTo>
                <a:lnTo>
                  <a:pt x="6962318" y="1711388"/>
                </a:lnTo>
                <a:lnTo>
                  <a:pt x="6960451" y="1709534"/>
                </a:lnTo>
                <a:lnTo>
                  <a:pt x="6959333" y="1709064"/>
                </a:lnTo>
                <a:lnTo>
                  <a:pt x="6956704" y="1709064"/>
                </a:lnTo>
                <a:lnTo>
                  <a:pt x="6955587" y="1709534"/>
                </a:lnTo>
                <a:lnTo>
                  <a:pt x="6953720" y="1711388"/>
                </a:lnTo>
                <a:lnTo>
                  <a:pt x="6953250" y="1712506"/>
                </a:lnTo>
                <a:lnTo>
                  <a:pt x="6953250" y="1715135"/>
                </a:lnTo>
                <a:lnTo>
                  <a:pt x="6953720" y="1716265"/>
                </a:lnTo>
                <a:lnTo>
                  <a:pt x="6955587" y="1718119"/>
                </a:lnTo>
                <a:lnTo>
                  <a:pt x="6956704" y="1718589"/>
                </a:lnTo>
                <a:lnTo>
                  <a:pt x="6959333" y="1718589"/>
                </a:lnTo>
                <a:lnTo>
                  <a:pt x="6960451" y="1718119"/>
                </a:lnTo>
                <a:lnTo>
                  <a:pt x="6962318" y="1716265"/>
                </a:lnTo>
                <a:lnTo>
                  <a:pt x="6962775" y="1715135"/>
                </a:lnTo>
                <a:lnTo>
                  <a:pt x="6962775" y="1712506"/>
                </a:lnTo>
                <a:close/>
              </a:path>
              <a:path w="9867900" h="3000375">
                <a:moveTo>
                  <a:pt x="6962775" y="1285252"/>
                </a:moveTo>
                <a:lnTo>
                  <a:pt x="6962318" y="1284122"/>
                </a:lnTo>
                <a:lnTo>
                  <a:pt x="6960451" y="1282268"/>
                </a:lnTo>
                <a:lnTo>
                  <a:pt x="6959333" y="1281798"/>
                </a:lnTo>
                <a:lnTo>
                  <a:pt x="6956704" y="1281798"/>
                </a:lnTo>
                <a:lnTo>
                  <a:pt x="6955587" y="1282268"/>
                </a:lnTo>
                <a:lnTo>
                  <a:pt x="6953720" y="1284122"/>
                </a:lnTo>
                <a:lnTo>
                  <a:pt x="6953250" y="1285252"/>
                </a:lnTo>
                <a:lnTo>
                  <a:pt x="6953250" y="1287881"/>
                </a:lnTo>
                <a:lnTo>
                  <a:pt x="6953720" y="1288999"/>
                </a:lnTo>
                <a:lnTo>
                  <a:pt x="6955587" y="1290853"/>
                </a:lnTo>
                <a:lnTo>
                  <a:pt x="6956704" y="1291323"/>
                </a:lnTo>
                <a:lnTo>
                  <a:pt x="6959333" y="1291323"/>
                </a:lnTo>
                <a:lnTo>
                  <a:pt x="6960451" y="1290853"/>
                </a:lnTo>
                <a:lnTo>
                  <a:pt x="6962318" y="1288999"/>
                </a:lnTo>
                <a:lnTo>
                  <a:pt x="6962775" y="1287881"/>
                </a:lnTo>
                <a:lnTo>
                  <a:pt x="6962775" y="1285252"/>
                </a:lnTo>
                <a:close/>
              </a:path>
              <a:path w="9867900" h="3000375">
                <a:moveTo>
                  <a:pt x="6962775" y="857986"/>
                </a:moveTo>
                <a:lnTo>
                  <a:pt x="6962318" y="856856"/>
                </a:lnTo>
                <a:lnTo>
                  <a:pt x="6960451" y="855002"/>
                </a:lnTo>
                <a:lnTo>
                  <a:pt x="6959333" y="854532"/>
                </a:lnTo>
                <a:lnTo>
                  <a:pt x="6956704" y="854532"/>
                </a:lnTo>
                <a:lnTo>
                  <a:pt x="6955587" y="855002"/>
                </a:lnTo>
                <a:lnTo>
                  <a:pt x="6953720" y="856856"/>
                </a:lnTo>
                <a:lnTo>
                  <a:pt x="6953250" y="857986"/>
                </a:lnTo>
                <a:lnTo>
                  <a:pt x="6953250" y="860615"/>
                </a:lnTo>
                <a:lnTo>
                  <a:pt x="6953720" y="861733"/>
                </a:lnTo>
                <a:lnTo>
                  <a:pt x="6955587" y="863600"/>
                </a:lnTo>
                <a:lnTo>
                  <a:pt x="6956704" y="864057"/>
                </a:lnTo>
                <a:lnTo>
                  <a:pt x="6959333" y="864057"/>
                </a:lnTo>
                <a:lnTo>
                  <a:pt x="6960451" y="863600"/>
                </a:lnTo>
                <a:lnTo>
                  <a:pt x="6962318" y="861733"/>
                </a:lnTo>
                <a:lnTo>
                  <a:pt x="6962775" y="860615"/>
                </a:lnTo>
                <a:lnTo>
                  <a:pt x="6962775" y="857986"/>
                </a:lnTo>
                <a:close/>
              </a:path>
              <a:path w="9867900" h="3000375">
                <a:moveTo>
                  <a:pt x="6962775" y="430720"/>
                </a:moveTo>
                <a:lnTo>
                  <a:pt x="6962318" y="429590"/>
                </a:lnTo>
                <a:lnTo>
                  <a:pt x="6960451" y="427736"/>
                </a:lnTo>
                <a:lnTo>
                  <a:pt x="6959333" y="427266"/>
                </a:lnTo>
                <a:lnTo>
                  <a:pt x="6956704" y="427266"/>
                </a:lnTo>
                <a:lnTo>
                  <a:pt x="6955587" y="427736"/>
                </a:lnTo>
                <a:lnTo>
                  <a:pt x="6953720" y="429590"/>
                </a:lnTo>
                <a:lnTo>
                  <a:pt x="6953250" y="430720"/>
                </a:lnTo>
                <a:lnTo>
                  <a:pt x="6953250" y="433349"/>
                </a:lnTo>
                <a:lnTo>
                  <a:pt x="6953720" y="434467"/>
                </a:lnTo>
                <a:lnTo>
                  <a:pt x="6955587" y="436333"/>
                </a:lnTo>
                <a:lnTo>
                  <a:pt x="6956704" y="436791"/>
                </a:lnTo>
                <a:lnTo>
                  <a:pt x="6959333" y="436791"/>
                </a:lnTo>
                <a:lnTo>
                  <a:pt x="6960451" y="436333"/>
                </a:lnTo>
                <a:lnTo>
                  <a:pt x="6962318" y="434467"/>
                </a:lnTo>
                <a:lnTo>
                  <a:pt x="6962775" y="433349"/>
                </a:lnTo>
                <a:lnTo>
                  <a:pt x="6962775" y="430720"/>
                </a:lnTo>
                <a:close/>
              </a:path>
              <a:path w="9867900" h="3000375">
                <a:moveTo>
                  <a:pt x="6962775" y="3454"/>
                </a:moveTo>
                <a:lnTo>
                  <a:pt x="6962318" y="2336"/>
                </a:lnTo>
                <a:lnTo>
                  <a:pt x="6960451" y="469"/>
                </a:lnTo>
                <a:lnTo>
                  <a:pt x="6959333" y="0"/>
                </a:lnTo>
                <a:lnTo>
                  <a:pt x="6956704" y="0"/>
                </a:lnTo>
                <a:lnTo>
                  <a:pt x="6955587" y="469"/>
                </a:lnTo>
                <a:lnTo>
                  <a:pt x="6953720" y="2336"/>
                </a:lnTo>
                <a:lnTo>
                  <a:pt x="6953250" y="3454"/>
                </a:lnTo>
                <a:lnTo>
                  <a:pt x="6953250" y="6083"/>
                </a:lnTo>
                <a:lnTo>
                  <a:pt x="6953720" y="7200"/>
                </a:lnTo>
                <a:lnTo>
                  <a:pt x="6955587" y="9067"/>
                </a:lnTo>
                <a:lnTo>
                  <a:pt x="6956704" y="9525"/>
                </a:lnTo>
                <a:lnTo>
                  <a:pt x="6959333" y="9525"/>
                </a:lnTo>
                <a:lnTo>
                  <a:pt x="6960451" y="9067"/>
                </a:lnTo>
                <a:lnTo>
                  <a:pt x="6962318" y="7200"/>
                </a:lnTo>
                <a:lnTo>
                  <a:pt x="6962775" y="6083"/>
                </a:lnTo>
                <a:lnTo>
                  <a:pt x="6962775" y="3454"/>
                </a:lnTo>
                <a:close/>
              </a:path>
              <a:path w="9867900" h="3000375">
                <a:moveTo>
                  <a:pt x="7010400" y="2994304"/>
                </a:moveTo>
                <a:lnTo>
                  <a:pt x="7009943" y="2993186"/>
                </a:lnTo>
                <a:lnTo>
                  <a:pt x="7008076" y="2991320"/>
                </a:lnTo>
                <a:lnTo>
                  <a:pt x="7006958" y="2990850"/>
                </a:lnTo>
                <a:lnTo>
                  <a:pt x="7004329" y="2990850"/>
                </a:lnTo>
                <a:lnTo>
                  <a:pt x="7003199" y="2991320"/>
                </a:lnTo>
                <a:lnTo>
                  <a:pt x="7001345" y="2993186"/>
                </a:lnTo>
                <a:lnTo>
                  <a:pt x="7000875" y="2994304"/>
                </a:lnTo>
                <a:lnTo>
                  <a:pt x="7000875" y="2996933"/>
                </a:lnTo>
                <a:lnTo>
                  <a:pt x="7001345" y="2998051"/>
                </a:lnTo>
                <a:lnTo>
                  <a:pt x="7003199" y="2999917"/>
                </a:lnTo>
                <a:lnTo>
                  <a:pt x="7004329" y="3000375"/>
                </a:lnTo>
                <a:lnTo>
                  <a:pt x="7006958" y="3000375"/>
                </a:lnTo>
                <a:lnTo>
                  <a:pt x="7008076" y="2999917"/>
                </a:lnTo>
                <a:lnTo>
                  <a:pt x="7009943" y="2998051"/>
                </a:lnTo>
                <a:lnTo>
                  <a:pt x="7010400" y="2996933"/>
                </a:lnTo>
                <a:lnTo>
                  <a:pt x="7010400" y="2994304"/>
                </a:lnTo>
                <a:close/>
              </a:path>
              <a:path w="9867900" h="3000375">
                <a:moveTo>
                  <a:pt x="7010400" y="2567038"/>
                </a:moveTo>
                <a:lnTo>
                  <a:pt x="7009943" y="2565920"/>
                </a:lnTo>
                <a:lnTo>
                  <a:pt x="7008076" y="2564053"/>
                </a:lnTo>
                <a:lnTo>
                  <a:pt x="7006958" y="2563596"/>
                </a:lnTo>
                <a:lnTo>
                  <a:pt x="7004329" y="2563596"/>
                </a:lnTo>
                <a:lnTo>
                  <a:pt x="7003199" y="2564053"/>
                </a:lnTo>
                <a:lnTo>
                  <a:pt x="7001345" y="2565920"/>
                </a:lnTo>
                <a:lnTo>
                  <a:pt x="7000875" y="2567038"/>
                </a:lnTo>
                <a:lnTo>
                  <a:pt x="7000875" y="2569667"/>
                </a:lnTo>
                <a:lnTo>
                  <a:pt x="7001345" y="2570797"/>
                </a:lnTo>
                <a:lnTo>
                  <a:pt x="7003199" y="2572651"/>
                </a:lnTo>
                <a:lnTo>
                  <a:pt x="7004329" y="2573121"/>
                </a:lnTo>
                <a:lnTo>
                  <a:pt x="7006958" y="2573121"/>
                </a:lnTo>
                <a:lnTo>
                  <a:pt x="7008076" y="2572651"/>
                </a:lnTo>
                <a:lnTo>
                  <a:pt x="7009943" y="2570797"/>
                </a:lnTo>
                <a:lnTo>
                  <a:pt x="7010400" y="2569667"/>
                </a:lnTo>
                <a:lnTo>
                  <a:pt x="7010400" y="2567038"/>
                </a:lnTo>
                <a:close/>
              </a:path>
              <a:path w="9867900" h="3000375">
                <a:moveTo>
                  <a:pt x="7010400" y="2139772"/>
                </a:moveTo>
                <a:lnTo>
                  <a:pt x="7009943" y="2138654"/>
                </a:lnTo>
                <a:lnTo>
                  <a:pt x="7008076" y="2136787"/>
                </a:lnTo>
                <a:lnTo>
                  <a:pt x="7006958" y="2136330"/>
                </a:lnTo>
                <a:lnTo>
                  <a:pt x="7004329" y="2136330"/>
                </a:lnTo>
                <a:lnTo>
                  <a:pt x="7003199" y="2136787"/>
                </a:lnTo>
                <a:lnTo>
                  <a:pt x="7001345" y="2138654"/>
                </a:lnTo>
                <a:lnTo>
                  <a:pt x="7000875" y="2139772"/>
                </a:lnTo>
                <a:lnTo>
                  <a:pt x="7000875" y="2142401"/>
                </a:lnTo>
                <a:lnTo>
                  <a:pt x="7001345" y="2143531"/>
                </a:lnTo>
                <a:lnTo>
                  <a:pt x="7003199" y="2145385"/>
                </a:lnTo>
                <a:lnTo>
                  <a:pt x="7004329" y="2145855"/>
                </a:lnTo>
                <a:lnTo>
                  <a:pt x="7006958" y="2145855"/>
                </a:lnTo>
                <a:lnTo>
                  <a:pt x="7008076" y="2145385"/>
                </a:lnTo>
                <a:lnTo>
                  <a:pt x="7009943" y="2143531"/>
                </a:lnTo>
                <a:lnTo>
                  <a:pt x="7010400" y="2142401"/>
                </a:lnTo>
                <a:lnTo>
                  <a:pt x="7010400" y="2139772"/>
                </a:lnTo>
                <a:close/>
              </a:path>
              <a:path w="9867900" h="3000375">
                <a:moveTo>
                  <a:pt x="7010400" y="1712506"/>
                </a:moveTo>
                <a:lnTo>
                  <a:pt x="7009943" y="1711388"/>
                </a:lnTo>
                <a:lnTo>
                  <a:pt x="7008076" y="1709534"/>
                </a:lnTo>
                <a:lnTo>
                  <a:pt x="7006958" y="1709064"/>
                </a:lnTo>
                <a:lnTo>
                  <a:pt x="7004329" y="1709064"/>
                </a:lnTo>
                <a:lnTo>
                  <a:pt x="7003199" y="1709534"/>
                </a:lnTo>
                <a:lnTo>
                  <a:pt x="7001345" y="1711388"/>
                </a:lnTo>
                <a:lnTo>
                  <a:pt x="7000875" y="1712506"/>
                </a:lnTo>
                <a:lnTo>
                  <a:pt x="7000875" y="1715135"/>
                </a:lnTo>
                <a:lnTo>
                  <a:pt x="7001345" y="1716265"/>
                </a:lnTo>
                <a:lnTo>
                  <a:pt x="7003199" y="1718119"/>
                </a:lnTo>
                <a:lnTo>
                  <a:pt x="7004329" y="1718589"/>
                </a:lnTo>
                <a:lnTo>
                  <a:pt x="7006958" y="1718589"/>
                </a:lnTo>
                <a:lnTo>
                  <a:pt x="7008076" y="1718119"/>
                </a:lnTo>
                <a:lnTo>
                  <a:pt x="7009943" y="1716265"/>
                </a:lnTo>
                <a:lnTo>
                  <a:pt x="7010400" y="1715135"/>
                </a:lnTo>
                <a:lnTo>
                  <a:pt x="7010400" y="1712506"/>
                </a:lnTo>
                <a:close/>
              </a:path>
              <a:path w="9867900" h="3000375">
                <a:moveTo>
                  <a:pt x="7010400" y="1285252"/>
                </a:moveTo>
                <a:lnTo>
                  <a:pt x="7009943" y="1284122"/>
                </a:lnTo>
                <a:lnTo>
                  <a:pt x="7008076" y="1282268"/>
                </a:lnTo>
                <a:lnTo>
                  <a:pt x="7006958" y="1281798"/>
                </a:lnTo>
                <a:lnTo>
                  <a:pt x="7004329" y="1281798"/>
                </a:lnTo>
                <a:lnTo>
                  <a:pt x="7003199" y="1282268"/>
                </a:lnTo>
                <a:lnTo>
                  <a:pt x="7001345" y="1284122"/>
                </a:lnTo>
                <a:lnTo>
                  <a:pt x="7000875" y="1285252"/>
                </a:lnTo>
                <a:lnTo>
                  <a:pt x="7000875" y="1287881"/>
                </a:lnTo>
                <a:lnTo>
                  <a:pt x="7001345" y="1288999"/>
                </a:lnTo>
                <a:lnTo>
                  <a:pt x="7003199" y="1290853"/>
                </a:lnTo>
                <a:lnTo>
                  <a:pt x="7004329" y="1291323"/>
                </a:lnTo>
                <a:lnTo>
                  <a:pt x="7006958" y="1291323"/>
                </a:lnTo>
                <a:lnTo>
                  <a:pt x="7008076" y="1290853"/>
                </a:lnTo>
                <a:lnTo>
                  <a:pt x="7009943" y="1288999"/>
                </a:lnTo>
                <a:lnTo>
                  <a:pt x="7010400" y="1287881"/>
                </a:lnTo>
                <a:lnTo>
                  <a:pt x="7010400" y="1285252"/>
                </a:lnTo>
                <a:close/>
              </a:path>
              <a:path w="9867900" h="3000375">
                <a:moveTo>
                  <a:pt x="7010400" y="857986"/>
                </a:moveTo>
                <a:lnTo>
                  <a:pt x="7009943" y="856856"/>
                </a:lnTo>
                <a:lnTo>
                  <a:pt x="7008076" y="855002"/>
                </a:lnTo>
                <a:lnTo>
                  <a:pt x="7006958" y="854532"/>
                </a:lnTo>
                <a:lnTo>
                  <a:pt x="7004329" y="854532"/>
                </a:lnTo>
                <a:lnTo>
                  <a:pt x="7003199" y="855002"/>
                </a:lnTo>
                <a:lnTo>
                  <a:pt x="7001345" y="856856"/>
                </a:lnTo>
                <a:lnTo>
                  <a:pt x="7000875" y="857986"/>
                </a:lnTo>
                <a:lnTo>
                  <a:pt x="7000875" y="860615"/>
                </a:lnTo>
                <a:lnTo>
                  <a:pt x="7001345" y="861733"/>
                </a:lnTo>
                <a:lnTo>
                  <a:pt x="7003199" y="863600"/>
                </a:lnTo>
                <a:lnTo>
                  <a:pt x="7004329" y="864057"/>
                </a:lnTo>
                <a:lnTo>
                  <a:pt x="7006958" y="864057"/>
                </a:lnTo>
                <a:lnTo>
                  <a:pt x="7008076" y="863600"/>
                </a:lnTo>
                <a:lnTo>
                  <a:pt x="7009943" y="861733"/>
                </a:lnTo>
                <a:lnTo>
                  <a:pt x="7010400" y="860615"/>
                </a:lnTo>
                <a:lnTo>
                  <a:pt x="7010400" y="857986"/>
                </a:lnTo>
                <a:close/>
              </a:path>
              <a:path w="9867900" h="3000375">
                <a:moveTo>
                  <a:pt x="7010400" y="430720"/>
                </a:moveTo>
                <a:lnTo>
                  <a:pt x="7009943" y="429590"/>
                </a:lnTo>
                <a:lnTo>
                  <a:pt x="7008076" y="427736"/>
                </a:lnTo>
                <a:lnTo>
                  <a:pt x="7006958" y="427266"/>
                </a:lnTo>
                <a:lnTo>
                  <a:pt x="7004329" y="427266"/>
                </a:lnTo>
                <a:lnTo>
                  <a:pt x="7003199" y="427736"/>
                </a:lnTo>
                <a:lnTo>
                  <a:pt x="7001345" y="429590"/>
                </a:lnTo>
                <a:lnTo>
                  <a:pt x="7000875" y="430720"/>
                </a:lnTo>
                <a:lnTo>
                  <a:pt x="7000875" y="433349"/>
                </a:lnTo>
                <a:lnTo>
                  <a:pt x="7001345" y="434467"/>
                </a:lnTo>
                <a:lnTo>
                  <a:pt x="7003199" y="436333"/>
                </a:lnTo>
                <a:lnTo>
                  <a:pt x="7004329" y="436791"/>
                </a:lnTo>
                <a:lnTo>
                  <a:pt x="7006958" y="436791"/>
                </a:lnTo>
                <a:lnTo>
                  <a:pt x="7008076" y="436333"/>
                </a:lnTo>
                <a:lnTo>
                  <a:pt x="7009943" y="434467"/>
                </a:lnTo>
                <a:lnTo>
                  <a:pt x="7010400" y="433349"/>
                </a:lnTo>
                <a:lnTo>
                  <a:pt x="7010400" y="430720"/>
                </a:lnTo>
                <a:close/>
              </a:path>
              <a:path w="9867900" h="3000375">
                <a:moveTo>
                  <a:pt x="7010400" y="3454"/>
                </a:moveTo>
                <a:lnTo>
                  <a:pt x="7009943" y="2336"/>
                </a:lnTo>
                <a:lnTo>
                  <a:pt x="7008076" y="469"/>
                </a:lnTo>
                <a:lnTo>
                  <a:pt x="7006958" y="0"/>
                </a:lnTo>
                <a:lnTo>
                  <a:pt x="7004329" y="0"/>
                </a:lnTo>
                <a:lnTo>
                  <a:pt x="7003199" y="469"/>
                </a:lnTo>
                <a:lnTo>
                  <a:pt x="7001345" y="2336"/>
                </a:lnTo>
                <a:lnTo>
                  <a:pt x="7000875" y="3454"/>
                </a:lnTo>
                <a:lnTo>
                  <a:pt x="7000875" y="6083"/>
                </a:lnTo>
                <a:lnTo>
                  <a:pt x="7001345" y="7200"/>
                </a:lnTo>
                <a:lnTo>
                  <a:pt x="7003199" y="9067"/>
                </a:lnTo>
                <a:lnTo>
                  <a:pt x="7004329" y="9525"/>
                </a:lnTo>
                <a:lnTo>
                  <a:pt x="7006958" y="9525"/>
                </a:lnTo>
                <a:lnTo>
                  <a:pt x="7008076" y="9067"/>
                </a:lnTo>
                <a:lnTo>
                  <a:pt x="7009943" y="7200"/>
                </a:lnTo>
                <a:lnTo>
                  <a:pt x="7010400" y="6083"/>
                </a:lnTo>
                <a:lnTo>
                  <a:pt x="7010400" y="3454"/>
                </a:lnTo>
                <a:close/>
              </a:path>
              <a:path w="9867900" h="3000375">
                <a:moveTo>
                  <a:pt x="7058025" y="2994304"/>
                </a:moveTo>
                <a:lnTo>
                  <a:pt x="7057568" y="2993186"/>
                </a:lnTo>
                <a:lnTo>
                  <a:pt x="7055701" y="2991320"/>
                </a:lnTo>
                <a:lnTo>
                  <a:pt x="7054583" y="2990850"/>
                </a:lnTo>
                <a:lnTo>
                  <a:pt x="7051954" y="2990850"/>
                </a:lnTo>
                <a:lnTo>
                  <a:pt x="7050837" y="2991320"/>
                </a:lnTo>
                <a:lnTo>
                  <a:pt x="7048970" y="2993186"/>
                </a:lnTo>
                <a:lnTo>
                  <a:pt x="7048500" y="2994304"/>
                </a:lnTo>
                <a:lnTo>
                  <a:pt x="7048500" y="2996933"/>
                </a:lnTo>
                <a:lnTo>
                  <a:pt x="7048970" y="2998051"/>
                </a:lnTo>
                <a:lnTo>
                  <a:pt x="7050837" y="2999917"/>
                </a:lnTo>
                <a:lnTo>
                  <a:pt x="7051954" y="3000375"/>
                </a:lnTo>
                <a:lnTo>
                  <a:pt x="7054583" y="3000375"/>
                </a:lnTo>
                <a:lnTo>
                  <a:pt x="7055701" y="2999917"/>
                </a:lnTo>
                <a:lnTo>
                  <a:pt x="7057568" y="2998051"/>
                </a:lnTo>
                <a:lnTo>
                  <a:pt x="7058025" y="2996933"/>
                </a:lnTo>
                <a:lnTo>
                  <a:pt x="7058025" y="2994304"/>
                </a:lnTo>
                <a:close/>
              </a:path>
              <a:path w="9867900" h="3000375">
                <a:moveTo>
                  <a:pt x="7058025" y="2567038"/>
                </a:moveTo>
                <a:lnTo>
                  <a:pt x="7057568" y="2565920"/>
                </a:lnTo>
                <a:lnTo>
                  <a:pt x="7055701" y="2564053"/>
                </a:lnTo>
                <a:lnTo>
                  <a:pt x="7054583" y="2563596"/>
                </a:lnTo>
                <a:lnTo>
                  <a:pt x="7051954" y="2563596"/>
                </a:lnTo>
                <a:lnTo>
                  <a:pt x="7050837" y="2564053"/>
                </a:lnTo>
                <a:lnTo>
                  <a:pt x="7048970" y="2565920"/>
                </a:lnTo>
                <a:lnTo>
                  <a:pt x="7048500" y="2567038"/>
                </a:lnTo>
                <a:lnTo>
                  <a:pt x="7048500" y="2569667"/>
                </a:lnTo>
                <a:lnTo>
                  <a:pt x="7048970" y="2570797"/>
                </a:lnTo>
                <a:lnTo>
                  <a:pt x="7050837" y="2572651"/>
                </a:lnTo>
                <a:lnTo>
                  <a:pt x="7051954" y="2573121"/>
                </a:lnTo>
                <a:lnTo>
                  <a:pt x="7054583" y="2573121"/>
                </a:lnTo>
                <a:lnTo>
                  <a:pt x="7055701" y="2572651"/>
                </a:lnTo>
                <a:lnTo>
                  <a:pt x="7057568" y="2570797"/>
                </a:lnTo>
                <a:lnTo>
                  <a:pt x="7058025" y="2569667"/>
                </a:lnTo>
                <a:lnTo>
                  <a:pt x="7058025" y="2567038"/>
                </a:lnTo>
                <a:close/>
              </a:path>
              <a:path w="9867900" h="3000375">
                <a:moveTo>
                  <a:pt x="7058025" y="2139772"/>
                </a:moveTo>
                <a:lnTo>
                  <a:pt x="7057568" y="2138654"/>
                </a:lnTo>
                <a:lnTo>
                  <a:pt x="7055701" y="2136787"/>
                </a:lnTo>
                <a:lnTo>
                  <a:pt x="7054583" y="2136330"/>
                </a:lnTo>
                <a:lnTo>
                  <a:pt x="7051954" y="2136330"/>
                </a:lnTo>
                <a:lnTo>
                  <a:pt x="7050837" y="2136787"/>
                </a:lnTo>
                <a:lnTo>
                  <a:pt x="7048970" y="2138654"/>
                </a:lnTo>
                <a:lnTo>
                  <a:pt x="7048500" y="2139772"/>
                </a:lnTo>
                <a:lnTo>
                  <a:pt x="7048500" y="2142401"/>
                </a:lnTo>
                <a:lnTo>
                  <a:pt x="7048970" y="2143531"/>
                </a:lnTo>
                <a:lnTo>
                  <a:pt x="7050837" y="2145385"/>
                </a:lnTo>
                <a:lnTo>
                  <a:pt x="7051954" y="2145855"/>
                </a:lnTo>
                <a:lnTo>
                  <a:pt x="7054583" y="2145855"/>
                </a:lnTo>
                <a:lnTo>
                  <a:pt x="7055701" y="2145385"/>
                </a:lnTo>
                <a:lnTo>
                  <a:pt x="7057568" y="2143531"/>
                </a:lnTo>
                <a:lnTo>
                  <a:pt x="7058025" y="2142401"/>
                </a:lnTo>
                <a:lnTo>
                  <a:pt x="7058025" y="2139772"/>
                </a:lnTo>
                <a:close/>
              </a:path>
              <a:path w="9867900" h="3000375">
                <a:moveTo>
                  <a:pt x="7058025" y="1712506"/>
                </a:moveTo>
                <a:lnTo>
                  <a:pt x="7057568" y="1711388"/>
                </a:lnTo>
                <a:lnTo>
                  <a:pt x="7055701" y="1709534"/>
                </a:lnTo>
                <a:lnTo>
                  <a:pt x="7054583" y="1709064"/>
                </a:lnTo>
                <a:lnTo>
                  <a:pt x="7051954" y="1709064"/>
                </a:lnTo>
                <a:lnTo>
                  <a:pt x="7050837" y="1709534"/>
                </a:lnTo>
                <a:lnTo>
                  <a:pt x="7048970" y="1711388"/>
                </a:lnTo>
                <a:lnTo>
                  <a:pt x="7048500" y="1712506"/>
                </a:lnTo>
                <a:lnTo>
                  <a:pt x="7048500" y="1715135"/>
                </a:lnTo>
                <a:lnTo>
                  <a:pt x="7048970" y="1716265"/>
                </a:lnTo>
                <a:lnTo>
                  <a:pt x="7050837" y="1718119"/>
                </a:lnTo>
                <a:lnTo>
                  <a:pt x="7051954" y="1718589"/>
                </a:lnTo>
                <a:lnTo>
                  <a:pt x="7054583" y="1718589"/>
                </a:lnTo>
                <a:lnTo>
                  <a:pt x="7055701" y="1718119"/>
                </a:lnTo>
                <a:lnTo>
                  <a:pt x="7057568" y="1716265"/>
                </a:lnTo>
                <a:lnTo>
                  <a:pt x="7058025" y="1715135"/>
                </a:lnTo>
                <a:lnTo>
                  <a:pt x="7058025" y="1712506"/>
                </a:lnTo>
                <a:close/>
              </a:path>
              <a:path w="9867900" h="3000375">
                <a:moveTo>
                  <a:pt x="7058025" y="1285252"/>
                </a:moveTo>
                <a:lnTo>
                  <a:pt x="7057568" y="1284122"/>
                </a:lnTo>
                <a:lnTo>
                  <a:pt x="7055701" y="1282268"/>
                </a:lnTo>
                <a:lnTo>
                  <a:pt x="7054583" y="1281798"/>
                </a:lnTo>
                <a:lnTo>
                  <a:pt x="7051954" y="1281798"/>
                </a:lnTo>
                <a:lnTo>
                  <a:pt x="7050837" y="1282268"/>
                </a:lnTo>
                <a:lnTo>
                  <a:pt x="7048970" y="1284122"/>
                </a:lnTo>
                <a:lnTo>
                  <a:pt x="7048500" y="1285252"/>
                </a:lnTo>
                <a:lnTo>
                  <a:pt x="7048500" y="1287881"/>
                </a:lnTo>
                <a:lnTo>
                  <a:pt x="7048970" y="1288999"/>
                </a:lnTo>
                <a:lnTo>
                  <a:pt x="7050837" y="1290853"/>
                </a:lnTo>
                <a:lnTo>
                  <a:pt x="7051954" y="1291323"/>
                </a:lnTo>
                <a:lnTo>
                  <a:pt x="7054583" y="1291323"/>
                </a:lnTo>
                <a:lnTo>
                  <a:pt x="7055701" y="1290853"/>
                </a:lnTo>
                <a:lnTo>
                  <a:pt x="7057568" y="1288999"/>
                </a:lnTo>
                <a:lnTo>
                  <a:pt x="7058025" y="1287881"/>
                </a:lnTo>
                <a:lnTo>
                  <a:pt x="7058025" y="1285252"/>
                </a:lnTo>
                <a:close/>
              </a:path>
              <a:path w="9867900" h="3000375">
                <a:moveTo>
                  <a:pt x="7058025" y="857986"/>
                </a:moveTo>
                <a:lnTo>
                  <a:pt x="7057568" y="856856"/>
                </a:lnTo>
                <a:lnTo>
                  <a:pt x="7055701" y="855002"/>
                </a:lnTo>
                <a:lnTo>
                  <a:pt x="7054583" y="854532"/>
                </a:lnTo>
                <a:lnTo>
                  <a:pt x="7051954" y="854532"/>
                </a:lnTo>
                <a:lnTo>
                  <a:pt x="7050837" y="855002"/>
                </a:lnTo>
                <a:lnTo>
                  <a:pt x="7048970" y="856856"/>
                </a:lnTo>
                <a:lnTo>
                  <a:pt x="7048500" y="857986"/>
                </a:lnTo>
                <a:lnTo>
                  <a:pt x="7048500" y="860615"/>
                </a:lnTo>
                <a:lnTo>
                  <a:pt x="7048970" y="861733"/>
                </a:lnTo>
                <a:lnTo>
                  <a:pt x="7050837" y="863600"/>
                </a:lnTo>
                <a:lnTo>
                  <a:pt x="7051954" y="864057"/>
                </a:lnTo>
                <a:lnTo>
                  <a:pt x="7054583" y="864057"/>
                </a:lnTo>
                <a:lnTo>
                  <a:pt x="7055701" y="863600"/>
                </a:lnTo>
                <a:lnTo>
                  <a:pt x="7057568" y="861733"/>
                </a:lnTo>
                <a:lnTo>
                  <a:pt x="7058025" y="860615"/>
                </a:lnTo>
                <a:lnTo>
                  <a:pt x="7058025" y="857986"/>
                </a:lnTo>
                <a:close/>
              </a:path>
              <a:path w="9867900" h="3000375">
                <a:moveTo>
                  <a:pt x="7058025" y="430720"/>
                </a:moveTo>
                <a:lnTo>
                  <a:pt x="7057568" y="429590"/>
                </a:lnTo>
                <a:lnTo>
                  <a:pt x="7055701" y="427736"/>
                </a:lnTo>
                <a:lnTo>
                  <a:pt x="7054583" y="427266"/>
                </a:lnTo>
                <a:lnTo>
                  <a:pt x="7051954" y="427266"/>
                </a:lnTo>
                <a:lnTo>
                  <a:pt x="7050837" y="427736"/>
                </a:lnTo>
                <a:lnTo>
                  <a:pt x="7048970" y="429590"/>
                </a:lnTo>
                <a:lnTo>
                  <a:pt x="7048500" y="430720"/>
                </a:lnTo>
                <a:lnTo>
                  <a:pt x="7048500" y="433349"/>
                </a:lnTo>
                <a:lnTo>
                  <a:pt x="7048970" y="434467"/>
                </a:lnTo>
                <a:lnTo>
                  <a:pt x="7050837" y="436333"/>
                </a:lnTo>
                <a:lnTo>
                  <a:pt x="7051954" y="436791"/>
                </a:lnTo>
                <a:lnTo>
                  <a:pt x="7054583" y="436791"/>
                </a:lnTo>
                <a:lnTo>
                  <a:pt x="7055701" y="436333"/>
                </a:lnTo>
                <a:lnTo>
                  <a:pt x="7057568" y="434467"/>
                </a:lnTo>
                <a:lnTo>
                  <a:pt x="7058025" y="433349"/>
                </a:lnTo>
                <a:lnTo>
                  <a:pt x="7058025" y="430720"/>
                </a:lnTo>
                <a:close/>
              </a:path>
              <a:path w="9867900" h="3000375">
                <a:moveTo>
                  <a:pt x="7058025" y="3454"/>
                </a:moveTo>
                <a:lnTo>
                  <a:pt x="7057568" y="2336"/>
                </a:lnTo>
                <a:lnTo>
                  <a:pt x="7055701" y="469"/>
                </a:lnTo>
                <a:lnTo>
                  <a:pt x="7054583" y="0"/>
                </a:lnTo>
                <a:lnTo>
                  <a:pt x="7051954" y="0"/>
                </a:lnTo>
                <a:lnTo>
                  <a:pt x="7050837" y="469"/>
                </a:lnTo>
                <a:lnTo>
                  <a:pt x="7048970" y="2336"/>
                </a:lnTo>
                <a:lnTo>
                  <a:pt x="7048500" y="3454"/>
                </a:lnTo>
                <a:lnTo>
                  <a:pt x="7048500" y="6083"/>
                </a:lnTo>
                <a:lnTo>
                  <a:pt x="7048970" y="7200"/>
                </a:lnTo>
                <a:lnTo>
                  <a:pt x="7050837" y="9067"/>
                </a:lnTo>
                <a:lnTo>
                  <a:pt x="7051954" y="9525"/>
                </a:lnTo>
                <a:lnTo>
                  <a:pt x="7054583" y="9525"/>
                </a:lnTo>
                <a:lnTo>
                  <a:pt x="7055701" y="9067"/>
                </a:lnTo>
                <a:lnTo>
                  <a:pt x="7057568" y="7200"/>
                </a:lnTo>
                <a:lnTo>
                  <a:pt x="7058025" y="6083"/>
                </a:lnTo>
                <a:lnTo>
                  <a:pt x="7058025" y="3454"/>
                </a:lnTo>
                <a:close/>
              </a:path>
              <a:path w="9867900" h="3000375">
                <a:moveTo>
                  <a:pt x="7105650" y="2994304"/>
                </a:moveTo>
                <a:lnTo>
                  <a:pt x="7105193" y="2993186"/>
                </a:lnTo>
                <a:lnTo>
                  <a:pt x="7103326" y="2991320"/>
                </a:lnTo>
                <a:lnTo>
                  <a:pt x="7102208" y="2990850"/>
                </a:lnTo>
                <a:lnTo>
                  <a:pt x="7099579" y="2990850"/>
                </a:lnTo>
                <a:lnTo>
                  <a:pt x="7098449" y="2991320"/>
                </a:lnTo>
                <a:lnTo>
                  <a:pt x="7096595" y="2993186"/>
                </a:lnTo>
                <a:lnTo>
                  <a:pt x="7096125" y="2994304"/>
                </a:lnTo>
                <a:lnTo>
                  <a:pt x="7096125" y="2996933"/>
                </a:lnTo>
                <a:lnTo>
                  <a:pt x="7096595" y="2998051"/>
                </a:lnTo>
                <a:lnTo>
                  <a:pt x="7098449" y="2999917"/>
                </a:lnTo>
                <a:lnTo>
                  <a:pt x="7099579" y="3000375"/>
                </a:lnTo>
                <a:lnTo>
                  <a:pt x="7102208" y="3000375"/>
                </a:lnTo>
                <a:lnTo>
                  <a:pt x="7103326" y="2999917"/>
                </a:lnTo>
                <a:lnTo>
                  <a:pt x="7105193" y="2998051"/>
                </a:lnTo>
                <a:lnTo>
                  <a:pt x="7105650" y="2996933"/>
                </a:lnTo>
                <a:lnTo>
                  <a:pt x="7105650" y="2994304"/>
                </a:lnTo>
                <a:close/>
              </a:path>
              <a:path w="9867900" h="3000375">
                <a:moveTo>
                  <a:pt x="7105650" y="2567038"/>
                </a:moveTo>
                <a:lnTo>
                  <a:pt x="7105193" y="2565920"/>
                </a:lnTo>
                <a:lnTo>
                  <a:pt x="7103326" y="2564053"/>
                </a:lnTo>
                <a:lnTo>
                  <a:pt x="7102208" y="2563596"/>
                </a:lnTo>
                <a:lnTo>
                  <a:pt x="7099579" y="2563596"/>
                </a:lnTo>
                <a:lnTo>
                  <a:pt x="7098449" y="2564053"/>
                </a:lnTo>
                <a:lnTo>
                  <a:pt x="7096595" y="2565920"/>
                </a:lnTo>
                <a:lnTo>
                  <a:pt x="7096125" y="2567038"/>
                </a:lnTo>
                <a:lnTo>
                  <a:pt x="7096125" y="2569667"/>
                </a:lnTo>
                <a:lnTo>
                  <a:pt x="7096595" y="2570797"/>
                </a:lnTo>
                <a:lnTo>
                  <a:pt x="7098449" y="2572651"/>
                </a:lnTo>
                <a:lnTo>
                  <a:pt x="7099579" y="2573121"/>
                </a:lnTo>
                <a:lnTo>
                  <a:pt x="7102208" y="2573121"/>
                </a:lnTo>
                <a:lnTo>
                  <a:pt x="7103326" y="2572651"/>
                </a:lnTo>
                <a:lnTo>
                  <a:pt x="7105193" y="2570797"/>
                </a:lnTo>
                <a:lnTo>
                  <a:pt x="7105650" y="2569667"/>
                </a:lnTo>
                <a:lnTo>
                  <a:pt x="7105650" y="2567038"/>
                </a:lnTo>
                <a:close/>
              </a:path>
              <a:path w="9867900" h="3000375">
                <a:moveTo>
                  <a:pt x="7105650" y="2139772"/>
                </a:moveTo>
                <a:lnTo>
                  <a:pt x="7105193" y="2138654"/>
                </a:lnTo>
                <a:lnTo>
                  <a:pt x="7103326" y="2136787"/>
                </a:lnTo>
                <a:lnTo>
                  <a:pt x="7102208" y="2136330"/>
                </a:lnTo>
                <a:lnTo>
                  <a:pt x="7099579" y="2136330"/>
                </a:lnTo>
                <a:lnTo>
                  <a:pt x="7098449" y="2136787"/>
                </a:lnTo>
                <a:lnTo>
                  <a:pt x="7096595" y="2138654"/>
                </a:lnTo>
                <a:lnTo>
                  <a:pt x="7096125" y="2139772"/>
                </a:lnTo>
                <a:lnTo>
                  <a:pt x="7096125" y="2142401"/>
                </a:lnTo>
                <a:lnTo>
                  <a:pt x="7096595" y="2143531"/>
                </a:lnTo>
                <a:lnTo>
                  <a:pt x="7098449" y="2145385"/>
                </a:lnTo>
                <a:lnTo>
                  <a:pt x="7099579" y="2145855"/>
                </a:lnTo>
                <a:lnTo>
                  <a:pt x="7102208" y="2145855"/>
                </a:lnTo>
                <a:lnTo>
                  <a:pt x="7103326" y="2145385"/>
                </a:lnTo>
                <a:lnTo>
                  <a:pt x="7105193" y="2143531"/>
                </a:lnTo>
                <a:lnTo>
                  <a:pt x="7105650" y="2142401"/>
                </a:lnTo>
                <a:lnTo>
                  <a:pt x="7105650" y="2139772"/>
                </a:lnTo>
                <a:close/>
              </a:path>
              <a:path w="9867900" h="3000375">
                <a:moveTo>
                  <a:pt x="7105650" y="1712506"/>
                </a:moveTo>
                <a:lnTo>
                  <a:pt x="7105193" y="1711388"/>
                </a:lnTo>
                <a:lnTo>
                  <a:pt x="7103326" y="1709534"/>
                </a:lnTo>
                <a:lnTo>
                  <a:pt x="7102208" y="1709064"/>
                </a:lnTo>
                <a:lnTo>
                  <a:pt x="7099579" y="1709064"/>
                </a:lnTo>
                <a:lnTo>
                  <a:pt x="7098449" y="1709534"/>
                </a:lnTo>
                <a:lnTo>
                  <a:pt x="7096595" y="1711388"/>
                </a:lnTo>
                <a:lnTo>
                  <a:pt x="7096125" y="1712506"/>
                </a:lnTo>
                <a:lnTo>
                  <a:pt x="7096125" y="1715135"/>
                </a:lnTo>
                <a:lnTo>
                  <a:pt x="7096595" y="1716265"/>
                </a:lnTo>
                <a:lnTo>
                  <a:pt x="7098449" y="1718119"/>
                </a:lnTo>
                <a:lnTo>
                  <a:pt x="7099579" y="1718589"/>
                </a:lnTo>
                <a:lnTo>
                  <a:pt x="7102208" y="1718589"/>
                </a:lnTo>
                <a:lnTo>
                  <a:pt x="7103326" y="1718119"/>
                </a:lnTo>
                <a:lnTo>
                  <a:pt x="7105193" y="1716265"/>
                </a:lnTo>
                <a:lnTo>
                  <a:pt x="7105650" y="1715135"/>
                </a:lnTo>
                <a:lnTo>
                  <a:pt x="7105650" y="1712506"/>
                </a:lnTo>
                <a:close/>
              </a:path>
              <a:path w="9867900" h="3000375">
                <a:moveTo>
                  <a:pt x="7105650" y="1285252"/>
                </a:moveTo>
                <a:lnTo>
                  <a:pt x="7105193" y="1284122"/>
                </a:lnTo>
                <a:lnTo>
                  <a:pt x="7103326" y="1282268"/>
                </a:lnTo>
                <a:lnTo>
                  <a:pt x="7102208" y="1281798"/>
                </a:lnTo>
                <a:lnTo>
                  <a:pt x="7099579" y="1281798"/>
                </a:lnTo>
                <a:lnTo>
                  <a:pt x="7098449" y="1282268"/>
                </a:lnTo>
                <a:lnTo>
                  <a:pt x="7096595" y="1284122"/>
                </a:lnTo>
                <a:lnTo>
                  <a:pt x="7096125" y="1285252"/>
                </a:lnTo>
                <a:lnTo>
                  <a:pt x="7096125" y="1287881"/>
                </a:lnTo>
                <a:lnTo>
                  <a:pt x="7096595" y="1288999"/>
                </a:lnTo>
                <a:lnTo>
                  <a:pt x="7098449" y="1290853"/>
                </a:lnTo>
                <a:lnTo>
                  <a:pt x="7099579" y="1291323"/>
                </a:lnTo>
                <a:lnTo>
                  <a:pt x="7102208" y="1291323"/>
                </a:lnTo>
                <a:lnTo>
                  <a:pt x="7103326" y="1290853"/>
                </a:lnTo>
                <a:lnTo>
                  <a:pt x="7105193" y="1288999"/>
                </a:lnTo>
                <a:lnTo>
                  <a:pt x="7105650" y="1287881"/>
                </a:lnTo>
                <a:lnTo>
                  <a:pt x="7105650" y="1285252"/>
                </a:lnTo>
                <a:close/>
              </a:path>
              <a:path w="9867900" h="3000375">
                <a:moveTo>
                  <a:pt x="7105650" y="857986"/>
                </a:moveTo>
                <a:lnTo>
                  <a:pt x="7105193" y="856856"/>
                </a:lnTo>
                <a:lnTo>
                  <a:pt x="7103326" y="855002"/>
                </a:lnTo>
                <a:lnTo>
                  <a:pt x="7102208" y="854532"/>
                </a:lnTo>
                <a:lnTo>
                  <a:pt x="7099579" y="854532"/>
                </a:lnTo>
                <a:lnTo>
                  <a:pt x="7098449" y="855002"/>
                </a:lnTo>
                <a:lnTo>
                  <a:pt x="7096595" y="856856"/>
                </a:lnTo>
                <a:lnTo>
                  <a:pt x="7096125" y="857986"/>
                </a:lnTo>
                <a:lnTo>
                  <a:pt x="7096125" y="860615"/>
                </a:lnTo>
                <a:lnTo>
                  <a:pt x="7096595" y="861733"/>
                </a:lnTo>
                <a:lnTo>
                  <a:pt x="7098449" y="863600"/>
                </a:lnTo>
                <a:lnTo>
                  <a:pt x="7099579" y="864057"/>
                </a:lnTo>
                <a:lnTo>
                  <a:pt x="7102208" y="864057"/>
                </a:lnTo>
                <a:lnTo>
                  <a:pt x="7103326" y="863600"/>
                </a:lnTo>
                <a:lnTo>
                  <a:pt x="7105193" y="861733"/>
                </a:lnTo>
                <a:lnTo>
                  <a:pt x="7105650" y="860615"/>
                </a:lnTo>
                <a:lnTo>
                  <a:pt x="7105650" y="857986"/>
                </a:lnTo>
                <a:close/>
              </a:path>
              <a:path w="9867900" h="3000375">
                <a:moveTo>
                  <a:pt x="7105650" y="430720"/>
                </a:moveTo>
                <a:lnTo>
                  <a:pt x="7105193" y="429590"/>
                </a:lnTo>
                <a:lnTo>
                  <a:pt x="7103326" y="427736"/>
                </a:lnTo>
                <a:lnTo>
                  <a:pt x="7102208" y="427266"/>
                </a:lnTo>
                <a:lnTo>
                  <a:pt x="7099579" y="427266"/>
                </a:lnTo>
                <a:lnTo>
                  <a:pt x="7098449" y="427736"/>
                </a:lnTo>
                <a:lnTo>
                  <a:pt x="7096595" y="429590"/>
                </a:lnTo>
                <a:lnTo>
                  <a:pt x="7096125" y="430720"/>
                </a:lnTo>
                <a:lnTo>
                  <a:pt x="7096125" y="433349"/>
                </a:lnTo>
                <a:lnTo>
                  <a:pt x="7096595" y="434467"/>
                </a:lnTo>
                <a:lnTo>
                  <a:pt x="7098449" y="436333"/>
                </a:lnTo>
                <a:lnTo>
                  <a:pt x="7099579" y="436791"/>
                </a:lnTo>
                <a:lnTo>
                  <a:pt x="7102208" y="436791"/>
                </a:lnTo>
                <a:lnTo>
                  <a:pt x="7103326" y="436333"/>
                </a:lnTo>
                <a:lnTo>
                  <a:pt x="7105193" y="434467"/>
                </a:lnTo>
                <a:lnTo>
                  <a:pt x="7105650" y="433349"/>
                </a:lnTo>
                <a:lnTo>
                  <a:pt x="7105650" y="430720"/>
                </a:lnTo>
                <a:close/>
              </a:path>
              <a:path w="9867900" h="3000375">
                <a:moveTo>
                  <a:pt x="7105650" y="3454"/>
                </a:moveTo>
                <a:lnTo>
                  <a:pt x="7105193" y="2336"/>
                </a:lnTo>
                <a:lnTo>
                  <a:pt x="7103326" y="469"/>
                </a:lnTo>
                <a:lnTo>
                  <a:pt x="7102208" y="0"/>
                </a:lnTo>
                <a:lnTo>
                  <a:pt x="7099579" y="0"/>
                </a:lnTo>
                <a:lnTo>
                  <a:pt x="7098449" y="469"/>
                </a:lnTo>
                <a:lnTo>
                  <a:pt x="7096595" y="2336"/>
                </a:lnTo>
                <a:lnTo>
                  <a:pt x="7096125" y="3454"/>
                </a:lnTo>
                <a:lnTo>
                  <a:pt x="7096125" y="6083"/>
                </a:lnTo>
                <a:lnTo>
                  <a:pt x="7096595" y="7200"/>
                </a:lnTo>
                <a:lnTo>
                  <a:pt x="7098449" y="9067"/>
                </a:lnTo>
                <a:lnTo>
                  <a:pt x="7099579" y="9525"/>
                </a:lnTo>
                <a:lnTo>
                  <a:pt x="7102208" y="9525"/>
                </a:lnTo>
                <a:lnTo>
                  <a:pt x="7103326" y="9067"/>
                </a:lnTo>
                <a:lnTo>
                  <a:pt x="7105193" y="7200"/>
                </a:lnTo>
                <a:lnTo>
                  <a:pt x="7105650" y="6083"/>
                </a:lnTo>
                <a:lnTo>
                  <a:pt x="7105650" y="3454"/>
                </a:lnTo>
                <a:close/>
              </a:path>
              <a:path w="9867900" h="3000375">
                <a:moveTo>
                  <a:pt x="7153275" y="2994304"/>
                </a:moveTo>
                <a:lnTo>
                  <a:pt x="7152818" y="2993186"/>
                </a:lnTo>
                <a:lnTo>
                  <a:pt x="7150951" y="2991320"/>
                </a:lnTo>
                <a:lnTo>
                  <a:pt x="7149833" y="2990850"/>
                </a:lnTo>
                <a:lnTo>
                  <a:pt x="7147204" y="2990850"/>
                </a:lnTo>
                <a:lnTo>
                  <a:pt x="7146074" y="2991320"/>
                </a:lnTo>
                <a:lnTo>
                  <a:pt x="7144220" y="2993186"/>
                </a:lnTo>
                <a:lnTo>
                  <a:pt x="7143750" y="2994304"/>
                </a:lnTo>
                <a:lnTo>
                  <a:pt x="7143750" y="2996933"/>
                </a:lnTo>
                <a:lnTo>
                  <a:pt x="7144220" y="2998051"/>
                </a:lnTo>
                <a:lnTo>
                  <a:pt x="7146074" y="2999917"/>
                </a:lnTo>
                <a:lnTo>
                  <a:pt x="7147204" y="3000375"/>
                </a:lnTo>
                <a:lnTo>
                  <a:pt x="7149833" y="3000375"/>
                </a:lnTo>
                <a:lnTo>
                  <a:pt x="7150951" y="2999917"/>
                </a:lnTo>
                <a:lnTo>
                  <a:pt x="7152818" y="2998051"/>
                </a:lnTo>
                <a:lnTo>
                  <a:pt x="7153275" y="2996933"/>
                </a:lnTo>
                <a:lnTo>
                  <a:pt x="7153275" y="2994304"/>
                </a:lnTo>
                <a:close/>
              </a:path>
              <a:path w="9867900" h="3000375">
                <a:moveTo>
                  <a:pt x="7153275" y="2567038"/>
                </a:moveTo>
                <a:lnTo>
                  <a:pt x="7152818" y="2565920"/>
                </a:lnTo>
                <a:lnTo>
                  <a:pt x="7150951" y="2564053"/>
                </a:lnTo>
                <a:lnTo>
                  <a:pt x="7149833" y="2563596"/>
                </a:lnTo>
                <a:lnTo>
                  <a:pt x="7147204" y="2563596"/>
                </a:lnTo>
                <a:lnTo>
                  <a:pt x="7146074" y="2564053"/>
                </a:lnTo>
                <a:lnTo>
                  <a:pt x="7144220" y="2565920"/>
                </a:lnTo>
                <a:lnTo>
                  <a:pt x="7143750" y="2567038"/>
                </a:lnTo>
                <a:lnTo>
                  <a:pt x="7143750" y="2569667"/>
                </a:lnTo>
                <a:lnTo>
                  <a:pt x="7144220" y="2570797"/>
                </a:lnTo>
                <a:lnTo>
                  <a:pt x="7146074" y="2572651"/>
                </a:lnTo>
                <a:lnTo>
                  <a:pt x="7147204" y="2573121"/>
                </a:lnTo>
                <a:lnTo>
                  <a:pt x="7149833" y="2573121"/>
                </a:lnTo>
                <a:lnTo>
                  <a:pt x="7150951" y="2572651"/>
                </a:lnTo>
                <a:lnTo>
                  <a:pt x="7152818" y="2570797"/>
                </a:lnTo>
                <a:lnTo>
                  <a:pt x="7153275" y="2569667"/>
                </a:lnTo>
                <a:lnTo>
                  <a:pt x="7153275" y="2567038"/>
                </a:lnTo>
                <a:close/>
              </a:path>
              <a:path w="9867900" h="3000375">
                <a:moveTo>
                  <a:pt x="7153275" y="2139772"/>
                </a:moveTo>
                <a:lnTo>
                  <a:pt x="7152818" y="2138654"/>
                </a:lnTo>
                <a:lnTo>
                  <a:pt x="7150951" y="2136787"/>
                </a:lnTo>
                <a:lnTo>
                  <a:pt x="7149833" y="2136330"/>
                </a:lnTo>
                <a:lnTo>
                  <a:pt x="7147204" y="2136330"/>
                </a:lnTo>
                <a:lnTo>
                  <a:pt x="7146074" y="2136787"/>
                </a:lnTo>
                <a:lnTo>
                  <a:pt x="7144220" y="2138654"/>
                </a:lnTo>
                <a:lnTo>
                  <a:pt x="7143750" y="2139772"/>
                </a:lnTo>
                <a:lnTo>
                  <a:pt x="7143750" y="2142401"/>
                </a:lnTo>
                <a:lnTo>
                  <a:pt x="7144220" y="2143531"/>
                </a:lnTo>
                <a:lnTo>
                  <a:pt x="7146074" y="2145385"/>
                </a:lnTo>
                <a:lnTo>
                  <a:pt x="7147204" y="2145855"/>
                </a:lnTo>
                <a:lnTo>
                  <a:pt x="7149833" y="2145855"/>
                </a:lnTo>
                <a:lnTo>
                  <a:pt x="7150951" y="2145385"/>
                </a:lnTo>
                <a:lnTo>
                  <a:pt x="7152818" y="2143531"/>
                </a:lnTo>
                <a:lnTo>
                  <a:pt x="7153275" y="2142401"/>
                </a:lnTo>
                <a:lnTo>
                  <a:pt x="7153275" y="2139772"/>
                </a:lnTo>
                <a:close/>
              </a:path>
              <a:path w="9867900" h="3000375">
                <a:moveTo>
                  <a:pt x="7153275" y="1712506"/>
                </a:moveTo>
                <a:lnTo>
                  <a:pt x="7152818" y="1711388"/>
                </a:lnTo>
                <a:lnTo>
                  <a:pt x="7150951" y="1709534"/>
                </a:lnTo>
                <a:lnTo>
                  <a:pt x="7149833" y="1709064"/>
                </a:lnTo>
                <a:lnTo>
                  <a:pt x="7147204" y="1709064"/>
                </a:lnTo>
                <a:lnTo>
                  <a:pt x="7146074" y="1709534"/>
                </a:lnTo>
                <a:lnTo>
                  <a:pt x="7144220" y="1711388"/>
                </a:lnTo>
                <a:lnTo>
                  <a:pt x="7143750" y="1712506"/>
                </a:lnTo>
                <a:lnTo>
                  <a:pt x="7143750" y="1715135"/>
                </a:lnTo>
                <a:lnTo>
                  <a:pt x="7144220" y="1716265"/>
                </a:lnTo>
                <a:lnTo>
                  <a:pt x="7146074" y="1718119"/>
                </a:lnTo>
                <a:lnTo>
                  <a:pt x="7147204" y="1718589"/>
                </a:lnTo>
                <a:lnTo>
                  <a:pt x="7149833" y="1718589"/>
                </a:lnTo>
                <a:lnTo>
                  <a:pt x="7150951" y="1718119"/>
                </a:lnTo>
                <a:lnTo>
                  <a:pt x="7152818" y="1716265"/>
                </a:lnTo>
                <a:lnTo>
                  <a:pt x="7153275" y="1715135"/>
                </a:lnTo>
                <a:lnTo>
                  <a:pt x="7153275" y="1712506"/>
                </a:lnTo>
                <a:close/>
              </a:path>
              <a:path w="9867900" h="3000375">
                <a:moveTo>
                  <a:pt x="7153275" y="1285252"/>
                </a:moveTo>
                <a:lnTo>
                  <a:pt x="7152818" y="1284122"/>
                </a:lnTo>
                <a:lnTo>
                  <a:pt x="7150951" y="1282268"/>
                </a:lnTo>
                <a:lnTo>
                  <a:pt x="7149833" y="1281798"/>
                </a:lnTo>
                <a:lnTo>
                  <a:pt x="7147204" y="1281798"/>
                </a:lnTo>
                <a:lnTo>
                  <a:pt x="7146074" y="1282268"/>
                </a:lnTo>
                <a:lnTo>
                  <a:pt x="7144220" y="1284122"/>
                </a:lnTo>
                <a:lnTo>
                  <a:pt x="7143750" y="1285252"/>
                </a:lnTo>
                <a:lnTo>
                  <a:pt x="7143750" y="1287881"/>
                </a:lnTo>
                <a:lnTo>
                  <a:pt x="7144220" y="1288999"/>
                </a:lnTo>
                <a:lnTo>
                  <a:pt x="7146074" y="1290853"/>
                </a:lnTo>
                <a:lnTo>
                  <a:pt x="7147204" y="1291323"/>
                </a:lnTo>
                <a:lnTo>
                  <a:pt x="7149833" y="1291323"/>
                </a:lnTo>
                <a:lnTo>
                  <a:pt x="7150951" y="1290853"/>
                </a:lnTo>
                <a:lnTo>
                  <a:pt x="7152818" y="1288999"/>
                </a:lnTo>
                <a:lnTo>
                  <a:pt x="7153275" y="1287881"/>
                </a:lnTo>
                <a:lnTo>
                  <a:pt x="7153275" y="1285252"/>
                </a:lnTo>
                <a:close/>
              </a:path>
              <a:path w="9867900" h="3000375">
                <a:moveTo>
                  <a:pt x="7153275" y="857986"/>
                </a:moveTo>
                <a:lnTo>
                  <a:pt x="7152818" y="856856"/>
                </a:lnTo>
                <a:lnTo>
                  <a:pt x="7150951" y="855002"/>
                </a:lnTo>
                <a:lnTo>
                  <a:pt x="7149833" y="854532"/>
                </a:lnTo>
                <a:lnTo>
                  <a:pt x="7147204" y="854532"/>
                </a:lnTo>
                <a:lnTo>
                  <a:pt x="7146074" y="855002"/>
                </a:lnTo>
                <a:lnTo>
                  <a:pt x="7144220" y="856856"/>
                </a:lnTo>
                <a:lnTo>
                  <a:pt x="7143750" y="857986"/>
                </a:lnTo>
                <a:lnTo>
                  <a:pt x="7143750" y="860615"/>
                </a:lnTo>
                <a:lnTo>
                  <a:pt x="7144220" y="861733"/>
                </a:lnTo>
                <a:lnTo>
                  <a:pt x="7146074" y="863600"/>
                </a:lnTo>
                <a:lnTo>
                  <a:pt x="7147204" y="864057"/>
                </a:lnTo>
                <a:lnTo>
                  <a:pt x="7149833" y="864057"/>
                </a:lnTo>
                <a:lnTo>
                  <a:pt x="7150951" y="863600"/>
                </a:lnTo>
                <a:lnTo>
                  <a:pt x="7152818" y="861733"/>
                </a:lnTo>
                <a:lnTo>
                  <a:pt x="7153275" y="860615"/>
                </a:lnTo>
                <a:lnTo>
                  <a:pt x="7153275" y="857986"/>
                </a:lnTo>
                <a:close/>
              </a:path>
              <a:path w="9867900" h="3000375">
                <a:moveTo>
                  <a:pt x="7153275" y="430720"/>
                </a:moveTo>
                <a:lnTo>
                  <a:pt x="7152818" y="429590"/>
                </a:lnTo>
                <a:lnTo>
                  <a:pt x="7150951" y="427736"/>
                </a:lnTo>
                <a:lnTo>
                  <a:pt x="7149833" y="427266"/>
                </a:lnTo>
                <a:lnTo>
                  <a:pt x="7147204" y="427266"/>
                </a:lnTo>
                <a:lnTo>
                  <a:pt x="7146074" y="427736"/>
                </a:lnTo>
                <a:lnTo>
                  <a:pt x="7144220" y="429590"/>
                </a:lnTo>
                <a:lnTo>
                  <a:pt x="7143750" y="430720"/>
                </a:lnTo>
                <a:lnTo>
                  <a:pt x="7143750" y="433349"/>
                </a:lnTo>
                <a:lnTo>
                  <a:pt x="7144220" y="434467"/>
                </a:lnTo>
                <a:lnTo>
                  <a:pt x="7146074" y="436333"/>
                </a:lnTo>
                <a:lnTo>
                  <a:pt x="7147204" y="436791"/>
                </a:lnTo>
                <a:lnTo>
                  <a:pt x="7149833" y="436791"/>
                </a:lnTo>
                <a:lnTo>
                  <a:pt x="7150951" y="436333"/>
                </a:lnTo>
                <a:lnTo>
                  <a:pt x="7152818" y="434467"/>
                </a:lnTo>
                <a:lnTo>
                  <a:pt x="7153275" y="433349"/>
                </a:lnTo>
                <a:lnTo>
                  <a:pt x="7153275" y="430720"/>
                </a:lnTo>
                <a:close/>
              </a:path>
              <a:path w="9867900" h="3000375">
                <a:moveTo>
                  <a:pt x="7153275" y="3454"/>
                </a:moveTo>
                <a:lnTo>
                  <a:pt x="7152818" y="2336"/>
                </a:lnTo>
                <a:lnTo>
                  <a:pt x="7150951" y="469"/>
                </a:lnTo>
                <a:lnTo>
                  <a:pt x="7149833" y="0"/>
                </a:lnTo>
                <a:lnTo>
                  <a:pt x="7147204" y="0"/>
                </a:lnTo>
                <a:lnTo>
                  <a:pt x="7146074" y="469"/>
                </a:lnTo>
                <a:lnTo>
                  <a:pt x="7144220" y="2336"/>
                </a:lnTo>
                <a:lnTo>
                  <a:pt x="7143750" y="3454"/>
                </a:lnTo>
                <a:lnTo>
                  <a:pt x="7143750" y="6083"/>
                </a:lnTo>
                <a:lnTo>
                  <a:pt x="7144220" y="7200"/>
                </a:lnTo>
                <a:lnTo>
                  <a:pt x="7146074" y="9067"/>
                </a:lnTo>
                <a:lnTo>
                  <a:pt x="7147204" y="9525"/>
                </a:lnTo>
                <a:lnTo>
                  <a:pt x="7149833" y="9525"/>
                </a:lnTo>
                <a:lnTo>
                  <a:pt x="7150951" y="9067"/>
                </a:lnTo>
                <a:lnTo>
                  <a:pt x="7152818" y="7200"/>
                </a:lnTo>
                <a:lnTo>
                  <a:pt x="7153275" y="6083"/>
                </a:lnTo>
                <a:lnTo>
                  <a:pt x="7153275" y="3454"/>
                </a:lnTo>
                <a:close/>
              </a:path>
              <a:path w="9867900" h="3000375">
                <a:moveTo>
                  <a:pt x="7200900" y="2994304"/>
                </a:moveTo>
                <a:lnTo>
                  <a:pt x="7200443" y="2993186"/>
                </a:lnTo>
                <a:lnTo>
                  <a:pt x="7198576" y="2991320"/>
                </a:lnTo>
                <a:lnTo>
                  <a:pt x="7197458" y="2990850"/>
                </a:lnTo>
                <a:lnTo>
                  <a:pt x="7194829" y="2990850"/>
                </a:lnTo>
                <a:lnTo>
                  <a:pt x="7193699" y="2991320"/>
                </a:lnTo>
                <a:lnTo>
                  <a:pt x="7191845" y="2993186"/>
                </a:lnTo>
                <a:lnTo>
                  <a:pt x="7191375" y="2994304"/>
                </a:lnTo>
                <a:lnTo>
                  <a:pt x="7191375" y="2996933"/>
                </a:lnTo>
                <a:lnTo>
                  <a:pt x="7191845" y="2998051"/>
                </a:lnTo>
                <a:lnTo>
                  <a:pt x="7193699" y="2999917"/>
                </a:lnTo>
                <a:lnTo>
                  <a:pt x="7194829" y="3000375"/>
                </a:lnTo>
                <a:lnTo>
                  <a:pt x="7197458" y="3000375"/>
                </a:lnTo>
                <a:lnTo>
                  <a:pt x="7198576" y="2999917"/>
                </a:lnTo>
                <a:lnTo>
                  <a:pt x="7200443" y="2998051"/>
                </a:lnTo>
                <a:lnTo>
                  <a:pt x="7200900" y="2996933"/>
                </a:lnTo>
                <a:lnTo>
                  <a:pt x="7200900" y="2994304"/>
                </a:lnTo>
                <a:close/>
              </a:path>
              <a:path w="9867900" h="3000375">
                <a:moveTo>
                  <a:pt x="7200900" y="2567038"/>
                </a:moveTo>
                <a:lnTo>
                  <a:pt x="7200443" y="2565920"/>
                </a:lnTo>
                <a:lnTo>
                  <a:pt x="7198576" y="2564053"/>
                </a:lnTo>
                <a:lnTo>
                  <a:pt x="7197458" y="2563596"/>
                </a:lnTo>
                <a:lnTo>
                  <a:pt x="7194829" y="2563596"/>
                </a:lnTo>
                <a:lnTo>
                  <a:pt x="7193699" y="2564053"/>
                </a:lnTo>
                <a:lnTo>
                  <a:pt x="7191845" y="2565920"/>
                </a:lnTo>
                <a:lnTo>
                  <a:pt x="7191375" y="2567038"/>
                </a:lnTo>
                <a:lnTo>
                  <a:pt x="7191375" y="2569667"/>
                </a:lnTo>
                <a:lnTo>
                  <a:pt x="7191845" y="2570797"/>
                </a:lnTo>
                <a:lnTo>
                  <a:pt x="7193699" y="2572651"/>
                </a:lnTo>
                <a:lnTo>
                  <a:pt x="7194829" y="2573121"/>
                </a:lnTo>
                <a:lnTo>
                  <a:pt x="7197458" y="2573121"/>
                </a:lnTo>
                <a:lnTo>
                  <a:pt x="7198576" y="2572651"/>
                </a:lnTo>
                <a:lnTo>
                  <a:pt x="7200443" y="2570797"/>
                </a:lnTo>
                <a:lnTo>
                  <a:pt x="7200900" y="2569667"/>
                </a:lnTo>
                <a:lnTo>
                  <a:pt x="7200900" y="2567038"/>
                </a:lnTo>
                <a:close/>
              </a:path>
              <a:path w="9867900" h="3000375">
                <a:moveTo>
                  <a:pt x="7200900" y="2139772"/>
                </a:moveTo>
                <a:lnTo>
                  <a:pt x="7200443" y="2138654"/>
                </a:lnTo>
                <a:lnTo>
                  <a:pt x="7198576" y="2136787"/>
                </a:lnTo>
                <a:lnTo>
                  <a:pt x="7197458" y="2136330"/>
                </a:lnTo>
                <a:lnTo>
                  <a:pt x="7194829" y="2136330"/>
                </a:lnTo>
                <a:lnTo>
                  <a:pt x="7193699" y="2136787"/>
                </a:lnTo>
                <a:lnTo>
                  <a:pt x="7191845" y="2138654"/>
                </a:lnTo>
                <a:lnTo>
                  <a:pt x="7191375" y="2139772"/>
                </a:lnTo>
                <a:lnTo>
                  <a:pt x="7191375" y="2142401"/>
                </a:lnTo>
                <a:lnTo>
                  <a:pt x="7191845" y="2143531"/>
                </a:lnTo>
                <a:lnTo>
                  <a:pt x="7193699" y="2145385"/>
                </a:lnTo>
                <a:lnTo>
                  <a:pt x="7194829" y="2145855"/>
                </a:lnTo>
                <a:lnTo>
                  <a:pt x="7197458" y="2145855"/>
                </a:lnTo>
                <a:lnTo>
                  <a:pt x="7198576" y="2145385"/>
                </a:lnTo>
                <a:lnTo>
                  <a:pt x="7200443" y="2143531"/>
                </a:lnTo>
                <a:lnTo>
                  <a:pt x="7200900" y="2142401"/>
                </a:lnTo>
                <a:lnTo>
                  <a:pt x="7200900" y="2139772"/>
                </a:lnTo>
                <a:close/>
              </a:path>
              <a:path w="9867900" h="3000375">
                <a:moveTo>
                  <a:pt x="7200900" y="1712506"/>
                </a:moveTo>
                <a:lnTo>
                  <a:pt x="7200443" y="1711388"/>
                </a:lnTo>
                <a:lnTo>
                  <a:pt x="7198576" y="1709534"/>
                </a:lnTo>
                <a:lnTo>
                  <a:pt x="7197458" y="1709064"/>
                </a:lnTo>
                <a:lnTo>
                  <a:pt x="7194829" y="1709064"/>
                </a:lnTo>
                <a:lnTo>
                  <a:pt x="7193699" y="1709534"/>
                </a:lnTo>
                <a:lnTo>
                  <a:pt x="7191845" y="1711388"/>
                </a:lnTo>
                <a:lnTo>
                  <a:pt x="7191375" y="1712506"/>
                </a:lnTo>
                <a:lnTo>
                  <a:pt x="7191375" y="1715135"/>
                </a:lnTo>
                <a:lnTo>
                  <a:pt x="7191845" y="1716265"/>
                </a:lnTo>
                <a:lnTo>
                  <a:pt x="7193699" y="1718119"/>
                </a:lnTo>
                <a:lnTo>
                  <a:pt x="7194829" y="1718589"/>
                </a:lnTo>
                <a:lnTo>
                  <a:pt x="7197458" y="1718589"/>
                </a:lnTo>
                <a:lnTo>
                  <a:pt x="7198576" y="1718119"/>
                </a:lnTo>
                <a:lnTo>
                  <a:pt x="7200443" y="1716265"/>
                </a:lnTo>
                <a:lnTo>
                  <a:pt x="7200900" y="1715135"/>
                </a:lnTo>
                <a:lnTo>
                  <a:pt x="7200900" y="1712506"/>
                </a:lnTo>
                <a:close/>
              </a:path>
              <a:path w="9867900" h="3000375">
                <a:moveTo>
                  <a:pt x="7200900" y="1285252"/>
                </a:moveTo>
                <a:lnTo>
                  <a:pt x="7200443" y="1284122"/>
                </a:lnTo>
                <a:lnTo>
                  <a:pt x="7198576" y="1282268"/>
                </a:lnTo>
                <a:lnTo>
                  <a:pt x="7197458" y="1281798"/>
                </a:lnTo>
                <a:lnTo>
                  <a:pt x="7194829" y="1281798"/>
                </a:lnTo>
                <a:lnTo>
                  <a:pt x="7193699" y="1282268"/>
                </a:lnTo>
                <a:lnTo>
                  <a:pt x="7191845" y="1284122"/>
                </a:lnTo>
                <a:lnTo>
                  <a:pt x="7191375" y="1285252"/>
                </a:lnTo>
                <a:lnTo>
                  <a:pt x="7191375" y="1287881"/>
                </a:lnTo>
                <a:lnTo>
                  <a:pt x="7191845" y="1288999"/>
                </a:lnTo>
                <a:lnTo>
                  <a:pt x="7193699" y="1290853"/>
                </a:lnTo>
                <a:lnTo>
                  <a:pt x="7194829" y="1291323"/>
                </a:lnTo>
                <a:lnTo>
                  <a:pt x="7197458" y="1291323"/>
                </a:lnTo>
                <a:lnTo>
                  <a:pt x="7198576" y="1290853"/>
                </a:lnTo>
                <a:lnTo>
                  <a:pt x="7200443" y="1288999"/>
                </a:lnTo>
                <a:lnTo>
                  <a:pt x="7200900" y="1287881"/>
                </a:lnTo>
                <a:lnTo>
                  <a:pt x="7200900" y="1285252"/>
                </a:lnTo>
                <a:close/>
              </a:path>
              <a:path w="9867900" h="3000375">
                <a:moveTo>
                  <a:pt x="7200900" y="857986"/>
                </a:moveTo>
                <a:lnTo>
                  <a:pt x="7200443" y="856856"/>
                </a:lnTo>
                <a:lnTo>
                  <a:pt x="7198576" y="855002"/>
                </a:lnTo>
                <a:lnTo>
                  <a:pt x="7197458" y="854532"/>
                </a:lnTo>
                <a:lnTo>
                  <a:pt x="7194829" y="854532"/>
                </a:lnTo>
                <a:lnTo>
                  <a:pt x="7193699" y="855002"/>
                </a:lnTo>
                <a:lnTo>
                  <a:pt x="7191845" y="856856"/>
                </a:lnTo>
                <a:lnTo>
                  <a:pt x="7191375" y="857986"/>
                </a:lnTo>
                <a:lnTo>
                  <a:pt x="7191375" y="860615"/>
                </a:lnTo>
                <a:lnTo>
                  <a:pt x="7191845" y="861733"/>
                </a:lnTo>
                <a:lnTo>
                  <a:pt x="7193699" y="863600"/>
                </a:lnTo>
                <a:lnTo>
                  <a:pt x="7194829" y="864057"/>
                </a:lnTo>
                <a:lnTo>
                  <a:pt x="7197458" y="864057"/>
                </a:lnTo>
                <a:lnTo>
                  <a:pt x="7198576" y="863600"/>
                </a:lnTo>
                <a:lnTo>
                  <a:pt x="7200443" y="861733"/>
                </a:lnTo>
                <a:lnTo>
                  <a:pt x="7200900" y="860615"/>
                </a:lnTo>
                <a:lnTo>
                  <a:pt x="7200900" y="857986"/>
                </a:lnTo>
                <a:close/>
              </a:path>
              <a:path w="9867900" h="3000375">
                <a:moveTo>
                  <a:pt x="7200900" y="430720"/>
                </a:moveTo>
                <a:lnTo>
                  <a:pt x="7200443" y="429590"/>
                </a:lnTo>
                <a:lnTo>
                  <a:pt x="7198576" y="427736"/>
                </a:lnTo>
                <a:lnTo>
                  <a:pt x="7197458" y="427266"/>
                </a:lnTo>
                <a:lnTo>
                  <a:pt x="7194829" y="427266"/>
                </a:lnTo>
                <a:lnTo>
                  <a:pt x="7193699" y="427736"/>
                </a:lnTo>
                <a:lnTo>
                  <a:pt x="7191845" y="429590"/>
                </a:lnTo>
                <a:lnTo>
                  <a:pt x="7191375" y="430720"/>
                </a:lnTo>
                <a:lnTo>
                  <a:pt x="7191375" y="433349"/>
                </a:lnTo>
                <a:lnTo>
                  <a:pt x="7191845" y="434467"/>
                </a:lnTo>
                <a:lnTo>
                  <a:pt x="7193699" y="436333"/>
                </a:lnTo>
                <a:lnTo>
                  <a:pt x="7194829" y="436791"/>
                </a:lnTo>
                <a:lnTo>
                  <a:pt x="7197458" y="436791"/>
                </a:lnTo>
                <a:lnTo>
                  <a:pt x="7198576" y="436333"/>
                </a:lnTo>
                <a:lnTo>
                  <a:pt x="7200443" y="434467"/>
                </a:lnTo>
                <a:lnTo>
                  <a:pt x="7200900" y="433349"/>
                </a:lnTo>
                <a:lnTo>
                  <a:pt x="7200900" y="430720"/>
                </a:lnTo>
                <a:close/>
              </a:path>
              <a:path w="9867900" h="3000375">
                <a:moveTo>
                  <a:pt x="7200900" y="3454"/>
                </a:moveTo>
                <a:lnTo>
                  <a:pt x="7200443" y="2336"/>
                </a:lnTo>
                <a:lnTo>
                  <a:pt x="7198576" y="469"/>
                </a:lnTo>
                <a:lnTo>
                  <a:pt x="7197458" y="0"/>
                </a:lnTo>
                <a:lnTo>
                  <a:pt x="7194829" y="0"/>
                </a:lnTo>
                <a:lnTo>
                  <a:pt x="7193699" y="469"/>
                </a:lnTo>
                <a:lnTo>
                  <a:pt x="7191845" y="2336"/>
                </a:lnTo>
                <a:lnTo>
                  <a:pt x="7191375" y="3454"/>
                </a:lnTo>
                <a:lnTo>
                  <a:pt x="7191375" y="6083"/>
                </a:lnTo>
                <a:lnTo>
                  <a:pt x="7191845" y="7200"/>
                </a:lnTo>
                <a:lnTo>
                  <a:pt x="7193699" y="9067"/>
                </a:lnTo>
                <a:lnTo>
                  <a:pt x="7194829" y="9525"/>
                </a:lnTo>
                <a:lnTo>
                  <a:pt x="7197458" y="9525"/>
                </a:lnTo>
                <a:lnTo>
                  <a:pt x="7198576" y="9067"/>
                </a:lnTo>
                <a:lnTo>
                  <a:pt x="7200443" y="7200"/>
                </a:lnTo>
                <a:lnTo>
                  <a:pt x="7200900" y="6083"/>
                </a:lnTo>
                <a:lnTo>
                  <a:pt x="7200900" y="3454"/>
                </a:lnTo>
                <a:close/>
              </a:path>
              <a:path w="9867900" h="3000375">
                <a:moveTo>
                  <a:pt x="7248525" y="2994304"/>
                </a:moveTo>
                <a:lnTo>
                  <a:pt x="7248068" y="2993186"/>
                </a:lnTo>
                <a:lnTo>
                  <a:pt x="7246201" y="2991320"/>
                </a:lnTo>
                <a:lnTo>
                  <a:pt x="7245083" y="2990850"/>
                </a:lnTo>
                <a:lnTo>
                  <a:pt x="7242454" y="2990850"/>
                </a:lnTo>
                <a:lnTo>
                  <a:pt x="7241324" y="2991320"/>
                </a:lnTo>
                <a:lnTo>
                  <a:pt x="7239470" y="2993186"/>
                </a:lnTo>
                <a:lnTo>
                  <a:pt x="7239000" y="2994304"/>
                </a:lnTo>
                <a:lnTo>
                  <a:pt x="7239000" y="2996933"/>
                </a:lnTo>
                <a:lnTo>
                  <a:pt x="7239470" y="2998051"/>
                </a:lnTo>
                <a:lnTo>
                  <a:pt x="7241324" y="2999917"/>
                </a:lnTo>
                <a:lnTo>
                  <a:pt x="7242454" y="3000375"/>
                </a:lnTo>
                <a:lnTo>
                  <a:pt x="7245083" y="3000375"/>
                </a:lnTo>
                <a:lnTo>
                  <a:pt x="7246201" y="2999917"/>
                </a:lnTo>
                <a:lnTo>
                  <a:pt x="7248068" y="2998051"/>
                </a:lnTo>
                <a:lnTo>
                  <a:pt x="7248525" y="2996933"/>
                </a:lnTo>
                <a:lnTo>
                  <a:pt x="7248525" y="2994304"/>
                </a:lnTo>
                <a:close/>
              </a:path>
              <a:path w="9867900" h="3000375">
                <a:moveTo>
                  <a:pt x="7248525" y="2567038"/>
                </a:moveTo>
                <a:lnTo>
                  <a:pt x="7248068" y="2565920"/>
                </a:lnTo>
                <a:lnTo>
                  <a:pt x="7246201" y="2564053"/>
                </a:lnTo>
                <a:lnTo>
                  <a:pt x="7245083" y="2563596"/>
                </a:lnTo>
                <a:lnTo>
                  <a:pt x="7242454" y="2563596"/>
                </a:lnTo>
                <a:lnTo>
                  <a:pt x="7241324" y="2564053"/>
                </a:lnTo>
                <a:lnTo>
                  <a:pt x="7239470" y="2565920"/>
                </a:lnTo>
                <a:lnTo>
                  <a:pt x="7239000" y="2567038"/>
                </a:lnTo>
                <a:lnTo>
                  <a:pt x="7239000" y="2569667"/>
                </a:lnTo>
                <a:lnTo>
                  <a:pt x="7239470" y="2570797"/>
                </a:lnTo>
                <a:lnTo>
                  <a:pt x="7241324" y="2572651"/>
                </a:lnTo>
                <a:lnTo>
                  <a:pt x="7242454" y="2573121"/>
                </a:lnTo>
                <a:lnTo>
                  <a:pt x="7245083" y="2573121"/>
                </a:lnTo>
                <a:lnTo>
                  <a:pt x="7246201" y="2572651"/>
                </a:lnTo>
                <a:lnTo>
                  <a:pt x="7248068" y="2570797"/>
                </a:lnTo>
                <a:lnTo>
                  <a:pt x="7248525" y="2569667"/>
                </a:lnTo>
                <a:lnTo>
                  <a:pt x="7248525" y="2567038"/>
                </a:lnTo>
                <a:close/>
              </a:path>
              <a:path w="9867900" h="3000375">
                <a:moveTo>
                  <a:pt x="7248525" y="2139772"/>
                </a:moveTo>
                <a:lnTo>
                  <a:pt x="7248068" y="2138654"/>
                </a:lnTo>
                <a:lnTo>
                  <a:pt x="7246201" y="2136787"/>
                </a:lnTo>
                <a:lnTo>
                  <a:pt x="7245083" y="2136330"/>
                </a:lnTo>
                <a:lnTo>
                  <a:pt x="7242454" y="2136330"/>
                </a:lnTo>
                <a:lnTo>
                  <a:pt x="7241324" y="2136787"/>
                </a:lnTo>
                <a:lnTo>
                  <a:pt x="7239470" y="2138654"/>
                </a:lnTo>
                <a:lnTo>
                  <a:pt x="7239000" y="2139772"/>
                </a:lnTo>
                <a:lnTo>
                  <a:pt x="7239000" y="2142401"/>
                </a:lnTo>
                <a:lnTo>
                  <a:pt x="7239470" y="2143531"/>
                </a:lnTo>
                <a:lnTo>
                  <a:pt x="7241324" y="2145385"/>
                </a:lnTo>
                <a:lnTo>
                  <a:pt x="7242454" y="2145855"/>
                </a:lnTo>
                <a:lnTo>
                  <a:pt x="7245083" y="2145855"/>
                </a:lnTo>
                <a:lnTo>
                  <a:pt x="7246201" y="2145385"/>
                </a:lnTo>
                <a:lnTo>
                  <a:pt x="7248068" y="2143531"/>
                </a:lnTo>
                <a:lnTo>
                  <a:pt x="7248525" y="2142401"/>
                </a:lnTo>
                <a:lnTo>
                  <a:pt x="7248525" y="2139772"/>
                </a:lnTo>
                <a:close/>
              </a:path>
              <a:path w="9867900" h="3000375">
                <a:moveTo>
                  <a:pt x="7248525" y="1712506"/>
                </a:moveTo>
                <a:lnTo>
                  <a:pt x="7248068" y="1711388"/>
                </a:lnTo>
                <a:lnTo>
                  <a:pt x="7246201" y="1709534"/>
                </a:lnTo>
                <a:lnTo>
                  <a:pt x="7245083" y="1709064"/>
                </a:lnTo>
                <a:lnTo>
                  <a:pt x="7242454" y="1709064"/>
                </a:lnTo>
                <a:lnTo>
                  <a:pt x="7241324" y="1709534"/>
                </a:lnTo>
                <a:lnTo>
                  <a:pt x="7239470" y="1711388"/>
                </a:lnTo>
                <a:lnTo>
                  <a:pt x="7239000" y="1712506"/>
                </a:lnTo>
                <a:lnTo>
                  <a:pt x="7239000" y="1715135"/>
                </a:lnTo>
                <a:lnTo>
                  <a:pt x="7239470" y="1716265"/>
                </a:lnTo>
                <a:lnTo>
                  <a:pt x="7241324" y="1718119"/>
                </a:lnTo>
                <a:lnTo>
                  <a:pt x="7242454" y="1718589"/>
                </a:lnTo>
                <a:lnTo>
                  <a:pt x="7245083" y="1718589"/>
                </a:lnTo>
                <a:lnTo>
                  <a:pt x="7246201" y="1718119"/>
                </a:lnTo>
                <a:lnTo>
                  <a:pt x="7248068" y="1716265"/>
                </a:lnTo>
                <a:lnTo>
                  <a:pt x="7248525" y="1715135"/>
                </a:lnTo>
                <a:lnTo>
                  <a:pt x="7248525" y="1712506"/>
                </a:lnTo>
                <a:close/>
              </a:path>
              <a:path w="9867900" h="3000375">
                <a:moveTo>
                  <a:pt x="7248525" y="1285252"/>
                </a:moveTo>
                <a:lnTo>
                  <a:pt x="7248068" y="1284122"/>
                </a:lnTo>
                <a:lnTo>
                  <a:pt x="7246201" y="1282268"/>
                </a:lnTo>
                <a:lnTo>
                  <a:pt x="7245083" y="1281798"/>
                </a:lnTo>
                <a:lnTo>
                  <a:pt x="7242454" y="1281798"/>
                </a:lnTo>
                <a:lnTo>
                  <a:pt x="7241324" y="1282268"/>
                </a:lnTo>
                <a:lnTo>
                  <a:pt x="7239470" y="1284122"/>
                </a:lnTo>
                <a:lnTo>
                  <a:pt x="7239000" y="1285252"/>
                </a:lnTo>
                <a:lnTo>
                  <a:pt x="7239000" y="1287881"/>
                </a:lnTo>
                <a:lnTo>
                  <a:pt x="7239470" y="1288999"/>
                </a:lnTo>
                <a:lnTo>
                  <a:pt x="7241324" y="1290853"/>
                </a:lnTo>
                <a:lnTo>
                  <a:pt x="7242454" y="1291323"/>
                </a:lnTo>
                <a:lnTo>
                  <a:pt x="7245083" y="1291323"/>
                </a:lnTo>
                <a:lnTo>
                  <a:pt x="7246201" y="1290853"/>
                </a:lnTo>
                <a:lnTo>
                  <a:pt x="7248068" y="1288999"/>
                </a:lnTo>
                <a:lnTo>
                  <a:pt x="7248525" y="1287881"/>
                </a:lnTo>
                <a:lnTo>
                  <a:pt x="7248525" y="1285252"/>
                </a:lnTo>
                <a:close/>
              </a:path>
              <a:path w="9867900" h="3000375">
                <a:moveTo>
                  <a:pt x="7248525" y="857986"/>
                </a:moveTo>
                <a:lnTo>
                  <a:pt x="7248068" y="856856"/>
                </a:lnTo>
                <a:lnTo>
                  <a:pt x="7246201" y="855002"/>
                </a:lnTo>
                <a:lnTo>
                  <a:pt x="7245083" y="854532"/>
                </a:lnTo>
                <a:lnTo>
                  <a:pt x="7242454" y="854532"/>
                </a:lnTo>
                <a:lnTo>
                  <a:pt x="7241324" y="855002"/>
                </a:lnTo>
                <a:lnTo>
                  <a:pt x="7239470" y="856856"/>
                </a:lnTo>
                <a:lnTo>
                  <a:pt x="7239000" y="857986"/>
                </a:lnTo>
                <a:lnTo>
                  <a:pt x="7239000" y="860615"/>
                </a:lnTo>
                <a:lnTo>
                  <a:pt x="7239470" y="861733"/>
                </a:lnTo>
                <a:lnTo>
                  <a:pt x="7241324" y="863600"/>
                </a:lnTo>
                <a:lnTo>
                  <a:pt x="7242454" y="864057"/>
                </a:lnTo>
                <a:lnTo>
                  <a:pt x="7245083" y="864057"/>
                </a:lnTo>
                <a:lnTo>
                  <a:pt x="7246201" y="863600"/>
                </a:lnTo>
                <a:lnTo>
                  <a:pt x="7248068" y="861733"/>
                </a:lnTo>
                <a:lnTo>
                  <a:pt x="7248525" y="860615"/>
                </a:lnTo>
                <a:lnTo>
                  <a:pt x="7248525" y="857986"/>
                </a:lnTo>
                <a:close/>
              </a:path>
              <a:path w="9867900" h="3000375">
                <a:moveTo>
                  <a:pt x="7248525" y="430720"/>
                </a:moveTo>
                <a:lnTo>
                  <a:pt x="7248068" y="429590"/>
                </a:lnTo>
                <a:lnTo>
                  <a:pt x="7246201" y="427736"/>
                </a:lnTo>
                <a:lnTo>
                  <a:pt x="7245083" y="427266"/>
                </a:lnTo>
                <a:lnTo>
                  <a:pt x="7242454" y="427266"/>
                </a:lnTo>
                <a:lnTo>
                  <a:pt x="7241324" y="427736"/>
                </a:lnTo>
                <a:lnTo>
                  <a:pt x="7239470" y="429590"/>
                </a:lnTo>
                <a:lnTo>
                  <a:pt x="7239000" y="430720"/>
                </a:lnTo>
                <a:lnTo>
                  <a:pt x="7239000" y="433349"/>
                </a:lnTo>
                <a:lnTo>
                  <a:pt x="7239470" y="434467"/>
                </a:lnTo>
                <a:lnTo>
                  <a:pt x="7241324" y="436333"/>
                </a:lnTo>
                <a:lnTo>
                  <a:pt x="7242454" y="436791"/>
                </a:lnTo>
                <a:lnTo>
                  <a:pt x="7245083" y="436791"/>
                </a:lnTo>
                <a:lnTo>
                  <a:pt x="7246201" y="436333"/>
                </a:lnTo>
                <a:lnTo>
                  <a:pt x="7248068" y="434467"/>
                </a:lnTo>
                <a:lnTo>
                  <a:pt x="7248525" y="433349"/>
                </a:lnTo>
                <a:lnTo>
                  <a:pt x="7248525" y="430720"/>
                </a:lnTo>
                <a:close/>
              </a:path>
              <a:path w="9867900" h="3000375">
                <a:moveTo>
                  <a:pt x="7248525" y="3454"/>
                </a:moveTo>
                <a:lnTo>
                  <a:pt x="7248068" y="2336"/>
                </a:lnTo>
                <a:lnTo>
                  <a:pt x="7246201" y="469"/>
                </a:lnTo>
                <a:lnTo>
                  <a:pt x="7245083" y="0"/>
                </a:lnTo>
                <a:lnTo>
                  <a:pt x="7242454" y="0"/>
                </a:lnTo>
                <a:lnTo>
                  <a:pt x="7241324" y="469"/>
                </a:lnTo>
                <a:lnTo>
                  <a:pt x="7239470" y="2336"/>
                </a:lnTo>
                <a:lnTo>
                  <a:pt x="7239000" y="3454"/>
                </a:lnTo>
                <a:lnTo>
                  <a:pt x="7239000" y="6083"/>
                </a:lnTo>
                <a:lnTo>
                  <a:pt x="7239470" y="7200"/>
                </a:lnTo>
                <a:lnTo>
                  <a:pt x="7241324" y="9067"/>
                </a:lnTo>
                <a:lnTo>
                  <a:pt x="7242454" y="9525"/>
                </a:lnTo>
                <a:lnTo>
                  <a:pt x="7245083" y="9525"/>
                </a:lnTo>
                <a:lnTo>
                  <a:pt x="7246201" y="9067"/>
                </a:lnTo>
                <a:lnTo>
                  <a:pt x="7248068" y="7200"/>
                </a:lnTo>
                <a:lnTo>
                  <a:pt x="7248525" y="6083"/>
                </a:lnTo>
                <a:lnTo>
                  <a:pt x="7248525" y="3454"/>
                </a:lnTo>
                <a:close/>
              </a:path>
              <a:path w="9867900" h="3000375">
                <a:moveTo>
                  <a:pt x="7296150" y="2994304"/>
                </a:moveTo>
                <a:lnTo>
                  <a:pt x="7295693" y="2993186"/>
                </a:lnTo>
                <a:lnTo>
                  <a:pt x="7293826" y="2991320"/>
                </a:lnTo>
                <a:lnTo>
                  <a:pt x="7292708" y="2990850"/>
                </a:lnTo>
                <a:lnTo>
                  <a:pt x="7290079" y="2990850"/>
                </a:lnTo>
                <a:lnTo>
                  <a:pt x="7288949" y="2991320"/>
                </a:lnTo>
                <a:lnTo>
                  <a:pt x="7287095" y="2993186"/>
                </a:lnTo>
                <a:lnTo>
                  <a:pt x="7286625" y="2994304"/>
                </a:lnTo>
                <a:lnTo>
                  <a:pt x="7286625" y="2996933"/>
                </a:lnTo>
                <a:lnTo>
                  <a:pt x="7287095" y="2998051"/>
                </a:lnTo>
                <a:lnTo>
                  <a:pt x="7288949" y="2999917"/>
                </a:lnTo>
                <a:lnTo>
                  <a:pt x="7290079" y="3000375"/>
                </a:lnTo>
                <a:lnTo>
                  <a:pt x="7292708" y="3000375"/>
                </a:lnTo>
                <a:lnTo>
                  <a:pt x="7293826" y="2999917"/>
                </a:lnTo>
                <a:lnTo>
                  <a:pt x="7295693" y="2998051"/>
                </a:lnTo>
                <a:lnTo>
                  <a:pt x="7296150" y="2996933"/>
                </a:lnTo>
                <a:lnTo>
                  <a:pt x="7296150" y="2994304"/>
                </a:lnTo>
                <a:close/>
              </a:path>
              <a:path w="9867900" h="3000375">
                <a:moveTo>
                  <a:pt x="7296150" y="2567038"/>
                </a:moveTo>
                <a:lnTo>
                  <a:pt x="7295693" y="2565920"/>
                </a:lnTo>
                <a:lnTo>
                  <a:pt x="7293826" y="2564053"/>
                </a:lnTo>
                <a:lnTo>
                  <a:pt x="7292708" y="2563596"/>
                </a:lnTo>
                <a:lnTo>
                  <a:pt x="7290079" y="2563596"/>
                </a:lnTo>
                <a:lnTo>
                  <a:pt x="7288949" y="2564053"/>
                </a:lnTo>
                <a:lnTo>
                  <a:pt x="7287095" y="2565920"/>
                </a:lnTo>
                <a:lnTo>
                  <a:pt x="7286625" y="2567038"/>
                </a:lnTo>
                <a:lnTo>
                  <a:pt x="7286625" y="2569667"/>
                </a:lnTo>
                <a:lnTo>
                  <a:pt x="7287095" y="2570797"/>
                </a:lnTo>
                <a:lnTo>
                  <a:pt x="7288949" y="2572651"/>
                </a:lnTo>
                <a:lnTo>
                  <a:pt x="7290079" y="2573121"/>
                </a:lnTo>
                <a:lnTo>
                  <a:pt x="7292708" y="2573121"/>
                </a:lnTo>
                <a:lnTo>
                  <a:pt x="7293826" y="2572651"/>
                </a:lnTo>
                <a:lnTo>
                  <a:pt x="7295693" y="2570797"/>
                </a:lnTo>
                <a:lnTo>
                  <a:pt x="7296150" y="2569667"/>
                </a:lnTo>
                <a:lnTo>
                  <a:pt x="7296150" y="2567038"/>
                </a:lnTo>
                <a:close/>
              </a:path>
              <a:path w="9867900" h="3000375">
                <a:moveTo>
                  <a:pt x="7296150" y="2139772"/>
                </a:moveTo>
                <a:lnTo>
                  <a:pt x="7295693" y="2138654"/>
                </a:lnTo>
                <a:lnTo>
                  <a:pt x="7293826" y="2136787"/>
                </a:lnTo>
                <a:lnTo>
                  <a:pt x="7292708" y="2136330"/>
                </a:lnTo>
                <a:lnTo>
                  <a:pt x="7290079" y="2136330"/>
                </a:lnTo>
                <a:lnTo>
                  <a:pt x="7288949" y="2136787"/>
                </a:lnTo>
                <a:lnTo>
                  <a:pt x="7287095" y="2138654"/>
                </a:lnTo>
                <a:lnTo>
                  <a:pt x="7286625" y="2139772"/>
                </a:lnTo>
                <a:lnTo>
                  <a:pt x="7286625" y="2142401"/>
                </a:lnTo>
                <a:lnTo>
                  <a:pt x="7287095" y="2143531"/>
                </a:lnTo>
                <a:lnTo>
                  <a:pt x="7288949" y="2145385"/>
                </a:lnTo>
                <a:lnTo>
                  <a:pt x="7290079" y="2145855"/>
                </a:lnTo>
                <a:lnTo>
                  <a:pt x="7292708" y="2145855"/>
                </a:lnTo>
                <a:lnTo>
                  <a:pt x="7293826" y="2145385"/>
                </a:lnTo>
                <a:lnTo>
                  <a:pt x="7295693" y="2143531"/>
                </a:lnTo>
                <a:lnTo>
                  <a:pt x="7296150" y="2142401"/>
                </a:lnTo>
                <a:lnTo>
                  <a:pt x="7296150" y="2139772"/>
                </a:lnTo>
                <a:close/>
              </a:path>
              <a:path w="9867900" h="3000375">
                <a:moveTo>
                  <a:pt x="7296150" y="1712506"/>
                </a:moveTo>
                <a:lnTo>
                  <a:pt x="7295693" y="1711388"/>
                </a:lnTo>
                <a:lnTo>
                  <a:pt x="7293826" y="1709534"/>
                </a:lnTo>
                <a:lnTo>
                  <a:pt x="7292708" y="1709064"/>
                </a:lnTo>
                <a:lnTo>
                  <a:pt x="7290079" y="1709064"/>
                </a:lnTo>
                <a:lnTo>
                  <a:pt x="7288949" y="1709534"/>
                </a:lnTo>
                <a:lnTo>
                  <a:pt x="7287095" y="1711388"/>
                </a:lnTo>
                <a:lnTo>
                  <a:pt x="7286625" y="1712506"/>
                </a:lnTo>
                <a:lnTo>
                  <a:pt x="7286625" y="1715135"/>
                </a:lnTo>
                <a:lnTo>
                  <a:pt x="7287095" y="1716265"/>
                </a:lnTo>
                <a:lnTo>
                  <a:pt x="7288949" y="1718119"/>
                </a:lnTo>
                <a:lnTo>
                  <a:pt x="7290079" y="1718589"/>
                </a:lnTo>
                <a:lnTo>
                  <a:pt x="7292708" y="1718589"/>
                </a:lnTo>
                <a:lnTo>
                  <a:pt x="7293826" y="1718119"/>
                </a:lnTo>
                <a:lnTo>
                  <a:pt x="7295693" y="1716265"/>
                </a:lnTo>
                <a:lnTo>
                  <a:pt x="7296150" y="1715135"/>
                </a:lnTo>
                <a:lnTo>
                  <a:pt x="7296150" y="1712506"/>
                </a:lnTo>
                <a:close/>
              </a:path>
              <a:path w="9867900" h="3000375">
                <a:moveTo>
                  <a:pt x="7296150" y="1285252"/>
                </a:moveTo>
                <a:lnTo>
                  <a:pt x="7295693" y="1284122"/>
                </a:lnTo>
                <a:lnTo>
                  <a:pt x="7293826" y="1282268"/>
                </a:lnTo>
                <a:lnTo>
                  <a:pt x="7292708" y="1281798"/>
                </a:lnTo>
                <a:lnTo>
                  <a:pt x="7290079" y="1281798"/>
                </a:lnTo>
                <a:lnTo>
                  <a:pt x="7288949" y="1282268"/>
                </a:lnTo>
                <a:lnTo>
                  <a:pt x="7287095" y="1284122"/>
                </a:lnTo>
                <a:lnTo>
                  <a:pt x="7286625" y="1285252"/>
                </a:lnTo>
                <a:lnTo>
                  <a:pt x="7286625" y="1287881"/>
                </a:lnTo>
                <a:lnTo>
                  <a:pt x="7287095" y="1288999"/>
                </a:lnTo>
                <a:lnTo>
                  <a:pt x="7288949" y="1290853"/>
                </a:lnTo>
                <a:lnTo>
                  <a:pt x="7290079" y="1291323"/>
                </a:lnTo>
                <a:lnTo>
                  <a:pt x="7292708" y="1291323"/>
                </a:lnTo>
                <a:lnTo>
                  <a:pt x="7293826" y="1290853"/>
                </a:lnTo>
                <a:lnTo>
                  <a:pt x="7295693" y="1288999"/>
                </a:lnTo>
                <a:lnTo>
                  <a:pt x="7296150" y="1287881"/>
                </a:lnTo>
                <a:lnTo>
                  <a:pt x="7296150" y="1285252"/>
                </a:lnTo>
                <a:close/>
              </a:path>
              <a:path w="9867900" h="3000375">
                <a:moveTo>
                  <a:pt x="7296150" y="857986"/>
                </a:moveTo>
                <a:lnTo>
                  <a:pt x="7295693" y="856856"/>
                </a:lnTo>
                <a:lnTo>
                  <a:pt x="7293826" y="855002"/>
                </a:lnTo>
                <a:lnTo>
                  <a:pt x="7292708" y="854532"/>
                </a:lnTo>
                <a:lnTo>
                  <a:pt x="7290079" y="854532"/>
                </a:lnTo>
                <a:lnTo>
                  <a:pt x="7288949" y="855002"/>
                </a:lnTo>
                <a:lnTo>
                  <a:pt x="7287095" y="856856"/>
                </a:lnTo>
                <a:lnTo>
                  <a:pt x="7286625" y="857986"/>
                </a:lnTo>
                <a:lnTo>
                  <a:pt x="7286625" y="860615"/>
                </a:lnTo>
                <a:lnTo>
                  <a:pt x="7287095" y="861733"/>
                </a:lnTo>
                <a:lnTo>
                  <a:pt x="7288949" y="863600"/>
                </a:lnTo>
                <a:lnTo>
                  <a:pt x="7290079" y="864057"/>
                </a:lnTo>
                <a:lnTo>
                  <a:pt x="7292708" y="864057"/>
                </a:lnTo>
                <a:lnTo>
                  <a:pt x="7293826" y="863600"/>
                </a:lnTo>
                <a:lnTo>
                  <a:pt x="7295693" y="861733"/>
                </a:lnTo>
                <a:lnTo>
                  <a:pt x="7296150" y="860615"/>
                </a:lnTo>
                <a:lnTo>
                  <a:pt x="7296150" y="857986"/>
                </a:lnTo>
                <a:close/>
              </a:path>
              <a:path w="9867900" h="3000375">
                <a:moveTo>
                  <a:pt x="7296150" y="430720"/>
                </a:moveTo>
                <a:lnTo>
                  <a:pt x="7295693" y="429590"/>
                </a:lnTo>
                <a:lnTo>
                  <a:pt x="7293826" y="427736"/>
                </a:lnTo>
                <a:lnTo>
                  <a:pt x="7292708" y="427266"/>
                </a:lnTo>
                <a:lnTo>
                  <a:pt x="7290079" y="427266"/>
                </a:lnTo>
                <a:lnTo>
                  <a:pt x="7288949" y="427736"/>
                </a:lnTo>
                <a:lnTo>
                  <a:pt x="7287095" y="429590"/>
                </a:lnTo>
                <a:lnTo>
                  <a:pt x="7286625" y="430720"/>
                </a:lnTo>
                <a:lnTo>
                  <a:pt x="7286625" y="433349"/>
                </a:lnTo>
                <a:lnTo>
                  <a:pt x="7287095" y="434467"/>
                </a:lnTo>
                <a:lnTo>
                  <a:pt x="7288949" y="436333"/>
                </a:lnTo>
                <a:lnTo>
                  <a:pt x="7290079" y="436791"/>
                </a:lnTo>
                <a:lnTo>
                  <a:pt x="7292708" y="436791"/>
                </a:lnTo>
                <a:lnTo>
                  <a:pt x="7293826" y="436333"/>
                </a:lnTo>
                <a:lnTo>
                  <a:pt x="7295693" y="434467"/>
                </a:lnTo>
                <a:lnTo>
                  <a:pt x="7296150" y="433349"/>
                </a:lnTo>
                <a:lnTo>
                  <a:pt x="7296150" y="430720"/>
                </a:lnTo>
                <a:close/>
              </a:path>
              <a:path w="9867900" h="3000375">
                <a:moveTo>
                  <a:pt x="7296150" y="3454"/>
                </a:moveTo>
                <a:lnTo>
                  <a:pt x="7295693" y="2336"/>
                </a:lnTo>
                <a:lnTo>
                  <a:pt x="7293826" y="469"/>
                </a:lnTo>
                <a:lnTo>
                  <a:pt x="7292708" y="0"/>
                </a:lnTo>
                <a:lnTo>
                  <a:pt x="7290079" y="0"/>
                </a:lnTo>
                <a:lnTo>
                  <a:pt x="7288949" y="469"/>
                </a:lnTo>
                <a:lnTo>
                  <a:pt x="7287095" y="2336"/>
                </a:lnTo>
                <a:lnTo>
                  <a:pt x="7286625" y="3454"/>
                </a:lnTo>
                <a:lnTo>
                  <a:pt x="7286625" y="6083"/>
                </a:lnTo>
                <a:lnTo>
                  <a:pt x="7287095" y="7200"/>
                </a:lnTo>
                <a:lnTo>
                  <a:pt x="7288949" y="9067"/>
                </a:lnTo>
                <a:lnTo>
                  <a:pt x="7290079" y="9525"/>
                </a:lnTo>
                <a:lnTo>
                  <a:pt x="7292708" y="9525"/>
                </a:lnTo>
                <a:lnTo>
                  <a:pt x="7293826" y="9067"/>
                </a:lnTo>
                <a:lnTo>
                  <a:pt x="7295693" y="7200"/>
                </a:lnTo>
                <a:lnTo>
                  <a:pt x="7296150" y="6083"/>
                </a:lnTo>
                <a:lnTo>
                  <a:pt x="7296150" y="3454"/>
                </a:lnTo>
                <a:close/>
              </a:path>
              <a:path w="9867900" h="3000375">
                <a:moveTo>
                  <a:pt x="7343775" y="2994304"/>
                </a:moveTo>
                <a:lnTo>
                  <a:pt x="7343318" y="2993186"/>
                </a:lnTo>
                <a:lnTo>
                  <a:pt x="7341451" y="2991320"/>
                </a:lnTo>
                <a:lnTo>
                  <a:pt x="7340333" y="2990850"/>
                </a:lnTo>
                <a:lnTo>
                  <a:pt x="7337704" y="2990850"/>
                </a:lnTo>
                <a:lnTo>
                  <a:pt x="7336574" y="2991320"/>
                </a:lnTo>
                <a:lnTo>
                  <a:pt x="7334720" y="2993186"/>
                </a:lnTo>
                <a:lnTo>
                  <a:pt x="7334250" y="2994304"/>
                </a:lnTo>
                <a:lnTo>
                  <a:pt x="7334250" y="2996933"/>
                </a:lnTo>
                <a:lnTo>
                  <a:pt x="7334720" y="2998051"/>
                </a:lnTo>
                <a:lnTo>
                  <a:pt x="7336574" y="2999917"/>
                </a:lnTo>
                <a:lnTo>
                  <a:pt x="7337704" y="3000375"/>
                </a:lnTo>
                <a:lnTo>
                  <a:pt x="7340333" y="3000375"/>
                </a:lnTo>
                <a:lnTo>
                  <a:pt x="7341451" y="2999917"/>
                </a:lnTo>
                <a:lnTo>
                  <a:pt x="7343318" y="2998051"/>
                </a:lnTo>
                <a:lnTo>
                  <a:pt x="7343775" y="2996933"/>
                </a:lnTo>
                <a:lnTo>
                  <a:pt x="7343775" y="2994304"/>
                </a:lnTo>
                <a:close/>
              </a:path>
              <a:path w="9867900" h="3000375">
                <a:moveTo>
                  <a:pt x="7343775" y="2567038"/>
                </a:moveTo>
                <a:lnTo>
                  <a:pt x="7343318" y="2565920"/>
                </a:lnTo>
                <a:lnTo>
                  <a:pt x="7341451" y="2564053"/>
                </a:lnTo>
                <a:lnTo>
                  <a:pt x="7340333" y="2563596"/>
                </a:lnTo>
                <a:lnTo>
                  <a:pt x="7337704" y="2563596"/>
                </a:lnTo>
                <a:lnTo>
                  <a:pt x="7336574" y="2564053"/>
                </a:lnTo>
                <a:lnTo>
                  <a:pt x="7334720" y="2565920"/>
                </a:lnTo>
                <a:lnTo>
                  <a:pt x="7334250" y="2567038"/>
                </a:lnTo>
                <a:lnTo>
                  <a:pt x="7334250" y="2569667"/>
                </a:lnTo>
                <a:lnTo>
                  <a:pt x="7334720" y="2570797"/>
                </a:lnTo>
                <a:lnTo>
                  <a:pt x="7336574" y="2572651"/>
                </a:lnTo>
                <a:lnTo>
                  <a:pt x="7337704" y="2573121"/>
                </a:lnTo>
                <a:lnTo>
                  <a:pt x="7340333" y="2573121"/>
                </a:lnTo>
                <a:lnTo>
                  <a:pt x="7341451" y="2572651"/>
                </a:lnTo>
                <a:lnTo>
                  <a:pt x="7343318" y="2570797"/>
                </a:lnTo>
                <a:lnTo>
                  <a:pt x="7343775" y="2569667"/>
                </a:lnTo>
                <a:lnTo>
                  <a:pt x="7343775" y="2567038"/>
                </a:lnTo>
                <a:close/>
              </a:path>
              <a:path w="9867900" h="3000375">
                <a:moveTo>
                  <a:pt x="7343775" y="2139772"/>
                </a:moveTo>
                <a:lnTo>
                  <a:pt x="7343318" y="2138654"/>
                </a:lnTo>
                <a:lnTo>
                  <a:pt x="7341451" y="2136787"/>
                </a:lnTo>
                <a:lnTo>
                  <a:pt x="7340333" y="2136330"/>
                </a:lnTo>
                <a:lnTo>
                  <a:pt x="7337704" y="2136330"/>
                </a:lnTo>
                <a:lnTo>
                  <a:pt x="7336574" y="2136787"/>
                </a:lnTo>
                <a:lnTo>
                  <a:pt x="7334720" y="2138654"/>
                </a:lnTo>
                <a:lnTo>
                  <a:pt x="7334250" y="2139772"/>
                </a:lnTo>
                <a:lnTo>
                  <a:pt x="7334250" y="2142401"/>
                </a:lnTo>
                <a:lnTo>
                  <a:pt x="7334720" y="2143531"/>
                </a:lnTo>
                <a:lnTo>
                  <a:pt x="7336574" y="2145385"/>
                </a:lnTo>
                <a:lnTo>
                  <a:pt x="7337704" y="2145855"/>
                </a:lnTo>
                <a:lnTo>
                  <a:pt x="7340333" y="2145855"/>
                </a:lnTo>
                <a:lnTo>
                  <a:pt x="7341451" y="2145385"/>
                </a:lnTo>
                <a:lnTo>
                  <a:pt x="7343318" y="2143531"/>
                </a:lnTo>
                <a:lnTo>
                  <a:pt x="7343775" y="2142401"/>
                </a:lnTo>
                <a:lnTo>
                  <a:pt x="7343775" y="2139772"/>
                </a:lnTo>
                <a:close/>
              </a:path>
              <a:path w="9867900" h="3000375">
                <a:moveTo>
                  <a:pt x="7343775" y="1712506"/>
                </a:moveTo>
                <a:lnTo>
                  <a:pt x="7343318" y="1711388"/>
                </a:lnTo>
                <a:lnTo>
                  <a:pt x="7341451" y="1709534"/>
                </a:lnTo>
                <a:lnTo>
                  <a:pt x="7340333" y="1709064"/>
                </a:lnTo>
                <a:lnTo>
                  <a:pt x="7337704" y="1709064"/>
                </a:lnTo>
                <a:lnTo>
                  <a:pt x="7336574" y="1709534"/>
                </a:lnTo>
                <a:lnTo>
                  <a:pt x="7334720" y="1711388"/>
                </a:lnTo>
                <a:lnTo>
                  <a:pt x="7334250" y="1712506"/>
                </a:lnTo>
                <a:lnTo>
                  <a:pt x="7334250" y="1715135"/>
                </a:lnTo>
                <a:lnTo>
                  <a:pt x="7334720" y="1716265"/>
                </a:lnTo>
                <a:lnTo>
                  <a:pt x="7336574" y="1718119"/>
                </a:lnTo>
                <a:lnTo>
                  <a:pt x="7337704" y="1718589"/>
                </a:lnTo>
                <a:lnTo>
                  <a:pt x="7340333" y="1718589"/>
                </a:lnTo>
                <a:lnTo>
                  <a:pt x="7341451" y="1718119"/>
                </a:lnTo>
                <a:lnTo>
                  <a:pt x="7343318" y="1716265"/>
                </a:lnTo>
                <a:lnTo>
                  <a:pt x="7343775" y="1715135"/>
                </a:lnTo>
                <a:lnTo>
                  <a:pt x="7343775" y="1712506"/>
                </a:lnTo>
                <a:close/>
              </a:path>
              <a:path w="9867900" h="3000375">
                <a:moveTo>
                  <a:pt x="7343775" y="1285252"/>
                </a:moveTo>
                <a:lnTo>
                  <a:pt x="7343318" y="1284122"/>
                </a:lnTo>
                <a:lnTo>
                  <a:pt x="7341451" y="1282268"/>
                </a:lnTo>
                <a:lnTo>
                  <a:pt x="7340333" y="1281798"/>
                </a:lnTo>
                <a:lnTo>
                  <a:pt x="7337704" y="1281798"/>
                </a:lnTo>
                <a:lnTo>
                  <a:pt x="7336574" y="1282268"/>
                </a:lnTo>
                <a:lnTo>
                  <a:pt x="7334720" y="1284122"/>
                </a:lnTo>
                <a:lnTo>
                  <a:pt x="7334250" y="1285252"/>
                </a:lnTo>
                <a:lnTo>
                  <a:pt x="7334250" y="1287881"/>
                </a:lnTo>
                <a:lnTo>
                  <a:pt x="7334720" y="1288999"/>
                </a:lnTo>
                <a:lnTo>
                  <a:pt x="7336574" y="1290853"/>
                </a:lnTo>
                <a:lnTo>
                  <a:pt x="7337704" y="1291323"/>
                </a:lnTo>
                <a:lnTo>
                  <a:pt x="7340333" y="1291323"/>
                </a:lnTo>
                <a:lnTo>
                  <a:pt x="7341451" y="1290853"/>
                </a:lnTo>
                <a:lnTo>
                  <a:pt x="7343318" y="1288999"/>
                </a:lnTo>
                <a:lnTo>
                  <a:pt x="7343775" y="1287881"/>
                </a:lnTo>
                <a:lnTo>
                  <a:pt x="7343775" y="1285252"/>
                </a:lnTo>
                <a:close/>
              </a:path>
              <a:path w="9867900" h="3000375">
                <a:moveTo>
                  <a:pt x="7343775" y="857986"/>
                </a:moveTo>
                <a:lnTo>
                  <a:pt x="7343318" y="856856"/>
                </a:lnTo>
                <a:lnTo>
                  <a:pt x="7341451" y="855002"/>
                </a:lnTo>
                <a:lnTo>
                  <a:pt x="7340333" y="854532"/>
                </a:lnTo>
                <a:lnTo>
                  <a:pt x="7337704" y="854532"/>
                </a:lnTo>
                <a:lnTo>
                  <a:pt x="7336574" y="855002"/>
                </a:lnTo>
                <a:lnTo>
                  <a:pt x="7334720" y="856856"/>
                </a:lnTo>
                <a:lnTo>
                  <a:pt x="7334250" y="857986"/>
                </a:lnTo>
                <a:lnTo>
                  <a:pt x="7334250" y="860615"/>
                </a:lnTo>
                <a:lnTo>
                  <a:pt x="7334720" y="861733"/>
                </a:lnTo>
                <a:lnTo>
                  <a:pt x="7336574" y="863600"/>
                </a:lnTo>
                <a:lnTo>
                  <a:pt x="7337704" y="864057"/>
                </a:lnTo>
                <a:lnTo>
                  <a:pt x="7340333" y="864057"/>
                </a:lnTo>
                <a:lnTo>
                  <a:pt x="7341451" y="863600"/>
                </a:lnTo>
                <a:lnTo>
                  <a:pt x="7343318" y="861733"/>
                </a:lnTo>
                <a:lnTo>
                  <a:pt x="7343775" y="860615"/>
                </a:lnTo>
                <a:lnTo>
                  <a:pt x="7343775" y="857986"/>
                </a:lnTo>
                <a:close/>
              </a:path>
              <a:path w="9867900" h="3000375">
                <a:moveTo>
                  <a:pt x="7343775" y="430720"/>
                </a:moveTo>
                <a:lnTo>
                  <a:pt x="7343318" y="429590"/>
                </a:lnTo>
                <a:lnTo>
                  <a:pt x="7341451" y="427736"/>
                </a:lnTo>
                <a:lnTo>
                  <a:pt x="7340333" y="427266"/>
                </a:lnTo>
                <a:lnTo>
                  <a:pt x="7337704" y="427266"/>
                </a:lnTo>
                <a:lnTo>
                  <a:pt x="7336574" y="427736"/>
                </a:lnTo>
                <a:lnTo>
                  <a:pt x="7334720" y="429590"/>
                </a:lnTo>
                <a:lnTo>
                  <a:pt x="7334250" y="430720"/>
                </a:lnTo>
                <a:lnTo>
                  <a:pt x="7334250" y="433349"/>
                </a:lnTo>
                <a:lnTo>
                  <a:pt x="7334720" y="434467"/>
                </a:lnTo>
                <a:lnTo>
                  <a:pt x="7336574" y="436333"/>
                </a:lnTo>
                <a:lnTo>
                  <a:pt x="7337704" y="436791"/>
                </a:lnTo>
                <a:lnTo>
                  <a:pt x="7340333" y="436791"/>
                </a:lnTo>
                <a:lnTo>
                  <a:pt x="7341451" y="436333"/>
                </a:lnTo>
                <a:lnTo>
                  <a:pt x="7343318" y="434467"/>
                </a:lnTo>
                <a:lnTo>
                  <a:pt x="7343775" y="433349"/>
                </a:lnTo>
                <a:lnTo>
                  <a:pt x="7343775" y="430720"/>
                </a:lnTo>
                <a:close/>
              </a:path>
              <a:path w="9867900" h="3000375">
                <a:moveTo>
                  <a:pt x="7343775" y="3454"/>
                </a:moveTo>
                <a:lnTo>
                  <a:pt x="7343318" y="2336"/>
                </a:lnTo>
                <a:lnTo>
                  <a:pt x="7341451" y="469"/>
                </a:lnTo>
                <a:lnTo>
                  <a:pt x="7340333" y="0"/>
                </a:lnTo>
                <a:lnTo>
                  <a:pt x="7337704" y="0"/>
                </a:lnTo>
                <a:lnTo>
                  <a:pt x="7336574" y="469"/>
                </a:lnTo>
                <a:lnTo>
                  <a:pt x="7334720" y="2336"/>
                </a:lnTo>
                <a:lnTo>
                  <a:pt x="7334250" y="3454"/>
                </a:lnTo>
                <a:lnTo>
                  <a:pt x="7334250" y="6083"/>
                </a:lnTo>
                <a:lnTo>
                  <a:pt x="7334720" y="7200"/>
                </a:lnTo>
                <a:lnTo>
                  <a:pt x="7336574" y="9067"/>
                </a:lnTo>
                <a:lnTo>
                  <a:pt x="7337704" y="9525"/>
                </a:lnTo>
                <a:lnTo>
                  <a:pt x="7340333" y="9525"/>
                </a:lnTo>
                <a:lnTo>
                  <a:pt x="7341451" y="9067"/>
                </a:lnTo>
                <a:lnTo>
                  <a:pt x="7343318" y="7200"/>
                </a:lnTo>
                <a:lnTo>
                  <a:pt x="7343775" y="6083"/>
                </a:lnTo>
                <a:lnTo>
                  <a:pt x="7343775" y="3454"/>
                </a:lnTo>
                <a:close/>
              </a:path>
              <a:path w="9867900" h="3000375">
                <a:moveTo>
                  <a:pt x="7391400" y="2994304"/>
                </a:moveTo>
                <a:lnTo>
                  <a:pt x="7390943" y="2993186"/>
                </a:lnTo>
                <a:lnTo>
                  <a:pt x="7389076" y="2991320"/>
                </a:lnTo>
                <a:lnTo>
                  <a:pt x="7387958" y="2990850"/>
                </a:lnTo>
                <a:lnTo>
                  <a:pt x="7385329" y="2990850"/>
                </a:lnTo>
                <a:lnTo>
                  <a:pt x="7384199" y="2991320"/>
                </a:lnTo>
                <a:lnTo>
                  <a:pt x="7382345" y="2993186"/>
                </a:lnTo>
                <a:lnTo>
                  <a:pt x="7381875" y="2994304"/>
                </a:lnTo>
                <a:lnTo>
                  <a:pt x="7381875" y="2996933"/>
                </a:lnTo>
                <a:lnTo>
                  <a:pt x="7382345" y="2998051"/>
                </a:lnTo>
                <a:lnTo>
                  <a:pt x="7384199" y="2999917"/>
                </a:lnTo>
                <a:lnTo>
                  <a:pt x="7385329" y="3000375"/>
                </a:lnTo>
                <a:lnTo>
                  <a:pt x="7387958" y="3000375"/>
                </a:lnTo>
                <a:lnTo>
                  <a:pt x="7389076" y="2999917"/>
                </a:lnTo>
                <a:lnTo>
                  <a:pt x="7390943" y="2998051"/>
                </a:lnTo>
                <a:lnTo>
                  <a:pt x="7391400" y="2996933"/>
                </a:lnTo>
                <a:lnTo>
                  <a:pt x="7391400" y="2994304"/>
                </a:lnTo>
                <a:close/>
              </a:path>
              <a:path w="9867900" h="3000375">
                <a:moveTo>
                  <a:pt x="7391400" y="2567038"/>
                </a:moveTo>
                <a:lnTo>
                  <a:pt x="7390943" y="2565920"/>
                </a:lnTo>
                <a:lnTo>
                  <a:pt x="7389076" y="2564053"/>
                </a:lnTo>
                <a:lnTo>
                  <a:pt x="7387958" y="2563596"/>
                </a:lnTo>
                <a:lnTo>
                  <a:pt x="7385329" y="2563596"/>
                </a:lnTo>
                <a:lnTo>
                  <a:pt x="7384199" y="2564053"/>
                </a:lnTo>
                <a:lnTo>
                  <a:pt x="7382345" y="2565920"/>
                </a:lnTo>
                <a:lnTo>
                  <a:pt x="7381875" y="2567038"/>
                </a:lnTo>
                <a:lnTo>
                  <a:pt x="7381875" y="2569667"/>
                </a:lnTo>
                <a:lnTo>
                  <a:pt x="7382345" y="2570797"/>
                </a:lnTo>
                <a:lnTo>
                  <a:pt x="7384199" y="2572651"/>
                </a:lnTo>
                <a:lnTo>
                  <a:pt x="7385329" y="2573121"/>
                </a:lnTo>
                <a:lnTo>
                  <a:pt x="7387958" y="2573121"/>
                </a:lnTo>
                <a:lnTo>
                  <a:pt x="7389076" y="2572651"/>
                </a:lnTo>
                <a:lnTo>
                  <a:pt x="7390943" y="2570797"/>
                </a:lnTo>
                <a:lnTo>
                  <a:pt x="7391400" y="2569667"/>
                </a:lnTo>
                <a:lnTo>
                  <a:pt x="7391400" y="2567038"/>
                </a:lnTo>
                <a:close/>
              </a:path>
              <a:path w="9867900" h="3000375">
                <a:moveTo>
                  <a:pt x="7391400" y="2139772"/>
                </a:moveTo>
                <a:lnTo>
                  <a:pt x="7390943" y="2138654"/>
                </a:lnTo>
                <a:lnTo>
                  <a:pt x="7389076" y="2136787"/>
                </a:lnTo>
                <a:lnTo>
                  <a:pt x="7387958" y="2136330"/>
                </a:lnTo>
                <a:lnTo>
                  <a:pt x="7385329" y="2136330"/>
                </a:lnTo>
                <a:lnTo>
                  <a:pt x="7384199" y="2136787"/>
                </a:lnTo>
                <a:lnTo>
                  <a:pt x="7382345" y="2138654"/>
                </a:lnTo>
                <a:lnTo>
                  <a:pt x="7381875" y="2139772"/>
                </a:lnTo>
                <a:lnTo>
                  <a:pt x="7381875" y="2142401"/>
                </a:lnTo>
                <a:lnTo>
                  <a:pt x="7382345" y="2143531"/>
                </a:lnTo>
                <a:lnTo>
                  <a:pt x="7384199" y="2145385"/>
                </a:lnTo>
                <a:lnTo>
                  <a:pt x="7385329" y="2145855"/>
                </a:lnTo>
                <a:lnTo>
                  <a:pt x="7387958" y="2145855"/>
                </a:lnTo>
                <a:lnTo>
                  <a:pt x="7389076" y="2145385"/>
                </a:lnTo>
                <a:lnTo>
                  <a:pt x="7390943" y="2143531"/>
                </a:lnTo>
                <a:lnTo>
                  <a:pt x="7391400" y="2142401"/>
                </a:lnTo>
                <a:lnTo>
                  <a:pt x="7391400" y="2139772"/>
                </a:lnTo>
                <a:close/>
              </a:path>
              <a:path w="9867900" h="3000375">
                <a:moveTo>
                  <a:pt x="7391400" y="1712506"/>
                </a:moveTo>
                <a:lnTo>
                  <a:pt x="7390943" y="1711388"/>
                </a:lnTo>
                <a:lnTo>
                  <a:pt x="7389076" y="1709534"/>
                </a:lnTo>
                <a:lnTo>
                  <a:pt x="7387958" y="1709064"/>
                </a:lnTo>
                <a:lnTo>
                  <a:pt x="7385329" y="1709064"/>
                </a:lnTo>
                <a:lnTo>
                  <a:pt x="7384199" y="1709534"/>
                </a:lnTo>
                <a:lnTo>
                  <a:pt x="7382345" y="1711388"/>
                </a:lnTo>
                <a:lnTo>
                  <a:pt x="7381875" y="1712506"/>
                </a:lnTo>
                <a:lnTo>
                  <a:pt x="7381875" y="1715135"/>
                </a:lnTo>
                <a:lnTo>
                  <a:pt x="7382345" y="1716265"/>
                </a:lnTo>
                <a:lnTo>
                  <a:pt x="7384199" y="1718119"/>
                </a:lnTo>
                <a:lnTo>
                  <a:pt x="7385329" y="1718589"/>
                </a:lnTo>
                <a:lnTo>
                  <a:pt x="7387958" y="1718589"/>
                </a:lnTo>
                <a:lnTo>
                  <a:pt x="7389076" y="1718119"/>
                </a:lnTo>
                <a:lnTo>
                  <a:pt x="7390943" y="1716265"/>
                </a:lnTo>
                <a:lnTo>
                  <a:pt x="7391400" y="1715135"/>
                </a:lnTo>
                <a:lnTo>
                  <a:pt x="7391400" y="1712506"/>
                </a:lnTo>
                <a:close/>
              </a:path>
              <a:path w="9867900" h="3000375">
                <a:moveTo>
                  <a:pt x="7391400" y="1285252"/>
                </a:moveTo>
                <a:lnTo>
                  <a:pt x="7390943" y="1284122"/>
                </a:lnTo>
                <a:lnTo>
                  <a:pt x="7389076" y="1282268"/>
                </a:lnTo>
                <a:lnTo>
                  <a:pt x="7387958" y="1281798"/>
                </a:lnTo>
                <a:lnTo>
                  <a:pt x="7385329" y="1281798"/>
                </a:lnTo>
                <a:lnTo>
                  <a:pt x="7384199" y="1282268"/>
                </a:lnTo>
                <a:lnTo>
                  <a:pt x="7382345" y="1284122"/>
                </a:lnTo>
                <a:lnTo>
                  <a:pt x="7381875" y="1285252"/>
                </a:lnTo>
                <a:lnTo>
                  <a:pt x="7381875" y="1287881"/>
                </a:lnTo>
                <a:lnTo>
                  <a:pt x="7382345" y="1288999"/>
                </a:lnTo>
                <a:lnTo>
                  <a:pt x="7384199" y="1290853"/>
                </a:lnTo>
                <a:lnTo>
                  <a:pt x="7385329" y="1291323"/>
                </a:lnTo>
                <a:lnTo>
                  <a:pt x="7387958" y="1291323"/>
                </a:lnTo>
                <a:lnTo>
                  <a:pt x="7389076" y="1290853"/>
                </a:lnTo>
                <a:lnTo>
                  <a:pt x="7390943" y="1288999"/>
                </a:lnTo>
                <a:lnTo>
                  <a:pt x="7391400" y="1287881"/>
                </a:lnTo>
                <a:lnTo>
                  <a:pt x="7391400" y="1285252"/>
                </a:lnTo>
                <a:close/>
              </a:path>
              <a:path w="9867900" h="3000375">
                <a:moveTo>
                  <a:pt x="7391400" y="857986"/>
                </a:moveTo>
                <a:lnTo>
                  <a:pt x="7390943" y="856856"/>
                </a:lnTo>
                <a:lnTo>
                  <a:pt x="7389076" y="855002"/>
                </a:lnTo>
                <a:lnTo>
                  <a:pt x="7387958" y="854532"/>
                </a:lnTo>
                <a:lnTo>
                  <a:pt x="7385329" y="854532"/>
                </a:lnTo>
                <a:lnTo>
                  <a:pt x="7384199" y="855002"/>
                </a:lnTo>
                <a:lnTo>
                  <a:pt x="7382345" y="856856"/>
                </a:lnTo>
                <a:lnTo>
                  <a:pt x="7381875" y="857986"/>
                </a:lnTo>
                <a:lnTo>
                  <a:pt x="7381875" y="860615"/>
                </a:lnTo>
                <a:lnTo>
                  <a:pt x="7382345" y="861733"/>
                </a:lnTo>
                <a:lnTo>
                  <a:pt x="7384199" y="863600"/>
                </a:lnTo>
                <a:lnTo>
                  <a:pt x="7385329" y="864057"/>
                </a:lnTo>
                <a:lnTo>
                  <a:pt x="7387958" y="864057"/>
                </a:lnTo>
                <a:lnTo>
                  <a:pt x="7389076" y="863600"/>
                </a:lnTo>
                <a:lnTo>
                  <a:pt x="7390943" y="861733"/>
                </a:lnTo>
                <a:lnTo>
                  <a:pt x="7391400" y="860615"/>
                </a:lnTo>
                <a:lnTo>
                  <a:pt x="7391400" y="857986"/>
                </a:lnTo>
                <a:close/>
              </a:path>
              <a:path w="9867900" h="3000375">
                <a:moveTo>
                  <a:pt x="7391400" y="430720"/>
                </a:moveTo>
                <a:lnTo>
                  <a:pt x="7390943" y="429590"/>
                </a:lnTo>
                <a:lnTo>
                  <a:pt x="7389076" y="427736"/>
                </a:lnTo>
                <a:lnTo>
                  <a:pt x="7387958" y="427266"/>
                </a:lnTo>
                <a:lnTo>
                  <a:pt x="7385329" y="427266"/>
                </a:lnTo>
                <a:lnTo>
                  <a:pt x="7384199" y="427736"/>
                </a:lnTo>
                <a:lnTo>
                  <a:pt x="7382345" y="429590"/>
                </a:lnTo>
                <a:lnTo>
                  <a:pt x="7381875" y="430720"/>
                </a:lnTo>
                <a:lnTo>
                  <a:pt x="7381875" y="433349"/>
                </a:lnTo>
                <a:lnTo>
                  <a:pt x="7382345" y="434467"/>
                </a:lnTo>
                <a:lnTo>
                  <a:pt x="7384199" y="436333"/>
                </a:lnTo>
                <a:lnTo>
                  <a:pt x="7385329" y="436791"/>
                </a:lnTo>
                <a:lnTo>
                  <a:pt x="7387958" y="436791"/>
                </a:lnTo>
                <a:lnTo>
                  <a:pt x="7389076" y="436333"/>
                </a:lnTo>
                <a:lnTo>
                  <a:pt x="7390943" y="434467"/>
                </a:lnTo>
                <a:lnTo>
                  <a:pt x="7391400" y="433349"/>
                </a:lnTo>
                <a:lnTo>
                  <a:pt x="7391400" y="430720"/>
                </a:lnTo>
                <a:close/>
              </a:path>
              <a:path w="9867900" h="3000375">
                <a:moveTo>
                  <a:pt x="7391400" y="3454"/>
                </a:moveTo>
                <a:lnTo>
                  <a:pt x="7390943" y="2336"/>
                </a:lnTo>
                <a:lnTo>
                  <a:pt x="7389076" y="469"/>
                </a:lnTo>
                <a:lnTo>
                  <a:pt x="7387958" y="0"/>
                </a:lnTo>
                <a:lnTo>
                  <a:pt x="7385329" y="0"/>
                </a:lnTo>
                <a:lnTo>
                  <a:pt x="7384199" y="469"/>
                </a:lnTo>
                <a:lnTo>
                  <a:pt x="7382345" y="2336"/>
                </a:lnTo>
                <a:lnTo>
                  <a:pt x="7381875" y="3454"/>
                </a:lnTo>
                <a:lnTo>
                  <a:pt x="7381875" y="6083"/>
                </a:lnTo>
                <a:lnTo>
                  <a:pt x="7382345" y="7200"/>
                </a:lnTo>
                <a:lnTo>
                  <a:pt x="7384199" y="9067"/>
                </a:lnTo>
                <a:lnTo>
                  <a:pt x="7385329" y="9525"/>
                </a:lnTo>
                <a:lnTo>
                  <a:pt x="7387958" y="9525"/>
                </a:lnTo>
                <a:lnTo>
                  <a:pt x="7389076" y="9067"/>
                </a:lnTo>
                <a:lnTo>
                  <a:pt x="7390943" y="7200"/>
                </a:lnTo>
                <a:lnTo>
                  <a:pt x="7391400" y="6083"/>
                </a:lnTo>
                <a:lnTo>
                  <a:pt x="7391400" y="3454"/>
                </a:lnTo>
                <a:close/>
              </a:path>
              <a:path w="9867900" h="3000375">
                <a:moveTo>
                  <a:pt x="7439025" y="2994304"/>
                </a:moveTo>
                <a:lnTo>
                  <a:pt x="7438568" y="2993186"/>
                </a:lnTo>
                <a:lnTo>
                  <a:pt x="7436701" y="2991320"/>
                </a:lnTo>
                <a:lnTo>
                  <a:pt x="7435583" y="2990850"/>
                </a:lnTo>
                <a:lnTo>
                  <a:pt x="7432954" y="2990850"/>
                </a:lnTo>
                <a:lnTo>
                  <a:pt x="7431824" y="2991320"/>
                </a:lnTo>
                <a:lnTo>
                  <a:pt x="7429970" y="2993186"/>
                </a:lnTo>
                <a:lnTo>
                  <a:pt x="7429500" y="2994304"/>
                </a:lnTo>
                <a:lnTo>
                  <a:pt x="7429500" y="2996933"/>
                </a:lnTo>
                <a:lnTo>
                  <a:pt x="7429970" y="2998051"/>
                </a:lnTo>
                <a:lnTo>
                  <a:pt x="7431824" y="2999917"/>
                </a:lnTo>
                <a:lnTo>
                  <a:pt x="7432954" y="3000375"/>
                </a:lnTo>
                <a:lnTo>
                  <a:pt x="7435583" y="3000375"/>
                </a:lnTo>
                <a:lnTo>
                  <a:pt x="7436701" y="2999917"/>
                </a:lnTo>
                <a:lnTo>
                  <a:pt x="7438568" y="2998051"/>
                </a:lnTo>
                <a:lnTo>
                  <a:pt x="7439025" y="2996933"/>
                </a:lnTo>
                <a:lnTo>
                  <a:pt x="7439025" y="2994304"/>
                </a:lnTo>
                <a:close/>
              </a:path>
              <a:path w="9867900" h="3000375">
                <a:moveTo>
                  <a:pt x="7439025" y="2567038"/>
                </a:moveTo>
                <a:lnTo>
                  <a:pt x="7438568" y="2565920"/>
                </a:lnTo>
                <a:lnTo>
                  <a:pt x="7436701" y="2564053"/>
                </a:lnTo>
                <a:lnTo>
                  <a:pt x="7435583" y="2563596"/>
                </a:lnTo>
                <a:lnTo>
                  <a:pt x="7432954" y="2563596"/>
                </a:lnTo>
                <a:lnTo>
                  <a:pt x="7431824" y="2564053"/>
                </a:lnTo>
                <a:lnTo>
                  <a:pt x="7429970" y="2565920"/>
                </a:lnTo>
                <a:lnTo>
                  <a:pt x="7429500" y="2567038"/>
                </a:lnTo>
                <a:lnTo>
                  <a:pt x="7429500" y="2569667"/>
                </a:lnTo>
                <a:lnTo>
                  <a:pt x="7429970" y="2570797"/>
                </a:lnTo>
                <a:lnTo>
                  <a:pt x="7431824" y="2572651"/>
                </a:lnTo>
                <a:lnTo>
                  <a:pt x="7432954" y="2573121"/>
                </a:lnTo>
                <a:lnTo>
                  <a:pt x="7435583" y="2573121"/>
                </a:lnTo>
                <a:lnTo>
                  <a:pt x="7436701" y="2572651"/>
                </a:lnTo>
                <a:lnTo>
                  <a:pt x="7438568" y="2570797"/>
                </a:lnTo>
                <a:lnTo>
                  <a:pt x="7439025" y="2569667"/>
                </a:lnTo>
                <a:lnTo>
                  <a:pt x="7439025" y="2567038"/>
                </a:lnTo>
                <a:close/>
              </a:path>
              <a:path w="9867900" h="3000375">
                <a:moveTo>
                  <a:pt x="7439025" y="2139772"/>
                </a:moveTo>
                <a:lnTo>
                  <a:pt x="7438568" y="2138654"/>
                </a:lnTo>
                <a:lnTo>
                  <a:pt x="7436701" y="2136787"/>
                </a:lnTo>
                <a:lnTo>
                  <a:pt x="7435583" y="2136330"/>
                </a:lnTo>
                <a:lnTo>
                  <a:pt x="7432954" y="2136330"/>
                </a:lnTo>
                <a:lnTo>
                  <a:pt x="7431824" y="2136787"/>
                </a:lnTo>
                <a:lnTo>
                  <a:pt x="7429970" y="2138654"/>
                </a:lnTo>
                <a:lnTo>
                  <a:pt x="7429500" y="2139772"/>
                </a:lnTo>
                <a:lnTo>
                  <a:pt x="7429500" y="2142401"/>
                </a:lnTo>
                <a:lnTo>
                  <a:pt x="7429970" y="2143531"/>
                </a:lnTo>
                <a:lnTo>
                  <a:pt x="7431824" y="2145385"/>
                </a:lnTo>
                <a:lnTo>
                  <a:pt x="7432954" y="2145855"/>
                </a:lnTo>
                <a:lnTo>
                  <a:pt x="7435583" y="2145855"/>
                </a:lnTo>
                <a:lnTo>
                  <a:pt x="7436701" y="2145385"/>
                </a:lnTo>
                <a:lnTo>
                  <a:pt x="7438568" y="2143531"/>
                </a:lnTo>
                <a:lnTo>
                  <a:pt x="7439025" y="2142401"/>
                </a:lnTo>
                <a:lnTo>
                  <a:pt x="7439025" y="2139772"/>
                </a:lnTo>
                <a:close/>
              </a:path>
              <a:path w="9867900" h="3000375">
                <a:moveTo>
                  <a:pt x="7439025" y="1712506"/>
                </a:moveTo>
                <a:lnTo>
                  <a:pt x="7438568" y="1711388"/>
                </a:lnTo>
                <a:lnTo>
                  <a:pt x="7436701" y="1709534"/>
                </a:lnTo>
                <a:lnTo>
                  <a:pt x="7435583" y="1709064"/>
                </a:lnTo>
                <a:lnTo>
                  <a:pt x="7432954" y="1709064"/>
                </a:lnTo>
                <a:lnTo>
                  <a:pt x="7431824" y="1709534"/>
                </a:lnTo>
                <a:lnTo>
                  <a:pt x="7429970" y="1711388"/>
                </a:lnTo>
                <a:lnTo>
                  <a:pt x="7429500" y="1712506"/>
                </a:lnTo>
                <a:lnTo>
                  <a:pt x="7429500" y="1715135"/>
                </a:lnTo>
                <a:lnTo>
                  <a:pt x="7429970" y="1716265"/>
                </a:lnTo>
                <a:lnTo>
                  <a:pt x="7431824" y="1718119"/>
                </a:lnTo>
                <a:lnTo>
                  <a:pt x="7432954" y="1718589"/>
                </a:lnTo>
                <a:lnTo>
                  <a:pt x="7435583" y="1718589"/>
                </a:lnTo>
                <a:lnTo>
                  <a:pt x="7436701" y="1718119"/>
                </a:lnTo>
                <a:lnTo>
                  <a:pt x="7438568" y="1716265"/>
                </a:lnTo>
                <a:lnTo>
                  <a:pt x="7439025" y="1715135"/>
                </a:lnTo>
                <a:lnTo>
                  <a:pt x="7439025" y="1712506"/>
                </a:lnTo>
                <a:close/>
              </a:path>
              <a:path w="9867900" h="3000375">
                <a:moveTo>
                  <a:pt x="7439025" y="1285252"/>
                </a:moveTo>
                <a:lnTo>
                  <a:pt x="7438568" y="1284122"/>
                </a:lnTo>
                <a:lnTo>
                  <a:pt x="7436701" y="1282268"/>
                </a:lnTo>
                <a:lnTo>
                  <a:pt x="7435583" y="1281798"/>
                </a:lnTo>
                <a:lnTo>
                  <a:pt x="7432954" y="1281798"/>
                </a:lnTo>
                <a:lnTo>
                  <a:pt x="7431824" y="1282268"/>
                </a:lnTo>
                <a:lnTo>
                  <a:pt x="7429970" y="1284122"/>
                </a:lnTo>
                <a:lnTo>
                  <a:pt x="7429500" y="1285252"/>
                </a:lnTo>
                <a:lnTo>
                  <a:pt x="7429500" y="1287881"/>
                </a:lnTo>
                <a:lnTo>
                  <a:pt x="7429970" y="1288999"/>
                </a:lnTo>
                <a:lnTo>
                  <a:pt x="7431824" y="1290853"/>
                </a:lnTo>
                <a:lnTo>
                  <a:pt x="7432954" y="1291323"/>
                </a:lnTo>
                <a:lnTo>
                  <a:pt x="7435583" y="1291323"/>
                </a:lnTo>
                <a:lnTo>
                  <a:pt x="7436701" y="1290853"/>
                </a:lnTo>
                <a:lnTo>
                  <a:pt x="7438568" y="1288999"/>
                </a:lnTo>
                <a:lnTo>
                  <a:pt x="7439025" y="1287881"/>
                </a:lnTo>
                <a:lnTo>
                  <a:pt x="7439025" y="1285252"/>
                </a:lnTo>
                <a:close/>
              </a:path>
              <a:path w="9867900" h="3000375">
                <a:moveTo>
                  <a:pt x="7439025" y="857986"/>
                </a:moveTo>
                <a:lnTo>
                  <a:pt x="7438568" y="856856"/>
                </a:lnTo>
                <a:lnTo>
                  <a:pt x="7436701" y="855002"/>
                </a:lnTo>
                <a:lnTo>
                  <a:pt x="7435583" y="854532"/>
                </a:lnTo>
                <a:lnTo>
                  <a:pt x="7432954" y="854532"/>
                </a:lnTo>
                <a:lnTo>
                  <a:pt x="7431824" y="855002"/>
                </a:lnTo>
                <a:lnTo>
                  <a:pt x="7429970" y="856856"/>
                </a:lnTo>
                <a:lnTo>
                  <a:pt x="7429500" y="857986"/>
                </a:lnTo>
                <a:lnTo>
                  <a:pt x="7429500" y="860615"/>
                </a:lnTo>
                <a:lnTo>
                  <a:pt x="7429970" y="861733"/>
                </a:lnTo>
                <a:lnTo>
                  <a:pt x="7431824" y="863600"/>
                </a:lnTo>
                <a:lnTo>
                  <a:pt x="7432954" y="864057"/>
                </a:lnTo>
                <a:lnTo>
                  <a:pt x="7435583" y="864057"/>
                </a:lnTo>
                <a:lnTo>
                  <a:pt x="7436701" y="863600"/>
                </a:lnTo>
                <a:lnTo>
                  <a:pt x="7438568" y="861733"/>
                </a:lnTo>
                <a:lnTo>
                  <a:pt x="7439025" y="860615"/>
                </a:lnTo>
                <a:lnTo>
                  <a:pt x="7439025" y="857986"/>
                </a:lnTo>
                <a:close/>
              </a:path>
              <a:path w="9867900" h="3000375">
                <a:moveTo>
                  <a:pt x="7439025" y="430720"/>
                </a:moveTo>
                <a:lnTo>
                  <a:pt x="7438568" y="429590"/>
                </a:lnTo>
                <a:lnTo>
                  <a:pt x="7436701" y="427736"/>
                </a:lnTo>
                <a:lnTo>
                  <a:pt x="7435583" y="427266"/>
                </a:lnTo>
                <a:lnTo>
                  <a:pt x="7432954" y="427266"/>
                </a:lnTo>
                <a:lnTo>
                  <a:pt x="7431824" y="427736"/>
                </a:lnTo>
                <a:lnTo>
                  <a:pt x="7429970" y="429590"/>
                </a:lnTo>
                <a:lnTo>
                  <a:pt x="7429500" y="430720"/>
                </a:lnTo>
                <a:lnTo>
                  <a:pt x="7429500" y="433349"/>
                </a:lnTo>
                <a:lnTo>
                  <a:pt x="7429970" y="434467"/>
                </a:lnTo>
                <a:lnTo>
                  <a:pt x="7431824" y="436333"/>
                </a:lnTo>
                <a:lnTo>
                  <a:pt x="7432954" y="436791"/>
                </a:lnTo>
                <a:lnTo>
                  <a:pt x="7435583" y="436791"/>
                </a:lnTo>
                <a:lnTo>
                  <a:pt x="7436701" y="436333"/>
                </a:lnTo>
                <a:lnTo>
                  <a:pt x="7438568" y="434467"/>
                </a:lnTo>
                <a:lnTo>
                  <a:pt x="7439025" y="433349"/>
                </a:lnTo>
                <a:lnTo>
                  <a:pt x="7439025" y="430720"/>
                </a:lnTo>
                <a:close/>
              </a:path>
              <a:path w="9867900" h="3000375">
                <a:moveTo>
                  <a:pt x="7439025" y="3454"/>
                </a:moveTo>
                <a:lnTo>
                  <a:pt x="7438568" y="2336"/>
                </a:lnTo>
                <a:lnTo>
                  <a:pt x="7436701" y="469"/>
                </a:lnTo>
                <a:lnTo>
                  <a:pt x="7435583" y="0"/>
                </a:lnTo>
                <a:lnTo>
                  <a:pt x="7432954" y="0"/>
                </a:lnTo>
                <a:lnTo>
                  <a:pt x="7431824" y="469"/>
                </a:lnTo>
                <a:lnTo>
                  <a:pt x="7429970" y="2336"/>
                </a:lnTo>
                <a:lnTo>
                  <a:pt x="7429500" y="3454"/>
                </a:lnTo>
                <a:lnTo>
                  <a:pt x="7429500" y="6083"/>
                </a:lnTo>
                <a:lnTo>
                  <a:pt x="7429970" y="7200"/>
                </a:lnTo>
                <a:lnTo>
                  <a:pt x="7431824" y="9067"/>
                </a:lnTo>
                <a:lnTo>
                  <a:pt x="7432954" y="9525"/>
                </a:lnTo>
                <a:lnTo>
                  <a:pt x="7435583" y="9525"/>
                </a:lnTo>
                <a:lnTo>
                  <a:pt x="7436701" y="9067"/>
                </a:lnTo>
                <a:lnTo>
                  <a:pt x="7438568" y="7200"/>
                </a:lnTo>
                <a:lnTo>
                  <a:pt x="7439025" y="6083"/>
                </a:lnTo>
                <a:lnTo>
                  <a:pt x="7439025" y="3454"/>
                </a:lnTo>
                <a:close/>
              </a:path>
              <a:path w="9867900" h="3000375">
                <a:moveTo>
                  <a:pt x="7486650" y="2994304"/>
                </a:moveTo>
                <a:lnTo>
                  <a:pt x="7486193" y="2993186"/>
                </a:lnTo>
                <a:lnTo>
                  <a:pt x="7484326" y="2991320"/>
                </a:lnTo>
                <a:lnTo>
                  <a:pt x="7483208" y="2990850"/>
                </a:lnTo>
                <a:lnTo>
                  <a:pt x="7480579" y="2990850"/>
                </a:lnTo>
                <a:lnTo>
                  <a:pt x="7479462" y="2991320"/>
                </a:lnTo>
                <a:lnTo>
                  <a:pt x="7477595" y="2993186"/>
                </a:lnTo>
                <a:lnTo>
                  <a:pt x="7477125" y="2994304"/>
                </a:lnTo>
                <a:lnTo>
                  <a:pt x="7477125" y="2996933"/>
                </a:lnTo>
                <a:lnTo>
                  <a:pt x="7477595" y="2998051"/>
                </a:lnTo>
                <a:lnTo>
                  <a:pt x="7479462" y="2999917"/>
                </a:lnTo>
                <a:lnTo>
                  <a:pt x="7480579" y="3000375"/>
                </a:lnTo>
                <a:lnTo>
                  <a:pt x="7483208" y="3000375"/>
                </a:lnTo>
                <a:lnTo>
                  <a:pt x="7484326" y="2999917"/>
                </a:lnTo>
                <a:lnTo>
                  <a:pt x="7486193" y="2998051"/>
                </a:lnTo>
                <a:lnTo>
                  <a:pt x="7486650" y="2996933"/>
                </a:lnTo>
                <a:lnTo>
                  <a:pt x="7486650" y="2994304"/>
                </a:lnTo>
                <a:close/>
              </a:path>
              <a:path w="9867900" h="3000375">
                <a:moveTo>
                  <a:pt x="7486650" y="2567038"/>
                </a:moveTo>
                <a:lnTo>
                  <a:pt x="7486193" y="2565920"/>
                </a:lnTo>
                <a:lnTo>
                  <a:pt x="7484326" y="2564053"/>
                </a:lnTo>
                <a:lnTo>
                  <a:pt x="7483208" y="2563596"/>
                </a:lnTo>
                <a:lnTo>
                  <a:pt x="7480579" y="2563596"/>
                </a:lnTo>
                <a:lnTo>
                  <a:pt x="7479462" y="2564053"/>
                </a:lnTo>
                <a:lnTo>
                  <a:pt x="7477595" y="2565920"/>
                </a:lnTo>
                <a:lnTo>
                  <a:pt x="7477125" y="2567038"/>
                </a:lnTo>
                <a:lnTo>
                  <a:pt x="7477125" y="2569667"/>
                </a:lnTo>
                <a:lnTo>
                  <a:pt x="7477595" y="2570797"/>
                </a:lnTo>
                <a:lnTo>
                  <a:pt x="7479462" y="2572651"/>
                </a:lnTo>
                <a:lnTo>
                  <a:pt x="7480579" y="2573121"/>
                </a:lnTo>
                <a:lnTo>
                  <a:pt x="7483208" y="2573121"/>
                </a:lnTo>
                <a:lnTo>
                  <a:pt x="7484326" y="2572651"/>
                </a:lnTo>
                <a:lnTo>
                  <a:pt x="7486193" y="2570797"/>
                </a:lnTo>
                <a:lnTo>
                  <a:pt x="7486650" y="2569667"/>
                </a:lnTo>
                <a:lnTo>
                  <a:pt x="7486650" y="2567038"/>
                </a:lnTo>
                <a:close/>
              </a:path>
              <a:path w="9867900" h="3000375">
                <a:moveTo>
                  <a:pt x="7486650" y="2139772"/>
                </a:moveTo>
                <a:lnTo>
                  <a:pt x="7486193" y="2138654"/>
                </a:lnTo>
                <a:lnTo>
                  <a:pt x="7484326" y="2136787"/>
                </a:lnTo>
                <a:lnTo>
                  <a:pt x="7483208" y="2136330"/>
                </a:lnTo>
                <a:lnTo>
                  <a:pt x="7480579" y="2136330"/>
                </a:lnTo>
                <a:lnTo>
                  <a:pt x="7479462" y="2136787"/>
                </a:lnTo>
                <a:lnTo>
                  <a:pt x="7477595" y="2138654"/>
                </a:lnTo>
                <a:lnTo>
                  <a:pt x="7477125" y="2139772"/>
                </a:lnTo>
                <a:lnTo>
                  <a:pt x="7477125" y="2142401"/>
                </a:lnTo>
                <a:lnTo>
                  <a:pt x="7477595" y="2143531"/>
                </a:lnTo>
                <a:lnTo>
                  <a:pt x="7479462" y="2145385"/>
                </a:lnTo>
                <a:lnTo>
                  <a:pt x="7480579" y="2145855"/>
                </a:lnTo>
                <a:lnTo>
                  <a:pt x="7483208" y="2145855"/>
                </a:lnTo>
                <a:lnTo>
                  <a:pt x="7484326" y="2145385"/>
                </a:lnTo>
                <a:lnTo>
                  <a:pt x="7486193" y="2143531"/>
                </a:lnTo>
                <a:lnTo>
                  <a:pt x="7486650" y="2142401"/>
                </a:lnTo>
                <a:lnTo>
                  <a:pt x="7486650" y="2139772"/>
                </a:lnTo>
                <a:close/>
              </a:path>
              <a:path w="9867900" h="3000375">
                <a:moveTo>
                  <a:pt x="7486650" y="1712506"/>
                </a:moveTo>
                <a:lnTo>
                  <a:pt x="7486193" y="1711388"/>
                </a:lnTo>
                <a:lnTo>
                  <a:pt x="7484326" y="1709534"/>
                </a:lnTo>
                <a:lnTo>
                  <a:pt x="7483208" y="1709064"/>
                </a:lnTo>
                <a:lnTo>
                  <a:pt x="7480579" y="1709064"/>
                </a:lnTo>
                <a:lnTo>
                  <a:pt x="7479462" y="1709534"/>
                </a:lnTo>
                <a:lnTo>
                  <a:pt x="7477595" y="1711388"/>
                </a:lnTo>
                <a:lnTo>
                  <a:pt x="7477125" y="1712506"/>
                </a:lnTo>
                <a:lnTo>
                  <a:pt x="7477125" y="1715135"/>
                </a:lnTo>
                <a:lnTo>
                  <a:pt x="7477595" y="1716265"/>
                </a:lnTo>
                <a:lnTo>
                  <a:pt x="7479462" y="1718119"/>
                </a:lnTo>
                <a:lnTo>
                  <a:pt x="7480579" y="1718589"/>
                </a:lnTo>
                <a:lnTo>
                  <a:pt x="7483208" y="1718589"/>
                </a:lnTo>
                <a:lnTo>
                  <a:pt x="7484326" y="1718119"/>
                </a:lnTo>
                <a:lnTo>
                  <a:pt x="7486193" y="1716265"/>
                </a:lnTo>
                <a:lnTo>
                  <a:pt x="7486650" y="1715135"/>
                </a:lnTo>
                <a:lnTo>
                  <a:pt x="7486650" y="1712506"/>
                </a:lnTo>
                <a:close/>
              </a:path>
              <a:path w="9867900" h="3000375">
                <a:moveTo>
                  <a:pt x="7486650" y="1285252"/>
                </a:moveTo>
                <a:lnTo>
                  <a:pt x="7486193" y="1284122"/>
                </a:lnTo>
                <a:lnTo>
                  <a:pt x="7484326" y="1282268"/>
                </a:lnTo>
                <a:lnTo>
                  <a:pt x="7483208" y="1281798"/>
                </a:lnTo>
                <a:lnTo>
                  <a:pt x="7480579" y="1281798"/>
                </a:lnTo>
                <a:lnTo>
                  <a:pt x="7479462" y="1282268"/>
                </a:lnTo>
                <a:lnTo>
                  <a:pt x="7477595" y="1284122"/>
                </a:lnTo>
                <a:lnTo>
                  <a:pt x="7477125" y="1285252"/>
                </a:lnTo>
                <a:lnTo>
                  <a:pt x="7477125" y="1287881"/>
                </a:lnTo>
                <a:lnTo>
                  <a:pt x="7477595" y="1288999"/>
                </a:lnTo>
                <a:lnTo>
                  <a:pt x="7479462" y="1290853"/>
                </a:lnTo>
                <a:lnTo>
                  <a:pt x="7480579" y="1291323"/>
                </a:lnTo>
                <a:lnTo>
                  <a:pt x="7483208" y="1291323"/>
                </a:lnTo>
                <a:lnTo>
                  <a:pt x="7484326" y="1290853"/>
                </a:lnTo>
                <a:lnTo>
                  <a:pt x="7486193" y="1288999"/>
                </a:lnTo>
                <a:lnTo>
                  <a:pt x="7486650" y="1287881"/>
                </a:lnTo>
                <a:lnTo>
                  <a:pt x="7486650" y="1285252"/>
                </a:lnTo>
                <a:close/>
              </a:path>
              <a:path w="9867900" h="3000375">
                <a:moveTo>
                  <a:pt x="7486650" y="857986"/>
                </a:moveTo>
                <a:lnTo>
                  <a:pt x="7486193" y="856856"/>
                </a:lnTo>
                <a:lnTo>
                  <a:pt x="7484326" y="855002"/>
                </a:lnTo>
                <a:lnTo>
                  <a:pt x="7483208" y="854532"/>
                </a:lnTo>
                <a:lnTo>
                  <a:pt x="7480579" y="854532"/>
                </a:lnTo>
                <a:lnTo>
                  <a:pt x="7479462" y="855002"/>
                </a:lnTo>
                <a:lnTo>
                  <a:pt x="7477595" y="856856"/>
                </a:lnTo>
                <a:lnTo>
                  <a:pt x="7477125" y="857986"/>
                </a:lnTo>
                <a:lnTo>
                  <a:pt x="7477125" y="860615"/>
                </a:lnTo>
                <a:lnTo>
                  <a:pt x="7477595" y="861733"/>
                </a:lnTo>
                <a:lnTo>
                  <a:pt x="7479462" y="863600"/>
                </a:lnTo>
                <a:lnTo>
                  <a:pt x="7480579" y="864057"/>
                </a:lnTo>
                <a:lnTo>
                  <a:pt x="7483208" y="864057"/>
                </a:lnTo>
                <a:lnTo>
                  <a:pt x="7484326" y="863600"/>
                </a:lnTo>
                <a:lnTo>
                  <a:pt x="7486193" y="861733"/>
                </a:lnTo>
                <a:lnTo>
                  <a:pt x="7486650" y="860615"/>
                </a:lnTo>
                <a:lnTo>
                  <a:pt x="7486650" y="857986"/>
                </a:lnTo>
                <a:close/>
              </a:path>
              <a:path w="9867900" h="3000375">
                <a:moveTo>
                  <a:pt x="7486650" y="430720"/>
                </a:moveTo>
                <a:lnTo>
                  <a:pt x="7486193" y="429590"/>
                </a:lnTo>
                <a:lnTo>
                  <a:pt x="7484326" y="427736"/>
                </a:lnTo>
                <a:lnTo>
                  <a:pt x="7483208" y="427266"/>
                </a:lnTo>
                <a:lnTo>
                  <a:pt x="7480579" y="427266"/>
                </a:lnTo>
                <a:lnTo>
                  <a:pt x="7479462" y="427736"/>
                </a:lnTo>
                <a:lnTo>
                  <a:pt x="7477595" y="429590"/>
                </a:lnTo>
                <a:lnTo>
                  <a:pt x="7477125" y="430720"/>
                </a:lnTo>
                <a:lnTo>
                  <a:pt x="7477125" y="433349"/>
                </a:lnTo>
                <a:lnTo>
                  <a:pt x="7477595" y="434467"/>
                </a:lnTo>
                <a:lnTo>
                  <a:pt x="7479462" y="436333"/>
                </a:lnTo>
                <a:lnTo>
                  <a:pt x="7480579" y="436791"/>
                </a:lnTo>
                <a:lnTo>
                  <a:pt x="7483208" y="436791"/>
                </a:lnTo>
                <a:lnTo>
                  <a:pt x="7484326" y="436333"/>
                </a:lnTo>
                <a:lnTo>
                  <a:pt x="7486193" y="434467"/>
                </a:lnTo>
                <a:lnTo>
                  <a:pt x="7486650" y="433349"/>
                </a:lnTo>
                <a:lnTo>
                  <a:pt x="7486650" y="430720"/>
                </a:lnTo>
                <a:close/>
              </a:path>
              <a:path w="9867900" h="3000375">
                <a:moveTo>
                  <a:pt x="7486650" y="3454"/>
                </a:moveTo>
                <a:lnTo>
                  <a:pt x="7486193" y="2336"/>
                </a:lnTo>
                <a:lnTo>
                  <a:pt x="7484326" y="469"/>
                </a:lnTo>
                <a:lnTo>
                  <a:pt x="7483208" y="0"/>
                </a:lnTo>
                <a:lnTo>
                  <a:pt x="7480579" y="0"/>
                </a:lnTo>
                <a:lnTo>
                  <a:pt x="7479462" y="469"/>
                </a:lnTo>
                <a:lnTo>
                  <a:pt x="7477595" y="2336"/>
                </a:lnTo>
                <a:lnTo>
                  <a:pt x="7477125" y="3454"/>
                </a:lnTo>
                <a:lnTo>
                  <a:pt x="7477125" y="6083"/>
                </a:lnTo>
                <a:lnTo>
                  <a:pt x="7477595" y="7200"/>
                </a:lnTo>
                <a:lnTo>
                  <a:pt x="7479462" y="9067"/>
                </a:lnTo>
                <a:lnTo>
                  <a:pt x="7480579" y="9525"/>
                </a:lnTo>
                <a:lnTo>
                  <a:pt x="7483208" y="9525"/>
                </a:lnTo>
                <a:lnTo>
                  <a:pt x="7484326" y="9067"/>
                </a:lnTo>
                <a:lnTo>
                  <a:pt x="7486193" y="7200"/>
                </a:lnTo>
                <a:lnTo>
                  <a:pt x="7486650" y="6083"/>
                </a:lnTo>
                <a:lnTo>
                  <a:pt x="7486650" y="3454"/>
                </a:lnTo>
                <a:close/>
              </a:path>
              <a:path w="9867900" h="3000375">
                <a:moveTo>
                  <a:pt x="7534275" y="2994304"/>
                </a:moveTo>
                <a:lnTo>
                  <a:pt x="7533818" y="2993186"/>
                </a:lnTo>
                <a:lnTo>
                  <a:pt x="7531951" y="2991320"/>
                </a:lnTo>
                <a:lnTo>
                  <a:pt x="7530833" y="2990850"/>
                </a:lnTo>
                <a:lnTo>
                  <a:pt x="7528204" y="2990850"/>
                </a:lnTo>
                <a:lnTo>
                  <a:pt x="7527074" y="2991320"/>
                </a:lnTo>
                <a:lnTo>
                  <a:pt x="7525220" y="2993186"/>
                </a:lnTo>
                <a:lnTo>
                  <a:pt x="7524750" y="2994304"/>
                </a:lnTo>
                <a:lnTo>
                  <a:pt x="7524750" y="2996933"/>
                </a:lnTo>
                <a:lnTo>
                  <a:pt x="7525220" y="2998051"/>
                </a:lnTo>
                <a:lnTo>
                  <a:pt x="7527074" y="2999917"/>
                </a:lnTo>
                <a:lnTo>
                  <a:pt x="7528204" y="3000375"/>
                </a:lnTo>
                <a:lnTo>
                  <a:pt x="7530833" y="3000375"/>
                </a:lnTo>
                <a:lnTo>
                  <a:pt x="7531951" y="2999917"/>
                </a:lnTo>
                <a:lnTo>
                  <a:pt x="7533818" y="2998051"/>
                </a:lnTo>
                <a:lnTo>
                  <a:pt x="7534275" y="2996933"/>
                </a:lnTo>
                <a:lnTo>
                  <a:pt x="7534275" y="2994304"/>
                </a:lnTo>
                <a:close/>
              </a:path>
              <a:path w="9867900" h="3000375">
                <a:moveTo>
                  <a:pt x="7534275" y="2567038"/>
                </a:moveTo>
                <a:lnTo>
                  <a:pt x="7533818" y="2565920"/>
                </a:lnTo>
                <a:lnTo>
                  <a:pt x="7531951" y="2564053"/>
                </a:lnTo>
                <a:lnTo>
                  <a:pt x="7530833" y="2563596"/>
                </a:lnTo>
                <a:lnTo>
                  <a:pt x="7528204" y="2563596"/>
                </a:lnTo>
                <a:lnTo>
                  <a:pt x="7527074" y="2564053"/>
                </a:lnTo>
                <a:lnTo>
                  <a:pt x="7525220" y="2565920"/>
                </a:lnTo>
                <a:lnTo>
                  <a:pt x="7524750" y="2567038"/>
                </a:lnTo>
                <a:lnTo>
                  <a:pt x="7524750" y="2569667"/>
                </a:lnTo>
                <a:lnTo>
                  <a:pt x="7525220" y="2570797"/>
                </a:lnTo>
                <a:lnTo>
                  <a:pt x="7527074" y="2572651"/>
                </a:lnTo>
                <a:lnTo>
                  <a:pt x="7528204" y="2573121"/>
                </a:lnTo>
                <a:lnTo>
                  <a:pt x="7530833" y="2573121"/>
                </a:lnTo>
                <a:lnTo>
                  <a:pt x="7531951" y="2572651"/>
                </a:lnTo>
                <a:lnTo>
                  <a:pt x="7533818" y="2570797"/>
                </a:lnTo>
                <a:lnTo>
                  <a:pt x="7534275" y="2569667"/>
                </a:lnTo>
                <a:lnTo>
                  <a:pt x="7534275" y="2567038"/>
                </a:lnTo>
                <a:close/>
              </a:path>
              <a:path w="9867900" h="3000375">
                <a:moveTo>
                  <a:pt x="7534275" y="2139772"/>
                </a:moveTo>
                <a:lnTo>
                  <a:pt x="7533818" y="2138654"/>
                </a:lnTo>
                <a:lnTo>
                  <a:pt x="7531951" y="2136787"/>
                </a:lnTo>
                <a:lnTo>
                  <a:pt x="7530833" y="2136330"/>
                </a:lnTo>
                <a:lnTo>
                  <a:pt x="7528204" y="2136330"/>
                </a:lnTo>
                <a:lnTo>
                  <a:pt x="7527074" y="2136787"/>
                </a:lnTo>
                <a:lnTo>
                  <a:pt x="7525220" y="2138654"/>
                </a:lnTo>
                <a:lnTo>
                  <a:pt x="7524750" y="2139772"/>
                </a:lnTo>
                <a:lnTo>
                  <a:pt x="7524750" y="2142401"/>
                </a:lnTo>
                <a:lnTo>
                  <a:pt x="7525220" y="2143531"/>
                </a:lnTo>
                <a:lnTo>
                  <a:pt x="7527074" y="2145385"/>
                </a:lnTo>
                <a:lnTo>
                  <a:pt x="7528204" y="2145855"/>
                </a:lnTo>
                <a:lnTo>
                  <a:pt x="7530833" y="2145855"/>
                </a:lnTo>
                <a:lnTo>
                  <a:pt x="7531951" y="2145385"/>
                </a:lnTo>
                <a:lnTo>
                  <a:pt x="7533818" y="2143531"/>
                </a:lnTo>
                <a:lnTo>
                  <a:pt x="7534275" y="2142401"/>
                </a:lnTo>
                <a:lnTo>
                  <a:pt x="7534275" y="2139772"/>
                </a:lnTo>
                <a:close/>
              </a:path>
              <a:path w="9867900" h="3000375">
                <a:moveTo>
                  <a:pt x="7534275" y="1712506"/>
                </a:moveTo>
                <a:lnTo>
                  <a:pt x="7533818" y="1711388"/>
                </a:lnTo>
                <a:lnTo>
                  <a:pt x="7531951" y="1709534"/>
                </a:lnTo>
                <a:lnTo>
                  <a:pt x="7530833" y="1709064"/>
                </a:lnTo>
                <a:lnTo>
                  <a:pt x="7528204" y="1709064"/>
                </a:lnTo>
                <a:lnTo>
                  <a:pt x="7527074" y="1709534"/>
                </a:lnTo>
                <a:lnTo>
                  <a:pt x="7525220" y="1711388"/>
                </a:lnTo>
                <a:lnTo>
                  <a:pt x="7524750" y="1712506"/>
                </a:lnTo>
                <a:lnTo>
                  <a:pt x="7524750" y="1715135"/>
                </a:lnTo>
                <a:lnTo>
                  <a:pt x="7525220" y="1716265"/>
                </a:lnTo>
                <a:lnTo>
                  <a:pt x="7527074" y="1718119"/>
                </a:lnTo>
                <a:lnTo>
                  <a:pt x="7528204" y="1718589"/>
                </a:lnTo>
                <a:lnTo>
                  <a:pt x="7530833" y="1718589"/>
                </a:lnTo>
                <a:lnTo>
                  <a:pt x="7531951" y="1718119"/>
                </a:lnTo>
                <a:lnTo>
                  <a:pt x="7533818" y="1716265"/>
                </a:lnTo>
                <a:lnTo>
                  <a:pt x="7534275" y="1715135"/>
                </a:lnTo>
                <a:lnTo>
                  <a:pt x="7534275" y="1712506"/>
                </a:lnTo>
                <a:close/>
              </a:path>
              <a:path w="9867900" h="3000375">
                <a:moveTo>
                  <a:pt x="7534275" y="1285252"/>
                </a:moveTo>
                <a:lnTo>
                  <a:pt x="7533818" y="1284122"/>
                </a:lnTo>
                <a:lnTo>
                  <a:pt x="7531951" y="1282268"/>
                </a:lnTo>
                <a:lnTo>
                  <a:pt x="7530833" y="1281798"/>
                </a:lnTo>
                <a:lnTo>
                  <a:pt x="7528204" y="1281798"/>
                </a:lnTo>
                <a:lnTo>
                  <a:pt x="7527074" y="1282268"/>
                </a:lnTo>
                <a:lnTo>
                  <a:pt x="7525220" y="1284122"/>
                </a:lnTo>
                <a:lnTo>
                  <a:pt x="7524750" y="1285252"/>
                </a:lnTo>
                <a:lnTo>
                  <a:pt x="7524750" y="1287881"/>
                </a:lnTo>
                <a:lnTo>
                  <a:pt x="7525220" y="1288999"/>
                </a:lnTo>
                <a:lnTo>
                  <a:pt x="7527074" y="1290853"/>
                </a:lnTo>
                <a:lnTo>
                  <a:pt x="7528204" y="1291323"/>
                </a:lnTo>
                <a:lnTo>
                  <a:pt x="7530833" y="1291323"/>
                </a:lnTo>
                <a:lnTo>
                  <a:pt x="7531951" y="1290853"/>
                </a:lnTo>
                <a:lnTo>
                  <a:pt x="7533818" y="1288999"/>
                </a:lnTo>
                <a:lnTo>
                  <a:pt x="7534275" y="1287881"/>
                </a:lnTo>
                <a:lnTo>
                  <a:pt x="7534275" y="1285252"/>
                </a:lnTo>
                <a:close/>
              </a:path>
              <a:path w="9867900" h="3000375">
                <a:moveTo>
                  <a:pt x="7534275" y="857986"/>
                </a:moveTo>
                <a:lnTo>
                  <a:pt x="7533818" y="856856"/>
                </a:lnTo>
                <a:lnTo>
                  <a:pt x="7531951" y="855002"/>
                </a:lnTo>
                <a:lnTo>
                  <a:pt x="7530833" y="854532"/>
                </a:lnTo>
                <a:lnTo>
                  <a:pt x="7528204" y="854532"/>
                </a:lnTo>
                <a:lnTo>
                  <a:pt x="7527074" y="855002"/>
                </a:lnTo>
                <a:lnTo>
                  <a:pt x="7525220" y="856856"/>
                </a:lnTo>
                <a:lnTo>
                  <a:pt x="7524750" y="857986"/>
                </a:lnTo>
                <a:lnTo>
                  <a:pt x="7524750" y="860615"/>
                </a:lnTo>
                <a:lnTo>
                  <a:pt x="7525220" y="861733"/>
                </a:lnTo>
                <a:lnTo>
                  <a:pt x="7527074" y="863600"/>
                </a:lnTo>
                <a:lnTo>
                  <a:pt x="7528204" y="864057"/>
                </a:lnTo>
                <a:lnTo>
                  <a:pt x="7530833" y="864057"/>
                </a:lnTo>
                <a:lnTo>
                  <a:pt x="7531951" y="863600"/>
                </a:lnTo>
                <a:lnTo>
                  <a:pt x="7533818" y="861733"/>
                </a:lnTo>
                <a:lnTo>
                  <a:pt x="7534275" y="860615"/>
                </a:lnTo>
                <a:lnTo>
                  <a:pt x="7534275" y="857986"/>
                </a:lnTo>
                <a:close/>
              </a:path>
              <a:path w="9867900" h="3000375">
                <a:moveTo>
                  <a:pt x="7534275" y="430720"/>
                </a:moveTo>
                <a:lnTo>
                  <a:pt x="7533818" y="429590"/>
                </a:lnTo>
                <a:lnTo>
                  <a:pt x="7531951" y="427736"/>
                </a:lnTo>
                <a:lnTo>
                  <a:pt x="7530833" y="427266"/>
                </a:lnTo>
                <a:lnTo>
                  <a:pt x="7528204" y="427266"/>
                </a:lnTo>
                <a:lnTo>
                  <a:pt x="7527074" y="427736"/>
                </a:lnTo>
                <a:lnTo>
                  <a:pt x="7525220" y="429590"/>
                </a:lnTo>
                <a:lnTo>
                  <a:pt x="7524750" y="430720"/>
                </a:lnTo>
                <a:lnTo>
                  <a:pt x="7524750" y="433349"/>
                </a:lnTo>
                <a:lnTo>
                  <a:pt x="7525220" y="434467"/>
                </a:lnTo>
                <a:lnTo>
                  <a:pt x="7527074" y="436333"/>
                </a:lnTo>
                <a:lnTo>
                  <a:pt x="7528204" y="436791"/>
                </a:lnTo>
                <a:lnTo>
                  <a:pt x="7530833" y="436791"/>
                </a:lnTo>
                <a:lnTo>
                  <a:pt x="7531951" y="436333"/>
                </a:lnTo>
                <a:lnTo>
                  <a:pt x="7533818" y="434467"/>
                </a:lnTo>
                <a:lnTo>
                  <a:pt x="7534275" y="433349"/>
                </a:lnTo>
                <a:lnTo>
                  <a:pt x="7534275" y="430720"/>
                </a:lnTo>
                <a:close/>
              </a:path>
              <a:path w="9867900" h="3000375">
                <a:moveTo>
                  <a:pt x="7534275" y="3454"/>
                </a:moveTo>
                <a:lnTo>
                  <a:pt x="7533818" y="2336"/>
                </a:lnTo>
                <a:lnTo>
                  <a:pt x="7531951" y="469"/>
                </a:lnTo>
                <a:lnTo>
                  <a:pt x="7530833" y="0"/>
                </a:lnTo>
                <a:lnTo>
                  <a:pt x="7528204" y="0"/>
                </a:lnTo>
                <a:lnTo>
                  <a:pt x="7527074" y="469"/>
                </a:lnTo>
                <a:lnTo>
                  <a:pt x="7525220" y="2336"/>
                </a:lnTo>
                <a:lnTo>
                  <a:pt x="7524750" y="3454"/>
                </a:lnTo>
                <a:lnTo>
                  <a:pt x="7524750" y="6083"/>
                </a:lnTo>
                <a:lnTo>
                  <a:pt x="7525220" y="7200"/>
                </a:lnTo>
                <a:lnTo>
                  <a:pt x="7527074" y="9067"/>
                </a:lnTo>
                <a:lnTo>
                  <a:pt x="7528204" y="9525"/>
                </a:lnTo>
                <a:lnTo>
                  <a:pt x="7530833" y="9525"/>
                </a:lnTo>
                <a:lnTo>
                  <a:pt x="7531951" y="9067"/>
                </a:lnTo>
                <a:lnTo>
                  <a:pt x="7533818" y="7200"/>
                </a:lnTo>
                <a:lnTo>
                  <a:pt x="7534275" y="6083"/>
                </a:lnTo>
                <a:lnTo>
                  <a:pt x="7534275" y="3454"/>
                </a:lnTo>
                <a:close/>
              </a:path>
              <a:path w="9867900" h="3000375">
                <a:moveTo>
                  <a:pt x="7581900" y="2994304"/>
                </a:moveTo>
                <a:lnTo>
                  <a:pt x="7581443" y="2993186"/>
                </a:lnTo>
                <a:lnTo>
                  <a:pt x="7579576" y="2991320"/>
                </a:lnTo>
                <a:lnTo>
                  <a:pt x="7578458" y="2990850"/>
                </a:lnTo>
                <a:lnTo>
                  <a:pt x="7575829" y="2990850"/>
                </a:lnTo>
                <a:lnTo>
                  <a:pt x="7574699" y="2991320"/>
                </a:lnTo>
                <a:lnTo>
                  <a:pt x="7572845" y="2993186"/>
                </a:lnTo>
                <a:lnTo>
                  <a:pt x="7572375" y="2994304"/>
                </a:lnTo>
                <a:lnTo>
                  <a:pt x="7572375" y="2996933"/>
                </a:lnTo>
                <a:lnTo>
                  <a:pt x="7572845" y="2998051"/>
                </a:lnTo>
                <a:lnTo>
                  <a:pt x="7574699" y="2999917"/>
                </a:lnTo>
                <a:lnTo>
                  <a:pt x="7575829" y="3000375"/>
                </a:lnTo>
                <a:lnTo>
                  <a:pt x="7578458" y="3000375"/>
                </a:lnTo>
                <a:lnTo>
                  <a:pt x="7579576" y="2999917"/>
                </a:lnTo>
                <a:lnTo>
                  <a:pt x="7581443" y="2998051"/>
                </a:lnTo>
                <a:lnTo>
                  <a:pt x="7581900" y="2996933"/>
                </a:lnTo>
                <a:lnTo>
                  <a:pt x="7581900" y="2994304"/>
                </a:lnTo>
                <a:close/>
              </a:path>
              <a:path w="9867900" h="3000375">
                <a:moveTo>
                  <a:pt x="7581900" y="2567038"/>
                </a:moveTo>
                <a:lnTo>
                  <a:pt x="7581443" y="2565920"/>
                </a:lnTo>
                <a:lnTo>
                  <a:pt x="7579576" y="2564053"/>
                </a:lnTo>
                <a:lnTo>
                  <a:pt x="7578458" y="2563596"/>
                </a:lnTo>
                <a:lnTo>
                  <a:pt x="7575829" y="2563596"/>
                </a:lnTo>
                <a:lnTo>
                  <a:pt x="7574699" y="2564053"/>
                </a:lnTo>
                <a:lnTo>
                  <a:pt x="7572845" y="2565920"/>
                </a:lnTo>
                <a:lnTo>
                  <a:pt x="7572375" y="2567038"/>
                </a:lnTo>
                <a:lnTo>
                  <a:pt x="7572375" y="2569667"/>
                </a:lnTo>
                <a:lnTo>
                  <a:pt x="7572845" y="2570797"/>
                </a:lnTo>
                <a:lnTo>
                  <a:pt x="7574699" y="2572651"/>
                </a:lnTo>
                <a:lnTo>
                  <a:pt x="7575829" y="2573121"/>
                </a:lnTo>
                <a:lnTo>
                  <a:pt x="7578458" y="2573121"/>
                </a:lnTo>
                <a:lnTo>
                  <a:pt x="7579576" y="2572651"/>
                </a:lnTo>
                <a:lnTo>
                  <a:pt x="7581443" y="2570797"/>
                </a:lnTo>
                <a:lnTo>
                  <a:pt x="7581900" y="2569667"/>
                </a:lnTo>
                <a:lnTo>
                  <a:pt x="7581900" y="2567038"/>
                </a:lnTo>
                <a:close/>
              </a:path>
              <a:path w="9867900" h="3000375">
                <a:moveTo>
                  <a:pt x="7581900" y="2139772"/>
                </a:moveTo>
                <a:lnTo>
                  <a:pt x="7581443" y="2138654"/>
                </a:lnTo>
                <a:lnTo>
                  <a:pt x="7579576" y="2136787"/>
                </a:lnTo>
                <a:lnTo>
                  <a:pt x="7578458" y="2136330"/>
                </a:lnTo>
                <a:lnTo>
                  <a:pt x="7575829" y="2136330"/>
                </a:lnTo>
                <a:lnTo>
                  <a:pt x="7574699" y="2136787"/>
                </a:lnTo>
                <a:lnTo>
                  <a:pt x="7572845" y="2138654"/>
                </a:lnTo>
                <a:lnTo>
                  <a:pt x="7572375" y="2139772"/>
                </a:lnTo>
                <a:lnTo>
                  <a:pt x="7572375" y="2142401"/>
                </a:lnTo>
                <a:lnTo>
                  <a:pt x="7572845" y="2143531"/>
                </a:lnTo>
                <a:lnTo>
                  <a:pt x="7574699" y="2145385"/>
                </a:lnTo>
                <a:lnTo>
                  <a:pt x="7575829" y="2145855"/>
                </a:lnTo>
                <a:lnTo>
                  <a:pt x="7578458" y="2145855"/>
                </a:lnTo>
                <a:lnTo>
                  <a:pt x="7579576" y="2145385"/>
                </a:lnTo>
                <a:lnTo>
                  <a:pt x="7581443" y="2143531"/>
                </a:lnTo>
                <a:lnTo>
                  <a:pt x="7581900" y="2142401"/>
                </a:lnTo>
                <a:lnTo>
                  <a:pt x="7581900" y="2139772"/>
                </a:lnTo>
                <a:close/>
              </a:path>
              <a:path w="9867900" h="3000375">
                <a:moveTo>
                  <a:pt x="7581900" y="1712506"/>
                </a:moveTo>
                <a:lnTo>
                  <a:pt x="7581443" y="1711388"/>
                </a:lnTo>
                <a:lnTo>
                  <a:pt x="7579576" y="1709534"/>
                </a:lnTo>
                <a:lnTo>
                  <a:pt x="7578458" y="1709064"/>
                </a:lnTo>
                <a:lnTo>
                  <a:pt x="7575829" y="1709064"/>
                </a:lnTo>
                <a:lnTo>
                  <a:pt x="7574699" y="1709534"/>
                </a:lnTo>
                <a:lnTo>
                  <a:pt x="7572845" y="1711388"/>
                </a:lnTo>
                <a:lnTo>
                  <a:pt x="7572375" y="1712506"/>
                </a:lnTo>
                <a:lnTo>
                  <a:pt x="7572375" y="1715135"/>
                </a:lnTo>
                <a:lnTo>
                  <a:pt x="7572845" y="1716265"/>
                </a:lnTo>
                <a:lnTo>
                  <a:pt x="7574699" y="1718119"/>
                </a:lnTo>
                <a:lnTo>
                  <a:pt x="7575829" y="1718589"/>
                </a:lnTo>
                <a:lnTo>
                  <a:pt x="7578458" y="1718589"/>
                </a:lnTo>
                <a:lnTo>
                  <a:pt x="7579576" y="1718119"/>
                </a:lnTo>
                <a:lnTo>
                  <a:pt x="7581443" y="1716265"/>
                </a:lnTo>
                <a:lnTo>
                  <a:pt x="7581900" y="1715135"/>
                </a:lnTo>
                <a:lnTo>
                  <a:pt x="7581900" y="1712506"/>
                </a:lnTo>
                <a:close/>
              </a:path>
              <a:path w="9867900" h="3000375">
                <a:moveTo>
                  <a:pt x="7581900" y="1285252"/>
                </a:moveTo>
                <a:lnTo>
                  <a:pt x="7581443" y="1284122"/>
                </a:lnTo>
                <a:lnTo>
                  <a:pt x="7579576" y="1282268"/>
                </a:lnTo>
                <a:lnTo>
                  <a:pt x="7578458" y="1281798"/>
                </a:lnTo>
                <a:lnTo>
                  <a:pt x="7575829" y="1281798"/>
                </a:lnTo>
                <a:lnTo>
                  <a:pt x="7574699" y="1282268"/>
                </a:lnTo>
                <a:lnTo>
                  <a:pt x="7572845" y="1284122"/>
                </a:lnTo>
                <a:lnTo>
                  <a:pt x="7572375" y="1285252"/>
                </a:lnTo>
                <a:lnTo>
                  <a:pt x="7572375" y="1287881"/>
                </a:lnTo>
                <a:lnTo>
                  <a:pt x="7572845" y="1288999"/>
                </a:lnTo>
                <a:lnTo>
                  <a:pt x="7574699" y="1290853"/>
                </a:lnTo>
                <a:lnTo>
                  <a:pt x="7575829" y="1291323"/>
                </a:lnTo>
                <a:lnTo>
                  <a:pt x="7578458" y="1291323"/>
                </a:lnTo>
                <a:lnTo>
                  <a:pt x="7579576" y="1290853"/>
                </a:lnTo>
                <a:lnTo>
                  <a:pt x="7581443" y="1288999"/>
                </a:lnTo>
                <a:lnTo>
                  <a:pt x="7581900" y="1287881"/>
                </a:lnTo>
                <a:lnTo>
                  <a:pt x="7581900" y="1285252"/>
                </a:lnTo>
                <a:close/>
              </a:path>
              <a:path w="9867900" h="3000375">
                <a:moveTo>
                  <a:pt x="7581900" y="857986"/>
                </a:moveTo>
                <a:lnTo>
                  <a:pt x="7581443" y="856856"/>
                </a:lnTo>
                <a:lnTo>
                  <a:pt x="7579576" y="855002"/>
                </a:lnTo>
                <a:lnTo>
                  <a:pt x="7578458" y="854532"/>
                </a:lnTo>
                <a:lnTo>
                  <a:pt x="7575829" y="854532"/>
                </a:lnTo>
                <a:lnTo>
                  <a:pt x="7574699" y="855002"/>
                </a:lnTo>
                <a:lnTo>
                  <a:pt x="7572845" y="856856"/>
                </a:lnTo>
                <a:lnTo>
                  <a:pt x="7572375" y="857986"/>
                </a:lnTo>
                <a:lnTo>
                  <a:pt x="7572375" y="860615"/>
                </a:lnTo>
                <a:lnTo>
                  <a:pt x="7572845" y="861733"/>
                </a:lnTo>
                <a:lnTo>
                  <a:pt x="7574699" y="863600"/>
                </a:lnTo>
                <a:lnTo>
                  <a:pt x="7575829" y="864057"/>
                </a:lnTo>
                <a:lnTo>
                  <a:pt x="7578458" y="864057"/>
                </a:lnTo>
                <a:lnTo>
                  <a:pt x="7579576" y="863600"/>
                </a:lnTo>
                <a:lnTo>
                  <a:pt x="7581443" y="861733"/>
                </a:lnTo>
                <a:lnTo>
                  <a:pt x="7581900" y="860615"/>
                </a:lnTo>
                <a:lnTo>
                  <a:pt x="7581900" y="857986"/>
                </a:lnTo>
                <a:close/>
              </a:path>
              <a:path w="9867900" h="3000375">
                <a:moveTo>
                  <a:pt x="7581900" y="430720"/>
                </a:moveTo>
                <a:lnTo>
                  <a:pt x="7581443" y="429590"/>
                </a:lnTo>
                <a:lnTo>
                  <a:pt x="7579576" y="427736"/>
                </a:lnTo>
                <a:lnTo>
                  <a:pt x="7578458" y="427266"/>
                </a:lnTo>
                <a:lnTo>
                  <a:pt x="7575829" y="427266"/>
                </a:lnTo>
                <a:lnTo>
                  <a:pt x="7574699" y="427736"/>
                </a:lnTo>
                <a:lnTo>
                  <a:pt x="7572845" y="429590"/>
                </a:lnTo>
                <a:lnTo>
                  <a:pt x="7572375" y="430720"/>
                </a:lnTo>
                <a:lnTo>
                  <a:pt x="7572375" y="433349"/>
                </a:lnTo>
                <a:lnTo>
                  <a:pt x="7572845" y="434467"/>
                </a:lnTo>
                <a:lnTo>
                  <a:pt x="7574699" y="436333"/>
                </a:lnTo>
                <a:lnTo>
                  <a:pt x="7575829" y="436791"/>
                </a:lnTo>
                <a:lnTo>
                  <a:pt x="7578458" y="436791"/>
                </a:lnTo>
                <a:lnTo>
                  <a:pt x="7579576" y="436333"/>
                </a:lnTo>
                <a:lnTo>
                  <a:pt x="7581443" y="434467"/>
                </a:lnTo>
                <a:lnTo>
                  <a:pt x="7581900" y="433349"/>
                </a:lnTo>
                <a:lnTo>
                  <a:pt x="7581900" y="430720"/>
                </a:lnTo>
                <a:close/>
              </a:path>
              <a:path w="9867900" h="3000375">
                <a:moveTo>
                  <a:pt x="7581900" y="3454"/>
                </a:moveTo>
                <a:lnTo>
                  <a:pt x="7581443" y="2336"/>
                </a:lnTo>
                <a:lnTo>
                  <a:pt x="7579576" y="469"/>
                </a:lnTo>
                <a:lnTo>
                  <a:pt x="7578458" y="0"/>
                </a:lnTo>
                <a:lnTo>
                  <a:pt x="7575829" y="0"/>
                </a:lnTo>
                <a:lnTo>
                  <a:pt x="7574699" y="469"/>
                </a:lnTo>
                <a:lnTo>
                  <a:pt x="7572845" y="2336"/>
                </a:lnTo>
                <a:lnTo>
                  <a:pt x="7572375" y="3454"/>
                </a:lnTo>
                <a:lnTo>
                  <a:pt x="7572375" y="6083"/>
                </a:lnTo>
                <a:lnTo>
                  <a:pt x="7572845" y="7200"/>
                </a:lnTo>
                <a:lnTo>
                  <a:pt x="7574699" y="9067"/>
                </a:lnTo>
                <a:lnTo>
                  <a:pt x="7575829" y="9525"/>
                </a:lnTo>
                <a:lnTo>
                  <a:pt x="7578458" y="9525"/>
                </a:lnTo>
                <a:lnTo>
                  <a:pt x="7579576" y="9067"/>
                </a:lnTo>
                <a:lnTo>
                  <a:pt x="7581443" y="7200"/>
                </a:lnTo>
                <a:lnTo>
                  <a:pt x="7581900" y="6083"/>
                </a:lnTo>
                <a:lnTo>
                  <a:pt x="7581900" y="3454"/>
                </a:lnTo>
                <a:close/>
              </a:path>
              <a:path w="9867900" h="3000375">
                <a:moveTo>
                  <a:pt x="7629525" y="2994304"/>
                </a:moveTo>
                <a:lnTo>
                  <a:pt x="7629068" y="2993186"/>
                </a:lnTo>
                <a:lnTo>
                  <a:pt x="7627201" y="2991320"/>
                </a:lnTo>
                <a:lnTo>
                  <a:pt x="7626083" y="2990850"/>
                </a:lnTo>
                <a:lnTo>
                  <a:pt x="7623454" y="2990850"/>
                </a:lnTo>
                <a:lnTo>
                  <a:pt x="7622324" y="2991320"/>
                </a:lnTo>
                <a:lnTo>
                  <a:pt x="7620470" y="2993186"/>
                </a:lnTo>
                <a:lnTo>
                  <a:pt x="7620000" y="2994304"/>
                </a:lnTo>
                <a:lnTo>
                  <a:pt x="7620000" y="2996933"/>
                </a:lnTo>
                <a:lnTo>
                  <a:pt x="7620470" y="2998051"/>
                </a:lnTo>
                <a:lnTo>
                  <a:pt x="7622324" y="2999917"/>
                </a:lnTo>
                <a:lnTo>
                  <a:pt x="7623454" y="3000375"/>
                </a:lnTo>
                <a:lnTo>
                  <a:pt x="7626083" y="3000375"/>
                </a:lnTo>
                <a:lnTo>
                  <a:pt x="7627201" y="2999917"/>
                </a:lnTo>
                <a:lnTo>
                  <a:pt x="7629068" y="2998051"/>
                </a:lnTo>
                <a:lnTo>
                  <a:pt x="7629525" y="2996933"/>
                </a:lnTo>
                <a:lnTo>
                  <a:pt x="7629525" y="2994304"/>
                </a:lnTo>
                <a:close/>
              </a:path>
              <a:path w="9867900" h="3000375">
                <a:moveTo>
                  <a:pt x="7629525" y="2567038"/>
                </a:moveTo>
                <a:lnTo>
                  <a:pt x="7629068" y="2565920"/>
                </a:lnTo>
                <a:lnTo>
                  <a:pt x="7627201" y="2564053"/>
                </a:lnTo>
                <a:lnTo>
                  <a:pt x="7626083" y="2563596"/>
                </a:lnTo>
                <a:lnTo>
                  <a:pt x="7623454" y="2563596"/>
                </a:lnTo>
                <a:lnTo>
                  <a:pt x="7622324" y="2564053"/>
                </a:lnTo>
                <a:lnTo>
                  <a:pt x="7620470" y="2565920"/>
                </a:lnTo>
                <a:lnTo>
                  <a:pt x="7620000" y="2567038"/>
                </a:lnTo>
                <a:lnTo>
                  <a:pt x="7620000" y="2569667"/>
                </a:lnTo>
                <a:lnTo>
                  <a:pt x="7620470" y="2570797"/>
                </a:lnTo>
                <a:lnTo>
                  <a:pt x="7622324" y="2572651"/>
                </a:lnTo>
                <a:lnTo>
                  <a:pt x="7623454" y="2573121"/>
                </a:lnTo>
                <a:lnTo>
                  <a:pt x="7626083" y="2573121"/>
                </a:lnTo>
                <a:lnTo>
                  <a:pt x="7627201" y="2572651"/>
                </a:lnTo>
                <a:lnTo>
                  <a:pt x="7629068" y="2570797"/>
                </a:lnTo>
                <a:lnTo>
                  <a:pt x="7629525" y="2569667"/>
                </a:lnTo>
                <a:lnTo>
                  <a:pt x="7629525" y="2567038"/>
                </a:lnTo>
                <a:close/>
              </a:path>
              <a:path w="9867900" h="3000375">
                <a:moveTo>
                  <a:pt x="7629525" y="2139772"/>
                </a:moveTo>
                <a:lnTo>
                  <a:pt x="7629068" y="2138654"/>
                </a:lnTo>
                <a:lnTo>
                  <a:pt x="7627201" y="2136787"/>
                </a:lnTo>
                <a:lnTo>
                  <a:pt x="7626083" y="2136330"/>
                </a:lnTo>
                <a:lnTo>
                  <a:pt x="7623454" y="2136330"/>
                </a:lnTo>
                <a:lnTo>
                  <a:pt x="7622324" y="2136787"/>
                </a:lnTo>
                <a:lnTo>
                  <a:pt x="7620470" y="2138654"/>
                </a:lnTo>
                <a:lnTo>
                  <a:pt x="7620000" y="2139772"/>
                </a:lnTo>
                <a:lnTo>
                  <a:pt x="7620000" y="2142401"/>
                </a:lnTo>
                <a:lnTo>
                  <a:pt x="7620470" y="2143531"/>
                </a:lnTo>
                <a:lnTo>
                  <a:pt x="7622324" y="2145385"/>
                </a:lnTo>
                <a:lnTo>
                  <a:pt x="7623454" y="2145855"/>
                </a:lnTo>
                <a:lnTo>
                  <a:pt x="7626083" y="2145855"/>
                </a:lnTo>
                <a:lnTo>
                  <a:pt x="7627201" y="2145385"/>
                </a:lnTo>
                <a:lnTo>
                  <a:pt x="7629068" y="2143531"/>
                </a:lnTo>
                <a:lnTo>
                  <a:pt x="7629525" y="2142401"/>
                </a:lnTo>
                <a:lnTo>
                  <a:pt x="7629525" y="2139772"/>
                </a:lnTo>
                <a:close/>
              </a:path>
              <a:path w="9867900" h="3000375">
                <a:moveTo>
                  <a:pt x="7629525" y="1712506"/>
                </a:moveTo>
                <a:lnTo>
                  <a:pt x="7629068" y="1711388"/>
                </a:lnTo>
                <a:lnTo>
                  <a:pt x="7627201" y="1709534"/>
                </a:lnTo>
                <a:lnTo>
                  <a:pt x="7626083" y="1709064"/>
                </a:lnTo>
                <a:lnTo>
                  <a:pt x="7623454" y="1709064"/>
                </a:lnTo>
                <a:lnTo>
                  <a:pt x="7622324" y="1709534"/>
                </a:lnTo>
                <a:lnTo>
                  <a:pt x="7620470" y="1711388"/>
                </a:lnTo>
                <a:lnTo>
                  <a:pt x="7620000" y="1712506"/>
                </a:lnTo>
                <a:lnTo>
                  <a:pt x="7620000" y="1715135"/>
                </a:lnTo>
                <a:lnTo>
                  <a:pt x="7620470" y="1716265"/>
                </a:lnTo>
                <a:lnTo>
                  <a:pt x="7622324" y="1718119"/>
                </a:lnTo>
                <a:lnTo>
                  <a:pt x="7623454" y="1718589"/>
                </a:lnTo>
                <a:lnTo>
                  <a:pt x="7626083" y="1718589"/>
                </a:lnTo>
                <a:lnTo>
                  <a:pt x="7627201" y="1718119"/>
                </a:lnTo>
                <a:lnTo>
                  <a:pt x="7629068" y="1716265"/>
                </a:lnTo>
                <a:lnTo>
                  <a:pt x="7629525" y="1715135"/>
                </a:lnTo>
                <a:lnTo>
                  <a:pt x="7629525" y="1712506"/>
                </a:lnTo>
                <a:close/>
              </a:path>
              <a:path w="9867900" h="3000375">
                <a:moveTo>
                  <a:pt x="7629525" y="1285252"/>
                </a:moveTo>
                <a:lnTo>
                  <a:pt x="7629068" y="1284122"/>
                </a:lnTo>
                <a:lnTo>
                  <a:pt x="7627201" y="1282268"/>
                </a:lnTo>
                <a:lnTo>
                  <a:pt x="7626083" y="1281798"/>
                </a:lnTo>
                <a:lnTo>
                  <a:pt x="7623454" y="1281798"/>
                </a:lnTo>
                <a:lnTo>
                  <a:pt x="7622324" y="1282268"/>
                </a:lnTo>
                <a:lnTo>
                  <a:pt x="7620470" y="1284122"/>
                </a:lnTo>
                <a:lnTo>
                  <a:pt x="7620000" y="1285252"/>
                </a:lnTo>
                <a:lnTo>
                  <a:pt x="7620000" y="1287881"/>
                </a:lnTo>
                <a:lnTo>
                  <a:pt x="7620470" y="1288999"/>
                </a:lnTo>
                <a:lnTo>
                  <a:pt x="7622324" y="1290853"/>
                </a:lnTo>
                <a:lnTo>
                  <a:pt x="7623454" y="1291323"/>
                </a:lnTo>
                <a:lnTo>
                  <a:pt x="7626083" y="1291323"/>
                </a:lnTo>
                <a:lnTo>
                  <a:pt x="7627201" y="1290853"/>
                </a:lnTo>
                <a:lnTo>
                  <a:pt x="7629068" y="1288999"/>
                </a:lnTo>
                <a:lnTo>
                  <a:pt x="7629525" y="1287881"/>
                </a:lnTo>
                <a:lnTo>
                  <a:pt x="7629525" y="1285252"/>
                </a:lnTo>
                <a:close/>
              </a:path>
              <a:path w="9867900" h="3000375">
                <a:moveTo>
                  <a:pt x="7629525" y="857986"/>
                </a:moveTo>
                <a:lnTo>
                  <a:pt x="7629068" y="856856"/>
                </a:lnTo>
                <a:lnTo>
                  <a:pt x="7627201" y="855002"/>
                </a:lnTo>
                <a:lnTo>
                  <a:pt x="7626083" y="854532"/>
                </a:lnTo>
                <a:lnTo>
                  <a:pt x="7623454" y="854532"/>
                </a:lnTo>
                <a:lnTo>
                  <a:pt x="7622324" y="855002"/>
                </a:lnTo>
                <a:lnTo>
                  <a:pt x="7620470" y="856856"/>
                </a:lnTo>
                <a:lnTo>
                  <a:pt x="7620000" y="857986"/>
                </a:lnTo>
                <a:lnTo>
                  <a:pt x="7620000" y="860615"/>
                </a:lnTo>
                <a:lnTo>
                  <a:pt x="7620470" y="861733"/>
                </a:lnTo>
                <a:lnTo>
                  <a:pt x="7622324" y="863600"/>
                </a:lnTo>
                <a:lnTo>
                  <a:pt x="7623454" y="864057"/>
                </a:lnTo>
                <a:lnTo>
                  <a:pt x="7626083" y="864057"/>
                </a:lnTo>
                <a:lnTo>
                  <a:pt x="7627201" y="863600"/>
                </a:lnTo>
                <a:lnTo>
                  <a:pt x="7629068" y="861733"/>
                </a:lnTo>
                <a:lnTo>
                  <a:pt x="7629525" y="860615"/>
                </a:lnTo>
                <a:lnTo>
                  <a:pt x="7629525" y="857986"/>
                </a:lnTo>
                <a:close/>
              </a:path>
              <a:path w="9867900" h="3000375">
                <a:moveTo>
                  <a:pt x="7629525" y="430720"/>
                </a:moveTo>
                <a:lnTo>
                  <a:pt x="7629068" y="429590"/>
                </a:lnTo>
                <a:lnTo>
                  <a:pt x="7627201" y="427736"/>
                </a:lnTo>
                <a:lnTo>
                  <a:pt x="7626083" y="427266"/>
                </a:lnTo>
                <a:lnTo>
                  <a:pt x="7623454" y="427266"/>
                </a:lnTo>
                <a:lnTo>
                  <a:pt x="7622324" y="427736"/>
                </a:lnTo>
                <a:lnTo>
                  <a:pt x="7620470" y="429590"/>
                </a:lnTo>
                <a:lnTo>
                  <a:pt x="7620000" y="430720"/>
                </a:lnTo>
                <a:lnTo>
                  <a:pt x="7620000" y="433349"/>
                </a:lnTo>
                <a:lnTo>
                  <a:pt x="7620470" y="434467"/>
                </a:lnTo>
                <a:lnTo>
                  <a:pt x="7622324" y="436333"/>
                </a:lnTo>
                <a:lnTo>
                  <a:pt x="7623454" y="436791"/>
                </a:lnTo>
                <a:lnTo>
                  <a:pt x="7626083" y="436791"/>
                </a:lnTo>
                <a:lnTo>
                  <a:pt x="7627201" y="436333"/>
                </a:lnTo>
                <a:lnTo>
                  <a:pt x="7629068" y="434467"/>
                </a:lnTo>
                <a:lnTo>
                  <a:pt x="7629525" y="433349"/>
                </a:lnTo>
                <a:lnTo>
                  <a:pt x="7629525" y="430720"/>
                </a:lnTo>
                <a:close/>
              </a:path>
              <a:path w="9867900" h="3000375">
                <a:moveTo>
                  <a:pt x="7629525" y="3454"/>
                </a:moveTo>
                <a:lnTo>
                  <a:pt x="7629068" y="2336"/>
                </a:lnTo>
                <a:lnTo>
                  <a:pt x="7627201" y="469"/>
                </a:lnTo>
                <a:lnTo>
                  <a:pt x="7626083" y="0"/>
                </a:lnTo>
                <a:lnTo>
                  <a:pt x="7623454" y="0"/>
                </a:lnTo>
                <a:lnTo>
                  <a:pt x="7622324" y="469"/>
                </a:lnTo>
                <a:lnTo>
                  <a:pt x="7620470" y="2336"/>
                </a:lnTo>
                <a:lnTo>
                  <a:pt x="7620000" y="3454"/>
                </a:lnTo>
                <a:lnTo>
                  <a:pt x="7620000" y="6083"/>
                </a:lnTo>
                <a:lnTo>
                  <a:pt x="7620470" y="7200"/>
                </a:lnTo>
                <a:lnTo>
                  <a:pt x="7622324" y="9067"/>
                </a:lnTo>
                <a:lnTo>
                  <a:pt x="7623454" y="9525"/>
                </a:lnTo>
                <a:lnTo>
                  <a:pt x="7626083" y="9525"/>
                </a:lnTo>
                <a:lnTo>
                  <a:pt x="7627201" y="9067"/>
                </a:lnTo>
                <a:lnTo>
                  <a:pt x="7629068" y="7200"/>
                </a:lnTo>
                <a:lnTo>
                  <a:pt x="7629525" y="6083"/>
                </a:lnTo>
                <a:lnTo>
                  <a:pt x="7629525" y="3454"/>
                </a:lnTo>
                <a:close/>
              </a:path>
              <a:path w="9867900" h="3000375">
                <a:moveTo>
                  <a:pt x="7677150" y="2994304"/>
                </a:moveTo>
                <a:lnTo>
                  <a:pt x="7676693" y="2993186"/>
                </a:lnTo>
                <a:lnTo>
                  <a:pt x="7674826" y="2991320"/>
                </a:lnTo>
                <a:lnTo>
                  <a:pt x="7673708" y="2990850"/>
                </a:lnTo>
                <a:lnTo>
                  <a:pt x="7671079" y="2990850"/>
                </a:lnTo>
                <a:lnTo>
                  <a:pt x="7669949" y="2991320"/>
                </a:lnTo>
                <a:lnTo>
                  <a:pt x="7668095" y="2993186"/>
                </a:lnTo>
                <a:lnTo>
                  <a:pt x="7667625" y="2994304"/>
                </a:lnTo>
                <a:lnTo>
                  <a:pt x="7667625" y="2996933"/>
                </a:lnTo>
                <a:lnTo>
                  <a:pt x="7668095" y="2998051"/>
                </a:lnTo>
                <a:lnTo>
                  <a:pt x="7669949" y="2999917"/>
                </a:lnTo>
                <a:lnTo>
                  <a:pt x="7671079" y="3000375"/>
                </a:lnTo>
                <a:lnTo>
                  <a:pt x="7673708" y="3000375"/>
                </a:lnTo>
                <a:lnTo>
                  <a:pt x="7674826" y="2999917"/>
                </a:lnTo>
                <a:lnTo>
                  <a:pt x="7676693" y="2998051"/>
                </a:lnTo>
                <a:lnTo>
                  <a:pt x="7677150" y="2996933"/>
                </a:lnTo>
                <a:lnTo>
                  <a:pt x="7677150" y="2994304"/>
                </a:lnTo>
                <a:close/>
              </a:path>
              <a:path w="9867900" h="3000375">
                <a:moveTo>
                  <a:pt x="7677150" y="2567038"/>
                </a:moveTo>
                <a:lnTo>
                  <a:pt x="7676693" y="2565920"/>
                </a:lnTo>
                <a:lnTo>
                  <a:pt x="7674826" y="2564053"/>
                </a:lnTo>
                <a:lnTo>
                  <a:pt x="7673708" y="2563596"/>
                </a:lnTo>
                <a:lnTo>
                  <a:pt x="7671079" y="2563596"/>
                </a:lnTo>
                <a:lnTo>
                  <a:pt x="7669949" y="2564053"/>
                </a:lnTo>
                <a:lnTo>
                  <a:pt x="7668095" y="2565920"/>
                </a:lnTo>
                <a:lnTo>
                  <a:pt x="7667625" y="2567038"/>
                </a:lnTo>
                <a:lnTo>
                  <a:pt x="7667625" y="2569667"/>
                </a:lnTo>
                <a:lnTo>
                  <a:pt x="7668095" y="2570797"/>
                </a:lnTo>
                <a:lnTo>
                  <a:pt x="7669949" y="2572651"/>
                </a:lnTo>
                <a:lnTo>
                  <a:pt x="7671079" y="2573121"/>
                </a:lnTo>
                <a:lnTo>
                  <a:pt x="7673708" y="2573121"/>
                </a:lnTo>
                <a:lnTo>
                  <a:pt x="7674826" y="2572651"/>
                </a:lnTo>
                <a:lnTo>
                  <a:pt x="7676693" y="2570797"/>
                </a:lnTo>
                <a:lnTo>
                  <a:pt x="7677150" y="2569667"/>
                </a:lnTo>
                <a:lnTo>
                  <a:pt x="7677150" y="2567038"/>
                </a:lnTo>
                <a:close/>
              </a:path>
              <a:path w="9867900" h="3000375">
                <a:moveTo>
                  <a:pt x="7677150" y="2139772"/>
                </a:moveTo>
                <a:lnTo>
                  <a:pt x="7676693" y="2138654"/>
                </a:lnTo>
                <a:lnTo>
                  <a:pt x="7674826" y="2136787"/>
                </a:lnTo>
                <a:lnTo>
                  <a:pt x="7673708" y="2136330"/>
                </a:lnTo>
                <a:lnTo>
                  <a:pt x="7671079" y="2136330"/>
                </a:lnTo>
                <a:lnTo>
                  <a:pt x="7669949" y="2136787"/>
                </a:lnTo>
                <a:lnTo>
                  <a:pt x="7668095" y="2138654"/>
                </a:lnTo>
                <a:lnTo>
                  <a:pt x="7667625" y="2139772"/>
                </a:lnTo>
                <a:lnTo>
                  <a:pt x="7667625" y="2142401"/>
                </a:lnTo>
                <a:lnTo>
                  <a:pt x="7668095" y="2143531"/>
                </a:lnTo>
                <a:lnTo>
                  <a:pt x="7669949" y="2145385"/>
                </a:lnTo>
                <a:lnTo>
                  <a:pt x="7671079" y="2145855"/>
                </a:lnTo>
                <a:lnTo>
                  <a:pt x="7673708" y="2145855"/>
                </a:lnTo>
                <a:lnTo>
                  <a:pt x="7674826" y="2145385"/>
                </a:lnTo>
                <a:lnTo>
                  <a:pt x="7676693" y="2143531"/>
                </a:lnTo>
                <a:lnTo>
                  <a:pt x="7677150" y="2142401"/>
                </a:lnTo>
                <a:lnTo>
                  <a:pt x="7677150" y="2139772"/>
                </a:lnTo>
                <a:close/>
              </a:path>
              <a:path w="9867900" h="3000375">
                <a:moveTo>
                  <a:pt x="7677150" y="1712506"/>
                </a:moveTo>
                <a:lnTo>
                  <a:pt x="7676693" y="1711388"/>
                </a:lnTo>
                <a:lnTo>
                  <a:pt x="7674826" y="1709534"/>
                </a:lnTo>
                <a:lnTo>
                  <a:pt x="7673708" y="1709064"/>
                </a:lnTo>
                <a:lnTo>
                  <a:pt x="7671079" y="1709064"/>
                </a:lnTo>
                <a:lnTo>
                  <a:pt x="7669949" y="1709534"/>
                </a:lnTo>
                <a:lnTo>
                  <a:pt x="7668095" y="1711388"/>
                </a:lnTo>
                <a:lnTo>
                  <a:pt x="7667625" y="1712506"/>
                </a:lnTo>
                <a:lnTo>
                  <a:pt x="7667625" y="1715135"/>
                </a:lnTo>
                <a:lnTo>
                  <a:pt x="7668095" y="1716265"/>
                </a:lnTo>
                <a:lnTo>
                  <a:pt x="7669949" y="1718119"/>
                </a:lnTo>
                <a:lnTo>
                  <a:pt x="7671079" y="1718589"/>
                </a:lnTo>
                <a:lnTo>
                  <a:pt x="7673708" y="1718589"/>
                </a:lnTo>
                <a:lnTo>
                  <a:pt x="7674826" y="1718119"/>
                </a:lnTo>
                <a:lnTo>
                  <a:pt x="7676693" y="1716265"/>
                </a:lnTo>
                <a:lnTo>
                  <a:pt x="7677150" y="1715135"/>
                </a:lnTo>
                <a:lnTo>
                  <a:pt x="7677150" y="1712506"/>
                </a:lnTo>
                <a:close/>
              </a:path>
              <a:path w="9867900" h="3000375">
                <a:moveTo>
                  <a:pt x="7677150" y="1285252"/>
                </a:moveTo>
                <a:lnTo>
                  <a:pt x="7676693" y="1284122"/>
                </a:lnTo>
                <a:lnTo>
                  <a:pt x="7674826" y="1282268"/>
                </a:lnTo>
                <a:lnTo>
                  <a:pt x="7673708" y="1281798"/>
                </a:lnTo>
                <a:lnTo>
                  <a:pt x="7671079" y="1281798"/>
                </a:lnTo>
                <a:lnTo>
                  <a:pt x="7669949" y="1282268"/>
                </a:lnTo>
                <a:lnTo>
                  <a:pt x="7668095" y="1284122"/>
                </a:lnTo>
                <a:lnTo>
                  <a:pt x="7667625" y="1285252"/>
                </a:lnTo>
                <a:lnTo>
                  <a:pt x="7667625" y="1287881"/>
                </a:lnTo>
                <a:lnTo>
                  <a:pt x="7668095" y="1288999"/>
                </a:lnTo>
                <a:lnTo>
                  <a:pt x="7669949" y="1290853"/>
                </a:lnTo>
                <a:lnTo>
                  <a:pt x="7671079" y="1291323"/>
                </a:lnTo>
                <a:lnTo>
                  <a:pt x="7673708" y="1291323"/>
                </a:lnTo>
                <a:lnTo>
                  <a:pt x="7674826" y="1290853"/>
                </a:lnTo>
                <a:lnTo>
                  <a:pt x="7676693" y="1288999"/>
                </a:lnTo>
                <a:lnTo>
                  <a:pt x="7677150" y="1287881"/>
                </a:lnTo>
                <a:lnTo>
                  <a:pt x="7677150" y="1285252"/>
                </a:lnTo>
                <a:close/>
              </a:path>
              <a:path w="9867900" h="3000375">
                <a:moveTo>
                  <a:pt x="7677150" y="857986"/>
                </a:moveTo>
                <a:lnTo>
                  <a:pt x="7676693" y="856856"/>
                </a:lnTo>
                <a:lnTo>
                  <a:pt x="7674826" y="855002"/>
                </a:lnTo>
                <a:lnTo>
                  <a:pt x="7673708" y="854532"/>
                </a:lnTo>
                <a:lnTo>
                  <a:pt x="7671079" y="854532"/>
                </a:lnTo>
                <a:lnTo>
                  <a:pt x="7669949" y="855002"/>
                </a:lnTo>
                <a:lnTo>
                  <a:pt x="7668095" y="856856"/>
                </a:lnTo>
                <a:lnTo>
                  <a:pt x="7667625" y="857986"/>
                </a:lnTo>
                <a:lnTo>
                  <a:pt x="7667625" y="860615"/>
                </a:lnTo>
                <a:lnTo>
                  <a:pt x="7668095" y="861733"/>
                </a:lnTo>
                <a:lnTo>
                  <a:pt x="7669949" y="863600"/>
                </a:lnTo>
                <a:lnTo>
                  <a:pt x="7671079" y="864057"/>
                </a:lnTo>
                <a:lnTo>
                  <a:pt x="7673708" y="864057"/>
                </a:lnTo>
                <a:lnTo>
                  <a:pt x="7674826" y="863600"/>
                </a:lnTo>
                <a:lnTo>
                  <a:pt x="7676693" y="861733"/>
                </a:lnTo>
                <a:lnTo>
                  <a:pt x="7677150" y="860615"/>
                </a:lnTo>
                <a:lnTo>
                  <a:pt x="7677150" y="857986"/>
                </a:lnTo>
                <a:close/>
              </a:path>
              <a:path w="9867900" h="3000375">
                <a:moveTo>
                  <a:pt x="7677150" y="430720"/>
                </a:moveTo>
                <a:lnTo>
                  <a:pt x="7676693" y="429590"/>
                </a:lnTo>
                <a:lnTo>
                  <a:pt x="7674826" y="427736"/>
                </a:lnTo>
                <a:lnTo>
                  <a:pt x="7673708" y="427266"/>
                </a:lnTo>
                <a:lnTo>
                  <a:pt x="7671079" y="427266"/>
                </a:lnTo>
                <a:lnTo>
                  <a:pt x="7669949" y="427736"/>
                </a:lnTo>
                <a:lnTo>
                  <a:pt x="7668095" y="429590"/>
                </a:lnTo>
                <a:lnTo>
                  <a:pt x="7667625" y="430720"/>
                </a:lnTo>
                <a:lnTo>
                  <a:pt x="7667625" y="433349"/>
                </a:lnTo>
                <a:lnTo>
                  <a:pt x="7668095" y="434467"/>
                </a:lnTo>
                <a:lnTo>
                  <a:pt x="7669949" y="436333"/>
                </a:lnTo>
                <a:lnTo>
                  <a:pt x="7671079" y="436791"/>
                </a:lnTo>
                <a:lnTo>
                  <a:pt x="7673708" y="436791"/>
                </a:lnTo>
                <a:lnTo>
                  <a:pt x="7674826" y="436333"/>
                </a:lnTo>
                <a:lnTo>
                  <a:pt x="7676693" y="434467"/>
                </a:lnTo>
                <a:lnTo>
                  <a:pt x="7677150" y="433349"/>
                </a:lnTo>
                <a:lnTo>
                  <a:pt x="7677150" y="430720"/>
                </a:lnTo>
                <a:close/>
              </a:path>
              <a:path w="9867900" h="3000375">
                <a:moveTo>
                  <a:pt x="7677150" y="3454"/>
                </a:moveTo>
                <a:lnTo>
                  <a:pt x="7676693" y="2336"/>
                </a:lnTo>
                <a:lnTo>
                  <a:pt x="7674826" y="469"/>
                </a:lnTo>
                <a:lnTo>
                  <a:pt x="7673708" y="0"/>
                </a:lnTo>
                <a:lnTo>
                  <a:pt x="7671079" y="0"/>
                </a:lnTo>
                <a:lnTo>
                  <a:pt x="7669949" y="469"/>
                </a:lnTo>
                <a:lnTo>
                  <a:pt x="7668095" y="2336"/>
                </a:lnTo>
                <a:lnTo>
                  <a:pt x="7667625" y="3454"/>
                </a:lnTo>
                <a:lnTo>
                  <a:pt x="7667625" y="6083"/>
                </a:lnTo>
                <a:lnTo>
                  <a:pt x="7668095" y="7200"/>
                </a:lnTo>
                <a:lnTo>
                  <a:pt x="7669949" y="9067"/>
                </a:lnTo>
                <a:lnTo>
                  <a:pt x="7671079" y="9525"/>
                </a:lnTo>
                <a:lnTo>
                  <a:pt x="7673708" y="9525"/>
                </a:lnTo>
                <a:lnTo>
                  <a:pt x="7674826" y="9067"/>
                </a:lnTo>
                <a:lnTo>
                  <a:pt x="7676693" y="7200"/>
                </a:lnTo>
                <a:lnTo>
                  <a:pt x="7677150" y="6083"/>
                </a:lnTo>
                <a:lnTo>
                  <a:pt x="7677150" y="3454"/>
                </a:lnTo>
                <a:close/>
              </a:path>
              <a:path w="9867900" h="3000375">
                <a:moveTo>
                  <a:pt x="7724775" y="2994304"/>
                </a:moveTo>
                <a:lnTo>
                  <a:pt x="7724318" y="2993186"/>
                </a:lnTo>
                <a:lnTo>
                  <a:pt x="7722451" y="2991320"/>
                </a:lnTo>
                <a:lnTo>
                  <a:pt x="7721333" y="2990850"/>
                </a:lnTo>
                <a:lnTo>
                  <a:pt x="7718704" y="2990850"/>
                </a:lnTo>
                <a:lnTo>
                  <a:pt x="7717574" y="2991320"/>
                </a:lnTo>
                <a:lnTo>
                  <a:pt x="7715720" y="2993186"/>
                </a:lnTo>
                <a:lnTo>
                  <a:pt x="7715250" y="2994304"/>
                </a:lnTo>
                <a:lnTo>
                  <a:pt x="7715250" y="2996933"/>
                </a:lnTo>
                <a:lnTo>
                  <a:pt x="7715720" y="2998051"/>
                </a:lnTo>
                <a:lnTo>
                  <a:pt x="7717574" y="2999917"/>
                </a:lnTo>
                <a:lnTo>
                  <a:pt x="7718704" y="3000375"/>
                </a:lnTo>
                <a:lnTo>
                  <a:pt x="7721333" y="3000375"/>
                </a:lnTo>
                <a:lnTo>
                  <a:pt x="7722451" y="2999917"/>
                </a:lnTo>
                <a:lnTo>
                  <a:pt x="7724318" y="2998051"/>
                </a:lnTo>
                <a:lnTo>
                  <a:pt x="7724775" y="2996933"/>
                </a:lnTo>
                <a:lnTo>
                  <a:pt x="7724775" y="2994304"/>
                </a:lnTo>
                <a:close/>
              </a:path>
              <a:path w="9867900" h="3000375">
                <a:moveTo>
                  <a:pt x="7724775" y="2567038"/>
                </a:moveTo>
                <a:lnTo>
                  <a:pt x="7724318" y="2565920"/>
                </a:lnTo>
                <a:lnTo>
                  <a:pt x="7722451" y="2564053"/>
                </a:lnTo>
                <a:lnTo>
                  <a:pt x="7721333" y="2563596"/>
                </a:lnTo>
                <a:lnTo>
                  <a:pt x="7718704" y="2563596"/>
                </a:lnTo>
                <a:lnTo>
                  <a:pt x="7717574" y="2564053"/>
                </a:lnTo>
                <a:lnTo>
                  <a:pt x="7715720" y="2565920"/>
                </a:lnTo>
                <a:lnTo>
                  <a:pt x="7715250" y="2567038"/>
                </a:lnTo>
                <a:lnTo>
                  <a:pt x="7715250" y="2569667"/>
                </a:lnTo>
                <a:lnTo>
                  <a:pt x="7715720" y="2570797"/>
                </a:lnTo>
                <a:lnTo>
                  <a:pt x="7717574" y="2572651"/>
                </a:lnTo>
                <a:lnTo>
                  <a:pt x="7718704" y="2573121"/>
                </a:lnTo>
                <a:lnTo>
                  <a:pt x="7721333" y="2573121"/>
                </a:lnTo>
                <a:lnTo>
                  <a:pt x="7722451" y="2572651"/>
                </a:lnTo>
                <a:lnTo>
                  <a:pt x="7724318" y="2570797"/>
                </a:lnTo>
                <a:lnTo>
                  <a:pt x="7724775" y="2569667"/>
                </a:lnTo>
                <a:lnTo>
                  <a:pt x="7724775" y="2567038"/>
                </a:lnTo>
                <a:close/>
              </a:path>
              <a:path w="9867900" h="3000375">
                <a:moveTo>
                  <a:pt x="7724775" y="2139772"/>
                </a:moveTo>
                <a:lnTo>
                  <a:pt x="7724318" y="2138654"/>
                </a:lnTo>
                <a:lnTo>
                  <a:pt x="7722451" y="2136787"/>
                </a:lnTo>
                <a:lnTo>
                  <a:pt x="7721333" y="2136330"/>
                </a:lnTo>
                <a:lnTo>
                  <a:pt x="7718704" y="2136330"/>
                </a:lnTo>
                <a:lnTo>
                  <a:pt x="7717574" y="2136787"/>
                </a:lnTo>
                <a:lnTo>
                  <a:pt x="7715720" y="2138654"/>
                </a:lnTo>
                <a:lnTo>
                  <a:pt x="7715250" y="2139772"/>
                </a:lnTo>
                <a:lnTo>
                  <a:pt x="7715250" y="2142401"/>
                </a:lnTo>
                <a:lnTo>
                  <a:pt x="7715720" y="2143531"/>
                </a:lnTo>
                <a:lnTo>
                  <a:pt x="7717574" y="2145385"/>
                </a:lnTo>
                <a:lnTo>
                  <a:pt x="7718704" y="2145855"/>
                </a:lnTo>
                <a:lnTo>
                  <a:pt x="7721333" y="2145855"/>
                </a:lnTo>
                <a:lnTo>
                  <a:pt x="7722451" y="2145385"/>
                </a:lnTo>
                <a:lnTo>
                  <a:pt x="7724318" y="2143531"/>
                </a:lnTo>
                <a:lnTo>
                  <a:pt x="7724775" y="2142401"/>
                </a:lnTo>
                <a:lnTo>
                  <a:pt x="7724775" y="2139772"/>
                </a:lnTo>
                <a:close/>
              </a:path>
              <a:path w="9867900" h="3000375">
                <a:moveTo>
                  <a:pt x="7724775" y="1712506"/>
                </a:moveTo>
                <a:lnTo>
                  <a:pt x="7724318" y="1711388"/>
                </a:lnTo>
                <a:lnTo>
                  <a:pt x="7722451" y="1709534"/>
                </a:lnTo>
                <a:lnTo>
                  <a:pt x="7721333" y="1709064"/>
                </a:lnTo>
                <a:lnTo>
                  <a:pt x="7718704" y="1709064"/>
                </a:lnTo>
                <a:lnTo>
                  <a:pt x="7717574" y="1709534"/>
                </a:lnTo>
                <a:lnTo>
                  <a:pt x="7715720" y="1711388"/>
                </a:lnTo>
                <a:lnTo>
                  <a:pt x="7715250" y="1712506"/>
                </a:lnTo>
                <a:lnTo>
                  <a:pt x="7715250" y="1715135"/>
                </a:lnTo>
                <a:lnTo>
                  <a:pt x="7715720" y="1716265"/>
                </a:lnTo>
                <a:lnTo>
                  <a:pt x="7717574" y="1718119"/>
                </a:lnTo>
                <a:lnTo>
                  <a:pt x="7718704" y="1718589"/>
                </a:lnTo>
                <a:lnTo>
                  <a:pt x="7721333" y="1718589"/>
                </a:lnTo>
                <a:lnTo>
                  <a:pt x="7722451" y="1718119"/>
                </a:lnTo>
                <a:lnTo>
                  <a:pt x="7724318" y="1716265"/>
                </a:lnTo>
                <a:lnTo>
                  <a:pt x="7724775" y="1715135"/>
                </a:lnTo>
                <a:lnTo>
                  <a:pt x="7724775" y="1712506"/>
                </a:lnTo>
                <a:close/>
              </a:path>
              <a:path w="9867900" h="3000375">
                <a:moveTo>
                  <a:pt x="7724775" y="1285252"/>
                </a:moveTo>
                <a:lnTo>
                  <a:pt x="7724318" y="1284122"/>
                </a:lnTo>
                <a:lnTo>
                  <a:pt x="7722451" y="1282268"/>
                </a:lnTo>
                <a:lnTo>
                  <a:pt x="7721333" y="1281798"/>
                </a:lnTo>
                <a:lnTo>
                  <a:pt x="7718704" y="1281798"/>
                </a:lnTo>
                <a:lnTo>
                  <a:pt x="7717574" y="1282268"/>
                </a:lnTo>
                <a:lnTo>
                  <a:pt x="7715720" y="1284122"/>
                </a:lnTo>
                <a:lnTo>
                  <a:pt x="7715250" y="1285252"/>
                </a:lnTo>
                <a:lnTo>
                  <a:pt x="7715250" y="1287881"/>
                </a:lnTo>
                <a:lnTo>
                  <a:pt x="7715720" y="1288999"/>
                </a:lnTo>
                <a:lnTo>
                  <a:pt x="7717574" y="1290853"/>
                </a:lnTo>
                <a:lnTo>
                  <a:pt x="7718704" y="1291323"/>
                </a:lnTo>
                <a:lnTo>
                  <a:pt x="7721333" y="1291323"/>
                </a:lnTo>
                <a:lnTo>
                  <a:pt x="7722451" y="1290853"/>
                </a:lnTo>
                <a:lnTo>
                  <a:pt x="7724318" y="1288999"/>
                </a:lnTo>
                <a:lnTo>
                  <a:pt x="7724775" y="1287881"/>
                </a:lnTo>
                <a:lnTo>
                  <a:pt x="7724775" y="1285252"/>
                </a:lnTo>
                <a:close/>
              </a:path>
              <a:path w="9867900" h="3000375">
                <a:moveTo>
                  <a:pt x="7724775" y="857986"/>
                </a:moveTo>
                <a:lnTo>
                  <a:pt x="7724318" y="856856"/>
                </a:lnTo>
                <a:lnTo>
                  <a:pt x="7722451" y="855002"/>
                </a:lnTo>
                <a:lnTo>
                  <a:pt x="7721333" y="854532"/>
                </a:lnTo>
                <a:lnTo>
                  <a:pt x="7718704" y="854532"/>
                </a:lnTo>
                <a:lnTo>
                  <a:pt x="7717574" y="855002"/>
                </a:lnTo>
                <a:lnTo>
                  <a:pt x="7715720" y="856856"/>
                </a:lnTo>
                <a:lnTo>
                  <a:pt x="7715250" y="857986"/>
                </a:lnTo>
                <a:lnTo>
                  <a:pt x="7715250" y="860615"/>
                </a:lnTo>
                <a:lnTo>
                  <a:pt x="7715720" y="861733"/>
                </a:lnTo>
                <a:lnTo>
                  <a:pt x="7717574" y="863600"/>
                </a:lnTo>
                <a:lnTo>
                  <a:pt x="7718704" y="864057"/>
                </a:lnTo>
                <a:lnTo>
                  <a:pt x="7721333" y="864057"/>
                </a:lnTo>
                <a:lnTo>
                  <a:pt x="7722451" y="863600"/>
                </a:lnTo>
                <a:lnTo>
                  <a:pt x="7724318" y="861733"/>
                </a:lnTo>
                <a:lnTo>
                  <a:pt x="7724775" y="860615"/>
                </a:lnTo>
                <a:lnTo>
                  <a:pt x="7724775" y="857986"/>
                </a:lnTo>
                <a:close/>
              </a:path>
              <a:path w="9867900" h="3000375">
                <a:moveTo>
                  <a:pt x="7724775" y="430720"/>
                </a:moveTo>
                <a:lnTo>
                  <a:pt x="7724318" y="429590"/>
                </a:lnTo>
                <a:lnTo>
                  <a:pt x="7722451" y="427736"/>
                </a:lnTo>
                <a:lnTo>
                  <a:pt x="7721333" y="427266"/>
                </a:lnTo>
                <a:lnTo>
                  <a:pt x="7718704" y="427266"/>
                </a:lnTo>
                <a:lnTo>
                  <a:pt x="7717574" y="427736"/>
                </a:lnTo>
                <a:lnTo>
                  <a:pt x="7715720" y="429590"/>
                </a:lnTo>
                <a:lnTo>
                  <a:pt x="7715250" y="430720"/>
                </a:lnTo>
                <a:lnTo>
                  <a:pt x="7715250" y="433349"/>
                </a:lnTo>
                <a:lnTo>
                  <a:pt x="7715720" y="434467"/>
                </a:lnTo>
                <a:lnTo>
                  <a:pt x="7717574" y="436333"/>
                </a:lnTo>
                <a:lnTo>
                  <a:pt x="7718704" y="436791"/>
                </a:lnTo>
                <a:lnTo>
                  <a:pt x="7721333" y="436791"/>
                </a:lnTo>
                <a:lnTo>
                  <a:pt x="7722451" y="436333"/>
                </a:lnTo>
                <a:lnTo>
                  <a:pt x="7724318" y="434467"/>
                </a:lnTo>
                <a:lnTo>
                  <a:pt x="7724775" y="433349"/>
                </a:lnTo>
                <a:lnTo>
                  <a:pt x="7724775" y="430720"/>
                </a:lnTo>
                <a:close/>
              </a:path>
              <a:path w="9867900" h="3000375">
                <a:moveTo>
                  <a:pt x="7724775" y="3454"/>
                </a:moveTo>
                <a:lnTo>
                  <a:pt x="7724318" y="2336"/>
                </a:lnTo>
                <a:lnTo>
                  <a:pt x="7722451" y="469"/>
                </a:lnTo>
                <a:lnTo>
                  <a:pt x="7721333" y="0"/>
                </a:lnTo>
                <a:lnTo>
                  <a:pt x="7718704" y="0"/>
                </a:lnTo>
                <a:lnTo>
                  <a:pt x="7717574" y="469"/>
                </a:lnTo>
                <a:lnTo>
                  <a:pt x="7715720" y="2336"/>
                </a:lnTo>
                <a:lnTo>
                  <a:pt x="7715250" y="3454"/>
                </a:lnTo>
                <a:lnTo>
                  <a:pt x="7715250" y="6083"/>
                </a:lnTo>
                <a:lnTo>
                  <a:pt x="7715720" y="7200"/>
                </a:lnTo>
                <a:lnTo>
                  <a:pt x="7717574" y="9067"/>
                </a:lnTo>
                <a:lnTo>
                  <a:pt x="7718704" y="9525"/>
                </a:lnTo>
                <a:lnTo>
                  <a:pt x="7721333" y="9525"/>
                </a:lnTo>
                <a:lnTo>
                  <a:pt x="7722451" y="9067"/>
                </a:lnTo>
                <a:lnTo>
                  <a:pt x="7724318" y="7200"/>
                </a:lnTo>
                <a:lnTo>
                  <a:pt x="7724775" y="6083"/>
                </a:lnTo>
                <a:lnTo>
                  <a:pt x="7724775" y="3454"/>
                </a:lnTo>
                <a:close/>
              </a:path>
              <a:path w="9867900" h="3000375">
                <a:moveTo>
                  <a:pt x="7772400" y="2994304"/>
                </a:moveTo>
                <a:lnTo>
                  <a:pt x="7771943" y="2993186"/>
                </a:lnTo>
                <a:lnTo>
                  <a:pt x="7770076" y="2991320"/>
                </a:lnTo>
                <a:lnTo>
                  <a:pt x="7768958" y="2990850"/>
                </a:lnTo>
                <a:lnTo>
                  <a:pt x="7766329" y="2990850"/>
                </a:lnTo>
                <a:lnTo>
                  <a:pt x="7765199" y="2991320"/>
                </a:lnTo>
                <a:lnTo>
                  <a:pt x="7763345" y="2993186"/>
                </a:lnTo>
                <a:lnTo>
                  <a:pt x="7762875" y="2994304"/>
                </a:lnTo>
                <a:lnTo>
                  <a:pt x="7762875" y="2996933"/>
                </a:lnTo>
                <a:lnTo>
                  <a:pt x="7763345" y="2998051"/>
                </a:lnTo>
                <a:lnTo>
                  <a:pt x="7765199" y="2999917"/>
                </a:lnTo>
                <a:lnTo>
                  <a:pt x="7766329" y="3000375"/>
                </a:lnTo>
                <a:lnTo>
                  <a:pt x="7768958" y="3000375"/>
                </a:lnTo>
                <a:lnTo>
                  <a:pt x="7770076" y="2999917"/>
                </a:lnTo>
                <a:lnTo>
                  <a:pt x="7771943" y="2998051"/>
                </a:lnTo>
                <a:lnTo>
                  <a:pt x="7772400" y="2996933"/>
                </a:lnTo>
                <a:lnTo>
                  <a:pt x="7772400" y="2994304"/>
                </a:lnTo>
                <a:close/>
              </a:path>
              <a:path w="9867900" h="3000375">
                <a:moveTo>
                  <a:pt x="7772400" y="2567038"/>
                </a:moveTo>
                <a:lnTo>
                  <a:pt x="7771943" y="2565920"/>
                </a:lnTo>
                <a:lnTo>
                  <a:pt x="7770076" y="2564053"/>
                </a:lnTo>
                <a:lnTo>
                  <a:pt x="7768958" y="2563596"/>
                </a:lnTo>
                <a:lnTo>
                  <a:pt x="7766329" y="2563596"/>
                </a:lnTo>
                <a:lnTo>
                  <a:pt x="7765199" y="2564053"/>
                </a:lnTo>
                <a:lnTo>
                  <a:pt x="7763345" y="2565920"/>
                </a:lnTo>
                <a:lnTo>
                  <a:pt x="7762875" y="2567038"/>
                </a:lnTo>
                <a:lnTo>
                  <a:pt x="7762875" y="2569667"/>
                </a:lnTo>
                <a:lnTo>
                  <a:pt x="7763345" y="2570797"/>
                </a:lnTo>
                <a:lnTo>
                  <a:pt x="7765199" y="2572651"/>
                </a:lnTo>
                <a:lnTo>
                  <a:pt x="7766329" y="2573121"/>
                </a:lnTo>
                <a:lnTo>
                  <a:pt x="7768958" y="2573121"/>
                </a:lnTo>
                <a:lnTo>
                  <a:pt x="7770076" y="2572651"/>
                </a:lnTo>
                <a:lnTo>
                  <a:pt x="7771943" y="2570797"/>
                </a:lnTo>
                <a:lnTo>
                  <a:pt x="7772400" y="2569667"/>
                </a:lnTo>
                <a:lnTo>
                  <a:pt x="7772400" y="2567038"/>
                </a:lnTo>
                <a:close/>
              </a:path>
              <a:path w="9867900" h="3000375">
                <a:moveTo>
                  <a:pt x="7772400" y="2139772"/>
                </a:moveTo>
                <a:lnTo>
                  <a:pt x="7771943" y="2138654"/>
                </a:lnTo>
                <a:lnTo>
                  <a:pt x="7770076" y="2136787"/>
                </a:lnTo>
                <a:lnTo>
                  <a:pt x="7768958" y="2136330"/>
                </a:lnTo>
                <a:lnTo>
                  <a:pt x="7766329" y="2136330"/>
                </a:lnTo>
                <a:lnTo>
                  <a:pt x="7765199" y="2136787"/>
                </a:lnTo>
                <a:lnTo>
                  <a:pt x="7763345" y="2138654"/>
                </a:lnTo>
                <a:lnTo>
                  <a:pt x="7762875" y="2139772"/>
                </a:lnTo>
                <a:lnTo>
                  <a:pt x="7762875" y="2142401"/>
                </a:lnTo>
                <a:lnTo>
                  <a:pt x="7763345" y="2143531"/>
                </a:lnTo>
                <a:lnTo>
                  <a:pt x="7765199" y="2145385"/>
                </a:lnTo>
                <a:lnTo>
                  <a:pt x="7766329" y="2145855"/>
                </a:lnTo>
                <a:lnTo>
                  <a:pt x="7768958" y="2145855"/>
                </a:lnTo>
                <a:lnTo>
                  <a:pt x="7770076" y="2145385"/>
                </a:lnTo>
                <a:lnTo>
                  <a:pt x="7771943" y="2143531"/>
                </a:lnTo>
                <a:lnTo>
                  <a:pt x="7772400" y="2142401"/>
                </a:lnTo>
                <a:lnTo>
                  <a:pt x="7772400" y="2139772"/>
                </a:lnTo>
                <a:close/>
              </a:path>
              <a:path w="9867900" h="3000375">
                <a:moveTo>
                  <a:pt x="7772400" y="1712506"/>
                </a:moveTo>
                <a:lnTo>
                  <a:pt x="7771943" y="1711388"/>
                </a:lnTo>
                <a:lnTo>
                  <a:pt x="7770076" y="1709534"/>
                </a:lnTo>
                <a:lnTo>
                  <a:pt x="7768958" y="1709064"/>
                </a:lnTo>
                <a:lnTo>
                  <a:pt x="7766329" y="1709064"/>
                </a:lnTo>
                <a:lnTo>
                  <a:pt x="7765199" y="1709534"/>
                </a:lnTo>
                <a:lnTo>
                  <a:pt x="7763345" y="1711388"/>
                </a:lnTo>
                <a:lnTo>
                  <a:pt x="7762875" y="1712506"/>
                </a:lnTo>
                <a:lnTo>
                  <a:pt x="7762875" y="1715135"/>
                </a:lnTo>
                <a:lnTo>
                  <a:pt x="7763345" y="1716265"/>
                </a:lnTo>
                <a:lnTo>
                  <a:pt x="7765199" y="1718119"/>
                </a:lnTo>
                <a:lnTo>
                  <a:pt x="7766329" y="1718589"/>
                </a:lnTo>
                <a:lnTo>
                  <a:pt x="7768958" y="1718589"/>
                </a:lnTo>
                <a:lnTo>
                  <a:pt x="7770076" y="1718119"/>
                </a:lnTo>
                <a:lnTo>
                  <a:pt x="7771943" y="1716265"/>
                </a:lnTo>
                <a:lnTo>
                  <a:pt x="7772400" y="1715135"/>
                </a:lnTo>
                <a:lnTo>
                  <a:pt x="7772400" y="1712506"/>
                </a:lnTo>
                <a:close/>
              </a:path>
              <a:path w="9867900" h="3000375">
                <a:moveTo>
                  <a:pt x="7772400" y="1285252"/>
                </a:moveTo>
                <a:lnTo>
                  <a:pt x="7771943" y="1284122"/>
                </a:lnTo>
                <a:lnTo>
                  <a:pt x="7770076" y="1282268"/>
                </a:lnTo>
                <a:lnTo>
                  <a:pt x="7768958" y="1281798"/>
                </a:lnTo>
                <a:lnTo>
                  <a:pt x="7766329" y="1281798"/>
                </a:lnTo>
                <a:lnTo>
                  <a:pt x="7765199" y="1282268"/>
                </a:lnTo>
                <a:lnTo>
                  <a:pt x="7763345" y="1284122"/>
                </a:lnTo>
                <a:lnTo>
                  <a:pt x="7762875" y="1285252"/>
                </a:lnTo>
                <a:lnTo>
                  <a:pt x="7762875" y="1287881"/>
                </a:lnTo>
                <a:lnTo>
                  <a:pt x="7763345" y="1288999"/>
                </a:lnTo>
                <a:lnTo>
                  <a:pt x="7765199" y="1290853"/>
                </a:lnTo>
                <a:lnTo>
                  <a:pt x="7766329" y="1291323"/>
                </a:lnTo>
                <a:lnTo>
                  <a:pt x="7768958" y="1291323"/>
                </a:lnTo>
                <a:lnTo>
                  <a:pt x="7770076" y="1290853"/>
                </a:lnTo>
                <a:lnTo>
                  <a:pt x="7771943" y="1288999"/>
                </a:lnTo>
                <a:lnTo>
                  <a:pt x="7772400" y="1287881"/>
                </a:lnTo>
                <a:lnTo>
                  <a:pt x="7772400" y="1285252"/>
                </a:lnTo>
                <a:close/>
              </a:path>
              <a:path w="9867900" h="3000375">
                <a:moveTo>
                  <a:pt x="7772400" y="857986"/>
                </a:moveTo>
                <a:lnTo>
                  <a:pt x="7771943" y="856856"/>
                </a:lnTo>
                <a:lnTo>
                  <a:pt x="7770076" y="855002"/>
                </a:lnTo>
                <a:lnTo>
                  <a:pt x="7768958" y="854532"/>
                </a:lnTo>
                <a:lnTo>
                  <a:pt x="7766329" y="854532"/>
                </a:lnTo>
                <a:lnTo>
                  <a:pt x="7765199" y="855002"/>
                </a:lnTo>
                <a:lnTo>
                  <a:pt x="7763345" y="856856"/>
                </a:lnTo>
                <a:lnTo>
                  <a:pt x="7762875" y="857986"/>
                </a:lnTo>
                <a:lnTo>
                  <a:pt x="7762875" y="860615"/>
                </a:lnTo>
                <a:lnTo>
                  <a:pt x="7763345" y="861733"/>
                </a:lnTo>
                <a:lnTo>
                  <a:pt x="7765199" y="863600"/>
                </a:lnTo>
                <a:lnTo>
                  <a:pt x="7766329" y="864057"/>
                </a:lnTo>
                <a:lnTo>
                  <a:pt x="7768958" y="864057"/>
                </a:lnTo>
                <a:lnTo>
                  <a:pt x="7770076" y="863600"/>
                </a:lnTo>
                <a:lnTo>
                  <a:pt x="7771943" y="861733"/>
                </a:lnTo>
                <a:lnTo>
                  <a:pt x="7772400" y="860615"/>
                </a:lnTo>
                <a:lnTo>
                  <a:pt x="7772400" y="857986"/>
                </a:lnTo>
                <a:close/>
              </a:path>
              <a:path w="9867900" h="3000375">
                <a:moveTo>
                  <a:pt x="7772400" y="430720"/>
                </a:moveTo>
                <a:lnTo>
                  <a:pt x="7771943" y="429590"/>
                </a:lnTo>
                <a:lnTo>
                  <a:pt x="7770076" y="427736"/>
                </a:lnTo>
                <a:lnTo>
                  <a:pt x="7768958" y="427266"/>
                </a:lnTo>
                <a:lnTo>
                  <a:pt x="7766329" y="427266"/>
                </a:lnTo>
                <a:lnTo>
                  <a:pt x="7765199" y="427736"/>
                </a:lnTo>
                <a:lnTo>
                  <a:pt x="7763345" y="429590"/>
                </a:lnTo>
                <a:lnTo>
                  <a:pt x="7762875" y="430720"/>
                </a:lnTo>
                <a:lnTo>
                  <a:pt x="7762875" y="433349"/>
                </a:lnTo>
                <a:lnTo>
                  <a:pt x="7763345" y="434467"/>
                </a:lnTo>
                <a:lnTo>
                  <a:pt x="7765199" y="436333"/>
                </a:lnTo>
                <a:lnTo>
                  <a:pt x="7766329" y="436791"/>
                </a:lnTo>
                <a:lnTo>
                  <a:pt x="7768958" y="436791"/>
                </a:lnTo>
                <a:lnTo>
                  <a:pt x="7770076" y="436333"/>
                </a:lnTo>
                <a:lnTo>
                  <a:pt x="7771943" y="434467"/>
                </a:lnTo>
                <a:lnTo>
                  <a:pt x="7772400" y="433349"/>
                </a:lnTo>
                <a:lnTo>
                  <a:pt x="7772400" y="430720"/>
                </a:lnTo>
                <a:close/>
              </a:path>
              <a:path w="9867900" h="3000375">
                <a:moveTo>
                  <a:pt x="7772400" y="3454"/>
                </a:moveTo>
                <a:lnTo>
                  <a:pt x="7771943" y="2336"/>
                </a:lnTo>
                <a:lnTo>
                  <a:pt x="7770076" y="469"/>
                </a:lnTo>
                <a:lnTo>
                  <a:pt x="7768958" y="0"/>
                </a:lnTo>
                <a:lnTo>
                  <a:pt x="7766329" y="0"/>
                </a:lnTo>
                <a:lnTo>
                  <a:pt x="7765199" y="469"/>
                </a:lnTo>
                <a:lnTo>
                  <a:pt x="7763345" y="2336"/>
                </a:lnTo>
                <a:lnTo>
                  <a:pt x="7762875" y="3454"/>
                </a:lnTo>
                <a:lnTo>
                  <a:pt x="7762875" y="6083"/>
                </a:lnTo>
                <a:lnTo>
                  <a:pt x="7763345" y="7200"/>
                </a:lnTo>
                <a:lnTo>
                  <a:pt x="7765199" y="9067"/>
                </a:lnTo>
                <a:lnTo>
                  <a:pt x="7766329" y="9525"/>
                </a:lnTo>
                <a:lnTo>
                  <a:pt x="7768958" y="9525"/>
                </a:lnTo>
                <a:lnTo>
                  <a:pt x="7770076" y="9067"/>
                </a:lnTo>
                <a:lnTo>
                  <a:pt x="7771943" y="7200"/>
                </a:lnTo>
                <a:lnTo>
                  <a:pt x="7772400" y="6083"/>
                </a:lnTo>
                <a:lnTo>
                  <a:pt x="7772400" y="3454"/>
                </a:lnTo>
                <a:close/>
              </a:path>
              <a:path w="9867900" h="3000375">
                <a:moveTo>
                  <a:pt x="7820025" y="2994304"/>
                </a:moveTo>
                <a:lnTo>
                  <a:pt x="7819568" y="2993186"/>
                </a:lnTo>
                <a:lnTo>
                  <a:pt x="7817701" y="2991320"/>
                </a:lnTo>
                <a:lnTo>
                  <a:pt x="7816583" y="2990850"/>
                </a:lnTo>
                <a:lnTo>
                  <a:pt x="7813954" y="2990850"/>
                </a:lnTo>
                <a:lnTo>
                  <a:pt x="7812824" y="2991320"/>
                </a:lnTo>
                <a:lnTo>
                  <a:pt x="7810970" y="2993186"/>
                </a:lnTo>
                <a:lnTo>
                  <a:pt x="7810500" y="2994304"/>
                </a:lnTo>
                <a:lnTo>
                  <a:pt x="7810500" y="2996933"/>
                </a:lnTo>
                <a:lnTo>
                  <a:pt x="7810970" y="2998051"/>
                </a:lnTo>
                <a:lnTo>
                  <a:pt x="7812824" y="2999917"/>
                </a:lnTo>
                <a:lnTo>
                  <a:pt x="7813954" y="3000375"/>
                </a:lnTo>
                <a:lnTo>
                  <a:pt x="7816583" y="3000375"/>
                </a:lnTo>
                <a:lnTo>
                  <a:pt x="7817701" y="2999917"/>
                </a:lnTo>
                <a:lnTo>
                  <a:pt x="7819568" y="2998051"/>
                </a:lnTo>
                <a:lnTo>
                  <a:pt x="7820025" y="2996933"/>
                </a:lnTo>
                <a:lnTo>
                  <a:pt x="7820025" y="2994304"/>
                </a:lnTo>
                <a:close/>
              </a:path>
              <a:path w="9867900" h="3000375">
                <a:moveTo>
                  <a:pt x="7820025" y="2567038"/>
                </a:moveTo>
                <a:lnTo>
                  <a:pt x="7819568" y="2565920"/>
                </a:lnTo>
                <a:lnTo>
                  <a:pt x="7817701" y="2564053"/>
                </a:lnTo>
                <a:lnTo>
                  <a:pt x="7816583" y="2563596"/>
                </a:lnTo>
                <a:lnTo>
                  <a:pt x="7813954" y="2563596"/>
                </a:lnTo>
                <a:lnTo>
                  <a:pt x="7812824" y="2564053"/>
                </a:lnTo>
                <a:lnTo>
                  <a:pt x="7810970" y="2565920"/>
                </a:lnTo>
                <a:lnTo>
                  <a:pt x="7810500" y="2567038"/>
                </a:lnTo>
                <a:lnTo>
                  <a:pt x="7810500" y="2569667"/>
                </a:lnTo>
                <a:lnTo>
                  <a:pt x="7810970" y="2570797"/>
                </a:lnTo>
                <a:lnTo>
                  <a:pt x="7812824" y="2572651"/>
                </a:lnTo>
                <a:lnTo>
                  <a:pt x="7813954" y="2573121"/>
                </a:lnTo>
                <a:lnTo>
                  <a:pt x="7816583" y="2573121"/>
                </a:lnTo>
                <a:lnTo>
                  <a:pt x="7817701" y="2572651"/>
                </a:lnTo>
                <a:lnTo>
                  <a:pt x="7819568" y="2570797"/>
                </a:lnTo>
                <a:lnTo>
                  <a:pt x="7820025" y="2569667"/>
                </a:lnTo>
                <a:lnTo>
                  <a:pt x="7820025" y="2567038"/>
                </a:lnTo>
                <a:close/>
              </a:path>
              <a:path w="9867900" h="3000375">
                <a:moveTo>
                  <a:pt x="7820025" y="2139772"/>
                </a:moveTo>
                <a:lnTo>
                  <a:pt x="7819568" y="2138654"/>
                </a:lnTo>
                <a:lnTo>
                  <a:pt x="7817701" y="2136787"/>
                </a:lnTo>
                <a:lnTo>
                  <a:pt x="7816583" y="2136330"/>
                </a:lnTo>
                <a:lnTo>
                  <a:pt x="7813954" y="2136330"/>
                </a:lnTo>
                <a:lnTo>
                  <a:pt x="7812824" y="2136787"/>
                </a:lnTo>
                <a:lnTo>
                  <a:pt x="7810970" y="2138654"/>
                </a:lnTo>
                <a:lnTo>
                  <a:pt x="7810500" y="2139772"/>
                </a:lnTo>
                <a:lnTo>
                  <a:pt x="7810500" y="2142401"/>
                </a:lnTo>
                <a:lnTo>
                  <a:pt x="7810970" y="2143531"/>
                </a:lnTo>
                <a:lnTo>
                  <a:pt x="7812824" y="2145385"/>
                </a:lnTo>
                <a:lnTo>
                  <a:pt x="7813954" y="2145855"/>
                </a:lnTo>
                <a:lnTo>
                  <a:pt x="7816583" y="2145855"/>
                </a:lnTo>
                <a:lnTo>
                  <a:pt x="7817701" y="2145385"/>
                </a:lnTo>
                <a:lnTo>
                  <a:pt x="7819568" y="2143531"/>
                </a:lnTo>
                <a:lnTo>
                  <a:pt x="7820025" y="2142401"/>
                </a:lnTo>
                <a:lnTo>
                  <a:pt x="7820025" y="2139772"/>
                </a:lnTo>
                <a:close/>
              </a:path>
              <a:path w="9867900" h="3000375">
                <a:moveTo>
                  <a:pt x="7820025" y="1712506"/>
                </a:moveTo>
                <a:lnTo>
                  <a:pt x="7819568" y="1711388"/>
                </a:lnTo>
                <a:lnTo>
                  <a:pt x="7817701" y="1709534"/>
                </a:lnTo>
                <a:lnTo>
                  <a:pt x="7816583" y="1709064"/>
                </a:lnTo>
                <a:lnTo>
                  <a:pt x="7813954" y="1709064"/>
                </a:lnTo>
                <a:lnTo>
                  <a:pt x="7812824" y="1709534"/>
                </a:lnTo>
                <a:lnTo>
                  <a:pt x="7810970" y="1711388"/>
                </a:lnTo>
                <a:lnTo>
                  <a:pt x="7810500" y="1712506"/>
                </a:lnTo>
                <a:lnTo>
                  <a:pt x="7810500" y="1715135"/>
                </a:lnTo>
                <a:lnTo>
                  <a:pt x="7810970" y="1716265"/>
                </a:lnTo>
                <a:lnTo>
                  <a:pt x="7812824" y="1718119"/>
                </a:lnTo>
                <a:lnTo>
                  <a:pt x="7813954" y="1718589"/>
                </a:lnTo>
                <a:lnTo>
                  <a:pt x="7816583" y="1718589"/>
                </a:lnTo>
                <a:lnTo>
                  <a:pt x="7817701" y="1718119"/>
                </a:lnTo>
                <a:lnTo>
                  <a:pt x="7819568" y="1716265"/>
                </a:lnTo>
                <a:lnTo>
                  <a:pt x="7820025" y="1715135"/>
                </a:lnTo>
                <a:lnTo>
                  <a:pt x="7820025" y="1712506"/>
                </a:lnTo>
                <a:close/>
              </a:path>
              <a:path w="9867900" h="3000375">
                <a:moveTo>
                  <a:pt x="7820025" y="1285252"/>
                </a:moveTo>
                <a:lnTo>
                  <a:pt x="7819568" y="1284122"/>
                </a:lnTo>
                <a:lnTo>
                  <a:pt x="7817701" y="1282268"/>
                </a:lnTo>
                <a:lnTo>
                  <a:pt x="7816583" y="1281798"/>
                </a:lnTo>
                <a:lnTo>
                  <a:pt x="7813954" y="1281798"/>
                </a:lnTo>
                <a:lnTo>
                  <a:pt x="7812824" y="1282268"/>
                </a:lnTo>
                <a:lnTo>
                  <a:pt x="7810970" y="1284122"/>
                </a:lnTo>
                <a:lnTo>
                  <a:pt x="7810500" y="1285252"/>
                </a:lnTo>
                <a:lnTo>
                  <a:pt x="7810500" y="1287881"/>
                </a:lnTo>
                <a:lnTo>
                  <a:pt x="7810970" y="1288999"/>
                </a:lnTo>
                <a:lnTo>
                  <a:pt x="7812824" y="1290853"/>
                </a:lnTo>
                <a:lnTo>
                  <a:pt x="7813954" y="1291323"/>
                </a:lnTo>
                <a:lnTo>
                  <a:pt x="7816583" y="1291323"/>
                </a:lnTo>
                <a:lnTo>
                  <a:pt x="7817701" y="1290853"/>
                </a:lnTo>
                <a:lnTo>
                  <a:pt x="7819568" y="1288999"/>
                </a:lnTo>
                <a:lnTo>
                  <a:pt x="7820025" y="1287881"/>
                </a:lnTo>
                <a:lnTo>
                  <a:pt x="7820025" y="1285252"/>
                </a:lnTo>
                <a:close/>
              </a:path>
              <a:path w="9867900" h="3000375">
                <a:moveTo>
                  <a:pt x="7820025" y="857986"/>
                </a:moveTo>
                <a:lnTo>
                  <a:pt x="7819568" y="856856"/>
                </a:lnTo>
                <a:lnTo>
                  <a:pt x="7817701" y="855002"/>
                </a:lnTo>
                <a:lnTo>
                  <a:pt x="7816583" y="854532"/>
                </a:lnTo>
                <a:lnTo>
                  <a:pt x="7813954" y="854532"/>
                </a:lnTo>
                <a:lnTo>
                  <a:pt x="7812824" y="855002"/>
                </a:lnTo>
                <a:lnTo>
                  <a:pt x="7810970" y="856856"/>
                </a:lnTo>
                <a:lnTo>
                  <a:pt x="7810500" y="857986"/>
                </a:lnTo>
                <a:lnTo>
                  <a:pt x="7810500" y="860615"/>
                </a:lnTo>
                <a:lnTo>
                  <a:pt x="7810970" y="861733"/>
                </a:lnTo>
                <a:lnTo>
                  <a:pt x="7812824" y="863600"/>
                </a:lnTo>
                <a:lnTo>
                  <a:pt x="7813954" y="864057"/>
                </a:lnTo>
                <a:lnTo>
                  <a:pt x="7816583" y="864057"/>
                </a:lnTo>
                <a:lnTo>
                  <a:pt x="7817701" y="863600"/>
                </a:lnTo>
                <a:lnTo>
                  <a:pt x="7819568" y="861733"/>
                </a:lnTo>
                <a:lnTo>
                  <a:pt x="7820025" y="860615"/>
                </a:lnTo>
                <a:lnTo>
                  <a:pt x="7820025" y="857986"/>
                </a:lnTo>
                <a:close/>
              </a:path>
              <a:path w="9867900" h="3000375">
                <a:moveTo>
                  <a:pt x="7820025" y="430720"/>
                </a:moveTo>
                <a:lnTo>
                  <a:pt x="7819568" y="429590"/>
                </a:lnTo>
                <a:lnTo>
                  <a:pt x="7817701" y="427736"/>
                </a:lnTo>
                <a:lnTo>
                  <a:pt x="7816583" y="427266"/>
                </a:lnTo>
                <a:lnTo>
                  <a:pt x="7813954" y="427266"/>
                </a:lnTo>
                <a:lnTo>
                  <a:pt x="7812824" y="427736"/>
                </a:lnTo>
                <a:lnTo>
                  <a:pt x="7810970" y="429590"/>
                </a:lnTo>
                <a:lnTo>
                  <a:pt x="7810500" y="430720"/>
                </a:lnTo>
                <a:lnTo>
                  <a:pt x="7810500" y="433349"/>
                </a:lnTo>
                <a:lnTo>
                  <a:pt x="7810970" y="434467"/>
                </a:lnTo>
                <a:lnTo>
                  <a:pt x="7812824" y="436333"/>
                </a:lnTo>
                <a:lnTo>
                  <a:pt x="7813954" y="436791"/>
                </a:lnTo>
                <a:lnTo>
                  <a:pt x="7816583" y="436791"/>
                </a:lnTo>
                <a:lnTo>
                  <a:pt x="7817701" y="436333"/>
                </a:lnTo>
                <a:lnTo>
                  <a:pt x="7819568" y="434467"/>
                </a:lnTo>
                <a:lnTo>
                  <a:pt x="7820025" y="433349"/>
                </a:lnTo>
                <a:lnTo>
                  <a:pt x="7820025" y="430720"/>
                </a:lnTo>
                <a:close/>
              </a:path>
              <a:path w="9867900" h="3000375">
                <a:moveTo>
                  <a:pt x="7820025" y="3454"/>
                </a:moveTo>
                <a:lnTo>
                  <a:pt x="7819568" y="2336"/>
                </a:lnTo>
                <a:lnTo>
                  <a:pt x="7817701" y="469"/>
                </a:lnTo>
                <a:lnTo>
                  <a:pt x="7816583" y="0"/>
                </a:lnTo>
                <a:lnTo>
                  <a:pt x="7813954" y="0"/>
                </a:lnTo>
                <a:lnTo>
                  <a:pt x="7812824" y="469"/>
                </a:lnTo>
                <a:lnTo>
                  <a:pt x="7810970" y="2336"/>
                </a:lnTo>
                <a:lnTo>
                  <a:pt x="7810500" y="3454"/>
                </a:lnTo>
                <a:lnTo>
                  <a:pt x="7810500" y="6083"/>
                </a:lnTo>
                <a:lnTo>
                  <a:pt x="7810970" y="7200"/>
                </a:lnTo>
                <a:lnTo>
                  <a:pt x="7812824" y="9067"/>
                </a:lnTo>
                <a:lnTo>
                  <a:pt x="7813954" y="9525"/>
                </a:lnTo>
                <a:lnTo>
                  <a:pt x="7816583" y="9525"/>
                </a:lnTo>
                <a:lnTo>
                  <a:pt x="7817701" y="9067"/>
                </a:lnTo>
                <a:lnTo>
                  <a:pt x="7819568" y="7200"/>
                </a:lnTo>
                <a:lnTo>
                  <a:pt x="7820025" y="6083"/>
                </a:lnTo>
                <a:lnTo>
                  <a:pt x="7820025" y="3454"/>
                </a:lnTo>
                <a:close/>
              </a:path>
              <a:path w="9867900" h="3000375">
                <a:moveTo>
                  <a:pt x="7867650" y="2994304"/>
                </a:moveTo>
                <a:lnTo>
                  <a:pt x="7867193" y="2993186"/>
                </a:lnTo>
                <a:lnTo>
                  <a:pt x="7865326" y="2991320"/>
                </a:lnTo>
                <a:lnTo>
                  <a:pt x="7864208" y="2990850"/>
                </a:lnTo>
                <a:lnTo>
                  <a:pt x="7861579" y="2990850"/>
                </a:lnTo>
                <a:lnTo>
                  <a:pt x="7860449" y="2991320"/>
                </a:lnTo>
                <a:lnTo>
                  <a:pt x="7858595" y="2993186"/>
                </a:lnTo>
                <a:lnTo>
                  <a:pt x="7858125" y="2994304"/>
                </a:lnTo>
                <a:lnTo>
                  <a:pt x="7858125" y="2996933"/>
                </a:lnTo>
                <a:lnTo>
                  <a:pt x="7858595" y="2998051"/>
                </a:lnTo>
                <a:lnTo>
                  <a:pt x="7860449" y="2999917"/>
                </a:lnTo>
                <a:lnTo>
                  <a:pt x="7861579" y="3000375"/>
                </a:lnTo>
                <a:lnTo>
                  <a:pt x="7864208" y="3000375"/>
                </a:lnTo>
                <a:lnTo>
                  <a:pt x="7865326" y="2999917"/>
                </a:lnTo>
                <a:lnTo>
                  <a:pt x="7867193" y="2998051"/>
                </a:lnTo>
                <a:lnTo>
                  <a:pt x="7867650" y="2996933"/>
                </a:lnTo>
                <a:lnTo>
                  <a:pt x="7867650" y="2994304"/>
                </a:lnTo>
                <a:close/>
              </a:path>
              <a:path w="9867900" h="3000375">
                <a:moveTo>
                  <a:pt x="7867650" y="2567038"/>
                </a:moveTo>
                <a:lnTo>
                  <a:pt x="7867193" y="2565920"/>
                </a:lnTo>
                <a:lnTo>
                  <a:pt x="7865326" y="2564053"/>
                </a:lnTo>
                <a:lnTo>
                  <a:pt x="7864208" y="2563596"/>
                </a:lnTo>
                <a:lnTo>
                  <a:pt x="7861579" y="2563596"/>
                </a:lnTo>
                <a:lnTo>
                  <a:pt x="7860449" y="2564053"/>
                </a:lnTo>
                <a:lnTo>
                  <a:pt x="7858595" y="2565920"/>
                </a:lnTo>
                <a:lnTo>
                  <a:pt x="7858125" y="2567038"/>
                </a:lnTo>
                <a:lnTo>
                  <a:pt x="7858125" y="2569667"/>
                </a:lnTo>
                <a:lnTo>
                  <a:pt x="7858595" y="2570797"/>
                </a:lnTo>
                <a:lnTo>
                  <a:pt x="7860449" y="2572651"/>
                </a:lnTo>
                <a:lnTo>
                  <a:pt x="7861579" y="2573121"/>
                </a:lnTo>
                <a:lnTo>
                  <a:pt x="7864208" y="2573121"/>
                </a:lnTo>
                <a:lnTo>
                  <a:pt x="7865326" y="2572651"/>
                </a:lnTo>
                <a:lnTo>
                  <a:pt x="7867193" y="2570797"/>
                </a:lnTo>
                <a:lnTo>
                  <a:pt x="7867650" y="2569667"/>
                </a:lnTo>
                <a:lnTo>
                  <a:pt x="7867650" y="2567038"/>
                </a:lnTo>
                <a:close/>
              </a:path>
              <a:path w="9867900" h="3000375">
                <a:moveTo>
                  <a:pt x="7867650" y="2139772"/>
                </a:moveTo>
                <a:lnTo>
                  <a:pt x="7867193" y="2138654"/>
                </a:lnTo>
                <a:lnTo>
                  <a:pt x="7865326" y="2136787"/>
                </a:lnTo>
                <a:lnTo>
                  <a:pt x="7864208" y="2136330"/>
                </a:lnTo>
                <a:lnTo>
                  <a:pt x="7861579" y="2136330"/>
                </a:lnTo>
                <a:lnTo>
                  <a:pt x="7860449" y="2136787"/>
                </a:lnTo>
                <a:lnTo>
                  <a:pt x="7858595" y="2138654"/>
                </a:lnTo>
                <a:lnTo>
                  <a:pt x="7858125" y="2139772"/>
                </a:lnTo>
                <a:lnTo>
                  <a:pt x="7858125" y="2142401"/>
                </a:lnTo>
                <a:lnTo>
                  <a:pt x="7858595" y="2143531"/>
                </a:lnTo>
                <a:lnTo>
                  <a:pt x="7860449" y="2145385"/>
                </a:lnTo>
                <a:lnTo>
                  <a:pt x="7861579" y="2145855"/>
                </a:lnTo>
                <a:lnTo>
                  <a:pt x="7864208" y="2145855"/>
                </a:lnTo>
                <a:lnTo>
                  <a:pt x="7865326" y="2145385"/>
                </a:lnTo>
                <a:lnTo>
                  <a:pt x="7867193" y="2143531"/>
                </a:lnTo>
                <a:lnTo>
                  <a:pt x="7867650" y="2142401"/>
                </a:lnTo>
                <a:lnTo>
                  <a:pt x="7867650" y="2139772"/>
                </a:lnTo>
                <a:close/>
              </a:path>
              <a:path w="9867900" h="3000375">
                <a:moveTo>
                  <a:pt x="7867650" y="1712506"/>
                </a:moveTo>
                <a:lnTo>
                  <a:pt x="7867193" y="1711388"/>
                </a:lnTo>
                <a:lnTo>
                  <a:pt x="7865326" y="1709534"/>
                </a:lnTo>
                <a:lnTo>
                  <a:pt x="7864208" y="1709064"/>
                </a:lnTo>
                <a:lnTo>
                  <a:pt x="7861579" y="1709064"/>
                </a:lnTo>
                <a:lnTo>
                  <a:pt x="7860449" y="1709534"/>
                </a:lnTo>
                <a:lnTo>
                  <a:pt x="7858595" y="1711388"/>
                </a:lnTo>
                <a:lnTo>
                  <a:pt x="7858125" y="1712506"/>
                </a:lnTo>
                <a:lnTo>
                  <a:pt x="7858125" y="1715135"/>
                </a:lnTo>
                <a:lnTo>
                  <a:pt x="7858595" y="1716265"/>
                </a:lnTo>
                <a:lnTo>
                  <a:pt x="7860449" y="1718119"/>
                </a:lnTo>
                <a:lnTo>
                  <a:pt x="7861579" y="1718589"/>
                </a:lnTo>
                <a:lnTo>
                  <a:pt x="7864208" y="1718589"/>
                </a:lnTo>
                <a:lnTo>
                  <a:pt x="7865326" y="1718119"/>
                </a:lnTo>
                <a:lnTo>
                  <a:pt x="7867193" y="1716265"/>
                </a:lnTo>
                <a:lnTo>
                  <a:pt x="7867650" y="1715135"/>
                </a:lnTo>
                <a:lnTo>
                  <a:pt x="7867650" y="1712506"/>
                </a:lnTo>
                <a:close/>
              </a:path>
              <a:path w="9867900" h="3000375">
                <a:moveTo>
                  <a:pt x="7867650" y="1285252"/>
                </a:moveTo>
                <a:lnTo>
                  <a:pt x="7867193" y="1284122"/>
                </a:lnTo>
                <a:lnTo>
                  <a:pt x="7865326" y="1282268"/>
                </a:lnTo>
                <a:lnTo>
                  <a:pt x="7864208" y="1281798"/>
                </a:lnTo>
                <a:lnTo>
                  <a:pt x="7861579" y="1281798"/>
                </a:lnTo>
                <a:lnTo>
                  <a:pt x="7860449" y="1282268"/>
                </a:lnTo>
                <a:lnTo>
                  <a:pt x="7858595" y="1284122"/>
                </a:lnTo>
                <a:lnTo>
                  <a:pt x="7858125" y="1285252"/>
                </a:lnTo>
                <a:lnTo>
                  <a:pt x="7858125" y="1287881"/>
                </a:lnTo>
                <a:lnTo>
                  <a:pt x="7858595" y="1288999"/>
                </a:lnTo>
                <a:lnTo>
                  <a:pt x="7860449" y="1290853"/>
                </a:lnTo>
                <a:lnTo>
                  <a:pt x="7861579" y="1291323"/>
                </a:lnTo>
                <a:lnTo>
                  <a:pt x="7864208" y="1291323"/>
                </a:lnTo>
                <a:lnTo>
                  <a:pt x="7865326" y="1290853"/>
                </a:lnTo>
                <a:lnTo>
                  <a:pt x="7867193" y="1288999"/>
                </a:lnTo>
                <a:lnTo>
                  <a:pt x="7867650" y="1287881"/>
                </a:lnTo>
                <a:lnTo>
                  <a:pt x="7867650" y="1285252"/>
                </a:lnTo>
                <a:close/>
              </a:path>
              <a:path w="9867900" h="3000375">
                <a:moveTo>
                  <a:pt x="7867650" y="857986"/>
                </a:moveTo>
                <a:lnTo>
                  <a:pt x="7867193" y="856856"/>
                </a:lnTo>
                <a:lnTo>
                  <a:pt x="7865326" y="855002"/>
                </a:lnTo>
                <a:lnTo>
                  <a:pt x="7864208" y="854532"/>
                </a:lnTo>
                <a:lnTo>
                  <a:pt x="7861579" y="854532"/>
                </a:lnTo>
                <a:lnTo>
                  <a:pt x="7860449" y="855002"/>
                </a:lnTo>
                <a:lnTo>
                  <a:pt x="7858595" y="856856"/>
                </a:lnTo>
                <a:lnTo>
                  <a:pt x="7858125" y="857986"/>
                </a:lnTo>
                <a:lnTo>
                  <a:pt x="7858125" y="860615"/>
                </a:lnTo>
                <a:lnTo>
                  <a:pt x="7858595" y="861733"/>
                </a:lnTo>
                <a:lnTo>
                  <a:pt x="7860449" y="863600"/>
                </a:lnTo>
                <a:lnTo>
                  <a:pt x="7861579" y="864057"/>
                </a:lnTo>
                <a:lnTo>
                  <a:pt x="7864208" y="864057"/>
                </a:lnTo>
                <a:lnTo>
                  <a:pt x="7865326" y="863600"/>
                </a:lnTo>
                <a:lnTo>
                  <a:pt x="7867193" y="861733"/>
                </a:lnTo>
                <a:lnTo>
                  <a:pt x="7867650" y="860615"/>
                </a:lnTo>
                <a:lnTo>
                  <a:pt x="7867650" y="857986"/>
                </a:lnTo>
                <a:close/>
              </a:path>
              <a:path w="9867900" h="3000375">
                <a:moveTo>
                  <a:pt x="7867650" y="430720"/>
                </a:moveTo>
                <a:lnTo>
                  <a:pt x="7867193" y="429590"/>
                </a:lnTo>
                <a:lnTo>
                  <a:pt x="7865326" y="427736"/>
                </a:lnTo>
                <a:lnTo>
                  <a:pt x="7864208" y="427266"/>
                </a:lnTo>
                <a:lnTo>
                  <a:pt x="7861579" y="427266"/>
                </a:lnTo>
                <a:lnTo>
                  <a:pt x="7860449" y="427736"/>
                </a:lnTo>
                <a:lnTo>
                  <a:pt x="7858595" y="429590"/>
                </a:lnTo>
                <a:lnTo>
                  <a:pt x="7858125" y="430720"/>
                </a:lnTo>
                <a:lnTo>
                  <a:pt x="7858125" y="433349"/>
                </a:lnTo>
                <a:lnTo>
                  <a:pt x="7858595" y="434467"/>
                </a:lnTo>
                <a:lnTo>
                  <a:pt x="7860449" y="436333"/>
                </a:lnTo>
                <a:lnTo>
                  <a:pt x="7861579" y="436791"/>
                </a:lnTo>
                <a:lnTo>
                  <a:pt x="7864208" y="436791"/>
                </a:lnTo>
                <a:lnTo>
                  <a:pt x="7865326" y="436333"/>
                </a:lnTo>
                <a:lnTo>
                  <a:pt x="7867193" y="434467"/>
                </a:lnTo>
                <a:lnTo>
                  <a:pt x="7867650" y="433349"/>
                </a:lnTo>
                <a:lnTo>
                  <a:pt x="7867650" y="430720"/>
                </a:lnTo>
                <a:close/>
              </a:path>
              <a:path w="9867900" h="3000375">
                <a:moveTo>
                  <a:pt x="7867650" y="3454"/>
                </a:moveTo>
                <a:lnTo>
                  <a:pt x="7867193" y="2336"/>
                </a:lnTo>
                <a:lnTo>
                  <a:pt x="7865326" y="469"/>
                </a:lnTo>
                <a:lnTo>
                  <a:pt x="7864208" y="0"/>
                </a:lnTo>
                <a:lnTo>
                  <a:pt x="7861579" y="0"/>
                </a:lnTo>
                <a:lnTo>
                  <a:pt x="7860449" y="469"/>
                </a:lnTo>
                <a:lnTo>
                  <a:pt x="7858595" y="2336"/>
                </a:lnTo>
                <a:lnTo>
                  <a:pt x="7858125" y="3454"/>
                </a:lnTo>
                <a:lnTo>
                  <a:pt x="7858125" y="6083"/>
                </a:lnTo>
                <a:lnTo>
                  <a:pt x="7858595" y="7200"/>
                </a:lnTo>
                <a:lnTo>
                  <a:pt x="7860449" y="9067"/>
                </a:lnTo>
                <a:lnTo>
                  <a:pt x="7861579" y="9525"/>
                </a:lnTo>
                <a:lnTo>
                  <a:pt x="7864208" y="9525"/>
                </a:lnTo>
                <a:lnTo>
                  <a:pt x="7865326" y="9067"/>
                </a:lnTo>
                <a:lnTo>
                  <a:pt x="7867193" y="7200"/>
                </a:lnTo>
                <a:lnTo>
                  <a:pt x="7867650" y="6083"/>
                </a:lnTo>
                <a:lnTo>
                  <a:pt x="7867650" y="3454"/>
                </a:lnTo>
                <a:close/>
              </a:path>
              <a:path w="9867900" h="3000375">
                <a:moveTo>
                  <a:pt x="7915275" y="2994304"/>
                </a:moveTo>
                <a:lnTo>
                  <a:pt x="7914818" y="2993186"/>
                </a:lnTo>
                <a:lnTo>
                  <a:pt x="7912951" y="2991320"/>
                </a:lnTo>
                <a:lnTo>
                  <a:pt x="7911833" y="2990850"/>
                </a:lnTo>
                <a:lnTo>
                  <a:pt x="7909204" y="2990850"/>
                </a:lnTo>
                <a:lnTo>
                  <a:pt x="7908074" y="2991320"/>
                </a:lnTo>
                <a:lnTo>
                  <a:pt x="7906220" y="2993186"/>
                </a:lnTo>
                <a:lnTo>
                  <a:pt x="7905750" y="2994304"/>
                </a:lnTo>
                <a:lnTo>
                  <a:pt x="7905750" y="2996933"/>
                </a:lnTo>
                <a:lnTo>
                  <a:pt x="7906220" y="2998051"/>
                </a:lnTo>
                <a:lnTo>
                  <a:pt x="7908074" y="2999917"/>
                </a:lnTo>
                <a:lnTo>
                  <a:pt x="7909204" y="3000375"/>
                </a:lnTo>
                <a:lnTo>
                  <a:pt x="7911833" y="3000375"/>
                </a:lnTo>
                <a:lnTo>
                  <a:pt x="7912951" y="2999917"/>
                </a:lnTo>
                <a:lnTo>
                  <a:pt x="7914818" y="2998051"/>
                </a:lnTo>
                <a:lnTo>
                  <a:pt x="7915275" y="2996933"/>
                </a:lnTo>
                <a:lnTo>
                  <a:pt x="7915275" y="2994304"/>
                </a:lnTo>
                <a:close/>
              </a:path>
              <a:path w="9867900" h="3000375">
                <a:moveTo>
                  <a:pt x="7915275" y="2567038"/>
                </a:moveTo>
                <a:lnTo>
                  <a:pt x="7914818" y="2565920"/>
                </a:lnTo>
                <a:lnTo>
                  <a:pt x="7912951" y="2564053"/>
                </a:lnTo>
                <a:lnTo>
                  <a:pt x="7911833" y="2563596"/>
                </a:lnTo>
                <a:lnTo>
                  <a:pt x="7909204" y="2563596"/>
                </a:lnTo>
                <a:lnTo>
                  <a:pt x="7908074" y="2564053"/>
                </a:lnTo>
                <a:lnTo>
                  <a:pt x="7906220" y="2565920"/>
                </a:lnTo>
                <a:lnTo>
                  <a:pt x="7905750" y="2567038"/>
                </a:lnTo>
                <a:lnTo>
                  <a:pt x="7905750" y="2569667"/>
                </a:lnTo>
                <a:lnTo>
                  <a:pt x="7906220" y="2570797"/>
                </a:lnTo>
                <a:lnTo>
                  <a:pt x="7908074" y="2572651"/>
                </a:lnTo>
                <a:lnTo>
                  <a:pt x="7909204" y="2573121"/>
                </a:lnTo>
                <a:lnTo>
                  <a:pt x="7911833" y="2573121"/>
                </a:lnTo>
                <a:lnTo>
                  <a:pt x="7912951" y="2572651"/>
                </a:lnTo>
                <a:lnTo>
                  <a:pt x="7914818" y="2570797"/>
                </a:lnTo>
                <a:lnTo>
                  <a:pt x="7915275" y="2569667"/>
                </a:lnTo>
                <a:lnTo>
                  <a:pt x="7915275" y="2567038"/>
                </a:lnTo>
                <a:close/>
              </a:path>
              <a:path w="9867900" h="3000375">
                <a:moveTo>
                  <a:pt x="7915275" y="2139772"/>
                </a:moveTo>
                <a:lnTo>
                  <a:pt x="7914818" y="2138654"/>
                </a:lnTo>
                <a:lnTo>
                  <a:pt x="7912951" y="2136787"/>
                </a:lnTo>
                <a:lnTo>
                  <a:pt x="7911833" y="2136330"/>
                </a:lnTo>
                <a:lnTo>
                  <a:pt x="7909204" y="2136330"/>
                </a:lnTo>
                <a:lnTo>
                  <a:pt x="7908074" y="2136787"/>
                </a:lnTo>
                <a:lnTo>
                  <a:pt x="7906220" y="2138654"/>
                </a:lnTo>
                <a:lnTo>
                  <a:pt x="7905750" y="2139772"/>
                </a:lnTo>
                <a:lnTo>
                  <a:pt x="7905750" y="2142401"/>
                </a:lnTo>
                <a:lnTo>
                  <a:pt x="7906220" y="2143531"/>
                </a:lnTo>
                <a:lnTo>
                  <a:pt x="7908074" y="2145385"/>
                </a:lnTo>
                <a:lnTo>
                  <a:pt x="7909204" y="2145855"/>
                </a:lnTo>
                <a:lnTo>
                  <a:pt x="7911833" y="2145855"/>
                </a:lnTo>
                <a:lnTo>
                  <a:pt x="7912951" y="2145385"/>
                </a:lnTo>
                <a:lnTo>
                  <a:pt x="7914818" y="2143531"/>
                </a:lnTo>
                <a:lnTo>
                  <a:pt x="7915275" y="2142401"/>
                </a:lnTo>
                <a:lnTo>
                  <a:pt x="7915275" y="2139772"/>
                </a:lnTo>
                <a:close/>
              </a:path>
              <a:path w="9867900" h="3000375">
                <a:moveTo>
                  <a:pt x="7915275" y="1712506"/>
                </a:moveTo>
                <a:lnTo>
                  <a:pt x="7914818" y="1711388"/>
                </a:lnTo>
                <a:lnTo>
                  <a:pt x="7912951" y="1709534"/>
                </a:lnTo>
                <a:lnTo>
                  <a:pt x="7911833" y="1709064"/>
                </a:lnTo>
                <a:lnTo>
                  <a:pt x="7909204" y="1709064"/>
                </a:lnTo>
                <a:lnTo>
                  <a:pt x="7908074" y="1709534"/>
                </a:lnTo>
                <a:lnTo>
                  <a:pt x="7906220" y="1711388"/>
                </a:lnTo>
                <a:lnTo>
                  <a:pt x="7905750" y="1712506"/>
                </a:lnTo>
                <a:lnTo>
                  <a:pt x="7905750" y="1715135"/>
                </a:lnTo>
                <a:lnTo>
                  <a:pt x="7906220" y="1716265"/>
                </a:lnTo>
                <a:lnTo>
                  <a:pt x="7908074" y="1718119"/>
                </a:lnTo>
                <a:lnTo>
                  <a:pt x="7909204" y="1718589"/>
                </a:lnTo>
                <a:lnTo>
                  <a:pt x="7911833" y="1718589"/>
                </a:lnTo>
                <a:lnTo>
                  <a:pt x="7912951" y="1718119"/>
                </a:lnTo>
                <a:lnTo>
                  <a:pt x="7914818" y="1716265"/>
                </a:lnTo>
                <a:lnTo>
                  <a:pt x="7915275" y="1715135"/>
                </a:lnTo>
                <a:lnTo>
                  <a:pt x="7915275" y="1712506"/>
                </a:lnTo>
                <a:close/>
              </a:path>
              <a:path w="9867900" h="3000375">
                <a:moveTo>
                  <a:pt x="7915275" y="1285252"/>
                </a:moveTo>
                <a:lnTo>
                  <a:pt x="7914818" y="1284122"/>
                </a:lnTo>
                <a:lnTo>
                  <a:pt x="7912951" y="1282268"/>
                </a:lnTo>
                <a:lnTo>
                  <a:pt x="7911833" y="1281798"/>
                </a:lnTo>
                <a:lnTo>
                  <a:pt x="7909204" y="1281798"/>
                </a:lnTo>
                <a:lnTo>
                  <a:pt x="7908074" y="1282268"/>
                </a:lnTo>
                <a:lnTo>
                  <a:pt x="7906220" y="1284122"/>
                </a:lnTo>
                <a:lnTo>
                  <a:pt x="7905750" y="1285252"/>
                </a:lnTo>
                <a:lnTo>
                  <a:pt x="7905750" y="1287881"/>
                </a:lnTo>
                <a:lnTo>
                  <a:pt x="7906220" y="1288999"/>
                </a:lnTo>
                <a:lnTo>
                  <a:pt x="7908074" y="1290853"/>
                </a:lnTo>
                <a:lnTo>
                  <a:pt x="7909204" y="1291323"/>
                </a:lnTo>
                <a:lnTo>
                  <a:pt x="7911833" y="1291323"/>
                </a:lnTo>
                <a:lnTo>
                  <a:pt x="7912951" y="1290853"/>
                </a:lnTo>
                <a:lnTo>
                  <a:pt x="7914818" y="1288999"/>
                </a:lnTo>
                <a:lnTo>
                  <a:pt x="7915275" y="1287881"/>
                </a:lnTo>
                <a:lnTo>
                  <a:pt x="7915275" y="1285252"/>
                </a:lnTo>
                <a:close/>
              </a:path>
              <a:path w="9867900" h="3000375">
                <a:moveTo>
                  <a:pt x="7915275" y="857986"/>
                </a:moveTo>
                <a:lnTo>
                  <a:pt x="7914818" y="856856"/>
                </a:lnTo>
                <a:lnTo>
                  <a:pt x="7912951" y="855002"/>
                </a:lnTo>
                <a:lnTo>
                  <a:pt x="7911833" y="854532"/>
                </a:lnTo>
                <a:lnTo>
                  <a:pt x="7909204" y="854532"/>
                </a:lnTo>
                <a:lnTo>
                  <a:pt x="7908074" y="855002"/>
                </a:lnTo>
                <a:lnTo>
                  <a:pt x="7906220" y="856856"/>
                </a:lnTo>
                <a:lnTo>
                  <a:pt x="7905750" y="857986"/>
                </a:lnTo>
                <a:lnTo>
                  <a:pt x="7905750" y="860615"/>
                </a:lnTo>
                <a:lnTo>
                  <a:pt x="7906220" y="861733"/>
                </a:lnTo>
                <a:lnTo>
                  <a:pt x="7908074" y="863600"/>
                </a:lnTo>
                <a:lnTo>
                  <a:pt x="7909204" y="864057"/>
                </a:lnTo>
                <a:lnTo>
                  <a:pt x="7911833" y="864057"/>
                </a:lnTo>
                <a:lnTo>
                  <a:pt x="7912951" y="863600"/>
                </a:lnTo>
                <a:lnTo>
                  <a:pt x="7914818" y="861733"/>
                </a:lnTo>
                <a:lnTo>
                  <a:pt x="7915275" y="860615"/>
                </a:lnTo>
                <a:lnTo>
                  <a:pt x="7915275" y="857986"/>
                </a:lnTo>
                <a:close/>
              </a:path>
              <a:path w="9867900" h="3000375">
                <a:moveTo>
                  <a:pt x="7915275" y="430720"/>
                </a:moveTo>
                <a:lnTo>
                  <a:pt x="7914818" y="429590"/>
                </a:lnTo>
                <a:lnTo>
                  <a:pt x="7912951" y="427736"/>
                </a:lnTo>
                <a:lnTo>
                  <a:pt x="7911833" y="427266"/>
                </a:lnTo>
                <a:lnTo>
                  <a:pt x="7909204" y="427266"/>
                </a:lnTo>
                <a:lnTo>
                  <a:pt x="7908074" y="427736"/>
                </a:lnTo>
                <a:lnTo>
                  <a:pt x="7906220" y="429590"/>
                </a:lnTo>
                <a:lnTo>
                  <a:pt x="7905750" y="430720"/>
                </a:lnTo>
                <a:lnTo>
                  <a:pt x="7905750" y="433349"/>
                </a:lnTo>
                <a:lnTo>
                  <a:pt x="7906220" y="434467"/>
                </a:lnTo>
                <a:lnTo>
                  <a:pt x="7908074" y="436333"/>
                </a:lnTo>
                <a:lnTo>
                  <a:pt x="7909204" y="436791"/>
                </a:lnTo>
                <a:lnTo>
                  <a:pt x="7911833" y="436791"/>
                </a:lnTo>
                <a:lnTo>
                  <a:pt x="7912951" y="436333"/>
                </a:lnTo>
                <a:lnTo>
                  <a:pt x="7914818" y="434467"/>
                </a:lnTo>
                <a:lnTo>
                  <a:pt x="7915275" y="433349"/>
                </a:lnTo>
                <a:lnTo>
                  <a:pt x="7915275" y="430720"/>
                </a:lnTo>
                <a:close/>
              </a:path>
              <a:path w="9867900" h="3000375">
                <a:moveTo>
                  <a:pt x="7915275" y="3454"/>
                </a:moveTo>
                <a:lnTo>
                  <a:pt x="7914818" y="2336"/>
                </a:lnTo>
                <a:lnTo>
                  <a:pt x="7912951" y="469"/>
                </a:lnTo>
                <a:lnTo>
                  <a:pt x="7911833" y="0"/>
                </a:lnTo>
                <a:lnTo>
                  <a:pt x="7909204" y="0"/>
                </a:lnTo>
                <a:lnTo>
                  <a:pt x="7908074" y="469"/>
                </a:lnTo>
                <a:lnTo>
                  <a:pt x="7906220" y="2336"/>
                </a:lnTo>
                <a:lnTo>
                  <a:pt x="7905750" y="3454"/>
                </a:lnTo>
                <a:lnTo>
                  <a:pt x="7905750" y="6083"/>
                </a:lnTo>
                <a:lnTo>
                  <a:pt x="7906220" y="7200"/>
                </a:lnTo>
                <a:lnTo>
                  <a:pt x="7908074" y="9067"/>
                </a:lnTo>
                <a:lnTo>
                  <a:pt x="7909204" y="9525"/>
                </a:lnTo>
                <a:lnTo>
                  <a:pt x="7911833" y="9525"/>
                </a:lnTo>
                <a:lnTo>
                  <a:pt x="7912951" y="9067"/>
                </a:lnTo>
                <a:lnTo>
                  <a:pt x="7914818" y="7200"/>
                </a:lnTo>
                <a:lnTo>
                  <a:pt x="7915275" y="6083"/>
                </a:lnTo>
                <a:lnTo>
                  <a:pt x="7915275" y="3454"/>
                </a:lnTo>
                <a:close/>
              </a:path>
              <a:path w="9867900" h="3000375">
                <a:moveTo>
                  <a:pt x="7962900" y="2994304"/>
                </a:moveTo>
                <a:lnTo>
                  <a:pt x="7962443" y="2993186"/>
                </a:lnTo>
                <a:lnTo>
                  <a:pt x="7960576" y="2991320"/>
                </a:lnTo>
                <a:lnTo>
                  <a:pt x="7959458" y="2990850"/>
                </a:lnTo>
                <a:lnTo>
                  <a:pt x="7956829" y="2990850"/>
                </a:lnTo>
                <a:lnTo>
                  <a:pt x="7955699" y="2991320"/>
                </a:lnTo>
                <a:lnTo>
                  <a:pt x="7953845" y="2993186"/>
                </a:lnTo>
                <a:lnTo>
                  <a:pt x="7953375" y="2994304"/>
                </a:lnTo>
                <a:lnTo>
                  <a:pt x="7953375" y="2996933"/>
                </a:lnTo>
                <a:lnTo>
                  <a:pt x="7953845" y="2998051"/>
                </a:lnTo>
                <a:lnTo>
                  <a:pt x="7955699" y="2999917"/>
                </a:lnTo>
                <a:lnTo>
                  <a:pt x="7956829" y="3000375"/>
                </a:lnTo>
                <a:lnTo>
                  <a:pt x="7959458" y="3000375"/>
                </a:lnTo>
                <a:lnTo>
                  <a:pt x="7960576" y="2999917"/>
                </a:lnTo>
                <a:lnTo>
                  <a:pt x="7962443" y="2998051"/>
                </a:lnTo>
                <a:lnTo>
                  <a:pt x="7962900" y="2996933"/>
                </a:lnTo>
                <a:lnTo>
                  <a:pt x="7962900" y="2994304"/>
                </a:lnTo>
                <a:close/>
              </a:path>
              <a:path w="9867900" h="3000375">
                <a:moveTo>
                  <a:pt x="7962900" y="2567038"/>
                </a:moveTo>
                <a:lnTo>
                  <a:pt x="7962443" y="2565920"/>
                </a:lnTo>
                <a:lnTo>
                  <a:pt x="7960576" y="2564053"/>
                </a:lnTo>
                <a:lnTo>
                  <a:pt x="7959458" y="2563596"/>
                </a:lnTo>
                <a:lnTo>
                  <a:pt x="7956829" y="2563596"/>
                </a:lnTo>
                <a:lnTo>
                  <a:pt x="7955699" y="2564053"/>
                </a:lnTo>
                <a:lnTo>
                  <a:pt x="7953845" y="2565920"/>
                </a:lnTo>
                <a:lnTo>
                  <a:pt x="7953375" y="2567038"/>
                </a:lnTo>
                <a:lnTo>
                  <a:pt x="7953375" y="2569667"/>
                </a:lnTo>
                <a:lnTo>
                  <a:pt x="7953845" y="2570797"/>
                </a:lnTo>
                <a:lnTo>
                  <a:pt x="7955699" y="2572651"/>
                </a:lnTo>
                <a:lnTo>
                  <a:pt x="7956829" y="2573121"/>
                </a:lnTo>
                <a:lnTo>
                  <a:pt x="7959458" y="2573121"/>
                </a:lnTo>
                <a:lnTo>
                  <a:pt x="7960576" y="2572651"/>
                </a:lnTo>
                <a:lnTo>
                  <a:pt x="7962443" y="2570797"/>
                </a:lnTo>
                <a:lnTo>
                  <a:pt x="7962900" y="2569667"/>
                </a:lnTo>
                <a:lnTo>
                  <a:pt x="7962900" y="2567038"/>
                </a:lnTo>
                <a:close/>
              </a:path>
              <a:path w="9867900" h="3000375">
                <a:moveTo>
                  <a:pt x="7962900" y="2139772"/>
                </a:moveTo>
                <a:lnTo>
                  <a:pt x="7962443" y="2138654"/>
                </a:lnTo>
                <a:lnTo>
                  <a:pt x="7960576" y="2136787"/>
                </a:lnTo>
                <a:lnTo>
                  <a:pt x="7959458" y="2136330"/>
                </a:lnTo>
                <a:lnTo>
                  <a:pt x="7956829" y="2136330"/>
                </a:lnTo>
                <a:lnTo>
                  <a:pt x="7955699" y="2136787"/>
                </a:lnTo>
                <a:lnTo>
                  <a:pt x="7953845" y="2138654"/>
                </a:lnTo>
                <a:lnTo>
                  <a:pt x="7953375" y="2139772"/>
                </a:lnTo>
                <a:lnTo>
                  <a:pt x="7953375" y="2142401"/>
                </a:lnTo>
                <a:lnTo>
                  <a:pt x="7953845" y="2143531"/>
                </a:lnTo>
                <a:lnTo>
                  <a:pt x="7955699" y="2145385"/>
                </a:lnTo>
                <a:lnTo>
                  <a:pt x="7956829" y="2145855"/>
                </a:lnTo>
                <a:lnTo>
                  <a:pt x="7959458" y="2145855"/>
                </a:lnTo>
                <a:lnTo>
                  <a:pt x="7960576" y="2145385"/>
                </a:lnTo>
                <a:lnTo>
                  <a:pt x="7962443" y="2143531"/>
                </a:lnTo>
                <a:lnTo>
                  <a:pt x="7962900" y="2142401"/>
                </a:lnTo>
                <a:lnTo>
                  <a:pt x="7962900" y="2139772"/>
                </a:lnTo>
                <a:close/>
              </a:path>
              <a:path w="9867900" h="3000375">
                <a:moveTo>
                  <a:pt x="7962900" y="1712506"/>
                </a:moveTo>
                <a:lnTo>
                  <a:pt x="7962443" y="1711388"/>
                </a:lnTo>
                <a:lnTo>
                  <a:pt x="7960576" y="1709534"/>
                </a:lnTo>
                <a:lnTo>
                  <a:pt x="7959458" y="1709064"/>
                </a:lnTo>
                <a:lnTo>
                  <a:pt x="7956829" y="1709064"/>
                </a:lnTo>
                <a:lnTo>
                  <a:pt x="7955699" y="1709534"/>
                </a:lnTo>
                <a:lnTo>
                  <a:pt x="7953845" y="1711388"/>
                </a:lnTo>
                <a:lnTo>
                  <a:pt x="7953375" y="1712506"/>
                </a:lnTo>
                <a:lnTo>
                  <a:pt x="7953375" y="1715135"/>
                </a:lnTo>
                <a:lnTo>
                  <a:pt x="7953845" y="1716265"/>
                </a:lnTo>
                <a:lnTo>
                  <a:pt x="7955699" y="1718119"/>
                </a:lnTo>
                <a:lnTo>
                  <a:pt x="7956829" y="1718589"/>
                </a:lnTo>
                <a:lnTo>
                  <a:pt x="7959458" y="1718589"/>
                </a:lnTo>
                <a:lnTo>
                  <a:pt x="7960576" y="1718119"/>
                </a:lnTo>
                <a:lnTo>
                  <a:pt x="7962443" y="1716265"/>
                </a:lnTo>
                <a:lnTo>
                  <a:pt x="7962900" y="1715135"/>
                </a:lnTo>
                <a:lnTo>
                  <a:pt x="7962900" y="1712506"/>
                </a:lnTo>
                <a:close/>
              </a:path>
              <a:path w="9867900" h="3000375">
                <a:moveTo>
                  <a:pt x="7962900" y="1285252"/>
                </a:moveTo>
                <a:lnTo>
                  <a:pt x="7962443" y="1284122"/>
                </a:lnTo>
                <a:lnTo>
                  <a:pt x="7960576" y="1282268"/>
                </a:lnTo>
                <a:lnTo>
                  <a:pt x="7959458" y="1281798"/>
                </a:lnTo>
                <a:lnTo>
                  <a:pt x="7956829" y="1281798"/>
                </a:lnTo>
                <a:lnTo>
                  <a:pt x="7955699" y="1282268"/>
                </a:lnTo>
                <a:lnTo>
                  <a:pt x="7953845" y="1284122"/>
                </a:lnTo>
                <a:lnTo>
                  <a:pt x="7953375" y="1285252"/>
                </a:lnTo>
                <a:lnTo>
                  <a:pt x="7953375" y="1287881"/>
                </a:lnTo>
                <a:lnTo>
                  <a:pt x="7953845" y="1288999"/>
                </a:lnTo>
                <a:lnTo>
                  <a:pt x="7955699" y="1290853"/>
                </a:lnTo>
                <a:lnTo>
                  <a:pt x="7956829" y="1291323"/>
                </a:lnTo>
                <a:lnTo>
                  <a:pt x="7959458" y="1291323"/>
                </a:lnTo>
                <a:lnTo>
                  <a:pt x="7960576" y="1290853"/>
                </a:lnTo>
                <a:lnTo>
                  <a:pt x="7962443" y="1288999"/>
                </a:lnTo>
                <a:lnTo>
                  <a:pt x="7962900" y="1287881"/>
                </a:lnTo>
                <a:lnTo>
                  <a:pt x="7962900" y="1285252"/>
                </a:lnTo>
                <a:close/>
              </a:path>
              <a:path w="9867900" h="3000375">
                <a:moveTo>
                  <a:pt x="7962900" y="857986"/>
                </a:moveTo>
                <a:lnTo>
                  <a:pt x="7962443" y="856856"/>
                </a:lnTo>
                <a:lnTo>
                  <a:pt x="7960576" y="855002"/>
                </a:lnTo>
                <a:lnTo>
                  <a:pt x="7959458" y="854532"/>
                </a:lnTo>
                <a:lnTo>
                  <a:pt x="7956829" y="854532"/>
                </a:lnTo>
                <a:lnTo>
                  <a:pt x="7955699" y="855002"/>
                </a:lnTo>
                <a:lnTo>
                  <a:pt x="7953845" y="856856"/>
                </a:lnTo>
                <a:lnTo>
                  <a:pt x="7953375" y="857986"/>
                </a:lnTo>
                <a:lnTo>
                  <a:pt x="7953375" y="860615"/>
                </a:lnTo>
                <a:lnTo>
                  <a:pt x="7953845" y="861733"/>
                </a:lnTo>
                <a:lnTo>
                  <a:pt x="7955699" y="863600"/>
                </a:lnTo>
                <a:lnTo>
                  <a:pt x="7956829" y="864057"/>
                </a:lnTo>
                <a:lnTo>
                  <a:pt x="7959458" y="864057"/>
                </a:lnTo>
                <a:lnTo>
                  <a:pt x="7960576" y="863600"/>
                </a:lnTo>
                <a:lnTo>
                  <a:pt x="7962443" y="861733"/>
                </a:lnTo>
                <a:lnTo>
                  <a:pt x="7962900" y="860615"/>
                </a:lnTo>
                <a:lnTo>
                  <a:pt x="7962900" y="857986"/>
                </a:lnTo>
                <a:close/>
              </a:path>
              <a:path w="9867900" h="3000375">
                <a:moveTo>
                  <a:pt x="7962900" y="430720"/>
                </a:moveTo>
                <a:lnTo>
                  <a:pt x="7962443" y="429590"/>
                </a:lnTo>
                <a:lnTo>
                  <a:pt x="7960576" y="427736"/>
                </a:lnTo>
                <a:lnTo>
                  <a:pt x="7959458" y="427266"/>
                </a:lnTo>
                <a:lnTo>
                  <a:pt x="7956829" y="427266"/>
                </a:lnTo>
                <a:lnTo>
                  <a:pt x="7955699" y="427736"/>
                </a:lnTo>
                <a:lnTo>
                  <a:pt x="7953845" y="429590"/>
                </a:lnTo>
                <a:lnTo>
                  <a:pt x="7953375" y="430720"/>
                </a:lnTo>
                <a:lnTo>
                  <a:pt x="7953375" y="433349"/>
                </a:lnTo>
                <a:lnTo>
                  <a:pt x="7953845" y="434467"/>
                </a:lnTo>
                <a:lnTo>
                  <a:pt x="7955699" y="436333"/>
                </a:lnTo>
                <a:lnTo>
                  <a:pt x="7956829" y="436791"/>
                </a:lnTo>
                <a:lnTo>
                  <a:pt x="7959458" y="436791"/>
                </a:lnTo>
                <a:lnTo>
                  <a:pt x="7960576" y="436333"/>
                </a:lnTo>
                <a:lnTo>
                  <a:pt x="7962443" y="434467"/>
                </a:lnTo>
                <a:lnTo>
                  <a:pt x="7962900" y="433349"/>
                </a:lnTo>
                <a:lnTo>
                  <a:pt x="7962900" y="430720"/>
                </a:lnTo>
                <a:close/>
              </a:path>
              <a:path w="9867900" h="3000375">
                <a:moveTo>
                  <a:pt x="7962900" y="3454"/>
                </a:moveTo>
                <a:lnTo>
                  <a:pt x="7962443" y="2336"/>
                </a:lnTo>
                <a:lnTo>
                  <a:pt x="7960576" y="469"/>
                </a:lnTo>
                <a:lnTo>
                  <a:pt x="7959458" y="0"/>
                </a:lnTo>
                <a:lnTo>
                  <a:pt x="7956829" y="0"/>
                </a:lnTo>
                <a:lnTo>
                  <a:pt x="7955699" y="469"/>
                </a:lnTo>
                <a:lnTo>
                  <a:pt x="7953845" y="2336"/>
                </a:lnTo>
                <a:lnTo>
                  <a:pt x="7953375" y="3454"/>
                </a:lnTo>
                <a:lnTo>
                  <a:pt x="7953375" y="6083"/>
                </a:lnTo>
                <a:lnTo>
                  <a:pt x="7953845" y="7200"/>
                </a:lnTo>
                <a:lnTo>
                  <a:pt x="7955699" y="9067"/>
                </a:lnTo>
                <a:lnTo>
                  <a:pt x="7956829" y="9525"/>
                </a:lnTo>
                <a:lnTo>
                  <a:pt x="7959458" y="9525"/>
                </a:lnTo>
                <a:lnTo>
                  <a:pt x="7960576" y="9067"/>
                </a:lnTo>
                <a:lnTo>
                  <a:pt x="7962443" y="7200"/>
                </a:lnTo>
                <a:lnTo>
                  <a:pt x="7962900" y="6083"/>
                </a:lnTo>
                <a:lnTo>
                  <a:pt x="7962900" y="3454"/>
                </a:lnTo>
                <a:close/>
              </a:path>
              <a:path w="9867900" h="3000375">
                <a:moveTo>
                  <a:pt x="8010525" y="2994304"/>
                </a:moveTo>
                <a:lnTo>
                  <a:pt x="8010068" y="2993186"/>
                </a:lnTo>
                <a:lnTo>
                  <a:pt x="8008201" y="2991320"/>
                </a:lnTo>
                <a:lnTo>
                  <a:pt x="8007083" y="2990850"/>
                </a:lnTo>
                <a:lnTo>
                  <a:pt x="8004454" y="2990850"/>
                </a:lnTo>
                <a:lnTo>
                  <a:pt x="8003337" y="2991320"/>
                </a:lnTo>
                <a:lnTo>
                  <a:pt x="8001470" y="2993186"/>
                </a:lnTo>
                <a:lnTo>
                  <a:pt x="8001000" y="2994304"/>
                </a:lnTo>
                <a:lnTo>
                  <a:pt x="8001000" y="2996933"/>
                </a:lnTo>
                <a:lnTo>
                  <a:pt x="8001470" y="2998051"/>
                </a:lnTo>
                <a:lnTo>
                  <a:pt x="8003337" y="2999917"/>
                </a:lnTo>
                <a:lnTo>
                  <a:pt x="8004454" y="3000375"/>
                </a:lnTo>
                <a:lnTo>
                  <a:pt x="8007083" y="3000375"/>
                </a:lnTo>
                <a:lnTo>
                  <a:pt x="8008201" y="2999917"/>
                </a:lnTo>
                <a:lnTo>
                  <a:pt x="8010068" y="2998051"/>
                </a:lnTo>
                <a:lnTo>
                  <a:pt x="8010525" y="2996933"/>
                </a:lnTo>
                <a:lnTo>
                  <a:pt x="8010525" y="2994304"/>
                </a:lnTo>
                <a:close/>
              </a:path>
              <a:path w="9867900" h="3000375">
                <a:moveTo>
                  <a:pt x="8010525" y="2567038"/>
                </a:moveTo>
                <a:lnTo>
                  <a:pt x="8010068" y="2565920"/>
                </a:lnTo>
                <a:lnTo>
                  <a:pt x="8008201" y="2564053"/>
                </a:lnTo>
                <a:lnTo>
                  <a:pt x="8007083" y="2563596"/>
                </a:lnTo>
                <a:lnTo>
                  <a:pt x="8004454" y="2563596"/>
                </a:lnTo>
                <a:lnTo>
                  <a:pt x="8003337" y="2564053"/>
                </a:lnTo>
                <a:lnTo>
                  <a:pt x="8001470" y="2565920"/>
                </a:lnTo>
                <a:lnTo>
                  <a:pt x="8001000" y="2567038"/>
                </a:lnTo>
                <a:lnTo>
                  <a:pt x="8001000" y="2569667"/>
                </a:lnTo>
                <a:lnTo>
                  <a:pt x="8001470" y="2570797"/>
                </a:lnTo>
                <a:lnTo>
                  <a:pt x="8003337" y="2572651"/>
                </a:lnTo>
                <a:lnTo>
                  <a:pt x="8004454" y="2573121"/>
                </a:lnTo>
                <a:lnTo>
                  <a:pt x="8007083" y="2573121"/>
                </a:lnTo>
                <a:lnTo>
                  <a:pt x="8008201" y="2572651"/>
                </a:lnTo>
                <a:lnTo>
                  <a:pt x="8010068" y="2570797"/>
                </a:lnTo>
                <a:lnTo>
                  <a:pt x="8010525" y="2569667"/>
                </a:lnTo>
                <a:lnTo>
                  <a:pt x="8010525" y="2567038"/>
                </a:lnTo>
                <a:close/>
              </a:path>
              <a:path w="9867900" h="3000375">
                <a:moveTo>
                  <a:pt x="8010525" y="2139772"/>
                </a:moveTo>
                <a:lnTo>
                  <a:pt x="8010068" y="2138654"/>
                </a:lnTo>
                <a:lnTo>
                  <a:pt x="8008201" y="2136787"/>
                </a:lnTo>
                <a:lnTo>
                  <a:pt x="8007083" y="2136330"/>
                </a:lnTo>
                <a:lnTo>
                  <a:pt x="8004454" y="2136330"/>
                </a:lnTo>
                <a:lnTo>
                  <a:pt x="8003337" y="2136787"/>
                </a:lnTo>
                <a:lnTo>
                  <a:pt x="8001470" y="2138654"/>
                </a:lnTo>
                <a:lnTo>
                  <a:pt x="8001000" y="2139772"/>
                </a:lnTo>
                <a:lnTo>
                  <a:pt x="8001000" y="2142401"/>
                </a:lnTo>
                <a:lnTo>
                  <a:pt x="8001470" y="2143531"/>
                </a:lnTo>
                <a:lnTo>
                  <a:pt x="8003337" y="2145385"/>
                </a:lnTo>
                <a:lnTo>
                  <a:pt x="8004454" y="2145855"/>
                </a:lnTo>
                <a:lnTo>
                  <a:pt x="8007083" y="2145855"/>
                </a:lnTo>
                <a:lnTo>
                  <a:pt x="8008201" y="2145385"/>
                </a:lnTo>
                <a:lnTo>
                  <a:pt x="8010068" y="2143531"/>
                </a:lnTo>
                <a:lnTo>
                  <a:pt x="8010525" y="2142401"/>
                </a:lnTo>
                <a:lnTo>
                  <a:pt x="8010525" y="2139772"/>
                </a:lnTo>
                <a:close/>
              </a:path>
              <a:path w="9867900" h="3000375">
                <a:moveTo>
                  <a:pt x="8010525" y="1712506"/>
                </a:moveTo>
                <a:lnTo>
                  <a:pt x="8010068" y="1711388"/>
                </a:lnTo>
                <a:lnTo>
                  <a:pt x="8008201" y="1709534"/>
                </a:lnTo>
                <a:lnTo>
                  <a:pt x="8007083" y="1709064"/>
                </a:lnTo>
                <a:lnTo>
                  <a:pt x="8004454" y="1709064"/>
                </a:lnTo>
                <a:lnTo>
                  <a:pt x="8003337" y="1709534"/>
                </a:lnTo>
                <a:lnTo>
                  <a:pt x="8001470" y="1711388"/>
                </a:lnTo>
                <a:lnTo>
                  <a:pt x="8001000" y="1712506"/>
                </a:lnTo>
                <a:lnTo>
                  <a:pt x="8001000" y="1715135"/>
                </a:lnTo>
                <a:lnTo>
                  <a:pt x="8001470" y="1716265"/>
                </a:lnTo>
                <a:lnTo>
                  <a:pt x="8003337" y="1718119"/>
                </a:lnTo>
                <a:lnTo>
                  <a:pt x="8004454" y="1718589"/>
                </a:lnTo>
                <a:lnTo>
                  <a:pt x="8007083" y="1718589"/>
                </a:lnTo>
                <a:lnTo>
                  <a:pt x="8008201" y="1718119"/>
                </a:lnTo>
                <a:lnTo>
                  <a:pt x="8010068" y="1716265"/>
                </a:lnTo>
                <a:lnTo>
                  <a:pt x="8010525" y="1715135"/>
                </a:lnTo>
                <a:lnTo>
                  <a:pt x="8010525" y="1712506"/>
                </a:lnTo>
                <a:close/>
              </a:path>
              <a:path w="9867900" h="3000375">
                <a:moveTo>
                  <a:pt x="8010525" y="1285252"/>
                </a:moveTo>
                <a:lnTo>
                  <a:pt x="8010068" y="1284122"/>
                </a:lnTo>
                <a:lnTo>
                  <a:pt x="8008201" y="1282268"/>
                </a:lnTo>
                <a:lnTo>
                  <a:pt x="8007083" y="1281798"/>
                </a:lnTo>
                <a:lnTo>
                  <a:pt x="8004454" y="1281798"/>
                </a:lnTo>
                <a:lnTo>
                  <a:pt x="8003337" y="1282268"/>
                </a:lnTo>
                <a:lnTo>
                  <a:pt x="8001470" y="1284122"/>
                </a:lnTo>
                <a:lnTo>
                  <a:pt x="8001000" y="1285252"/>
                </a:lnTo>
                <a:lnTo>
                  <a:pt x="8001000" y="1287881"/>
                </a:lnTo>
                <a:lnTo>
                  <a:pt x="8001470" y="1288999"/>
                </a:lnTo>
                <a:lnTo>
                  <a:pt x="8003337" y="1290853"/>
                </a:lnTo>
                <a:lnTo>
                  <a:pt x="8004454" y="1291323"/>
                </a:lnTo>
                <a:lnTo>
                  <a:pt x="8007083" y="1291323"/>
                </a:lnTo>
                <a:lnTo>
                  <a:pt x="8008201" y="1290853"/>
                </a:lnTo>
                <a:lnTo>
                  <a:pt x="8010068" y="1288999"/>
                </a:lnTo>
                <a:lnTo>
                  <a:pt x="8010525" y="1287881"/>
                </a:lnTo>
                <a:lnTo>
                  <a:pt x="8010525" y="1285252"/>
                </a:lnTo>
                <a:close/>
              </a:path>
              <a:path w="9867900" h="3000375">
                <a:moveTo>
                  <a:pt x="8010525" y="857986"/>
                </a:moveTo>
                <a:lnTo>
                  <a:pt x="8010068" y="856856"/>
                </a:lnTo>
                <a:lnTo>
                  <a:pt x="8008201" y="855002"/>
                </a:lnTo>
                <a:lnTo>
                  <a:pt x="8007083" y="854532"/>
                </a:lnTo>
                <a:lnTo>
                  <a:pt x="8004454" y="854532"/>
                </a:lnTo>
                <a:lnTo>
                  <a:pt x="8003337" y="855002"/>
                </a:lnTo>
                <a:lnTo>
                  <a:pt x="8001470" y="856856"/>
                </a:lnTo>
                <a:lnTo>
                  <a:pt x="8001000" y="857986"/>
                </a:lnTo>
                <a:lnTo>
                  <a:pt x="8001000" y="860615"/>
                </a:lnTo>
                <a:lnTo>
                  <a:pt x="8001470" y="861733"/>
                </a:lnTo>
                <a:lnTo>
                  <a:pt x="8003337" y="863600"/>
                </a:lnTo>
                <a:lnTo>
                  <a:pt x="8004454" y="864057"/>
                </a:lnTo>
                <a:lnTo>
                  <a:pt x="8007083" y="864057"/>
                </a:lnTo>
                <a:lnTo>
                  <a:pt x="8008201" y="863600"/>
                </a:lnTo>
                <a:lnTo>
                  <a:pt x="8010068" y="861733"/>
                </a:lnTo>
                <a:lnTo>
                  <a:pt x="8010525" y="860615"/>
                </a:lnTo>
                <a:lnTo>
                  <a:pt x="8010525" y="857986"/>
                </a:lnTo>
                <a:close/>
              </a:path>
              <a:path w="9867900" h="3000375">
                <a:moveTo>
                  <a:pt x="8010525" y="430720"/>
                </a:moveTo>
                <a:lnTo>
                  <a:pt x="8010068" y="429590"/>
                </a:lnTo>
                <a:lnTo>
                  <a:pt x="8008201" y="427736"/>
                </a:lnTo>
                <a:lnTo>
                  <a:pt x="8007083" y="427266"/>
                </a:lnTo>
                <a:lnTo>
                  <a:pt x="8004454" y="427266"/>
                </a:lnTo>
                <a:lnTo>
                  <a:pt x="8003337" y="427736"/>
                </a:lnTo>
                <a:lnTo>
                  <a:pt x="8001470" y="429590"/>
                </a:lnTo>
                <a:lnTo>
                  <a:pt x="8001000" y="430720"/>
                </a:lnTo>
                <a:lnTo>
                  <a:pt x="8001000" y="433349"/>
                </a:lnTo>
                <a:lnTo>
                  <a:pt x="8001470" y="434467"/>
                </a:lnTo>
                <a:lnTo>
                  <a:pt x="8003337" y="436333"/>
                </a:lnTo>
                <a:lnTo>
                  <a:pt x="8004454" y="436791"/>
                </a:lnTo>
                <a:lnTo>
                  <a:pt x="8007083" y="436791"/>
                </a:lnTo>
                <a:lnTo>
                  <a:pt x="8008201" y="436333"/>
                </a:lnTo>
                <a:lnTo>
                  <a:pt x="8010068" y="434467"/>
                </a:lnTo>
                <a:lnTo>
                  <a:pt x="8010525" y="433349"/>
                </a:lnTo>
                <a:lnTo>
                  <a:pt x="8010525" y="430720"/>
                </a:lnTo>
                <a:close/>
              </a:path>
              <a:path w="9867900" h="3000375">
                <a:moveTo>
                  <a:pt x="8010525" y="3454"/>
                </a:moveTo>
                <a:lnTo>
                  <a:pt x="8010068" y="2336"/>
                </a:lnTo>
                <a:lnTo>
                  <a:pt x="8008201" y="469"/>
                </a:lnTo>
                <a:lnTo>
                  <a:pt x="8007083" y="0"/>
                </a:lnTo>
                <a:lnTo>
                  <a:pt x="8004454" y="0"/>
                </a:lnTo>
                <a:lnTo>
                  <a:pt x="8003337" y="469"/>
                </a:lnTo>
                <a:lnTo>
                  <a:pt x="8001470" y="2336"/>
                </a:lnTo>
                <a:lnTo>
                  <a:pt x="8001000" y="3454"/>
                </a:lnTo>
                <a:lnTo>
                  <a:pt x="8001000" y="6083"/>
                </a:lnTo>
                <a:lnTo>
                  <a:pt x="8001470" y="7200"/>
                </a:lnTo>
                <a:lnTo>
                  <a:pt x="8003337" y="9067"/>
                </a:lnTo>
                <a:lnTo>
                  <a:pt x="8004454" y="9525"/>
                </a:lnTo>
                <a:lnTo>
                  <a:pt x="8007083" y="9525"/>
                </a:lnTo>
                <a:lnTo>
                  <a:pt x="8008201" y="9067"/>
                </a:lnTo>
                <a:lnTo>
                  <a:pt x="8010068" y="7200"/>
                </a:lnTo>
                <a:lnTo>
                  <a:pt x="8010525" y="6083"/>
                </a:lnTo>
                <a:lnTo>
                  <a:pt x="8010525" y="3454"/>
                </a:lnTo>
                <a:close/>
              </a:path>
              <a:path w="9867900" h="3000375">
                <a:moveTo>
                  <a:pt x="8058150" y="2994304"/>
                </a:moveTo>
                <a:lnTo>
                  <a:pt x="8057693" y="2993186"/>
                </a:lnTo>
                <a:lnTo>
                  <a:pt x="8055826" y="2991320"/>
                </a:lnTo>
                <a:lnTo>
                  <a:pt x="8054708" y="2990850"/>
                </a:lnTo>
                <a:lnTo>
                  <a:pt x="8052079" y="2990850"/>
                </a:lnTo>
                <a:lnTo>
                  <a:pt x="8050949" y="2991320"/>
                </a:lnTo>
                <a:lnTo>
                  <a:pt x="8049095" y="2993186"/>
                </a:lnTo>
                <a:lnTo>
                  <a:pt x="8048625" y="2994304"/>
                </a:lnTo>
                <a:lnTo>
                  <a:pt x="8048625" y="2996933"/>
                </a:lnTo>
                <a:lnTo>
                  <a:pt x="8049095" y="2998051"/>
                </a:lnTo>
                <a:lnTo>
                  <a:pt x="8050949" y="2999917"/>
                </a:lnTo>
                <a:lnTo>
                  <a:pt x="8052079" y="3000375"/>
                </a:lnTo>
                <a:lnTo>
                  <a:pt x="8054708" y="3000375"/>
                </a:lnTo>
                <a:lnTo>
                  <a:pt x="8055826" y="2999917"/>
                </a:lnTo>
                <a:lnTo>
                  <a:pt x="8057693" y="2998051"/>
                </a:lnTo>
                <a:lnTo>
                  <a:pt x="8058150" y="2996933"/>
                </a:lnTo>
                <a:lnTo>
                  <a:pt x="8058150" y="2994304"/>
                </a:lnTo>
                <a:close/>
              </a:path>
              <a:path w="9867900" h="3000375">
                <a:moveTo>
                  <a:pt x="8058150" y="2567038"/>
                </a:moveTo>
                <a:lnTo>
                  <a:pt x="8057693" y="2565920"/>
                </a:lnTo>
                <a:lnTo>
                  <a:pt x="8055826" y="2564053"/>
                </a:lnTo>
                <a:lnTo>
                  <a:pt x="8054708" y="2563596"/>
                </a:lnTo>
                <a:lnTo>
                  <a:pt x="8052079" y="2563596"/>
                </a:lnTo>
                <a:lnTo>
                  <a:pt x="8050949" y="2564053"/>
                </a:lnTo>
                <a:lnTo>
                  <a:pt x="8049095" y="2565920"/>
                </a:lnTo>
                <a:lnTo>
                  <a:pt x="8048625" y="2567038"/>
                </a:lnTo>
                <a:lnTo>
                  <a:pt x="8048625" y="2569667"/>
                </a:lnTo>
                <a:lnTo>
                  <a:pt x="8049095" y="2570797"/>
                </a:lnTo>
                <a:lnTo>
                  <a:pt x="8050949" y="2572651"/>
                </a:lnTo>
                <a:lnTo>
                  <a:pt x="8052079" y="2573121"/>
                </a:lnTo>
                <a:lnTo>
                  <a:pt x="8054708" y="2573121"/>
                </a:lnTo>
                <a:lnTo>
                  <a:pt x="8055826" y="2572651"/>
                </a:lnTo>
                <a:lnTo>
                  <a:pt x="8057693" y="2570797"/>
                </a:lnTo>
                <a:lnTo>
                  <a:pt x="8058150" y="2569667"/>
                </a:lnTo>
                <a:lnTo>
                  <a:pt x="8058150" y="2567038"/>
                </a:lnTo>
                <a:close/>
              </a:path>
              <a:path w="9867900" h="3000375">
                <a:moveTo>
                  <a:pt x="8058150" y="2139772"/>
                </a:moveTo>
                <a:lnTo>
                  <a:pt x="8057693" y="2138654"/>
                </a:lnTo>
                <a:lnTo>
                  <a:pt x="8055826" y="2136787"/>
                </a:lnTo>
                <a:lnTo>
                  <a:pt x="8054708" y="2136330"/>
                </a:lnTo>
                <a:lnTo>
                  <a:pt x="8052079" y="2136330"/>
                </a:lnTo>
                <a:lnTo>
                  <a:pt x="8050949" y="2136787"/>
                </a:lnTo>
                <a:lnTo>
                  <a:pt x="8049095" y="2138654"/>
                </a:lnTo>
                <a:lnTo>
                  <a:pt x="8048625" y="2139772"/>
                </a:lnTo>
                <a:lnTo>
                  <a:pt x="8048625" y="2142401"/>
                </a:lnTo>
                <a:lnTo>
                  <a:pt x="8049095" y="2143531"/>
                </a:lnTo>
                <a:lnTo>
                  <a:pt x="8050949" y="2145385"/>
                </a:lnTo>
                <a:lnTo>
                  <a:pt x="8052079" y="2145855"/>
                </a:lnTo>
                <a:lnTo>
                  <a:pt x="8054708" y="2145855"/>
                </a:lnTo>
                <a:lnTo>
                  <a:pt x="8055826" y="2145385"/>
                </a:lnTo>
                <a:lnTo>
                  <a:pt x="8057693" y="2143531"/>
                </a:lnTo>
                <a:lnTo>
                  <a:pt x="8058150" y="2142401"/>
                </a:lnTo>
                <a:lnTo>
                  <a:pt x="8058150" y="2139772"/>
                </a:lnTo>
                <a:close/>
              </a:path>
              <a:path w="9867900" h="3000375">
                <a:moveTo>
                  <a:pt x="8058150" y="1712506"/>
                </a:moveTo>
                <a:lnTo>
                  <a:pt x="8057693" y="1711388"/>
                </a:lnTo>
                <a:lnTo>
                  <a:pt x="8055826" y="1709534"/>
                </a:lnTo>
                <a:lnTo>
                  <a:pt x="8054708" y="1709064"/>
                </a:lnTo>
                <a:lnTo>
                  <a:pt x="8052079" y="1709064"/>
                </a:lnTo>
                <a:lnTo>
                  <a:pt x="8050949" y="1709534"/>
                </a:lnTo>
                <a:lnTo>
                  <a:pt x="8049095" y="1711388"/>
                </a:lnTo>
                <a:lnTo>
                  <a:pt x="8048625" y="1712506"/>
                </a:lnTo>
                <a:lnTo>
                  <a:pt x="8048625" y="1715135"/>
                </a:lnTo>
                <a:lnTo>
                  <a:pt x="8049095" y="1716265"/>
                </a:lnTo>
                <a:lnTo>
                  <a:pt x="8050949" y="1718119"/>
                </a:lnTo>
                <a:lnTo>
                  <a:pt x="8052079" y="1718589"/>
                </a:lnTo>
                <a:lnTo>
                  <a:pt x="8054708" y="1718589"/>
                </a:lnTo>
                <a:lnTo>
                  <a:pt x="8055826" y="1718119"/>
                </a:lnTo>
                <a:lnTo>
                  <a:pt x="8057693" y="1716265"/>
                </a:lnTo>
                <a:lnTo>
                  <a:pt x="8058150" y="1715135"/>
                </a:lnTo>
                <a:lnTo>
                  <a:pt x="8058150" y="1712506"/>
                </a:lnTo>
                <a:close/>
              </a:path>
              <a:path w="9867900" h="3000375">
                <a:moveTo>
                  <a:pt x="8058150" y="1285252"/>
                </a:moveTo>
                <a:lnTo>
                  <a:pt x="8057693" y="1284122"/>
                </a:lnTo>
                <a:lnTo>
                  <a:pt x="8055826" y="1282268"/>
                </a:lnTo>
                <a:lnTo>
                  <a:pt x="8054708" y="1281798"/>
                </a:lnTo>
                <a:lnTo>
                  <a:pt x="8052079" y="1281798"/>
                </a:lnTo>
                <a:lnTo>
                  <a:pt x="8050949" y="1282268"/>
                </a:lnTo>
                <a:lnTo>
                  <a:pt x="8049095" y="1284122"/>
                </a:lnTo>
                <a:lnTo>
                  <a:pt x="8048625" y="1285252"/>
                </a:lnTo>
                <a:lnTo>
                  <a:pt x="8048625" y="1287881"/>
                </a:lnTo>
                <a:lnTo>
                  <a:pt x="8049095" y="1288999"/>
                </a:lnTo>
                <a:lnTo>
                  <a:pt x="8050949" y="1290853"/>
                </a:lnTo>
                <a:lnTo>
                  <a:pt x="8052079" y="1291323"/>
                </a:lnTo>
                <a:lnTo>
                  <a:pt x="8054708" y="1291323"/>
                </a:lnTo>
                <a:lnTo>
                  <a:pt x="8055826" y="1290853"/>
                </a:lnTo>
                <a:lnTo>
                  <a:pt x="8057693" y="1288999"/>
                </a:lnTo>
                <a:lnTo>
                  <a:pt x="8058150" y="1287881"/>
                </a:lnTo>
                <a:lnTo>
                  <a:pt x="8058150" y="1285252"/>
                </a:lnTo>
                <a:close/>
              </a:path>
              <a:path w="9867900" h="3000375">
                <a:moveTo>
                  <a:pt x="8058150" y="857986"/>
                </a:moveTo>
                <a:lnTo>
                  <a:pt x="8057693" y="856856"/>
                </a:lnTo>
                <a:lnTo>
                  <a:pt x="8055826" y="855002"/>
                </a:lnTo>
                <a:lnTo>
                  <a:pt x="8054708" y="854532"/>
                </a:lnTo>
                <a:lnTo>
                  <a:pt x="8052079" y="854532"/>
                </a:lnTo>
                <a:lnTo>
                  <a:pt x="8050949" y="855002"/>
                </a:lnTo>
                <a:lnTo>
                  <a:pt x="8049095" y="856856"/>
                </a:lnTo>
                <a:lnTo>
                  <a:pt x="8048625" y="857986"/>
                </a:lnTo>
                <a:lnTo>
                  <a:pt x="8048625" y="860615"/>
                </a:lnTo>
                <a:lnTo>
                  <a:pt x="8049095" y="861733"/>
                </a:lnTo>
                <a:lnTo>
                  <a:pt x="8050949" y="863600"/>
                </a:lnTo>
                <a:lnTo>
                  <a:pt x="8052079" y="864057"/>
                </a:lnTo>
                <a:lnTo>
                  <a:pt x="8054708" y="864057"/>
                </a:lnTo>
                <a:lnTo>
                  <a:pt x="8055826" y="863600"/>
                </a:lnTo>
                <a:lnTo>
                  <a:pt x="8057693" y="861733"/>
                </a:lnTo>
                <a:lnTo>
                  <a:pt x="8058150" y="860615"/>
                </a:lnTo>
                <a:lnTo>
                  <a:pt x="8058150" y="857986"/>
                </a:lnTo>
                <a:close/>
              </a:path>
              <a:path w="9867900" h="3000375">
                <a:moveTo>
                  <a:pt x="8058150" y="430720"/>
                </a:moveTo>
                <a:lnTo>
                  <a:pt x="8057693" y="429590"/>
                </a:lnTo>
                <a:lnTo>
                  <a:pt x="8055826" y="427736"/>
                </a:lnTo>
                <a:lnTo>
                  <a:pt x="8054708" y="427266"/>
                </a:lnTo>
                <a:lnTo>
                  <a:pt x="8052079" y="427266"/>
                </a:lnTo>
                <a:lnTo>
                  <a:pt x="8050949" y="427736"/>
                </a:lnTo>
                <a:lnTo>
                  <a:pt x="8049095" y="429590"/>
                </a:lnTo>
                <a:lnTo>
                  <a:pt x="8048625" y="430720"/>
                </a:lnTo>
                <a:lnTo>
                  <a:pt x="8048625" y="433349"/>
                </a:lnTo>
                <a:lnTo>
                  <a:pt x="8049095" y="434467"/>
                </a:lnTo>
                <a:lnTo>
                  <a:pt x="8050949" y="436333"/>
                </a:lnTo>
                <a:lnTo>
                  <a:pt x="8052079" y="436791"/>
                </a:lnTo>
                <a:lnTo>
                  <a:pt x="8054708" y="436791"/>
                </a:lnTo>
                <a:lnTo>
                  <a:pt x="8055826" y="436333"/>
                </a:lnTo>
                <a:lnTo>
                  <a:pt x="8057693" y="434467"/>
                </a:lnTo>
                <a:lnTo>
                  <a:pt x="8058150" y="433349"/>
                </a:lnTo>
                <a:lnTo>
                  <a:pt x="8058150" y="430720"/>
                </a:lnTo>
                <a:close/>
              </a:path>
              <a:path w="9867900" h="3000375">
                <a:moveTo>
                  <a:pt x="8058150" y="3454"/>
                </a:moveTo>
                <a:lnTo>
                  <a:pt x="8057693" y="2336"/>
                </a:lnTo>
                <a:lnTo>
                  <a:pt x="8055826" y="469"/>
                </a:lnTo>
                <a:lnTo>
                  <a:pt x="8054708" y="0"/>
                </a:lnTo>
                <a:lnTo>
                  <a:pt x="8052079" y="0"/>
                </a:lnTo>
                <a:lnTo>
                  <a:pt x="8050949" y="469"/>
                </a:lnTo>
                <a:lnTo>
                  <a:pt x="8049095" y="2336"/>
                </a:lnTo>
                <a:lnTo>
                  <a:pt x="8048625" y="3454"/>
                </a:lnTo>
                <a:lnTo>
                  <a:pt x="8048625" y="6083"/>
                </a:lnTo>
                <a:lnTo>
                  <a:pt x="8049095" y="7200"/>
                </a:lnTo>
                <a:lnTo>
                  <a:pt x="8050949" y="9067"/>
                </a:lnTo>
                <a:lnTo>
                  <a:pt x="8052079" y="9525"/>
                </a:lnTo>
                <a:lnTo>
                  <a:pt x="8054708" y="9525"/>
                </a:lnTo>
                <a:lnTo>
                  <a:pt x="8055826" y="9067"/>
                </a:lnTo>
                <a:lnTo>
                  <a:pt x="8057693" y="7200"/>
                </a:lnTo>
                <a:lnTo>
                  <a:pt x="8058150" y="6083"/>
                </a:lnTo>
                <a:lnTo>
                  <a:pt x="8058150" y="3454"/>
                </a:lnTo>
                <a:close/>
              </a:path>
              <a:path w="9867900" h="3000375">
                <a:moveTo>
                  <a:pt x="8105775" y="2994304"/>
                </a:moveTo>
                <a:lnTo>
                  <a:pt x="8105318" y="2993186"/>
                </a:lnTo>
                <a:lnTo>
                  <a:pt x="8103451" y="2991320"/>
                </a:lnTo>
                <a:lnTo>
                  <a:pt x="8102333" y="2990850"/>
                </a:lnTo>
                <a:lnTo>
                  <a:pt x="8099704" y="2990850"/>
                </a:lnTo>
                <a:lnTo>
                  <a:pt x="8098574" y="2991320"/>
                </a:lnTo>
                <a:lnTo>
                  <a:pt x="8096720" y="2993186"/>
                </a:lnTo>
                <a:lnTo>
                  <a:pt x="8096250" y="2994304"/>
                </a:lnTo>
                <a:lnTo>
                  <a:pt x="8096250" y="2996933"/>
                </a:lnTo>
                <a:lnTo>
                  <a:pt x="8096720" y="2998051"/>
                </a:lnTo>
                <a:lnTo>
                  <a:pt x="8098574" y="2999917"/>
                </a:lnTo>
                <a:lnTo>
                  <a:pt x="8099704" y="3000375"/>
                </a:lnTo>
                <a:lnTo>
                  <a:pt x="8102333" y="3000375"/>
                </a:lnTo>
                <a:lnTo>
                  <a:pt x="8103451" y="2999917"/>
                </a:lnTo>
                <a:lnTo>
                  <a:pt x="8105318" y="2998051"/>
                </a:lnTo>
                <a:lnTo>
                  <a:pt x="8105775" y="2996933"/>
                </a:lnTo>
                <a:lnTo>
                  <a:pt x="8105775" y="2994304"/>
                </a:lnTo>
                <a:close/>
              </a:path>
              <a:path w="9867900" h="3000375">
                <a:moveTo>
                  <a:pt x="8105775" y="2567038"/>
                </a:moveTo>
                <a:lnTo>
                  <a:pt x="8105318" y="2565920"/>
                </a:lnTo>
                <a:lnTo>
                  <a:pt x="8103451" y="2564053"/>
                </a:lnTo>
                <a:lnTo>
                  <a:pt x="8102333" y="2563596"/>
                </a:lnTo>
                <a:lnTo>
                  <a:pt x="8099704" y="2563596"/>
                </a:lnTo>
                <a:lnTo>
                  <a:pt x="8098574" y="2564053"/>
                </a:lnTo>
                <a:lnTo>
                  <a:pt x="8096720" y="2565920"/>
                </a:lnTo>
                <a:lnTo>
                  <a:pt x="8096250" y="2567038"/>
                </a:lnTo>
                <a:lnTo>
                  <a:pt x="8096250" y="2569667"/>
                </a:lnTo>
                <a:lnTo>
                  <a:pt x="8096720" y="2570797"/>
                </a:lnTo>
                <a:lnTo>
                  <a:pt x="8098574" y="2572651"/>
                </a:lnTo>
                <a:lnTo>
                  <a:pt x="8099704" y="2573121"/>
                </a:lnTo>
                <a:lnTo>
                  <a:pt x="8102333" y="2573121"/>
                </a:lnTo>
                <a:lnTo>
                  <a:pt x="8103451" y="2572651"/>
                </a:lnTo>
                <a:lnTo>
                  <a:pt x="8105318" y="2570797"/>
                </a:lnTo>
                <a:lnTo>
                  <a:pt x="8105775" y="2569667"/>
                </a:lnTo>
                <a:lnTo>
                  <a:pt x="8105775" y="2567038"/>
                </a:lnTo>
                <a:close/>
              </a:path>
              <a:path w="9867900" h="3000375">
                <a:moveTo>
                  <a:pt x="8105775" y="2139772"/>
                </a:moveTo>
                <a:lnTo>
                  <a:pt x="8105318" y="2138654"/>
                </a:lnTo>
                <a:lnTo>
                  <a:pt x="8103451" y="2136787"/>
                </a:lnTo>
                <a:lnTo>
                  <a:pt x="8102333" y="2136330"/>
                </a:lnTo>
                <a:lnTo>
                  <a:pt x="8099704" y="2136330"/>
                </a:lnTo>
                <a:lnTo>
                  <a:pt x="8098574" y="2136787"/>
                </a:lnTo>
                <a:lnTo>
                  <a:pt x="8096720" y="2138654"/>
                </a:lnTo>
                <a:lnTo>
                  <a:pt x="8096250" y="2139772"/>
                </a:lnTo>
                <a:lnTo>
                  <a:pt x="8096250" y="2142401"/>
                </a:lnTo>
                <a:lnTo>
                  <a:pt x="8096720" y="2143531"/>
                </a:lnTo>
                <a:lnTo>
                  <a:pt x="8098574" y="2145385"/>
                </a:lnTo>
                <a:lnTo>
                  <a:pt x="8099704" y="2145855"/>
                </a:lnTo>
                <a:lnTo>
                  <a:pt x="8102333" y="2145855"/>
                </a:lnTo>
                <a:lnTo>
                  <a:pt x="8103451" y="2145385"/>
                </a:lnTo>
                <a:lnTo>
                  <a:pt x="8105318" y="2143531"/>
                </a:lnTo>
                <a:lnTo>
                  <a:pt x="8105775" y="2142401"/>
                </a:lnTo>
                <a:lnTo>
                  <a:pt x="8105775" y="2139772"/>
                </a:lnTo>
                <a:close/>
              </a:path>
              <a:path w="9867900" h="3000375">
                <a:moveTo>
                  <a:pt x="8105775" y="1712506"/>
                </a:moveTo>
                <a:lnTo>
                  <a:pt x="8105318" y="1711388"/>
                </a:lnTo>
                <a:lnTo>
                  <a:pt x="8103451" y="1709534"/>
                </a:lnTo>
                <a:lnTo>
                  <a:pt x="8102333" y="1709064"/>
                </a:lnTo>
                <a:lnTo>
                  <a:pt x="8099704" y="1709064"/>
                </a:lnTo>
                <a:lnTo>
                  <a:pt x="8098574" y="1709534"/>
                </a:lnTo>
                <a:lnTo>
                  <a:pt x="8096720" y="1711388"/>
                </a:lnTo>
                <a:lnTo>
                  <a:pt x="8096250" y="1712506"/>
                </a:lnTo>
                <a:lnTo>
                  <a:pt x="8096250" y="1715135"/>
                </a:lnTo>
                <a:lnTo>
                  <a:pt x="8096720" y="1716265"/>
                </a:lnTo>
                <a:lnTo>
                  <a:pt x="8098574" y="1718119"/>
                </a:lnTo>
                <a:lnTo>
                  <a:pt x="8099704" y="1718589"/>
                </a:lnTo>
                <a:lnTo>
                  <a:pt x="8102333" y="1718589"/>
                </a:lnTo>
                <a:lnTo>
                  <a:pt x="8103451" y="1718119"/>
                </a:lnTo>
                <a:lnTo>
                  <a:pt x="8105318" y="1716265"/>
                </a:lnTo>
                <a:lnTo>
                  <a:pt x="8105775" y="1715135"/>
                </a:lnTo>
                <a:lnTo>
                  <a:pt x="8105775" y="1712506"/>
                </a:lnTo>
                <a:close/>
              </a:path>
              <a:path w="9867900" h="3000375">
                <a:moveTo>
                  <a:pt x="8105775" y="1285252"/>
                </a:moveTo>
                <a:lnTo>
                  <a:pt x="8105318" y="1284122"/>
                </a:lnTo>
                <a:lnTo>
                  <a:pt x="8103451" y="1282268"/>
                </a:lnTo>
                <a:lnTo>
                  <a:pt x="8102333" y="1281798"/>
                </a:lnTo>
                <a:lnTo>
                  <a:pt x="8099704" y="1281798"/>
                </a:lnTo>
                <a:lnTo>
                  <a:pt x="8098574" y="1282268"/>
                </a:lnTo>
                <a:lnTo>
                  <a:pt x="8096720" y="1284122"/>
                </a:lnTo>
                <a:lnTo>
                  <a:pt x="8096250" y="1285252"/>
                </a:lnTo>
                <a:lnTo>
                  <a:pt x="8096250" y="1287881"/>
                </a:lnTo>
                <a:lnTo>
                  <a:pt x="8096720" y="1288999"/>
                </a:lnTo>
                <a:lnTo>
                  <a:pt x="8098574" y="1290853"/>
                </a:lnTo>
                <a:lnTo>
                  <a:pt x="8099704" y="1291323"/>
                </a:lnTo>
                <a:lnTo>
                  <a:pt x="8102333" y="1291323"/>
                </a:lnTo>
                <a:lnTo>
                  <a:pt x="8103451" y="1290853"/>
                </a:lnTo>
                <a:lnTo>
                  <a:pt x="8105318" y="1288999"/>
                </a:lnTo>
                <a:lnTo>
                  <a:pt x="8105775" y="1287881"/>
                </a:lnTo>
                <a:lnTo>
                  <a:pt x="8105775" y="1285252"/>
                </a:lnTo>
                <a:close/>
              </a:path>
              <a:path w="9867900" h="3000375">
                <a:moveTo>
                  <a:pt x="8105775" y="857986"/>
                </a:moveTo>
                <a:lnTo>
                  <a:pt x="8105318" y="856856"/>
                </a:lnTo>
                <a:lnTo>
                  <a:pt x="8103451" y="855002"/>
                </a:lnTo>
                <a:lnTo>
                  <a:pt x="8102333" y="854532"/>
                </a:lnTo>
                <a:lnTo>
                  <a:pt x="8099704" y="854532"/>
                </a:lnTo>
                <a:lnTo>
                  <a:pt x="8098574" y="855002"/>
                </a:lnTo>
                <a:lnTo>
                  <a:pt x="8096720" y="856856"/>
                </a:lnTo>
                <a:lnTo>
                  <a:pt x="8096250" y="857986"/>
                </a:lnTo>
                <a:lnTo>
                  <a:pt x="8096250" y="860615"/>
                </a:lnTo>
                <a:lnTo>
                  <a:pt x="8096720" y="861733"/>
                </a:lnTo>
                <a:lnTo>
                  <a:pt x="8098574" y="863600"/>
                </a:lnTo>
                <a:lnTo>
                  <a:pt x="8099704" y="864057"/>
                </a:lnTo>
                <a:lnTo>
                  <a:pt x="8102333" y="864057"/>
                </a:lnTo>
                <a:lnTo>
                  <a:pt x="8103451" y="863600"/>
                </a:lnTo>
                <a:lnTo>
                  <a:pt x="8105318" y="861733"/>
                </a:lnTo>
                <a:lnTo>
                  <a:pt x="8105775" y="860615"/>
                </a:lnTo>
                <a:lnTo>
                  <a:pt x="8105775" y="857986"/>
                </a:lnTo>
                <a:close/>
              </a:path>
              <a:path w="9867900" h="3000375">
                <a:moveTo>
                  <a:pt x="8105775" y="430720"/>
                </a:moveTo>
                <a:lnTo>
                  <a:pt x="8105318" y="429590"/>
                </a:lnTo>
                <a:lnTo>
                  <a:pt x="8103451" y="427736"/>
                </a:lnTo>
                <a:lnTo>
                  <a:pt x="8102333" y="427266"/>
                </a:lnTo>
                <a:lnTo>
                  <a:pt x="8099704" y="427266"/>
                </a:lnTo>
                <a:lnTo>
                  <a:pt x="8098574" y="427736"/>
                </a:lnTo>
                <a:lnTo>
                  <a:pt x="8096720" y="429590"/>
                </a:lnTo>
                <a:lnTo>
                  <a:pt x="8096250" y="430720"/>
                </a:lnTo>
                <a:lnTo>
                  <a:pt x="8096250" y="433349"/>
                </a:lnTo>
                <a:lnTo>
                  <a:pt x="8096720" y="434467"/>
                </a:lnTo>
                <a:lnTo>
                  <a:pt x="8098574" y="436333"/>
                </a:lnTo>
                <a:lnTo>
                  <a:pt x="8099704" y="436791"/>
                </a:lnTo>
                <a:lnTo>
                  <a:pt x="8102333" y="436791"/>
                </a:lnTo>
                <a:lnTo>
                  <a:pt x="8103451" y="436333"/>
                </a:lnTo>
                <a:lnTo>
                  <a:pt x="8105318" y="434467"/>
                </a:lnTo>
                <a:lnTo>
                  <a:pt x="8105775" y="433349"/>
                </a:lnTo>
                <a:lnTo>
                  <a:pt x="8105775" y="430720"/>
                </a:lnTo>
                <a:close/>
              </a:path>
              <a:path w="9867900" h="3000375">
                <a:moveTo>
                  <a:pt x="8105775" y="3454"/>
                </a:moveTo>
                <a:lnTo>
                  <a:pt x="8105318" y="2336"/>
                </a:lnTo>
                <a:lnTo>
                  <a:pt x="8103451" y="469"/>
                </a:lnTo>
                <a:lnTo>
                  <a:pt x="8102333" y="0"/>
                </a:lnTo>
                <a:lnTo>
                  <a:pt x="8099704" y="0"/>
                </a:lnTo>
                <a:lnTo>
                  <a:pt x="8098574" y="469"/>
                </a:lnTo>
                <a:lnTo>
                  <a:pt x="8096720" y="2336"/>
                </a:lnTo>
                <a:lnTo>
                  <a:pt x="8096250" y="3454"/>
                </a:lnTo>
                <a:lnTo>
                  <a:pt x="8096250" y="6083"/>
                </a:lnTo>
                <a:lnTo>
                  <a:pt x="8096720" y="7200"/>
                </a:lnTo>
                <a:lnTo>
                  <a:pt x="8098574" y="9067"/>
                </a:lnTo>
                <a:lnTo>
                  <a:pt x="8099704" y="9525"/>
                </a:lnTo>
                <a:lnTo>
                  <a:pt x="8102333" y="9525"/>
                </a:lnTo>
                <a:lnTo>
                  <a:pt x="8103451" y="9067"/>
                </a:lnTo>
                <a:lnTo>
                  <a:pt x="8105318" y="7200"/>
                </a:lnTo>
                <a:lnTo>
                  <a:pt x="8105775" y="6083"/>
                </a:lnTo>
                <a:lnTo>
                  <a:pt x="8105775" y="3454"/>
                </a:lnTo>
                <a:close/>
              </a:path>
              <a:path w="9867900" h="3000375">
                <a:moveTo>
                  <a:pt x="8153400" y="2994304"/>
                </a:moveTo>
                <a:lnTo>
                  <a:pt x="8152943" y="2993186"/>
                </a:lnTo>
                <a:lnTo>
                  <a:pt x="8151076" y="2991320"/>
                </a:lnTo>
                <a:lnTo>
                  <a:pt x="8149958" y="2990850"/>
                </a:lnTo>
                <a:lnTo>
                  <a:pt x="8147329" y="2990850"/>
                </a:lnTo>
                <a:lnTo>
                  <a:pt x="8146199" y="2991320"/>
                </a:lnTo>
                <a:lnTo>
                  <a:pt x="8144345" y="2993186"/>
                </a:lnTo>
                <a:lnTo>
                  <a:pt x="8143875" y="2994304"/>
                </a:lnTo>
                <a:lnTo>
                  <a:pt x="8143875" y="2996933"/>
                </a:lnTo>
                <a:lnTo>
                  <a:pt x="8144345" y="2998051"/>
                </a:lnTo>
                <a:lnTo>
                  <a:pt x="8146199" y="2999917"/>
                </a:lnTo>
                <a:lnTo>
                  <a:pt x="8147329" y="3000375"/>
                </a:lnTo>
                <a:lnTo>
                  <a:pt x="8149958" y="3000375"/>
                </a:lnTo>
                <a:lnTo>
                  <a:pt x="8151076" y="2999917"/>
                </a:lnTo>
                <a:lnTo>
                  <a:pt x="8152943" y="2998051"/>
                </a:lnTo>
                <a:lnTo>
                  <a:pt x="8153400" y="2996933"/>
                </a:lnTo>
                <a:lnTo>
                  <a:pt x="8153400" y="2994304"/>
                </a:lnTo>
                <a:close/>
              </a:path>
              <a:path w="9867900" h="3000375">
                <a:moveTo>
                  <a:pt x="8153400" y="2567038"/>
                </a:moveTo>
                <a:lnTo>
                  <a:pt x="8152943" y="2565920"/>
                </a:lnTo>
                <a:lnTo>
                  <a:pt x="8151076" y="2564053"/>
                </a:lnTo>
                <a:lnTo>
                  <a:pt x="8149958" y="2563596"/>
                </a:lnTo>
                <a:lnTo>
                  <a:pt x="8147329" y="2563596"/>
                </a:lnTo>
                <a:lnTo>
                  <a:pt x="8146199" y="2564053"/>
                </a:lnTo>
                <a:lnTo>
                  <a:pt x="8144345" y="2565920"/>
                </a:lnTo>
                <a:lnTo>
                  <a:pt x="8143875" y="2567038"/>
                </a:lnTo>
                <a:lnTo>
                  <a:pt x="8143875" y="2569667"/>
                </a:lnTo>
                <a:lnTo>
                  <a:pt x="8144345" y="2570797"/>
                </a:lnTo>
                <a:lnTo>
                  <a:pt x="8146199" y="2572651"/>
                </a:lnTo>
                <a:lnTo>
                  <a:pt x="8147329" y="2573121"/>
                </a:lnTo>
                <a:lnTo>
                  <a:pt x="8149958" y="2573121"/>
                </a:lnTo>
                <a:lnTo>
                  <a:pt x="8151076" y="2572651"/>
                </a:lnTo>
                <a:lnTo>
                  <a:pt x="8152943" y="2570797"/>
                </a:lnTo>
                <a:lnTo>
                  <a:pt x="8153400" y="2569667"/>
                </a:lnTo>
                <a:lnTo>
                  <a:pt x="8153400" y="2567038"/>
                </a:lnTo>
                <a:close/>
              </a:path>
              <a:path w="9867900" h="3000375">
                <a:moveTo>
                  <a:pt x="8153400" y="2139772"/>
                </a:moveTo>
                <a:lnTo>
                  <a:pt x="8152943" y="2138654"/>
                </a:lnTo>
                <a:lnTo>
                  <a:pt x="8151076" y="2136787"/>
                </a:lnTo>
                <a:lnTo>
                  <a:pt x="8149958" y="2136330"/>
                </a:lnTo>
                <a:lnTo>
                  <a:pt x="8147329" y="2136330"/>
                </a:lnTo>
                <a:lnTo>
                  <a:pt x="8146199" y="2136787"/>
                </a:lnTo>
                <a:lnTo>
                  <a:pt x="8144345" y="2138654"/>
                </a:lnTo>
                <a:lnTo>
                  <a:pt x="8143875" y="2139772"/>
                </a:lnTo>
                <a:lnTo>
                  <a:pt x="8143875" y="2142401"/>
                </a:lnTo>
                <a:lnTo>
                  <a:pt x="8144345" y="2143531"/>
                </a:lnTo>
                <a:lnTo>
                  <a:pt x="8146199" y="2145385"/>
                </a:lnTo>
                <a:lnTo>
                  <a:pt x="8147329" y="2145855"/>
                </a:lnTo>
                <a:lnTo>
                  <a:pt x="8149958" y="2145855"/>
                </a:lnTo>
                <a:lnTo>
                  <a:pt x="8151076" y="2145385"/>
                </a:lnTo>
                <a:lnTo>
                  <a:pt x="8152943" y="2143531"/>
                </a:lnTo>
                <a:lnTo>
                  <a:pt x="8153400" y="2142401"/>
                </a:lnTo>
                <a:lnTo>
                  <a:pt x="8153400" y="2139772"/>
                </a:lnTo>
                <a:close/>
              </a:path>
              <a:path w="9867900" h="3000375">
                <a:moveTo>
                  <a:pt x="8153400" y="1712506"/>
                </a:moveTo>
                <a:lnTo>
                  <a:pt x="8152943" y="1711388"/>
                </a:lnTo>
                <a:lnTo>
                  <a:pt x="8151076" y="1709534"/>
                </a:lnTo>
                <a:lnTo>
                  <a:pt x="8149958" y="1709064"/>
                </a:lnTo>
                <a:lnTo>
                  <a:pt x="8147329" y="1709064"/>
                </a:lnTo>
                <a:lnTo>
                  <a:pt x="8146199" y="1709534"/>
                </a:lnTo>
                <a:lnTo>
                  <a:pt x="8144345" y="1711388"/>
                </a:lnTo>
                <a:lnTo>
                  <a:pt x="8143875" y="1712506"/>
                </a:lnTo>
                <a:lnTo>
                  <a:pt x="8143875" y="1715135"/>
                </a:lnTo>
                <a:lnTo>
                  <a:pt x="8144345" y="1716265"/>
                </a:lnTo>
                <a:lnTo>
                  <a:pt x="8146199" y="1718119"/>
                </a:lnTo>
                <a:lnTo>
                  <a:pt x="8147329" y="1718589"/>
                </a:lnTo>
                <a:lnTo>
                  <a:pt x="8149958" y="1718589"/>
                </a:lnTo>
                <a:lnTo>
                  <a:pt x="8151076" y="1718119"/>
                </a:lnTo>
                <a:lnTo>
                  <a:pt x="8152943" y="1716265"/>
                </a:lnTo>
                <a:lnTo>
                  <a:pt x="8153400" y="1715135"/>
                </a:lnTo>
                <a:lnTo>
                  <a:pt x="8153400" y="1712506"/>
                </a:lnTo>
                <a:close/>
              </a:path>
              <a:path w="9867900" h="3000375">
                <a:moveTo>
                  <a:pt x="8153400" y="1285252"/>
                </a:moveTo>
                <a:lnTo>
                  <a:pt x="8152943" y="1284122"/>
                </a:lnTo>
                <a:lnTo>
                  <a:pt x="8151076" y="1282268"/>
                </a:lnTo>
                <a:lnTo>
                  <a:pt x="8149958" y="1281798"/>
                </a:lnTo>
                <a:lnTo>
                  <a:pt x="8147329" y="1281798"/>
                </a:lnTo>
                <a:lnTo>
                  <a:pt x="8146199" y="1282268"/>
                </a:lnTo>
                <a:lnTo>
                  <a:pt x="8144345" y="1284122"/>
                </a:lnTo>
                <a:lnTo>
                  <a:pt x="8143875" y="1285252"/>
                </a:lnTo>
                <a:lnTo>
                  <a:pt x="8143875" y="1287881"/>
                </a:lnTo>
                <a:lnTo>
                  <a:pt x="8144345" y="1288999"/>
                </a:lnTo>
                <a:lnTo>
                  <a:pt x="8146199" y="1290853"/>
                </a:lnTo>
                <a:lnTo>
                  <a:pt x="8147329" y="1291323"/>
                </a:lnTo>
                <a:lnTo>
                  <a:pt x="8149958" y="1291323"/>
                </a:lnTo>
                <a:lnTo>
                  <a:pt x="8151076" y="1290853"/>
                </a:lnTo>
                <a:lnTo>
                  <a:pt x="8152943" y="1288999"/>
                </a:lnTo>
                <a:lnTo>
                  <a:pt x="8153400" y="1287881"/>
                </a:lnTo>
                <a:lnTo>
                  <a:pt x="8153400" y="1285252"/>
                </a:lnTo>
                <a:close/>
              </a:path>
              <a:path w="9867900" h="3000375">
                <a:moveTo>
                  <a:pt x="8153400" y="857986"/>
                </a:moveTo>
                <a:lnTo>
                  <a:pt x="8152943" y="856856"/>
                </a:lnTo>
                <a:lnTo>
                  <a:pt x="8151076" y="855002"/>
                </a:lnTo>
                <a:lnTo>
                  <a:pt x="8149958" y="854532"/>
                </a:lnTo>
                <a:lnTo>
                  <a:pt x="8147329" y="854532"/>
                </a:lnTo>
                <a:lnTo>
                  <a:pt x="8146199" y="855002"/>
                </a:lnTo>
                <a:lnTo>
                  <a:pt x="8144345" y="856856"/>
                </a:lnTo>
                <a:lnTo>
                  <a:pt x="8143875" y="857986"/>
                </a:lnTo>
                <a:lnTo>
                  <a:pt x="8143875" y="860615"/>
                </a:lnTo>
                <a:lnTo>
                  <a:pt x="8144345" y="861733"/>
                </a:lnTo>
                <a:lnTo>
                  <a:pt x="8146199" y="863600"/>
                </a:lnTo>
                <a:lnTo>
                  <a:pt x="8147329" y="864057"/>
                </a:lnTo>
                <a:lnTo>
                  <a:pt x="8149958" y="864057"/>
                </a:lnTo>
                <a:lnTo>
                  <a:pt x="8151076" y="863600"/>
                </a:lnTo>
                <a:lnTo>
                  <a:pt x="8152943" y="861733"/>
                </a:lnTo>
                <a:lnTo>
                  <a:pt x="8153400" y="860615"/>
                </a:lnTo>
                <a:lnTo>
                  <a:pt x="8153400" y="857986"/>
                </a:lnTo>
                <a:close/>
              </a:path>
              <a:path w="9867900" h="3000375">
                <a:moveTo>
                  <a:pt x="8153400" y="430720"/>
                </a:moveTo>
                <a:lnTo>
                  <a:pt x="8152943" y="429590"/>
                </a:lnTo>
                <a:lnTo>
                  <a:pt x="8151076" y="427736"/>
                </a:lnTo>
                <a:lnTo>
                  <a:pt x="8149958" y="427266"/>
                </a:lnTo>
                <a:lnTo>
                  <a:pt x="8147329" y="427266"/>
                </a:lnTo>
                <a:lnTo>
                  <a:pt x="8146199" y="427736"/>
                </a:lnTo>
                <a:lnTo>
                  <a:pt x="8144345" y="429590"/>
                </a:lnTo>
                <a:lnTo>
                  <a:pt x="8143875" y="430720"/>
                </a:lnTo>
                <a:lnTo>
                  <a:pt x="8143875" y="433349"/>
                </a:lnTo>
                <a:lnTo>
                  <a:pt x="8144345" y="434467"/>
                </a:lnTo>
                <a:lnTo>
                  <a:pt x="8146199" y="436333"/>
                </a:lnTo>
                <a:lnTo>
                  <a:pt x="8147329" y="436791"/>
                </a:lnTo>
                <a:lnTo>
                  <a:pt x="8149958" y="436791"/>
                </a:lnTo>
                <a:lnTo>
                  <a:pt x="8151076" y="436333"/>
                </a:lnTo>
                <a:lnTo>
                  <a:pt x="8152943" y="434467"/>
                </a:lnTo>
                <a:lnTo>
                  <a:pt x="8153400" y="433349"/>
                </a:lnTo>
                <a:lnTo>
                  <a:pt x="8153400" y="430720"/>
                </a:lnTo>
                <a:close/>
              </a:path>
              <a:path w="9867900" h="3000375">
                <a:moveTo>
                  <a:pt x="8153400" y="3454"/>
                </a:moveTo>
                <a:lnTo>
                  <a:pt x="8152943" y="2336"/>
                </a:lnTo>
                <a:lnTo>
                  <a:pt x="8151076" y="469"/>
                </a:lnTo>
                <a:lnTo>
                  <a:pt x="8149958" y="0"/>
                </a:lnTo>
                <a:lnTo>
                  <a:pt x="8147329" y="0"/>
                </a:lnTo>
                <a:lnTo>
                  <a:pt x="8146199" y="469"/>
                </a:lnTo>
                <a:lnTo>
                  <a:pt x="8144345" y="2336"/>
                </a:lnTo>
                <a:lnTo>
                  <a:pt x="8143875" y="3454"/>
                </a:lnTo>
                <a:lnTo>
                  <a:pt x="8143875" y="6083"/>
                </a:lnTo>
                <a:lnTo>
                  <a:pt x="8144345" y="7200"/>
                </a:lnTo>
                <a:lnTo>
                  <a:pt x="8146199" y="9067"/>
                </a:lnTo>
                <a:lnTo>
                  <a:pt x="8147329" y="9525"/>
                </a:lnTo>
                <a:lnTo>
                  <a:pt x="8149958" y="9525"/>
                </a:lnTo>
                <a:lnTo>
                  <a:pt x="8151076" y="9067"/>
                </a:lnTo>
                <a:lnTo>
                  <a:pt x="8152943" y="7200"/>
                </a:lnTo>
                <a:lnTo>
                  <a:pt x="8153400" y="6083"/>
                </a:lnTo>
                <a:lnTo>
                  <a:pt x="8153400" y="3454"/>
                </a:lnTo>
                <a:close/>
              </a:path>
              <a:path w="9867900" h="3000375">
                <a:moveTo>
                  <a:pt x="8201025" y="2994304"/>
                </a:moveTo>
                <a:lnTo>
                  <a:pt x="8200568" y="2993186"/>
                </a:lnTo>
                <a:lnTo>
                  <a:pt x="8198701" y="2991320"/>
                </a:lnTo>
                <a:lnTo>
                  <a:pt x="8197583" y="2990850"/>
                </a:lnTo>
                <a:lnTo>
                  <a:pt x="8194954" y="2990850"/>
                </a:lnTo>
                <a:lnTo>
                  <a:pt x="8193824" y="2991320"/>
                </a:lnTo>
                <a:lnTo>
                  <a:pt x="8191970" y="2993186"/>
                </a:lnTo>
                <a:lnTo>
                  <a:pt x="8191500" y="2994304"/>
                </a:lnTo>
                <a:lnTo>
                  <a:pt x="8191500" y="2996933"/>
                </a:lnTo>
                <a:lnTo>
                  <a:pt x="8191970" y="2998051"/>
                </a:lnTo>
                <a:lnTo>
                  <a:pt x="8193824" y="2999917"/>
                </a:lnTo>
                <a:lnTo>
                  <a:pt x="8194954" y="3000375"/>
                </a:lnTo>
                <a:lnTo>
                  <a:pt x="8197583" y="3000375"/>
                </a:lnTo>
                <a:lnTo>
                  <a:pt x="8198701" y="2999917"/>
                </a:lnTo>
                <a:lnTo>
                  <a:pt x="8200568" y="2998051"/>
                </a:lnTo>
                <a:lnTo>
                  <a:pt x="8201025" y="2996933"/>
                </a:lnTo>
                <a:lnTo>
                  <a:pt x="8201025" y="2994304"/>
                </a:lnTo>
                <a:close/>
              </a:path>
              <a:path w="9867900" h="3000375">
                <a:moveTo>
                  <a:pt x="8201025" y="2567038"/>
                </a:moveTo>
                <a:lnTo>
                  <a:pt x="8200568" y="2565920"/>
                </a:lnTo>
                <a:lnTo>
                  <a:pt x="8198701" y="2564053"/>
                </a:lnTo>
                <a:lnTo>
                  <a:pt x="8197583" y="2563596"/>
                </a:lnTo>
                <a:lnTo>
                  <a:pt x="8194954" y="2563596"/>
                </a:lnTo>
                <a:lnTo>
                  <a:pt x="8193824" y="2564053"/>
                </a:lnTo>
                <a:lnTo>
                  <a:pt x="8191970" y="2565920"/>
                </a:lnTo>
                <a:lnTo>
                  <a:pt x="8191500" y="2567038"/>
                </a:lnTo>
                <a:lnTo>
                  <a:pt x="8191500" y="2569667"/>
                </a:lnTo>
                <a:lnTo>
                  <a:pt x="8191970" y="2570797"/>
                </a:lnTo>
                <a:lnTo>
                  <a:pt x="8193824" y="2572651"/>
                </a:lnTo>
                <a:lnTo>
                  <a:pt x="8194954" y="2573121"/>
                </a:lnTo>
                <a:lnTo>
                  <a:pt x="8197583" y="2573121"/>
                </a:lnTo>
                <a:lnTo>
                  <a:pt x="8198701" y="2572651"/>
                </a:lnTo>
                <a:lnTo>
                  <a:pt x="8200568" y="2570797"/>
                </a:lnTo>
                <a:lnTo>
                  <a:pt x="8201025" y="2569667"/>
                </a:lnTo>
                <a:lnTo>
                  <a:pt x="8201025" y="2567038"/>
                </a:lnTo>
                <a:close/>
              </a:path>
              <a:path w="9867900" h="3000375">
                <a:moveTo>
                  <a:pt x="8201025" y="2139772"/>
                </a:moveTo>
                <a:lnTo>
                  <a:pt x="8200568" y="2138654"/>
                </a:lnTo>
                <a:lnTo>
                  <a:pt x="8198701" y="2136787"/>
                </a:lnTo>
                <a:lnTo>
                  <a:pt x="8197583" y="2136330"/>
                </a:lnTo>
                <a:lnTo>
                  <a:pt x="8194954" y="2136330"/>
                </a:lnTo>
                <a:lnTo>
                  <a:pt x="8193824" y="2136787"/>
                </a:lnTo>
                <a:lnTo>
                  <a:pt x="8191970" y="2138654"/>
                </a:lnTo>
                <a:lnTo>
                  <a:pt x="8191500" y="2139772"/>
                </a:lnTo>
                <a:lnTo>
                  <a:pt x="8191500" y="2142401"/>
                </a:lnTo>
                <a:lnTo>
                  <a:pt x="8191970" y="2143531"/>
                </a:lnTo>
                <a:lnTo>
                  <a:pt x="8193824" y="2145385"/>
                </a:lnTo>
                <a:lnTo>
                  <a:pt x="8194954" y="2145855"/>
                </a:lnTo>
                <a:lnTo>
                  <a:pt x="8197583" y="2145855"/>
                </a:lnTo>
                <a:lnTo>
                  <a:pt x="8198701" y="2145385"/>
                </a:lnTo>
                <a:lnTo>
                  <a:pt x="8200568" y="2143531"/>
                </a:lnTo>
                <a:lnTo>
                  <a:pt x="8201025" y="2142401"/>
                </a:lnTo>
                <a:lnTo>
                  <a:pt x="8201025" y="2139772"/>
                </a:lnTo>
                <a:close/>
              </a:path>
              <a:path w="9867900" h="3000375">
                <a:moveTo>
                  <a:pt x="8201025" y="1712506"/>
                </a:moveTo>
                <a:lnTo>
                  <a:pt x="8200568" y="1711388"/>
                </a:lnTo>
                <a:lnTo>
                  <a:pt x="8198701" y="1709534"/>
                </a:lnTo>
                <a:lnTo>
                  <a:pt x="8197583" y="1709064"/>
                </a:lnTo>
                <a:lnTo>
                  <a:pt x="8194954" y="1709064"/>
                </a:lnTo>
                <a:lnTo>
                  <a:pt x="8193824" y="1709534"/>
                </a:lnTo>
                <a:lnTo>
                  <a:pt x="8191970" y="1711388"/>
                </a:lnTo>
                <a:lnTo>
                  <a:pt x="8191500" y="1712506"/>
                </a:lnTo>
                <a:lnTo>
                  <a:pt x="8191500" y="1715135"/>
                </a:lnTo>
                <a:lnTo>
                  <a:pt x="8191970" y="1716265"/>
                </a:lnTo>
                <a:lnTo>
                  <a:pt x="8193824" y="1718119"/>
                </a:lnTo>
                <a:lnTo>
                  <a:pt x="8194954" y="1718589"/>
                </a:lnTo>
                <a:lnTo>
                  <a:pt x="8197583" y="1718589"/>
                </a:lnTo>
                <a:lnTo>
                  <a:pt x="8198701" y="1718119"/>
                </a:lnTo>
                <a:lnTo>
                  <a:pt x="8200568" y="1716265"/>
                </a:lnTo>
                <a:lnTo>
                  <a:pt x="8201025" y="1715135"/>
                </a:lnTo>
                <a:lnTo>
                  <a:pt x="8201025" y="1712506"/>
                </a:lnTo>
                <a:close/>
              </a:path>
              <a:path w="9867900" h="3000375">
                <a:moveTo>
                  <a:pt x="8201025" y="1285252"/>
                </a:moveTo>
                <a:lnTo>
                  <a:pt x="8200568" y="1284122"/>
                </a:lnTo>
                <a:lnTo>
                  <a:pt x="8198701" y="1282268"/>
                </a:lnTo>
                <a:lnTo>
                  <a:pt x="8197583" y="1281798"/>
                </a:lnTo>
                <a:lnTo>
                  <a:pt x="8194954" y="1281798"/>
                </a:lnTo>
                <a:lnTo>
                  <a:pt x="8193824" y="1282268"/>
                </a:lnTo>
                <a:lnTo>
                  <a:pt x="8191970" y="1284122"/>
                </a:lnTo>
                <a:lnTo>
                  <a:pt x="8191500" y="1285252"/>
                </a:lnTo>
                <a:lnTo>
                  <a:pt x="8191500" y="1287881"/>
                </a:lnTo>
                <a:lnTo>
                  <a:pt x="8191970" y="1288999"/>
                </a:lnTo>
                <a:lnTo>
                  <a:pt x="8193824" y="1290853"/>
                </a:lnTo>
                <a:lnTo>
                  <a:pt x="8194954" y="1291323"/>
                </a:lnTo>
                <a:lnTo>
                  <a:pt x="8197583" y="1291323"/>
                </a:lnTo>
                <a:lnTo>
                  <a:pt x="8198701" y="1290853"/>
                </a:lnTo>
                <a:lnTo>
                  <a:pt x="8200568" y="1288999"/>
                </a:lnTo>
                <a:lnTo>
                  <a:pt x="8201025" y="1287881"/>
                </a:lnTo>
                <a:lnTo>
                  <a:pt x="8201025" y="1285252"/>
                </a:lnTo>
                <a:close/>
              </a:path>
              <a:path w="9867900" h="3000375">
                <a:moveTo>
                  <a:pt x="8201025" y="857986"/>
                </a:moveTo>
                <a:lnTo>
                  <a:pt x="8200568" y="856856"/>
                </a:lnTo>
                <a:lnTo>
                  <a:pt x="8198701" y="855002"/>
                </a:lnTo>
                <a:lnTo>
                  <a:pt x="8197583" y="854532"/>
                </a:lnTo>
                <a:lnTo>
                  <a:pt x="8194954" y="854532"/>
                </a:lnTo>
                <a:lnTo>
                  <a:pt x="8193824" y="855002"/>
                </a:lnTo>
                <a:lnTo>
                  <a:pt x="8191970" y="856856"/>
                </a:lnTo>
                <a:lnTo>
                  <a:pt x="8191500" y="857986"/>
                </a:lnTo>
                <a:lnTo>
                  <a:pt x="8191500" y="860615"/>
                </a:lnTo>
                <a:lnTo>
                  <a:pt x="8191970" y="861733"/>
                </a:lnTo>
                <a:lnTo>
                  <a:pt x="8193824" y="863600"/>
                </a:lnTo>
                <a:lnTo>
                  <a:pt x="8194954" y="864057"/>
                </a:lnTo>
                <a:lnTo>
                  <a:pt x="8197583" y="864057"/>
                </a:lnTo>
                <a:lnTo>
                  <a:pt x="8198701" y="863600"/>
                </a:lnTo>
                <a:lnTo>
                  <a:pt x="8200568" y="861733"/>
                </a:lnTo>
                <a:lnTo>
                  <a:pt x="8201025" y="860615"/>
                </a:lnTo>
                <a:lnTo>
                  <a:pt x="8201025" y="857986"/>
                </a:lnTo>
                <a:close/>
              </a:path>
              <a:path w="9867900" h="3000375">
                <a:moveTo>
                  <a:pt x="8201025" y="430720"/>
                </a:moveTo>
                <a:lnTo>
                  <a:pt x="8200568" y="429590"/>
                </a:lnTo>
                <a:lnTo>
                  <a:pt x="8198701" y="427736"/>
                </a:lnTo>
                <a:lnTo>
                  <a:pt x="8197583" y="427266"/>
                </a:lnTo>
                <a:lnTo>
                  <a:pt x="8194954" y="427266"/>
                </a:lnTo>
                <a:lnTo>
                  <a:pt x="8193824" y="427736"/>
                </a:lnTo>
                <a:lnTo>
                  <a:pt x="8191970" y="429590"/>
                </a:lnTo>
                <a:lnTo>
                  <a:pt x="8191500" y="430720"/>
                </a:lnTo>
                <a:lnTo>
                  <a:pt x="8191500" y="433349"/>
                </a:lnTo>
                <a:lnTo>
                  <a:pt x="8191970" y="434467"/>
                </a:lnTo>
                <a:lnTo>
                  <a:pt x="8193824" y="436333"/>
                </a:lnTo>
                <a:lnTo>
                  <a:pt x="8194954" y="436791"/>
                </a:lnTo>
                <a:lnTo>
                  <a:pt x="8197583" y="436791"/>
                </a:lnTo>
                <a:lnTo>
                  <a:pt x="8198701" y="436333"/>
                </a:lnTo>
                <a:lnTo>
                  <a:pt x="8200568" y="434467"/>
                </a:lnTo>
                <a:lnTo>
                  <a:pt x="8201025" y="433349"/>
                </a:lnTo>
                <a:lnTo>
                  <a:pt x="8201025" y="430720"/>
                </a:lnTo>
                <a:close/>
              </a:path>
              <a:path w="9867900" h="3000375">
                <a:moveTo>
                  <a:pt x="8201025" y="3454"/>
                </a:moveTo>
                <a:lnTo>
                  <a:pt x="8200568" y="2336"/>
                </a:lnTo>
                <a:lnTo>
                  <a:pt x="8198701" y="469"/>
                </a:lnTo>
                <a:lnTo>
                  <a:pt x="8197583" y="0"/>
                </a:lnTo>
                <a:lnTo>
                  <a:pt x="8194954" y="0"/>
                </a:lnTo>
                <a:lnTo>
                  <a:pt x="8193824" y="469"/>
                </a:lnTo>
                <a:lnTo>
                  <a:pt x="8191970" y="2336"/>
                </a:lnTo>
                <a:lnTo>
                  <a:pt x="8191500" y="3454"/>
                </a:lnTo>
                <a:lnTo>
                  <a:pt x="8191500" y="6083"/>
                </a:lnTo>
                <a:lnTo>
                  <a:pt x="8191970" y="7200"/>
                </a:lnTo>
                <a:lnTo>
                  <a:pt x="8193824" y="9067"/>
                </a:lnTo>
                <a:lnTo>
                  <a:pt x="8194954" y="9525"/>
                </a:lnTo>
                <a:lnTo>
                  <a:pt x="8197583" y="9525"/>
                </a:lnTo>
                <a:lnTo>
                  <a:pt x="8198701" y="9067"/>
                </a:lnTo>
                <a:lnTo>
                  <a:pt x="8200568" y="7200"/>
                </a:lnTo>
                <a:lnTo>
                  <a:pt x="8201025" y="6083"/>
                </a:lnTo>
                <a:lnTo>
                  <a:pt x="8201025" y="3454"/>
                </a:lnTo>
                <a:close/>
              </a:path>
              <a:path w="9867900" h="3000375">
                <a:moveTo>
                  <a:pt x="8248650" y="2994304"/>
                </a:moveTo>
                <a:lnTo>
                  <a:pt x="8248193" y="2993186"/>
                </a:lnTo>
                <a:lnTo>
                  <a:pt x="8246326" y="2991320"/>
                </a:lnTo>
                <a:lnTo>
                  <a:pt x="8245208" y="2990850"/>
                </a:lnTo>
                <a:lnTo>
                  <a:pt x="8242579" y="2990850"/>
                </a:lnTo>
                <a:lnTo>
                  <a:pt x="8241449" y="2991320"/>
                </a:lnTo>
                <a:lnTo>
                  <a:pt x="8239595" y="2993186"/>
                </a:lnTo>
                <a:lnTo>
                  <a:pt x="8239125" y="2994304"/>
                </a:lnTo>
                <a:lnTo>
                  <a:pt x="8239125" y="2996933"/>
                </a:lnTo>
                <a:lnTo>
                  <a:pt x="8239595" y="2998051"/>
                </a:lnTo>
                <a:lnTo>
                  <a:pt x="8241449" y="2999917"/>
                </a:lnTo>
                <a:lnTo>
                  <a:pt x="8242579" y="3000375"/>
                </a:lnTo>
                <a:lnTo>
                  <a:pt x="8245208" y="3000375"/>
                </a:lnTo>
                <a:lnTo>
                  <a:pt x="8246326" y="2999917"/>
                </a:lnTo>
                <a:lnTo>
                  <a:pt x="8248193" y="2998051"/>
                </a:lnTo>
                <a:lnTo>
                  <a:pt x="8248650" y="2996933"/>
                </a:lnTo>
                <a:lnTo>
                  <a:pt x="8248650" y="2994304"/>
                </a:lnTo>
                <a:close/>
              </a:path>
              <a:path w="9867900" h="3000375">
                <a:moveTo>
                  <a:pt x="8248650" y="2567038"/>
                </a:moveTo>
                <a:lnTo>
                  <a:pt x="8248193" y="2565920"/>
                </a:lnTo>
                <a:lnTo>
                  <a:pt x="8246326" y="2564053"/>
                </a:lnTo>
                <a:lnTo>
                  <a:pt x="8245208" y="2563596"/>
                </a:lnTo>
                <a:lnTo>
                  <a:pt x="8242579" y="2563596"/>
                </a:lnTo>
                <a:lnTo>
                  <a:pt x="8241449" y="2564053"/>
                </a:lnTo>
                <a:lnTo>
                  <a:pt x="8239595" y="2565920"/>
                </a:lnTo>
                <a:lnTo>
                  <a:pt x="8239125" y="2567038"/>
                </a:lnTo>
                <a:lnTo>
                  <a:pt x="8239125" y="2569667"/>
                </a:lnTo>
                <a:lnTo>
                  <a:pt x="8239595" y="2570797"/>
                </a:lnTo>
                <a:lnTo>
                  <a:pt x="8241449" y="2572651"/>
                </a:lnTo>
                <a:lnTo>
                  <a:pt x="8242579" y="2573121"/>
                </a:lnTo>
                <a:lnTo>
                  <a:pt x="8245208" y="2573121"/>
                </a:lnTo>
                <a:lnTo>
                  <a:pt x="8246326" y="2572651"/>
                </a:lnTo>
                <a:lnTo>
                  <a:pt x="8248193" y="2570797"/>
                </a:lnTo>
                <a:lnTo>
                  <a:pt x="8248650" y="2569667"/>
                </a:lnTo>
                <a:lnTo>
                  <a:pt x="8248650" y="2567038"/>
                </a:lnTo>
                <a:close/>
              </a:path>
              <a:path w="9867900" h="3000375">
                <a:moveTo>
                  <a:pt x="8248650" y="2139772"/>
                </a:moveTo>
                <a:lnTo>
                  <a:pt x="8248193" y="2138654"/>
                </a:lnTo>
                <a:lnTo>
                  <a:pt x="8246326" y="2136787"/>
                </a:lnTo>
                <a:lnTo>
                  <a:pt x="8245208" y="2136330"/>
                </a:lnTo>
                <a:lnTo>
                  <a:pt x="8242579" y="2136330"/>
                </a:lnTo>
                <a:lnTo>
                  <a:pt x="8241449" y="2136787"/>
                </a:lnTo>
                <a:lnTo>
                  <a:pt x="8239595" y="2138654"/>
                </a:lnTo>
                <a:lnTo>
                  <a:pt x="8239125" y="2139772"/>
                </a:lnTo>
                <a:lnTo>
                  <a:pt x="8239125" y="2142401"/>
                </a:lnTo>
                <a:lnTo>
                  <a:pt x="8239595" y="2143531"/>
                </a:lnTo>
                <a:lnTo>
                  <a:pt x="8241449" y="2145385"/>
                </a:lnTo>
                <a:lnTo>
                  <a:pt x="8242579" y="2145855"/>
                </a:lnTo>
                <a:lnTo>
                  <a:pt x="8245208" y="2145855"/>
                </a:lnTo>
                <a:lnTo>
                  <a:pt x="8246326" y="2145385"/>
                </a:lnTo>
                <a:lnTo>
                  <a:pt x="8248193" y="2143531"/>
                </a:lnTo>
                <a:lnTo>
                  <a:pt x="8248650" y="2142401"/>
                </a:lnTo>
                <a:lnTo>
                  <a:pt x="8248650" y="2139772"/>
                </a:lnTo>
                <a:close/>
              </a:path>
              <a:path w="9867900" h="3000375">
                <a:moveTo>
                  <a:pt x="8248650" y="1712506"/>
                </a:moveTo>
                <a:lnTo>
                  <a:pt x="8248193" y="1711388"/>
                </a:lnTo>
                <a:lnTo>
                  <a:pt x="8246326" y="1709534"/>
                </a:lnTo>
                <a:lnTo>
                  <a:pt x="8245208" y="1709064"/>
                </a:lnTo>
                <a:lnTo>
                  <a:pt x="8242579" y="1709064"/>
                </a:lnTo>
                <a:lnTo>
                  <a:pt x="8241449" y="1709534"/>
                </a:lnTo>
                <a:lnTo>
                  <a:pt x="8239595" y="1711388"/>
                </a:lnTo>
                <a:lnTo>
                  <a:pt x="8239125" y="1712506"/>
                </a:lnTo>
                <a:lnTo>
                  <a:pt x="8239125" y="1715135"/>
                </a:lnTo>
                <a:lnTo>
                  <a:pt x="8239595" y="1716265"/>
                </a:lnTo>
                <a:lnTo>
                  <a:pt x="8241449" y="1718119"/>
                </a:lnTo>
                <a:lnTo>
                  <a:pt x="8242579" y="1718589"/>
                </a:lnTo>
                <a:lnTo>
                  <a:pt x="8245208" y="1718589"/>
                </a:lnTo>
                <a:lnTo>
                  <a:pt x="8246326" y="1718119"/>
                </a:lnTo>
                <a:lnTo>
                  <a:pt x="8248193" y="1716265"/>
                </a:lnTo>
                <a:lnTo>
                  <a:pt x="8248650" y="1715135"/>
                </a:lnTo>
                <a:lnTo>
                  <a:pt x="8248650" y="1712506"/>
                </a:lnTo>
                <a:close/>
              </a:path>
              <a:path w="9867900" h="3000375">
                <a:moveTo>
                  <a:pt x="8248650" y="1285252"/>
                </a:moveTo>
                <a:lnTo>
                  <a:pt x="8248193" y="1284122"/>
                </a:lnTo>
                <a:lnTo>
                  <a:pt x="8246326" y="1282268"/>
                </a:lnTo>
                <a:lnTo>
                  <a:pt x="8245208" y="1281798"/>
                </a:lnTo>
                <a:lnTo>
                  <a:pt x="8242579" y="1281798"/>
                </a:lnTo>
                <a:lnTo>
                  <a:pt x="8241449" y="1282268"/>
                </a:lnTo>
                <a:lnTo>
                  <a:pt x="8239595" y="1284122"/>
                </a:lnTo>
                <a:lnTo>
                  <a:pt x="8239125" y="1285252"/>
                </a:lnTo>
                <a:lnTo>
                  <a:pt x="8239125" y="1287881"/>
                </a:lnTo>
                <a:lnTo>
                  <a:pt x="8239595" y="1288999"/>
                </a:lnTo>
                <a:lnTo>
                  <a:pt x="8241449" y="1290853"/>
                </a:lnTo>
                <a:lnTo>
                  <a:pt x="8242579" y="1291323"/>
                </a:lnTo>
                <a:lnTo>
                  <a:pt x="8245208" y="1291323"/>
                </a:lnTo>
                <a:lnTo>
                  <a:pt x="8246326" y="1290853"/>
                </a:lnTo>
                <a:lnTo>
                  <a:pt x="8248193" y="1288999"/>
                </a:lnTo>
                <a:lnTo>
                  <a:pt x="8248650" y="1287881"/>
                </a:lnTo>
                <a:lnTo>
                  <a:pt x="8248650" y="1285252"/>
                </a:lnTo>
                <a:close/>
              </a:path>
              <a:path w="9867900" h="3000375">
                <a:moveTo>
                  <a:pt x="8248650" y="857986"/>
                </a:moveTo>
                <a:lnTo>
                  <a:pt x="8248193" y="856856"/>
                </a:lnTo>
                <a:lnTo>
                  <a:pt x="8246326" y="855002"/>
                </a:lnTo>
                <a:lnTo>
                  <a:pt x="8245208" y="854532"/>
                </a:lnTo>
                <a:lnTo>
                  <a:pt x="8242579" y="854532"/>
                </a:lnTo>
                <a:lnTo>
                  <a:pt x="8241449" y="855002"/>
                </a:lnTo>
                <a:lnTo>
                  <a:pt x="8239595" y="856856"/>
                </a:lnTo>
                <a:lnTo>
                  <a:pt x="8239125" y="857986"/>
                </a:lnTo>
                <a:lnTo>
                  <a:pt x="8239125" y="860615"/>
                </a:lnTo>
                <a:lnTo>
                  <a:pt x="8239595" y="861733"/>
                </a:lnTo>
                <a:lnTo>
                  <a:pt x="8241449" y="863600"/>
                </a:lnTo>
                <a:lnTo>
                  <a:pt x="8242579" y="864057"/>
                </a:lnTo>
                <a:lnTo>
                  <a:pt x="8245208" y="864057"/>
                </a:lnTo>
                <a:lnTo>
                  <a:pt x="8246326" y="863600"/>
                </a:lnTo>
                <a:lnTo>
                  <a:pt x="8248193" y="861733"/>
                </a:lnTo>
                <a:lnTo>
                  <a:pt x="8248650" y="860615"/>
                </a:lnTo>
                <a:lnTo>
                  <a:pt x="8248650" y="857986"/>
                </a:lnTo>
                <a:close/>
              </a:path>
              <a:path w="9867900" h="3000375">
                <a:moveTo>
                  <a:pt x="8248650" y="430720"/>
                </a:moveTo>
                <a:lnTo>
                  <a:pt x="8248193" y="429590"/>
                </a:lnTo>
                <a:lnTo>
                  <a:pt x="8246326" y="427736"/>
                </a:lnTo>
                <a:lnTo>
                  <a:pt x="8245208" y="427266"/>
                </a:lnTo>
                <a:lnTo>
                  <a:pt x="8242579" y="427266"/>
                </a:lnTo>
                <a:lnTo>
                  <a:pt x="8241449" y="427736"/>
                </a:lnTo>
                <a:lnTo>
                  <a:pt x="8239595" y="429590"/>
                </a:lnTo>
                <a:lnTo>
                  <a:pt x="8239125" y="430720"/>
                </a:lnTo>
                <a:lnTo>
                  <a:pt x="8239125" y="433349"/>
                </a:lnTo>
                <a:lnTo>
                  <a:pt x="8239595" y="434467"/>
                </a:lnTo>
                <a:lnTo>
                  <a:pt x="8241449" y="436333"/>
                </a:lnTo>
                <a:lnTo>
                  <a:pt x="8242579" y="436791"/>
                </a:lnTo>
                <a:lnTo>
                  <a:pt x="8245208" y="436791"/>
                </a:lnTo>
                <a:lnTo>
                  <a:pt x="8246326" y="436333"/>
                </a:lnTo>
                <a:lnTo>
                  <a:pt x="8248193" y="434467"/>
                </a:lnTo>
                <a:lnTo>
                  <a:pt x="8248650" y="433349"/>
                </a:lnTo>
                <a:lnTo>
                  <a:pt x="8248650" y="430720"/>
                </a:lnTo>
                <a:close/>
              </a:path>
              <a:path w="9867900" h="3000375">
                <a:moveTo>
                  <a:pt x="8248650" y="3454"/>
                </a:moveTo>
                <a:lnTo>
                  <a:pt x="8248193" y="2336"/>
                </a:lnTo>
                <a:lnTo>
                  <a:pt x="8246326" y="469"/>
                </a:lnTo>
                <a:lnTo>
                  <a:pt x="8245208" y="0"/>
                </a:lnTo>
                <a:lnTo>
                  <a:pt x="8242579" y="0"/>
                </a:lnTo>
                <a:lnTo>
                  <a:pt x="8241449" y="469"/>
                </a:lnTo>
                <a:lnTo>
                  <a:pt x="8239595" y="2336"/>
                </a:lnTo>
                <a:lnTo>
                  <a:pt x="8239125" y="3454"/>
                </a:lnTo>
                <a:lnTo>
                  <a:pt x="8239125" y="6083"/>
                </a:lnTo>
                <a:lnTo>
                  <a:pt x="8239595" y="7200"/>
                </a:lnTo>
                <a:lnTo>
                  <a:pt x="8241449" y="9067"/>
                </a:lnTo>
                <a:lnTo>
                  <a:pt x="8242579" y="9525"/>
                </a:lnTo>
                <a:lnTo>
                  <a:pt x="8245208" y="9525"/>
                </a:lnTo>
                <a:lnTo>
                  <a:pt x="8246326" y="9067"/>
                </a:lnTo>
                <a:lnTo>
                  <a:pt x="8248193" y="7200"/>
                </a:lnTo>
                <a:lnTo>
                  <a:pt x="8248650" y="6083"/>
                </a:lnTo>
                <a:lnTo>
                  <a:pt x="8248650" y="3454"/>
                </a:lnTo>
                <a:close/>
              </a:path>
              <a:path w="9867900" h="3000375">
                <a:moveTo>
                  <a:pt x="8296275" y="2994304"/>
                </a:moveTo>
                <a:lnTo>
                  <a:pt x="8295818" y="2993186"/>
                </a:lnTo>
                <a:lnTo>
                  <a:pt x="8293951" y="2991320"/>
                </a:lnTo>
                <a:lnTo>
                  <a:pt x="8292833" y="2990850"/>
                </a:lnTo>
                <a:lnTo>
                  <a:pt x="8290204" y="2990850"/>
                </a:lnTo>
                <a:lnTo>
                  <a:pt x="8289074" y="2991320"/>
                </a:lnTo>
                <a:lnTo>
                  <a:pt x="8287220" y="2993186"/>
                </a:lnTo>
                <a:lnTo>
                  <a:pt x="8286750" y="2994304"/>
                </a:lnTo>
                <a:lnTo>
                  <a:pt x="8286750" y="2996933"/>
                </a:lnTo>
                <a:lnTo>
                  <a:pt x="8287220" y="2998051"/>
                </a:lnTo>
                <a:lnTo>
                  <a:pt x="8289074" y="2999917"/>
                </a:lnTo>
                <a:lnTo>
                  <a:pt x="8290204" y="3000375"/>
                </a:lnTo>
                <a:lnTo>
                  <a:pt x="8292833" y="3000375"/>
                </a:lnTo>
                <a:lnTo>
                  <a:pt x="8293951" y="2999917"/>
                </a:lnTo>
                <a:lnTo>
                  <a:pt x="8295818" y="2998051"/>
                </a:lnTo>
                <a:lnTo>
                  <a:pt x="8296275" y="2996933"/>
                </a:lnTo>
                <a:lnTo>
                  <a:pt x="8296275" y="2994304"/>
                </a:lnTo>
                <a:close/>
              </a:path>
              <a:path w="9867900" h="3000375">
                <a:moveTo>
                  <a:pt x="8296275" y="2567038"/>
                </a:moveTo>
                <a:lnTo>
                  <a:pt x="8295818" y="2565920"/>
                </a:lnTo>
                <a:lnTo>
                  <a:pt x="8293951" y="2564053"/>
                </a:lnTo>
                <a:lnTo>
                  <a:pt x="8292833" y="2563596"/>
                </a:lnTo>
                <a:lnTo>
                  <a:pt x="8290204" y="2563596"/>
                </a:lnTo>
                <a:lnTo>
                  <a:pt x="8289074" y="2564053"/>
                </a:lnTo>
                <a:lnTo>
                  <a:pt x="8287220" y="2565920"/>
                </a:lnTo>
                <a:lnTo>
                  <a:pt x="8286750" y="2567038"/>
                </a:lnTo>
                <a:lnTo>
                  <a:pt x="8286750" y="2569667"/>
                </a:lnTo>
                <a:lnTo>
                  <a:pt x="8287220" y="2570797"/>
                </a:lnTo>
                <a:lnTo>
                  <a:pt x="8289074" y="2572651"/>
                </a:lnTo>
                <a:lnTo>
                  <a:pt x="8290204" y="2573121"/>
                </a:lnTo>
                <a:lnTo>
                  <a:pt x="8292833" y="2573121"/>
                </a:lnTo>
                <a:lnTo>
                  <a:pt x="8293951" y="2572651"/>
                </a:lnTo>
                <a:lnTo>
                  <a:pt x="8295818" y="2570797"/>
                </a:lnTo>
                <a:lnTo>
                  <a:pt x="8296275" y="2569667"/>
                </a:lnTo>
                <a:lnTo>
                  <a:pt x="8296275" y="2567038"/>
                </a:lnTo>
                <a:close/>
              </a:path>
              <a:path w="9867900" h="3000375">
                <a:moveTo>
                  <a:pt x="8296275" y="2139772"/>
                </a:moveTo>
                <a:lnTo>
                  <a:pt x="8295818" y="2138654"/>
                </a:lnTo>
                <a:lnTo>
                  <a:pt x="8293951" y="2136787"/>
                </a:lnTo>
                <a:lnTo>
                  <a:pt x="8292833" y="2136330"/>
                </a:lnTo>
                <a:lnTo>
                  <a:pt x="8290204" y="2136330"/>
                </a:lnTo>
                <a:lnTo>
                  <a:pt x="8289074" y="2136787"/>
                </a:lnTo>
                <a:lnTo>
                  <a:pt x="8287220" y="2138654"/>
                </a:lnTo>
                <a:lnTo>
                  <a:pt x="8286750" y="2139772"/>
                </a:lnTo>
                <a:lnTo>
                  <a:pt x="8286750" y="2142401"/>
                </a:lnTo>
                <a:lnTo>
                  <a:pt x="8287220" y="2143531"/>
                </a:lnTo>
                <a:lnTo>
                  <a:pt x="8289074" y="2145385"/>
                </a:lnTo>
                <a:lnTo>
                  <a:pt x="8290204" y="2145855"/>
                </a:lnTo>
                <a:lnTo>
                  <a:pt x="8292833" y="2145855"/>
                </a:lnTo>
                <a:lnTo>
                  <a:pt x="8293951" y="2145385"/>
                </a:lnTo>
                <a:lnTo>
                  <a:pt x="8295818" y="2143531"/>
                </a:lnTo>
                <a:lnTo>
                  <a:pt x="8296275" y="2142401"/>
                </a:lnTo>
                <a:lnTo>
                  <a:pt x="8296275" y="2139772"/>
                </a:lnTo>
                <a:close/>
              </a:path>
              <a:path w="9867900" h="3000375">
                <a:moveTo>
                  <a:pt x="8296275" y="1712506"/>
                </a:moveTo>
                <a:lnTo>
                  <a:pt x="8295818" y="1711388"/>
                </a:lnTo>
                <a:lnTo>
                  <a:pt x="8293951" y="1709534"/>
                </a:lnTo>
                <a:lnTo>
                  <a:pt x="8292833" y="1709064"/>
                </a:lnTo>
                <a:lnTo>
                  <a:pt x="8290204" y="1709064"/>
                </a:lnTo>
                <a:lnTo>
                  <a:pt x="8289074" y="1709534"/>
                </a:lnTo>
                <a:lnTo>
                  <a:pt x="8287220" y="1711388"/>
                </a:lnTo>
                <a:lnTo>
                  <a:pt x="8286750" y="1712506"/>
                </a:lnTo>
                <a:lnTo>
                  <a:pt x="8286750" y="1715135"/>
                </a:lnTo>
                <a:lnTo>
                  <a:pt x="8287220" y="1716265"/>
                </a:lnTo>
                <a:lnTo>
                  <a:pt x="8289074" y="1718119"/>
                </a:lnTo>
                <a:lnTo>
                  <a:pt x="8290204" y="1718589"/>
                </a:lnTo>
                <a:lnTo>
                  <a:pt x="8292833" y="1718589"/>
                </a:lnTo>
                <a:lnTo>
                  <a:pt x="8293951" y="1718119"/>
                </a:lnTo>
                <a:lnTo>
                  <a:pt x="8295818" y="1716265"/>
                </a:lnTo>
                <a:lnTo>
                  <a:pt x="8296275" y="1715135"/>
                </a:lnTo>
                <a:lnTo>
                  <a:pt x="8296275" y="1712506"/>
                </a:lnTo>
                <a:close/>
              </a:path>
              <a:path w="9867900" h="3000375">
                <a:moveTo>
                  <a:pt x="8296275" y="1285252"/>
                </a:moveTo>
                <a:lnTo>
                  <a:pt x="8295818" y="1284122"/>
                </a:lnTo>
                <a:lnTo>
                  <a:pt x="8293951" y="1282268"/>
                </a:lnTo>
                <a:lnTo>
                  <a:pt x="8292833" y="1281798"/>
                </a:lnTo>
                <a:lnTo>
                  <a:pt x="8290204" y="1281798"/>
                </a:lnTo>
                <a:lnTo>
                  <a:pt x="8289074" y="1282268"/>
                </a:lnTo>
                <a:lnTo>
                  <a:pt x="8287220" y="1284122"/>
                </a:lnTo>
                <a:lnTo>
                  <a:pt x="8286750" y="1285252"/>
                </a:lnTo>
                <a:lnTo>
                  <a:pt x="8286750" y="1287881"/>
                </a:lnTo>
                <a:lnTo>
                  <a:pt x="8287220" y="1288999"/>
                </a:lnTo>
                <a:lnTo>
                  <a:pt x="8289074" y="1290853"/>
                </a:lnTo>
                <a:lnTo>
                  <a:pt x="8290204" y="1291323"/>
                </a:lnTo>
                <a:lnTo>
                  <a:pt x="8292833" y="1291323"/>
                </a:lnTo>
                <a:lnTo>
                  <a:pt x="8293951" y="1290853"/>
                </a:lnTo>
                <a:lnTo>
                  <a:pt x="8295818" y="1288999"/>
                </a:lnTo>
                <a:lnTo>
                  <a:pt x="8296275" y="1287881"/>
                </a:lnTo>
                <a:lnTo>
                  <a:pt x="8296275" y="1285252"/>
                </a:lnTo>
                <a:close/>
              </a:path>
              <a:path w="9867900" h="3000375">
                <a:moveTo>
                  <a:pt x="8296275" y="857986"/>
                </a:moveTo>
                <a:lnTo>
                  <a:pt x="8295818" y="856856"/>
                </a:lnTo>
                <a:lnTo>
                  <a:pt x="8293951" y="855002"/>
                </a:lnTo>
                <a:lnTo>
                  <a:pt x="8292833" y="854532"/>
                </a:lnTo>
                <a:lnTo>
                  <a:pt x="8290204" y="854532"/>
                </a:lnTo>
                <a:lnTo>
                  <a:pt x="8289074" y="855002"/>
                </a:lnTo>
                <a:lnTo>
                  <a:pt x="8287220" y="856856"/>
                </a:lnTo>
                <a:lnTo>
                  <a:pt x="8286750" y="857986"/>
                </a:lnTo>
                <a:lnTo>
                  <a:pt x="8286750" y="860615"/>
                </a:lnTo>
                <a:lnTo>
                  <a:pt x="8287220" y="861733"/>
                </a:lnTo>
                <a:lnTo>
                  <a:pt x="8289074" y="863600"/>
                </a:lnTo>
                <a:lnTo>
                  <a:pt x="8290204" y="864057"/>
                </a:lnTo>
                <a:lnTo>
                  <a:pt x="8292833" y="864057"/>
                </a:lnTo>
                <a:lnTo>
                  <a:pt x="8293951" y="863600"/>
                </a:lnTo>
                <a:lnTo>
                  <a:pt x="8295818" y="861733"/>
                </a:lnTo>
                <a:lnTo>
                  <a:pt x="8296275" y="860615"/>
                </a:lnTo>
                <a:lnTo>
                  <a:pt x="8296275" y="857986"/>
                </a:lnTo>
                <a:close/>
              </a:path>
              <a:path w="9867900" h="3000375">
                <a:moveTo>
                  <a:pt x="8296275" y="430720"/>
                </a:moveTo>
                <a:lnTo>
                  <a:pt x="8295818" y="429590"/>
                </a:lnTo>
                <a:lnTo>
                  <a:pt x="8293951" y="427736"/>
                </a:lnTo>
                <a:lnTo>
                  <a:pt x="8292833" y="427266"/>
                </a:lnTo>
                <a:lnTo>
                  <a:pt x="8290204" y="427266"/>
                </a:lnTo>
                <a:lnTo>
                  <a:pt x="8289074" y="427736"/>
                </a:lnTo>
                <a:lnTo>
                  <a:pt x="8287220" y="429590"/>
                </a:lnTo>
                <a:lnTo>
                  <a:pt x="8286750" y="430720"/>
                </a:lnTo>
                <a:lnTo>
                  <a:pt x="8286750" y="433349"/>
                </a:lnTo>
                <a:lnTo>
                  <a:pt x="8287220" y="434467"/>
                </a:lnTo>
                <a:lnTo>
                  <a:pt x="8289074" y="436333"/>
                </a:lnTo>
                <a:lnTo>
                  <a:pt x="8290204" y="436791"/>
                </a:lnTo>
                <a:lnTo>
                  <a:pt x="8292833" y="436791"/>
                </a:lnTo>
                <a:lnTo>
                  <a:pt x="8293951" y="436333"/>
                </a:lnTo>
                <a:lnTo>
                  <a:pt x="8295818" y="434467"/>
                </a:lnTo>
                <a:lnTo>
                  <a:pt x="8296275" y="433349"/>
                </a:lnTo>
                <a:lnTo>
                  <a:pt x="8296275" y="430720"/>
                </a:lnTo>
                <a:close/>
              </a:path>
              <a:path w="9867900" h="3000375">
                <a:moveTo>
                  <a:pt x="8296275" y="3454"/>
                </a:moveTo>
                <a:lnTo>
                  <a:pt x="8295818" y="2336"/>
                </a:lnTo>
                <a:lnTo>
                  <a:pt x="8293951" y="469"/>
                </a:lnTo>
                <a:lnTo>
                  <a:pt x="8292833" y="0"/>
                </a:lnTo>
                <a:lnTo>
                  <a:pt x="8290204" y="0"/>
                </a:lnTo>
                <a:lnTo>
                  <a:pt x="8289074" y="469"/>
                </a:lnTo>
                <a:lnTo>
                  <a:pt x="8287220" y="2336"/>
                </a:lnTo>
                <a:lnTo>
                  <a:pt x="8286750" y="3454"/>
                </a:lnTo>
                <a:lnTo>
                  <a:pt x="8286750" y="6083"/>
                </a:lnTo>
                <a:lnTo>
                  <a:pt x="8287220" y="7200"/>
                </a:lnTo>
                <a:lnTo>
                  <a:pt x="8289074" y="9067"/>
                </a:lnTo>
                <a:lnTo>
                  <a:pt x="8290204" y="9525"/>
                </a:lnTo>
                <a:lnTo>
                  <a:pt x="8292833" y="9525"/>
                </a:lnTo>
                <a:lnTo>
                  <a:pt x="8293951" y="9067"/>
                </a:lnTo>
                <a:lnTo>
                  <a:pt x="8295818" y="7200"/>
                </a:lnTo>
                <a:lnTo>
                  <a:pt x="8296275" y="6083"/>
                </a:lnTo>
                <a:lnTo>
                  <a:pt x="8296275" y="3454"/>
                </a:lnTo>
                <a:close/>
              </a:path>
              <a:path w="9867900" h="3000375">
                <a:moveTo>
                  <a:pt x="8343900" y="2994304"/>
                </a:moveTo>
                <a:lnTo>
                  <a:pt x="8343443" y="2993186"/>
                </a:lnTo>
                <a:lnTo>
                  <a:pt x="8341576" y="2991320"/>
                </a:lnTo>
                <a:lnTo>
                  <a:pt x="8340458" y="2990850"/>
                </a:lnTo>
                <a:lnTo>
                  <a:pt x="8337829" y="2990850"/>
                </a:lnTo>
                <a:lnTo>
                  <a:pt x="8336699" y="2991320"/>
                </a:lnTo>
                <a:lnTo>
                  <a:pt x="8334845" y="2993186"/>
                </a:lnTo>
                <a:lnTo>
                  <a:pt x="8334375" y="2994304"/>
                </a:lnTo>
                <a:lnTo>
                  <a:pt x="8334375" y="2996933"/>
                </a:lnTo>
                <a:lnTo>
                  <a:pt x="8334845" y="2998051"/>
                </a:lnTo>
                <a:lnTo>
                  <a:pt x="8336699" y="2999917"/>
                </a:lnTo>
                <a:lnTo>
                  <a:pt x="8337829" y="3000375"/>
                </a:lnTo>
                <a:lnTo>
                  <a:pt x="8340458" y="3000375"/>
                </a:lnTo>
                <a:lnTo>
                  <a:pt x="8341576" y="2999917"/>
                </a:lnTo>
                <a:lnTo>
                  <a:pt x="8343443" y="2998051"/>
                </a:lnTo>
                <a:lnTo>
                  <a:pt x="8343900" y="2996933"/>
                </a:lnTo>
                <a:lnTo>
                  <a:pt x="8343900" y="2994304"/>
                </a:lnTo>
                <a:close/>
              </a:path>
              <a:path w="9867900" h="3000375">
                <a:moveTo>
                  <a:pt x="8343900" y="2567038"/>
                </a:moveTo>
                <a:lnTo>
                  <a:pt x="8343443" y="2565920"/>
                </a:lnTo>
                <a:lnTo>
                  <a:pt x="8341576" y="2564053"/>
                </a:lnTo>
                <a:lnTo>
                  <a:pt x="8340458" y="2563596"/>
                </a:lnTo>
                <a:lnTo>
                  <a:pt x="8337829" y="2563596"/>
                </a:lnTo>
                <a:lnTo>
                  <a:pt x="8336699" y="2564053"/>
                </a:lnTo>
                <a:lnTo>
                  <a:pt x="8334845" y="2565920"/>
                </a:lnTo>
                <a:lnTo>
                  <a:pt x="8334375" y="2567038"/>
                </a:lnTo>
                <a:lnTo>
                  <a:pt x="8334375" y="2569667"/>
                </a:lnTo>
                <a:lnTo>
                  <a:pt x="8334845" y="2570797"/>
                </a:lnTo>
                <a:lnTo>
                  <a:pt x="8336699" y="2572651"/>
                </a:lnTo>
                <a:lnTo>
                  <a:pt x="8337829" y="2573121"/>
                </a:lnTo>
                <a:lnTo>
                  <a:pt x="8340458" y="2573121"/>
                </a:lnTo>
                <a:lnTo>
                  <a:pt x="8341576" y="2572651"/>
                </a:lnTo>
                <a:lnTo>
                  <a:pt x="8343443" y="2570797"/>
                </a:lnTo>
                <a:lnTo>
                  <a:pt x="8343900" y="2569667"/>
                </a:lnTo>
                <a:lnTo>
                  <a:pt x="8343900" y="2567038"/>
                </a:lnTo>
                <a:close/>
              </a:path>
              <a:path w="9867900" h="3000375">
                <a:moveTo>
                  <a:pt x="8343900" y="2139772"/>
                </a:moveTo>
                <a:lnTo>
                  <a:pt x="8343443" y="2138654"/>
                </a:lnTo>
                <a:lnTo>
                  <a:pt x="8341576" y="2136787"/>
                </a:lnTo>
                <a:lnTo>
                  <a:pt x="8340458" y="2136330"/>
                </a:lnTo>
                <a:lnTo>
                  <a:pt x="8337829" y="2136330"/>
                </a:lnTo>
                <a:lnTo>
                  <a:pt x="8336699" y="2136787"/>
                </a:lnTo>
                <a:lnTo>
                  <a:pt x="8334845" y="2138654"/>
                </a:lnTo>
                <a:lnTo>
                  <a:pt x="8334375" y="2139772"/>
                </a:lnTo>
                <a:lnTo>
                  <a:pt x="8334375" y="2142401"/>
                </a:lnTo>
                <a:lnTo>
                  <a:pt x="8334845" y="2143531"/>
                </a:lnTo>
                <a:lnTo>
                  <a:pt x="8336699" y="2145385"/>
                </a:lnTo>
                <a:lnTo>
                  <a:pt x="8337829" y="2145855"/>
                </a:lnTo>
                <a:lnTo>
                  <a:pt x="8340458" y="2145855"/>
                </a:lnTo>
                <a:lnTo>
                  <a:pt x="8341576" y="2145385"/>
                </a:lnTo>
                <a:lnTo>
                  <a:pt x="8343443" y="2143531"/>
                </a:lnTo>
                <a:lnTo>
                  <a:pt x="8343900" y="2142401"/>
                </a:lnTo>
                <a:lnTo>
                  <a:pt x="8343900" y="2139772"/>
                </a:lnTo>
                <a:close/>
              </a:path>
              <a:path w="9867900" h="3000375">
                <a:moveTo>
                  <a:pt x="8343900" y="1712506"/>
                </a:moveTo>
                <a:lnTo>
                  <a:pt x="8343443" y="1711388"/>
                </a:lnTo>
                <a:lnTo>
                  <a:pt x="8341576" y="1709534"/>
                </a:lnTo>
                <a:lnTo>
                  <a:pt x="8340458" y="1709064"/>
                </a:lnTo>
                <a:lnTo>
                  <a:pt x="8337829" y="1709064"/>
                </a:lnTo>
                <a:lnTo>
                  <a:pt x="8336699" y="1709534"/>
                </a:lnTo>
                <a:lnTo>
                  <a:pt x="8334845" y="1711388"/>
                </a:lnTo>
                <a:lnTo>
                  <a:pt x="8334375" y="1712506"/>
                </a:lnTo>
                <a:lnTo>
                  <a:pt x="8334375" y="1715135"/>
                </a:lnTo>
                <a:lnTo>
                  <a:pt x="8334845" y="1716265"/>
                </a:lnTo>
                <a:lnTo>
                  <a:pt x="8336699" y="1718119"/>
                </a:lnTo>
                <a:lnTo>
                  <a:pt x="8337829" y="1718589"/>
                </a:lnTo>
                <a:lnTo>
                  <a:pt x="8340458" y="1718589"/>
                </a:lnTo>
                <a:lnTo>
                  <a:pt x="8341576" y="1718119"/>
                </a:lnTo>
                <a:lnTo>
                  <a:pt x="8343443" y="1716265"/>
                </a:lnTo>
                <a:lnTo>
                  <a:pt x="8343900" y="1715135"/>
                </a:lnTo>
                <a:lnTo>
                  <a:pt x="8343900" y="1712506"/>
                </a:lnTo>
                <a:close/>
              </a:path>
              <a:path w="9867900" h="3000375">
                <a:moveTo>
                  <a:pt x="8343900" y="1285252"/>
                </a:moveTo>
                <a:lnTo>
                  <a:pt x="8343443" y="1284122"/>
                </a:lnTo>
                <a:lnTo>
                  <a:pt x="8341576" y="1282268"/>
                </a:lnTo>
                <a:lnTo>
                  <a:pt x="8340458" y="1281798"/>
                </a:lnTo>
                <a:lnTo>
                  <a:pt x="8337829" y="1281798"/>
                </a:lnTo>
                <a:lnTo>
                  <a:pt x="8336699" y="1282268"/>
                </a:lnTo>
                <a:lnTo>
                  <a:pt x="8334845" y="1284122"/>
                </a:lnTo>
                <a:lnTo>
                  <a:pt x="8334375" y="1285252"/>
                </a:lnTo>
                <a:lnTo>
                  <a:pt x="8334375" y="1287881"/>
                </a:lnTo>
                <a:lnTo>
                  <a:pt x="8334845" y="1288999"/>
                </a:lnTo>
                <a:lnTo>
                  <a:pt x="8336699" y="1290853"/>
                </a:lnTo>
                <a:lnTo>
                  <a:pt x="8337829" y="1291323"/>
                </a:lnTo>
                <a:lnTo>
                  <a:pt x="8340458" y="1291323"/>
                </a:lnTo>
                <a:lnTo>
                  <a:pt x="8341576" y="1290853"/>
                </a:lnTo>
                <a:lnTo>
                  <a:pt x="8343443" y="1288999"/>
                </a:lnTo>
                <a:lnTo>
                  <a:pt x="8343900" y="1287881"/>
                </a:lnTo>
                <a:lnTo>
                  <a:pt x="8343900" y="1285252"/>
                </a:lnTo>
                <a:close/>
              </a:path>
              <a:path w="9867900" h="3000375">
                <a:moveTo>
                  <a:pt x="8343900" y="857986"/>
                </a:moveTo>
                <a:lnTo>
                  <a:pt x="8343443" y="856856"/>
                </a:lnTo>
                <a:lnTo>
                  <a:pt x="8341576" y="855002"/>
                </a:lnTo>
                <a:lnTo>
                  <a:pt x="8340458" y="854532"/>
                </a:lnTo>
                <a:lnTo>
                  <a:pt x="8337829" y="854532"/>
                </a:lnTo>
                <a:lnTo>
                  <a:pt x="8336699" y="855002"/>
                </a:lnTo>
                <a:lnTo>
                  <a:pt x="8334845" y="856856"/>
                </a:lnTo>
                <a:lnTo>
                  <a:pt x="8334375" y="857986"/>
                </a:lnTo>
                <a:lnTo>
                  <a:pt x="8334375" y="860615"/>
                </a:lnTo>
                <a:lnTo>
                  <a:pt x="8334845" y="861733"/>
                </a:lnTo>
                <a:lnTo>
                  <a:pt x="8336699" y="863600"/>
                </a:lnTo>
                <a:lnTo>
                  <a:pt x="8337829" y="864057"/>
                </a:lnTo>
                <a:lnTo>
                  <a:pt x="8340458" y="864057"/>
                </a:lnTo>
                <a:lnTo>
                  <a:pt x="8341576" y="863600"/>
                </a:lnTo>
                <a:lnTo>
                  <a:pt x="8343443" y="861733"/>
                </a:lnTo>
                <a:lnTo>
                  <a:pt x="8343900" y="860615"/>
                </a:lnTo>
                <a:lnTo>
                  <a:pt x="8343900" y="857986"/>
                </a:lnTo>
                <a:close/>
              </a:path>
              <a:path w="9867900" h="3000375">
                <a:moveTo>
                  <a:pt x="8343900" y="430720"/>
                </a:moveTo>
                <a:lnTo>
                  <a:pt x="8343443" y="429590"/>
                </a:lnTo>
                <a:lnTo>
                  <a:pt x="8341576" y="427736"/>
                </a:lnTo>
                <a:lnTo>
                  <a:pt x="8340458" y="427266"/>
                </a:lnTo>
                <a:lnTo>
                  <a:pt x="8337829" y="427266"/>
                </a:lnTo>
                <a:lnTo>
                  <a:pt x="8336699" y="427736"/>
                </a:lnTo>
                <a:lnTo>
                  <a:pt x="8334845" y="429590"/>
                </a:lnTo>
                <a:lnTo>
                  <a:pt x="8334375" y="430720"/>
                </a:lnTo>
                <a:lnTo>
                  <a:pt x="8334375" y="433349"/>
                </a:lnTo>
                <a:lnTo>
                  <a:pt x="8334845" y="434467"/>
                </a:lnTo>
                <a:lnTo>
                  <a:pt x="8336699" y="436333"/>
                </a:lnTo>
                <a:lnTo>
                  <a:pt x="8337829" y="436791"/>
                </a:lnTo>
                <a:lnTo>
                  <a:pt x="8340458" y="436791"/>
                </a:lnTo>
                <a:lnTo>
                  <a:pt x="8341576" y="436333"/>
                </a:lnTo>
                <a:lnTo>
                  <a:pt x="8343443" y="434467"/>
                </a:lnTo>
                <a:lnTo>
                  <a:pt x="8343900" y="433349"/>
                </a:lnTo>
                <a:lnTo>
                  <a:pt x="8343900" y="430720"/>
                </a:lnTo>
                <a:close/>
              </a:path>
              <a:path w="9867900" h="3000375">
                <a:moveTo>
                  <a:pt x="8343900" y="3454"/>
                </a:moveTo>
                <a:lnTo>
                  <a:pt x="8343443" y="2336"/>
                </a:lnTo>
                <a:lnTo>
                  <a:pt x="8341576" y="469"/>
                </a:lnTo>
                <a:lnTo>
                  <a:pt x="8340458" y="0"/>
                </a:lnTo>
                <a:lnTo>
                  <a:pt x="8337829" y="0"/>
                </a:lnTo>
                <a:lnTo>
                  <a:pt x="8336699" y="469"/>
                </a:lnTo>
                <a:lnTo>
                  <a:pt x="8334845" y="2336"/>
                </a:lnTo>
                <a:lnTo>
                  <a:pt x="8334375" y="3454"/>
                </a:lnTo>
                <a:lnTo>
                  <a:pt x="8334375" y="6083"/>
                </a:lnTo>
                <a:lnTo>
                  <a:pt x="8334845" y="7200"/>
                </a:lnTo>
                <a:lnTo>
                  <a:pt x="8336699" y="9067"/>
                </a:lnTo>
                <a:lnTo>
                  <a:pt x="8337829" y="9525"/>
                </a:lnTo>
                <a:lnTo>
                  <a:pt x="8340458" y="9525"/>
                </a:lnTo>
                <a:lnTo>
                  <a:pt x="8341576" y="9067"/>
                </a:lnTo>
                <a:lnTo>
                  <a:pt x="8343443" y="7200"/>
                </a:lnTo>
                <a:lnTo>
                  <a:pt x="8343900" y="6083"/>
                </a:lnTo>
                <a:lnTo>
                  <a:pt x="8343900" y="3454"/>
                </a:lnTo>
                <a:close/>
              </a:path>
              <a:path w="9867900" h="3000375">
                <a:moveTo>
                  <a:pt x="8391525" y="2994304"/>
                </a:moveTo>
                <a:lnTo>
                  <a:pt x="8391068" y="2993186"/>
                </a:lnTo>
                <a:lnTo>
                  <a:pt x="8389201" y="2991320"/>
                </a:lnTo>
                <a:lnTo>
                  <a:pt x="8388083" y="2990850"/>
                </a:lnTo>
                <a:lnTo>
                  <a:pt x="8385454" y="2990850"/>
                </a:lnTo>
                <a:lnTo>
                  <a:pt x="8384324" y="2991320"/>
                </a:lnTo>
                <a:lnTo>
                  <a:pt x="8382470" y="2993186"/>
                </a:lnTo>
                <a:lnTo>
                  <a:pt x="8382000" y="2994304"/>
                </a:lnTo>
                <a:lnTo>
                  <a:pt x="8382000" y="2996933"/>
                </a:lnTo>
                <a:lnTo>
                  <a:pt x="8382470" y="2998051"/>
                </a:lnTo>
                <a:lnTo>
                  <a:pt x="8384324" y="2999917"/>
                </a:lnTo>
                <a:lnTo>
                  <a:pt x="8385454" y="3000375"/>
                </a:lnTo>
                <a:lnTo>
                  <a:pt x="8388083" y="3000375"/>
                </a:lnTo>
                <a:lnTo>
                  <a:pt x="8389201" y="2999917"/>
                </a:lnTo>
                <a:lnTo>
                  <a:pt x="8391068" y="2998051"/>
                </a:lnTo>
                <a:lnTo>
                  <a:pt x="8391525" y="2996933"/>
                </a:lnTo>
                <a:lnTo>
                  <a:pt x="8391525" y="2994304"/>
                </a:lnTo>
                <a:close/>
              </a:path>
              <a:path w="9867900" h="3000375">
                <a:moveTo>
                  <a:pt x="8391525" y="2567038"/>
                </a:moveTo>
                <a:lnTo>
                  <a:pt x="8391068" y="2565920"/>
                </a:lnTo>
                <a:lnTo>
                  <a:pt x="8389201" y="2564053"/>
                </a:lnTo>
                <a:lnTo>
                  <a:pt x="8388083" y="2563596"/>
                </a:lnTo>
                <a:lnTo>
                  <a:pt x="8385454" y="2563596"/>
                </a:lnTo>
                <a:lnTo>
                  <a:pt x="8384324" y="2564053"/>
                </a:lnTo>
                <a:lnTo>
                  <a:pt x="8382470" y="2565920"/>
                </a:lnTo>
                <a:lnTo>
                  <a:pt x="8382000" y="2567038"/>
                </a:lnTo>
                <a:lnTo>
                  <a:pt x="8382000" y="2569667"/>
                </a:lnTo>
                <a:lnTo>
                  <a:pt x="8382470" y="2570797"/>
                </a:lnTo>
                <a:lnTo>
                  <a:pt x="8384324" y="2572651"/>
                </a:lnTo>
                <a:lnTo>
                  <a:pt x="8385454" y="2573121"/>
                </a:lnTo>
                <a:lnTo>
                  <a:pt x="8388083" y="2573121"/>
                </a:lnTo>
                <a:lnTo>
                  <a:pt x="8389201" y="2572651"/>
                </a:lnTo>
                <a:lnTo>
                  <a:pt x="8391068" y="2570797"/>
                </a:lnTo>
                <a:lnTo>
                  <a:pt x="8391525" y="2569667"/>
                </a:lnTo>
                <a:lnTo>
                  <a:pt x="8391525" y="2567038"/>
                </a:lnTo>
                <a:close/>
              </a:path>
              <a:path w="9867900" h="3000375">
                <a:moveTo>
                  <a:pt x="8391525" y="2139772"/>
                </a:moveTo>
                <a:lnTo>
                  <a:pt x="8391068" y="2138654"/>
                </a:lnTo>
                <a:lnTo>
                  <a:pt x="8389201" y="2136787"/>
                </a:lnTo>
                <a:lnTo>
                  <a:pt x="8388083" y="2136330"/>
                </a:lnTo>
                <a:lnTo>
                  <a:pt x="8385454" y="2136330"/>
                </a:lnTo>
                <a:lnTo>
                  <a:pt x="8384324" y="2136787"/>
                </a:lnTo>
                <a:lnTo>
                  <a:pt x="8382470" y="2138654"/>
                </a:lnTo>
                <a:lnTo>
                  <a:pt x="8382000" y="2139772"/>
                </a:lnTo>
                <a:lnTo>
                  <a:pt x="8382000" y="2142401"/>
                </a:lnTo>
                <a:lnTo>
                  <a:pt x="8382470" y="2143531"/>
                </a:lnTo>
                <a:lnTo>
                  <a:pt x="8384324" y="2145385"/>
                </a:lnTo>
                <a:lnTo>
                  <a:pt x="8385454" y="2145855"/>
                </a:lnTo>
                <a:lnTo>
                  <a:pt x="8388083" y="2145855"/>
                </a:lnTo>
                <a:lnTo>
                  <a:pt x="8389201" y="2145385"/>
                </a:lnTo>
                <a:lnTo>
                  <a:pt x="8391068" y="2143531"/>
                </a:lnTo>
                <a:lnTo>
                  <a:pt x="8391525" y="2142401"/>
                </a:lnTo>
                <a:lnTo>
                  <a:pt x="8391525" y="2139772"/>
                </a:lnTo>
                <a:close/>
              </a:path>
              <a:path w="9867900" h="3000375">
                <a:moveTo>
                  <a:pt x="8391525" y="1712506"/>
                </a:moveTo>
                <a:lnTo>
                  <a:pt x="8391068" y="1711388"/>
                </a:lnTo>
                <a:lnTo>
                  <a:pt x="8389201" y="1709534"/>
                </a:lnTo>
                <a:lnTo>
                  <a:pt x="8388083" y="1709064"/>
                </a:lnTo>
                <a:lnTo>
                  <a:pt x="8385454" y="1709064"/>
                </a:lnTo>
                <a:lnTo>
                  <a:pt x="8384324" y="1709534"/>
                </a:lnTo>
                <a:lnTo>
                  <a:pt x="8382470" y="1711388"/>
                </a:lnTo>
                <a:lnTo>
                  <a:pt x="8382000" y="1712506"/>
                </a:lnTo>
                <a:lnTo>
                  <a:pt x="8382000" y="1715135"/>
                </a:lnTo>
                <a:lnTo>
                  <a:pt x="8382470" y="1716265"/>
                </a:lnTo>
                <a:lnTo>
                  <a:pt x="8384324" y="1718119"/>
                </a:lnTo>
                <a:lnTo>
                  <a:pt x="8385454" y="1718589"/>
                </a:lnTo>
                <a:lnTo>
                  <a:pt x="8388083" y="1718589"/>
                </a:lnTo>
                <a:lnTo>
                  <a:pt x="8389201" y="1718119"/>
                </a:lnTo>
                <a:lnTo>
                  <a:pt x="8391068" y="1716265"/>
                </a:lnTo>
                <a:lnTo>
                  <a:pt x="8391525" y="1715135"/>
                </a:lnTo>
                <a:lnTo>
                  <a:pt x="8391525" y="1712506"/>
                </a:lnTo>
                <a:close/>
              </a:path>
              <a:path w="9867900" h="3000375">
                <a:moveTo>
                  <a:pt x="8391525" y="1285252"/>
                </a:moveTo>
                <a:lnTo>
                  <a:pt x="8391068" y="1284122"/>
                </a:lnTo>
                <a:lnTo>
                  <a:pt x="8389201" y="1282268"/>
                </a:lnTo>
                <a:lnTo>
                  <a:pt x="8388083" y="1281798"/>
                </a:lnTo>
                <a:lnTo>
                  <a:pt x="8385454" y="1281798"/>
                </a:lnTo>
                <a:lnTo>
                  <a:pt x="8384324" y="1282268"/>
                </a:lnTo>
                <a:lnTo>
                  <a:pt x="8382470" y="1284122"/>
                </a:lnTo>
                <a:lnTo>
                  <a:pt x="8382000" y="1285252"/>
                </a:lnTo>
                <a:lnTo>
                  <a:pt x="8382000" y="1287881"/>
                </a:lnTo>
                <a:lnTo>
                  <a:pt x="8382470" y="1288999"/>
                </a:lnTo>
                <a:lnTo>
                  <a:pt x="8384324" y="1290853"/>
                </a:lnTo>
                <a:lnTo>
                  <a:pt x="8385454" y="1291323"/>
                </a:lnTo>
                <a:lnTo>
                  <a:pt x="8388083" y="1291323"/>
                </a:lnTo>
                <a:lnTo>
                  <a:pt x="8389201" y="1290853"/>
                </a:lnTo>
                <a:lnTo>
                  <a:pt x="8391068" y="1288999"/>
                </a:lnTo>
                <a:lnTo>
                  <a:pt x="8391525" y="1287881"/>
                </a:lnTo>
                <a:lnTo>
                  <a:pt x="8391525" y="1285252"/>
                </a:lnTo>
                <a:close/>
              </a:path>
              <a:path w="9867900" h="3000375">
                <a:moveTo>
                  <a:pt x="8391525" y="857986"/>
                </a:moveTo>
                <a:lnTo>
                  <a:pt x="8391068" y="856856"/>
                </a:lnTo>
                <a:lnTo>
                  <a:pt x="8389201" y="855002"/>
                </a:lnTo>
                <a:lnTo>
                  <a:pt x="8388083" y="854532"/>
                </a:lnTo>
                <a:lnTo>
                  <a:pt x="8385454" y="854532"/>
                </a:lnTo>
                <a:lnTo>
                  <a:pt x="8384324" y="855002"/>
                </a:lnTo>
                <a:lnTo>
                  <a:pt x="8382470" y="856856"/>
                </a:lnTo>
                <a:lnTo>
                  <a:pt x="8382000" y="857986"/>
                </a:lnTo>
                <a:lnTo>
                  <a:pt x="8382000" y="860615"/>
                </a:lnTo>
                <a:lnTo>
                  <a:pt x="8382470" y="861733"/>
                </a:lnTo>
                <a:lnTo>
                  <a:pt x="8384324" y="863600"/>
                </a:lnTo>
                <a:lnTo>
                  <a:pt x="8385454" y="864057"/>
                </a:lnTo>
                <a:lnTo>
                  <a:pt x="8388083" y="864057"/>
                </a:lnTo>
                <a:lnTo>
                  <a:pt x="8389201" y="863600"/>
                </a:lnTo>
                <a:lnTo>
                  <a:pt x="8391068" y="861733"/>
                </a:lnTo>
                <a:lnTo>
                  <a:pt x="8391525" y="860615"/>
                </a:lnTo>
                <a:lnTo>
                  <a:pt x="8391525" y="857986"/>
                </a:lnTo>
                <a:close/>
              </a:path>
              <a:path w="9867900" h="3000375">
                <a:moveTo>
                  <a:pt x="8391525" y="430720"/>
                </a:moveTo>
                <a:lnTo>
                  <a:pt x="8391068" y="429590"/>
                </a:lnTo>
                <a:lnTo>
                  <a:pt x="8389201" y="427736"/>
                </a:lnTo>
                <a:lnTo>
                  <a:pt x="8388083" y="427266"/>
                </a:lnTo>
                <a:lnTo>
                  <a:pt x="8385454" y="427266"/>
                </a:lnTo>
                <a:lnTo>
                  <a:pt x="8384324" y="427736"/>
                </a:lnTo>
                <a:lnTo>
                  <a:pt x="8382470" y="429590"/>
                </a:lnTo>
                <a:lnTo>
                  <a:pt x="8382000" y="430720"/>
                </a:lnTo>
                <a:lnTo>
                  <a:pt x="8382000" y="433349"/>
                </a:lnTo>
                <a:lnTo>
                  <a:pt x="8382470" y="434467"/>
                </a:lnTo>
                <a:lnTo>
                  <a:pt x="8384324" y="436333"/>
                </a:lnTo>
                <a:lnTo>
                  <a:pt x="8385454" y="436791"/>
                </a:lnTo>
                <a:lnTo>
                  <a:pt x="8388083" y="436791"/>
                </a:lnTo>
                <a:lnTo>
                  <a:pt x="8389201" y="436333"/>
                </a:lnTo>
                <a:lnTo>
                  <a:pt x="8391068" y="434467"/>
                </a:lnTo>
                <a:lnTo>
                  <a:pt x="8391525" y="433349"/>
                </a:lnTo>
                <a:lnTo>
                  <a:pt x="8391525" y="430720"/>
                </a:lnTo>
                <a:close/>
              </a:path>
              <a:path w="9867900" h="3000375">
                <a:moveTo>
                  <a:pt x="8391525" y="3454"/>
                </a:moveTo>
                <a:lnTo>
                  <a:pt x="8391068" y="2336"/>
                </a:lnTo>
                <a:lnTo>
                  <a:pt x="8389201" y="469"/>
                </a:lnTo>
                <a:lnTo>
                  <a:pt x="8388083" y="0"/>
                </a:lnTo>
                <a:lnTo>
                  <a:pt x="8385454" y="0"/>
                </a:lnTo>
                <a:lnTo>
                  <a:pt x="8384324" y="469"/>
                </a:lnTo>
                <a:lnTo>
                  <a:pt x="8382470" y="2336"/>
                </a:lnTo>
                <a:lnTo>
                  <a:pt x="8382000" y="3454"/>
                </a:lnTo>
                <a:lnTo>
                  <a:pt x="8382000" y="6083"/>
                </a:lnTo>
                <a:lnTo>
                  <a:pt x="8382470" y="7200"/>
                </a:lnTo>
                <a:lnTo>
                  <a:pt x="8384324" y="9067"/>
                </a:lnTo>
                <a:lnTo>
                  <a:pt x="8385454" y="9525"/>
                </a:lnTo>
                <a:lnTo>
                  <a:pt x="8388083" y="9525"/>
                </a:lnTo>
                <a:lnTo>
                  <a:pt x="8389201" y="9067"/>
                </a:lnTo>
                <a:lnTo>
                  <a:pt x="8391068" y="7200"/>
                </a:lnTo>
                <a:lnTo>
                  <a:pt x="8391525" y="6083"/>
                </a:lnTo>
                <a:lnTo>
                  <a:pt x="8391525" y="3454"/>
                </a:lnTo>
                <a:close/>
              </a:path>
              <a:path w="9867900" h="3000375">
                <a:moveTo>
                  <a:pt x="8439150" y="2994304"/>
                </a:moveTo>
                <a:lnTo>
                  <a:pt x="8438693" y="2993186"/>
                </a:lnTo>
                <a:lnTo>
                  <a:pt x="8436826" y="2991320"/>
                </a:lnTo>
                <a:lnTo>
                  <a:pt x="8435708" y="2990850"/>
                </a:lnTo>
                <a:lnTo>
                  <a:pt x="8433079" y="2990850"/>
                </a:lnTo>
                <a:lnTo>
                  <a:pt x="8431949" y="2991320"/>
                </a:lnTo>
                <a:lnTo>
                  <a:pt x="8430095" y="2993186"/>
                </a:lnTo>
                <a:lnTo>
                  <a:pt x="8429625" y="2994304"/>
                </a:lnTo>
                <a:lnTo>
                  <a:pt x="8429625" y="2996933"/>
                </a:lnTo>
                <a:lnTo>
                  <a:pt x="8430095" y="2998051"/>
                </a:lnTo>
                <a:lnTo>
                  <a:pt x="8431949" y="2999917"/>
                </a:lnTo>
                <a:lnTo>
                  <a:pt x="8433079" y="3000375"/>
                </a:lnTo>
                <a:lnTo>
                  <a:pt x="8435708" y="3000375"/>
                </a:lnTo>
                <a:lnTo>
                  <a:pt x="8436826" y="2999917"/>
                </a:lnTo>
                <a:lnTo>
                  <a:pt x="8438693" y="2998051"/>
                </a:lnTo>
                <a:lnTo>
                  <a:pt x="8439150" y="2996933"/>
                </a:lnTo>
                <a:lnTo>
                  <a:pt x="8439150" y="2994304"/>
                </a:lnTo>
                <a:close/>
              </a:path>
              <a:path w="9867900" h="3000375">
                <a:moveTo>
                  <a:pt x="8439150" y="2567038"/>
                </a:moveTo>
                <a:lnTo>
                  <a:pt x="8438693" y="2565920"/>
                </a:lnTo>
                <a:lnTo>
                  <a:pt x="8436826" y="2564053"/>
                </a:lnTo>
                <a:lnTo>
                  <a:pt x="8435708" y="2563596"/>
                </a:lnTo>
                <a:lnTo>
                  <a:pt x="8433079" y="2563596"/>
                </a:lnTo>
                <a:lnTo>
                  <a:pt x="8431949" y="2564053"/>
                </a:lnTo>
                <a:lnTo>
                  <a:pt x="8430095" y="2565920"/>
                </a:lnTo>
                <a:lnTo>
                  <a:pt x="8429625" y="2567038"/>
                </a:lnTo>
                <a:lnTo>
                  <a:pt x="8429625" y="2569667"/>
                </a:lnTo>
                <a:lnTo>
                  <a:pt x="8430095" y="2570797"/>
                </a:lnTo>
                <a:lnTo>
                  <a:pt x="8431949" y="2572651"/>
                </a:lnTo>
                <a:lnTo>
                  <a:pt x="8433079" y="2573121"/>
                </a:lnTo>
                <a:lnTo>
                  <a:pt x="8435708" y="2573121"/>
                </a:lnTo>
                <a:lnTo>
                  <a:pt x="8436826" y="2572651"/>
                </a:lnTo>
                <a:lnTo>
                  <a:pt x="8438693" y="2570797"/>
                </a:lnTo>
                <a:lnTo>
                  <a:pt x="8439150" y="2569667"/>
                </a:lnTo>
                <a:lnTo>
                  <a:pt x="8439150" y="2567038"/>
                </a:lnTo>
                <a:close/>
              </a:path>
              <a:path w="9867900" h="3000375">
                <a:moveTo>
                  <a:pt x="8439150" y="2139772"/>
                </a:moveTo>
                <a:lnTo>
                  <a:pt x="8438693" y="2138654"/>
                </a:lnTo>
                <a:lnTo>
                  <a:pt x="8436826" y="2136787"/>
                </a:lnTo>
                <a:lnTo>
                  <a:pt x="8435708" y="2136330"/>
                </a:lnTo>
                <a:lnTo>
                  <a:pt x="8433079" y="2136330"/>
                </a:lnTo>
                <a:lnTo>
                  <a:pt x="8431949" y="2136787"/>
                </a:lnTo>
                <a:lnTo>
                  <a:pt x="8430095" y="2138654"/>
                </a:lnTo>
                <a:lnTo>
                  <a:pt x="8429625" y="2139772"/>
                </a:lnTo>
                <a:lnTo>
                  <a:pt x="8429625" y="2142401"/>
                </a:lnTo>
                <a:lnTo>
                  <a:pt x="8430095" y="2143531"/>
                </a:lnTo>
                <a:lnTo>
                  <a:pt x="8431949" y="2145385"/>
                </a:lnTo>
                <a:lnTo>
                  <a:pt x="8433079" y="2145855"/>
                </a:lnTo>
                <a:lnTo>
                  <a:pt x="8435708" y="2145855"/>
                </a:lnTo>
                <a:lnTo>
                  <a:pt x="8436826" y="2145385"/>
                </a:lnTo>
                <a:lnTo>
                  <a:pt x="8438693" y="2143531"/>
                </a:lnTo>
                <a:lnTo>
                  <a:pt x="8439150" y="2142401"/>
                </a:lnTo>
                <a:lnTo>
                  <a:pt x="8439150" y="2139772"/>
                </a:lnTo>
                <a:close/>
              </a:path>
              <a:path w="9867900" h="3000375">
                <a:moveTo>
                  <a:pt x="8439150" y="1712506"/>
                </a:moveTo>
                <a:lnTo>
                  <a:pt x="8438693" y="1711388"/>
                </a:lnTo>
                <a:lnTo>
                  <a:pt x="8436826" y="1709534"/>
                </a:lnTo>
                <a:lnTo>
                  <a:pt x="8435708" y="1709064"/>
                </a:lnTo>
                <a:lnTo>
                  <a:pt x="8433079" y="1709064"/>
                </a:lnTo>
                <a:lnTo>
                  <a:pt x="8431949" y="1709534"/>
                </a:lnTo>
                <a:lnTo>
                  <a:pt x="8430095" y="1711388"/>
                </a:lnTo>
                <a:lnTo>
                  <a:pt x="8429625" y="1712506"/>
                </a:lnTo>
                <a:lnTo>
                  <a:pt x="8429625" y="1715135"/>
                </a:lnTo>
                <a:lnTo>
                  <a:pt x="8430095" y="1716265"/>
                </a:lnTo>
                <a:lnTo>
                  <a:pt x="8431949" y="1718119"/>
                </a:lnTo>
                <a:lnTo>
                  <a:pt x="8433079" y="1718589"/>
                </a:lnTo>
                <a:lnTo>
                  <a:pt x="8435708" y="1718589"/>
                </a:lnTo>
                <a:lnTo>
                  <a:pt x="8436826" y="1718119"/>
                </a:lnTo>
                <a:lnTo>
                  <a:pt x="8438693" y="1716265"/>
                </a:lnTo>
                <a:lnTo>
                  <a:pt x="8439150" y="1715135"/>
                </a:lnTo>
                <a:lnTo>
                  <a:pt x="8439150" y="1712506"/>
                </a:lnTo>
                <a:close/>
              </a:path>
              <a:path w="9867900" h="3000375">
                <a:moveTo>
                  <a:pt x="8439150" y="1285252"/>
                </a:moveTo>
                <a:lnTo>
                  <a:pt x="8438693" y="1284122"/>
                </a:lnTo>
                <a:lnTo>
                  <a:pt x="8436826" y="1282268"/>
                </a:lnTo>
                <a:lnTo>
                  <a:pt x="8435708" y="1281798"/>
                </a:lnTo>
                <a:lnTo>
                  <a:pt x="8433079" y="1281798"/>
                </a:lnTo>
                <a:lnTo>
                  <a:pt x="8431949" y="1282268"/>
                </a:lnTo>
                <a:lnTo>
                  <a:pt x="8430095" y="1284122"/>
                </a:lnTo>
                <a:lnTo>
                  <a:pt x="8429625" y="1285252"/>
                </a:lnTo>
                <a:lnTo>
                  <a:pt x="8429625" y="1287881"/>
                </a:lnTo>
                <a:lnTo>
                  <a:pt x="8430095" y="1288999"/>
                </a:lnTo>
                <a:lnTo>
                  <a:pt x="8431949" y="1290853"/>
                </a:lnTo>
                <a:lnTo>
                  <a:pt x="8433079" y="1291323"/>
                </a:lnTo>
                <a:lnTo>
                  <a:pt x="8435708" y="1291323"/>
                </a:lnTo>
                <a:lnTo>
                  <a:pt x="8436826" y="1290853"/>
                </a:lnTo>
                <a:lnTo>
                  <a:pt x="8438693" y="1288999"/>
                </a:lnTo>
                <a:lnTo>
                  <a:pt x="8439150" y="1287881"/>
                </a:lnTo>
                <a:lnTo>
                  <a:pt x="8439150" y="1285252"/>
                </a:lnTo>
                <a:close/>
              </a:path>
              <a:path w="9867900" h="3000375">
                <a:moveTo>
                  <a:pt x="8439150" y="857986"/>
                </a:moveTo>
                <a:lnTo>
                  <a:pt x="8438693" y="856856"/>
                </a:lnTo>
                <a:lnTo>
                  <a:pt x="8436826" y="855002"/>
                </a:lnTo>
                <a:lnTo>
                  <a:pt x="8435708" y="854532"/>
                </a:lnTo>
                <a:lnTo>
                  <a:pt x="8433079" y="854532"/>
                </a:lnTo>
                <a:lnTo>
                  <a:pt x="8431949" y="855002"/>
                </a:lnTo>
                <a:lnTo>
                  <a:pt x="8430095" y="856856"/>
                </a:lnTo>
                <a:lnTo>
                  <a:pt x="8429625" y="857986"/>
                </a:lnTo>
                <a:lnTo>
                  <a:pt x="8429625" y="860615"/>
                </a:lnTo>
                <a:lnTo>
                  <a:pt x="8430095" y="861733"/>
                </a:lnTo>
                <a:lnTo>
                  <a:pt x="8431949" y="863600"/>
                </a:lnTo>
                <a:lnTo>
                  <a:pt x="8433079" y="864057"/>
                </a:lnTo>
                <a:lnTo>
                  <a:pt x="8435708" y="864057"/>
                </a:lnTo>
                <a:lnTo>
                  <a:pt x="8436826" y="863600"/>
                </a:lnTo>
                <a:lnTo>
                  <a:pt x="8438693" y="861733"/>
                </a:lnTo>
                <a:lnTo>
                  <a:pt x="8439150" y="860615"/>
                </a:lnTo>
                <a:lnTo>
                  <a:pt x="8439150" y="857986"/>
                </a:lnTo>
                <a:close/>
              </a:path>
              <a:path w="9867900" h="3000375">
                <a:moveTo>
                  <a:pt x="8439150" y="430720"/>
                </a:moveTo>
                <a:lnTo>
                  <a:pt x="8438693" y="429590"/>
                </a:lnTo>
                <a:lnTo>
                  <a:pt x="8436826" y="427736"/>
                </a:lnTo>
                <a:lnTo>
                  <a:pt x="8435708" y="427266"/>
                </a:lnTo>
                <a:lnTo>
                  <a:pt x="8433079" y="427266"/>
                </a:lnTo>
                <a:lnTo>
                  <a:pt x="8431949" y="427736"/>
                </a:lnTo>
                <a:lnTo>
                  <a:pt x="8430095" y="429590"/>
                </a:lnTo>
                <a:lnTo>
                  <a:pt x="8429625" y="430720"/>
                </a:lnTo>
                <a:lnTo>
                  <a:pt x="8429625" y="433349"/>
                </a:lnTo>
                <a:lnTo>
                  <a:pt x="8430095" y="434467"/>
                </a:lnTo>
                <a:lnTo>
                  <a:pt x="8431949" y="436333"/>
                </a:lnTo>
                <a:lnTo>
                  <a:pt x="8433079" y="436791"/>
                </a:lnTo>
                <a:lnTo>
                  <a:pt x="8435708" y="436791"/>
                </a:lnTo>
                <a:lnTo>
                  <a:pt x="8436826" y="436333"/>
                </a:lnTo>
                <a:lnTo>
                  <a:pt x="8438693" y="434467"/>
                </a:lnTo>
                <a:lnTo>
                  <a:pt x="8439150" y="433349"/>
                </a:lnTo>
                <a:lnTo>
                  <a:pt x="8439150" y="430720"/>
                </a:lnTo>
                <a:close/>
              </a:path>
              <a:path w="9867900" h="3000375">
                <a:moveTo>
                  <a:pt x="8439150" y="3454"/>
                </a:moveTo>
                <a:lnTo>
                  <a:pt x="8438693" y="2336"/>
                </a:lnTo>
                <a:lnTo>
                  <a:pt x="8436826" y="469"/>
                </a:lnTo>
                <a:lnTo>
                  <a:pt x="8435708" y="0"/>
                </a:lnTo>
                <a:lnTo>
                  <a:pt x="8433079" y="0"/>
                </a:lnTo>
                <a:lnTo>
                  <a:pt x="8431949" y="469"/>
                </a:lnTo>
                <a:lnTo>
                  <a:pt x="8430095" y="2336"/>
                </a:lnTo>
                <a:lnTo>
                  <a:pt x="8429625" y="3454"/>
                </a:lnTo>
                <a:lnTo>
                  <a:pt x="8429625" y="6083"/>
                </a:lnTo>
                <a:lnTo>
                  <a:pt x="8430095" y="7200"/>
                </a:lnTo>
                <a:lnTo>
                  <a:pt x="8431949" y="9067"/>
                </a:lnTo>
                <a:lnTo>
                  <a:pt x="8433079" y="9525"/>
                </a:lnTo>
                <a:lnTo>
                  <a:pt x="8435708" y="9525"/>
                </a:lnTo>
                <a:lnTo>
                  <a:pt x="8436826" y="9067"/>
                </a:lnTo>
                <a:lnTo>
                  <a:pt x="8438693" y="7200"/>
                </a:lnTo>
                <a:lnTo>
                  <a:pt x="8439150" y="6083"/>
                </a:lnTo>
                <a:lnTo>
                  <a:pt x="8439150" y="3454"/>
                </a:lnTo>
                <a:close/>
              </a:path>
              <a:path w="9867900" h="3000375">
                <a:moveTo>
                  <a:pt x="8486775" y="2994304"/>
                </a:moveTo>
                <a:lnTo>
                  <a:pt x="8486318" y="2993186"/>
                </a:lnTo>
                <a:lnTo>
                  <a:pt x="8484451" y="2991320"/>
                </a:lnTo>
                <a:lnTo>
                  <a:pt x="8483333" y="2990850"/>
                </a:lnTo>
                <a:lnTo>
                  <a:pt x="8480704" y="2990850"/>
                </a:lnTo>
                <a:lnTo>
                  <a:pt x="8479574" y="2991320"/>
                </a:lnTo>
                <a:lnTo>
                  <a:pt x="8477720" y="2993186"/>
                </a:lnTo>
                <a:lnTo>
                  <a:pt x="8477250" y="2994304"/>
                </a:lnTo>
                <a:lnTo>
                  <a:pt x="8477250" y="2996933"/>
                </a:lnTo>
                <a:lnTo>
                  <a:pt x="8477720" y="2998051"/>
                </a:lnTo>
                <a:lnTo>
                  <a:pt x="8479574" y="2999917"/>
                </a:lnTo>
                <a:lnTo>
                  <a:pt x="8480704" y="3000375"/>
                </a:lnTo>
                <a:lnTo>
                  <a:pt x="8483333" y="3000375"/>
                </a:lnTo>
                <a:lnTo>
                  <a:pt x="8484451" y="2999917"/>
                </a:lnTo>
                <a:lnTo>
                  <a:pt x="8486318" y="2998051"/>
                </a:lnTo>
                <a:lnTo>
                  <a:pt x="8486775" y="2996933"/>
                </a:lnTo>
                <a:lnTo>
                  <a:pt x="8486775" y="2994304"/>
                </a:lnTo>
                <a:close/>
              </a:path>
              <a:path w="9867900" h="3000375">
                <a:moveTo>
                  <a:pt x="8486775" y="2567038"/>
                </a:moveTo>
                <a:lnTo>
                  <a:pt x="8486318" y="2565920"/>
                </a:lnTo>
                <a:lnTo>
                  <a:pt x="8484451" y="2564053"/>
                </a:lnTo>
                <a:lnTo>
                  <a:pt x="8483333" y="2563596"/>
                </a:lnTo>
                <a:lnTo>
                  <a:pt x="8480704" y="2563596"/>
                </a:lnTo>
                <a:lnTo>
                  <a:pt x="8479574" y="2564053"/>
                </a:lnTo>
                <a:lnTo>
                  <a:pt x="8477720" y="2565920"/>
                </a:lnTo>
                <a:lnTo>
                  <a:pt x="8477250" y="2567038"/>
                </a:lnTo>
                <a:lnTo>
                  <a:pt x="8477250" y="2569667"/>
                </a:lnTo>
                <a:lnTo>
                  <a:pt x="8477720" y="2570797"/>
                </a:lnTo>
                <a:lnTo>
                  <a:pt x="8479574" y="2572651"/>
                </a:lnTo>
                <a:lnTo>
                  <a:pt x="8480704" y="2573121"/>
                </a:lnTo>
                <a:lnTo>
                  <a:pt x="8483333" y="2573121"/>
                </a:lnTo>
                <a:lnTo>
                  <a:pt x="8484451" y="2572651"/>
                </a:lnTo>
                <a:lnTo>
                  <a:pt x="8486318" y="2570797"/>
                </a:lnTo>
                <a:lnTo>
                  <a:pt x="8486775" y="2569667"/>
                </a:lnTo>
                <a:lnTo>
                  <a:pt x="8486775" y="2567038"/>
                </a:lnTo>
                <a:close/>
              </a:path>
              <a:path w="9867900" h="3000375">
                <a:moveTo>
                  <a:pt x="8486775" y="2139772"/>
                </a:moveTo>
                <a:lnTo>
                  <a:pt x="8486318" y="2138654"/>
                </a:lnTo>
                <a:lnTo>
                  <a:pt x="8484451" y="2136787"/>
                </a:lnTo>
                <a:lnTo>
                  <a:pt x="8483333" y="2136330"/>
                </a:lnTo>
                <a:lnTo>
                  <a:pt x="8480704" y="2136330"/>
                </a:lnTo>
                <a:lnTo>
                  <a:pt x="8479574" y="2136787"/>
                </a:lnTo>
                <a:lnTo>
                  <a:pt x="8477720" y="2138654"/>
                </a:lnTo>
                <a:lnTo>
                  <a:pt x="8477250" y="2139772"/>
                </a:lnTo>
                <a:lnTo>
                  <a:pt x="8477250" y="2142401"/>
                </a:lnTo>
                <a:lnTo>
                  <a:pt x="8477720" y="2143531"/>
                </a:lnTo>
                <a:lnTo>
                  <a:pt x="8479574" y="2145385"/>
                </a:lnTo>
                <a:lnTo>
                  <a:pt x="8480704" y="2145855"/>
                </a:lnTo>
                <a:lnTo>
                  <a:pt x="8483333" y="2145855"/>
                </a:lnTo>
                <a:lnTo>
                  <a:pt x="8484451" y="2145385"/>
                </a:lnTo>
                <a:lnTo>
                  <a:pt x="8486318" y="2143531"/>
                </a:lnTo>
                <a:lnTo>
                  <a:pt x="8486775" y="2142401"/>
                </a:lnTo>
                <a:lnTo>
                  <a:pt x="8486775" y="2139772"/>
                </a:lnTo>
                <a:close/>
              </a:path>
              <a:path w="9867900" h="3000375">
                <a:moveTo>
                  <a:pt x="8486775" y="1712506"/>
                </a:moveTo>
                <a:lnTo>
                  <a:pt x="8486318" y="1711388"/>
                </a:lnTo>
                <a:lnTo>
                  <a:pt x="8484451" y="1709534"/>
                </a:lnTo>
                <a:lnTo>
                  <a:pt x="8483333" y="1709064"/>
                </a:lnTo>
                <a:lnTo>
                  <a:pt x="8480704" y="1709064"/>
                </a:lnTo>
                <a:lnTo>
                  <a:pt x="8479574" y="1709534"/>
                </a:lnTo>
                <a:lnTo>
                  <a:pt x="8477720" y="1711388"/>
                </a:lnTo>
                <a:lnTo>
                  <a:pt x="8477250" y="1712506"/>
                </a:lnTo>
                <a:lnTo>
                  <a:pt x="8477250" y="1715135"/>
                </a:lnTo>
                <a:lnTo>
                  <a:pt x="8477720" y="1716265"/>
                </a:lnTo>
                <a:lnTo>
                  <a:pt x="8479574" y="1718119"/>
                </a:lnTo>
                <a:lnTo>
                  <a:pt x="8480704" y="1718589"/>
                </a:lnTo>
                <a:lnTo>
                  <a:pt x="8483333" y="1718589"/>
                </a:lnTo>
                <a:lnTo>
                  <a:pt x="8484451" y="1718119"/>
                </a:lnTo>
                <a:lnTo>
                  <a:pt x="8486318" y="1716265"/>
                </a:lnTo>
                <a:lnTo>
                  <a:pt x="8486775" y="1715135"/>
                </a:lnTo>
                <a:lnTo>
                  <a:pt x="8486775" y="1712506"/>
                </a:lnTo>
                <a:close/>
              </a:path>
              <a:path w="9867900" h="3000375">
                <a:moveTo>
                  <a:pt x="8486775" y="1285252"/>
                </a:moveTo>
                <a:lnTo>
                  <a:pt x="8486318" y="1284122"/>
                </a:lnTo>
                <a:lnTo>
                  <a:pt x="8484451" y="1282268"/>
                </a:lnTo>
                <a:lnTo>
                  <a:pt x="8483333" y="1281798"/>
                </a:lnTo>
                <a:lnTo>
                  <a:pt x="8480704" y="1281798"/>
                </a:lnTo>
                <a:lnTo>
                  <a:pt x="8479574" y="1282268"/>
                </a:lnTo>
                <a:lnTo>
                  <a:pt x="8477720" y="1284122"/>
                </a:lnTo>
                <a:lnTo>
                  <a:pt x="8477250" y="1285252"/>
                </a:lnTo>
                <a:lnTo>
                  <a:pt x="8477250" y="1287881"/>
                </a:lnTo>
                <a:lnTo>
                  <a:pt x="8477720" y="1288999"/>
                </a:lnTo>
                <a:lnTo>
                  <a:pt x="8479574" y="1290853"/>
                </a:lnTo>
                <a:lnTo>
                  <a:pt x="8480704" y="1291323"/>
                </a:lnTo>
                <a:lnTo>
                  <a:pt x="8483333" y="1291323"/>
                </a:lnTo>
                <a:lnTo>
                  <a:pt x="8484451" y="1290853"/>
                </a:lnTo>
                <a:lnTo>
                  <a:pt x="8486318" y="1288999"/>
                </a:lnTo>
                <a:lnTo>
                  <a:pt x="8486775" y="1287881"/>
                </a:lnTo>
                <a:lnTo>
                  <a:pt x="8486775" y="1285252"/>
                </a:lnTo>
                <a:close/>
              </a:path>
              <a:path w="9867900" h="3000375">
                <a:moveTo>
                  <a:pt x="8486775" y="857986"/>
                </a:moveTo>
                <a:lnTo>
                  <a:pt x="8486318" y="856856"/>
                </a:lnTo>
                <a:lnTo>
                  <a:pt x="8484451" y="855002"/>
                </a:lnTo>
                <a:lnTo>
                  <a:pt x="8483333" y="854532"/>
                </a:lnTo>
                <a:lnTo>
                  <a:pt x="8480704" y="854532"/>
                </a:lnTo>
                <a:lnTo>
                  <a:pt x="8479574" y="855002"/>
                </a:lnTo>
                <a:lnTo>
                  <a:pt x="8477720" y="856856"/>
                </a:lnTo>
                <a:lnTo>
                  <a:pt x="8477250" y="857986"/>
                </a:lnTo>
                <a:lnTo>
                  <a:pt x="8477250" y="860615"/>
                </a:lnTo>
                <a:lnTo>
                  <a:pt x="8477720" y="861733"/>
                </a:lnTo>
                <a:lnTo>
                  <a:pt x="8479574" y="863600"/>
                </a:lnTo>
                <a:lnTo>
                  <a:pt x="8480704" y="864057"/>
                </a:lnTo>
                <a:lnTo>
                  <a:pt x="8483333" y="864057"/>
                </a:lnTo>
                <a:lnTo>
                  <a:pt x="8484451" y="863600"/>
                </a:lnTo>
                <a:lnTo>
                  <a:pt x="8486318" y="861733"/>
                </a:lnTo>
                <a:lnTo>
                  <a:pt x="8486775" y="860615"/>
                </a:lnTo>
                <a:lnTo>
                  <a:pt x="8486775" y="857986"/>
                </a:lnTo>
                <a:close/>
              </a:path>
              <a:path w="9867900" h="3000375">
                <a:moveTo>
                  <a:pt x="8486775" y="430720"/>
                </a:moveTo>
                <a:lnTo>
                  <a:pt x="8486318" y="429590"/>
                </a:lnTo>
                <a:lnTo>
                  <a:pt x="8484451" y="427736"/>
                </a:lnTo>
                <a:lnTo>
                  <a:pt x="8483333" y="427266"/>
                </a:lnTo>
                <a:lnTo>
                  <a:pt x="8480704" y="427266"/>
                </a:lnTo>
                <a:lnTo>
                  <a:pt x="8479574" y="427736"/>
                </a:lnTo>
                <a:lnTo>
                  <a:pt x="8477720" y="429590"/>
                </a:lnTo>
                <a:lnTo>
                  <a:pt x="8477250" y="430720"/>
                </a:lnTo>
                <a:lnTo>
                  <a:pt x="8477250" y="433349"/>
                </a:lnTo>
                <a:lnTo>
                  <a:pt x="8477720" y="434467"/>
                </a:lnTo>
                <a:lnTo>
                  <a:pt x="8479574" y="436333"/>
                </a:lnTo>
                <a:lnTo>
                  <a:pt x="8480704" y="436791"/>
                </a:lnTo>
                <a:lnTo>
                  <a:pt x="8483333" y="436791"/>
                </a:lnTo>
                <a:lnTo>
                  <a:pt x="8484451" y="436333"/>
                </a:lnTo>
                <a:lnTo>
                  <a:pt x="8486318" y="434467"/>
                </a:lnTo>
                <a:lnTo>
                  <a:pt x="8486775" y="433349"/>
                </a:lnTo>
                <a:lnTo>
                  <a:pt x="8486775" y="430720"/>
                </a:lnTo>
                <a:close/>
              </a:path>
              <a:path w="9867900" h="3000375">
                <a:moveTo>
                  <a:pt x="8486775" y="3454"/>
                </a:moveTo>
                <a:lnTo>
                  <a:pt x="8486318" y="2336"/>
                </a:lnTo>
                <a:lnTo>
                  <a:pt x="8484451" y="469"/>
                </a:lnTo>
                <a:lnTo>
                  <a:pt x="8483333" y="0"/>
                </a:lnTo>
                <a:lnTo>
                  <a:pt x="8480704" y="0"/>
                </a:lnTo>
                <a:lnTo>
                  <a:pt x="8479574" y="469"/>
                </a:lnTo>
                <a:lnTo>
                  <a:pt x="8477720" y="2336"/>
                </a:lnTo>
                <a:lnTo>
                  <a:pt x="8477250" y="3454"/>
                </a:lnTo>
                <a:lnTo>
                  <a:pt x="8477250" y="6083"/>
                </a:lnTo>
                <a:lnTo>
                  <a:pt x="8477720" y="7200"/>
                </a:lnTo>
                <a:lnTo>
                  <a:pt x="8479574" y="9067"/>
                </a:lnTo>
                <a:lnTo>
                  <a:pt x="8480704" y="9525"/>
                </a:lnTo>
                <a:lnTo>
                  <a:pt x="8483333" y="9525"/>
                </a:lnTo>
                <a:lnTo>
                  <a:pt x="8484451" y="9067"/>
                </a:lnTo>
                <a:lnTo>
                  <a:pt x="8486318" y="7200"/>
                </a:lnTo>
                <a:lnTo>
                  <a:pt x="8486775" y="6083"/>
                </a:lnTo>
                <a:lnTo>
                  <a:pt x="8486775" y="3454"/>
                </a:lnTo>
                <a:close/>
              </a:path>
              <a:path w="9867900" h="3000375">
                <a:moveTo>
                  <a:pt x="8534400" y="2994304"/>
                </a:moveTo>
                <a:lnTo>
                  <a:pt x="8533943" y="2993186"/>
                </a:lnTo>
                <a:lnTo>
                  <a:pt x="8532076" y="2991320"/>
                </a:lnTo>
                <a:lnTo>
                  <a:pt x="8530958" y="2990850"/>
                </a:lnTo>
                <a:lnTo>
                  <a:pt x="8528329" y="2990850"/>
                </a:lnTo>
                <a:lnTo>
                  <a:pt x="8527199" y="2991320"/>
                </a:lnTo>
                <a:lnTo>
                  <a:pt x="8525345" y="2993186"/>
                </a:lnTo>
                <a:lnTo>
                  <a:pt x="8524875" y="2994304"/>
                </a:lnTo>
                <a:lnTo>
                  <a:pt x="8524875" y="2996933"/>
                </a:lnTo>
                <a:lnTo>
                  <a:pt x="8525345" y="2998051"/>
                </a:lnTo>
                <a:lnTo>
                  <a:pt x="8527199" y="2999917"/>
                </a:lnTo>
                <a:lnTo>
                  <a:pt x="8528329" y="3000375"/>
                </a:lnTo>
                <a:lnTo>
                  <a:pt x="8530958" y="3000375"/>
                </a:lnTo>
                <a:lnTo>
                  <a:pt x="8532076" y="2999917"/>
                </a:lnTo>
                <a:lnTo>
                  <a:pt x="8533943" y="2998051"/>
                </a:lnTo>
                <a:lnTo>
                  <a:pt x="8534400" y="2996933"/>
                </a:lnTo>
                <a:lnTo>
                  <a:pt x="8534400" y="2994304"/>
                </a:lnTo>
                <a:close/>
              </a:path>
              <a:path w="9867900" h="3000375">
                <a:moveTo>
                  <a:pt x="8534400" y="2567038"/>
                </a:moveTo>
                <a:lnTo>
                  <a:pt x="8533943" y="2565920"/>
                </a:lnTo>
                <a:lnTo>
                  <a:pt x="8532076" y="2564053"/>
                </a:lnTo>
                <a:lnTo>
                  <a:pt x="8530958" y="2563596"/>
                </a:lnTo>
                <a:lnTo>
                  <a:pt x="8528329" y="2563596"/>
                </a:lnTo>
                <a:lnTo>
                  <a:pt x="8527199" y="2564053"/>
                </a:lnTo>
                <a:lnTo>
                  <a:pt x="8525345" y="2565920"/>
                </a:lnTo>
                <a:lnTo>
                  <a:pt x="8524875" y="2567038"/>
                </a:lnTo>
                <a:lnTo>
                  <a:pt x="8524875" y="2569667"/>
                </a:lnTo>
                <a:lnTo>
                  <a:pt x="8525345" y="2570797"/>
                </a:lnTo>
                <a:lnTo>
                  <a:pt x="8527199" y="2572651"/>
                </a:lnTo>
                <a:lnTo>
                  <a:pt x="8528329" y="2573121"/>
                </a:lnTo>
                <a:lnTo>
                  <a:pt x="8530958" y="2573121"/>
                </a:lnTo>
                <a:lnTo>
                  <a:pt x="8532076" y="2572651"/>
                </a:lnTo>
                <a:lnTo>
                  <a:pt x="8533943" y="2570797"/>
                </a:lnTo>
                <a:lnTo>
                  <a:pt x="8534400" y="2569667"/>
                </a:lnTo>
                <a:lnTo>
                  <a:pt x="8534400" y="2567038"/>
                </a:lnTo>
                <a:close/>
              </a:path>
              <a:path w="9867900" h="3000375">
                <a:moveTo>
                  <a:pt x="8534400" y="2139772"/>
                </a:moveTo>
                <a:lnTo>
                  <a:pt x="8533943" y="2138654"/>
                </a:lnTo>
                <a:lnTo>
                  <a:pt x="8532076" y="2136787"/>
                </a:lnTo>
                <a:lnTo>
                  <a:pt x="8530958" y="2136330"/>
                </a:lnTo>
                <a:lnTo>
                  <a:pt x="8528329" y="2136330"/>
                </a:lnTo>
                <a:lnTo>
                  <a:pt x="8527199" y="2136787"/>
                </a:lnTo>
                <a:lnTo>
                  <a:pt x="8525345" y="2138654"/>
                </a:lnTo>
                <a:lnTo>
                  <a:pt x="8524875" y="2139772"/>
                </a:lnTo>
                <a:lnTo>
                  <a:pt x="8524875" y="2142401"/>
                </a:lnTo>
                <a:lnTo>
                  <a:pt x="8525345" y="2143531"/>
                </a:lnTo>
                <a:lnTo>
                  <a:pt x="8527199" y="2145385"/>
                </a:lnTo>
                <a:lnTo>
                  <a:pt x="8528329" y="2145855"/>
                </a:lnTo>
                <a:lnTo>
                  <a:pt x="8530958" y="2145855"/>
                </a:lnTo>
                <a:lnTo>
                  <a:pt x="8532076" y="2145385"/>
                </a:lnTo>
                <a:lnTo>
                  <a:pt x="8533943" y="2143531"/>
                </a:lnTo>
                <a:lnTo>
                  <a:pt x="8534400" y="2142401"/>
                </a:lnTo>
                <a:lnTo>
                  <a:pt x="8534400" y="2139772"/>
                </a:lnTo>
                <a:close/>
              </a:path>
              <a:path w="9867900" h="3000375">
                <a:moveTo>
                  <a:pt x="8534400" y="1712506"/>
                </a:moveTo>
                <a:lnTo>
                  <a:pt x="8533943" y="1711388"/>
                </a:lnTo>
                <a:lnTo>
                  <a:pt x="8532076" y="1709534"/>
                </a:lnTo>
                <a:lnTo>
                  <a:pt x="8530958" y="1709064"/>
                </a:lnTo>
                <a:lnTo>
                  <a:pt x="8528329" y="1709064"/>
                </a:lnTo>
                <a:lnTo>
                  <a:pt x="8527199" y="1709534"/>
                </a:lnTo>
                <a:lnTo>
                  <a:pt x="8525345" y="1711388"/>
                </a:lnTo>
                <a:lnTo>
                  <a:pt x="8524875" y="1712506"/>
                </a:lnTo>
                <a:lnTo>
                  <a:pt x="8524875" y="1715135"/>
                </a:lnTo>
                <a:lnTo>
                  <a:pt x="8525345" y="1716265"/>
                </a:lnTo>
                <a:lnTo>
                  <a:pt x="8527199" y="1718119"/>
                </a:lnTo>
                <a:lnTo>
                  <a:pt x="8528329" y="1718589"/>
                </a:lnTo>
                <a:lnTo>
                  <a:pt x="8530958" y="1718589"/>
                </a:lnTo>
                <a:lnTo>
                  <a:pt x="8532076" y="1718119"/>
                </a:lnTo>
                <a:lnTo>
                  <a:pt x="8533943" y="1716265"/>
                </a:lnTo>
                <a:lnTo>
                  <a:pt x="8534400" y="1715135"/>
                </a:lnTo>
                <a:lnTo>
                  <a:pt x="8534400" y="1712506"/>
                </a:lnTo>
                <a:close/>
              </a:path>
              <a:path w="9867900" h="3000375">
                <a:moveTo>
                  <a:pt x="8534400" y="1285252"/>
                </a:moveTo>
                <a:lnTo>
                  <a:pt x="8533943" y="1284122"/>
                </a:lnTo>
                <a:lnTo>
                  <a:pt x="8532076" y="1282268"/>
                </a:lnTo>
                <a:lnTo>
                  <a:pt x="8530958" y="1281798"/>
                </a:lnTo>
                <a:lnTo>
                  <a:pt x="8528329" y="1281798"/>
                </a:lnTo>
                <a:lnTo>
                  <a:pt x="8527199" y="1282268"/>
                </a:lnTo>
                <a:lnTo>
                  <a:pt x="8525345" y="1284122"/>
                </a:lnTo>
                <a:lnTo>
                  <a:pt x="8524875" y="1285252"/>
                </a:lnTo>
                <a:lnTo>
                  <a:pt x="8524875" y="1287881"/>
                </a:lnTo>
                <a:lnTo>
                  <a:pt x="8525345" y="1288999"/>
                </a:lnTo>
                <a:lnTo>
                  <a:pt x="8527199" y="1290853"/>
                </a:lnTo>
                <a:lnTo>
                  <a:pt x="8528329" y="1291323"/>
                </a:lnTo>
                <a:lnTo>
                  <a:pt x="8530958" y="1291323"/>
                </a:lnTo>
                <a:lnTo>
                  <a:pt x="8532076" y="1290853"/>
                </a:lnTo>
                <a:lnTo>
                  <a:pt x="8533943" y="1288999"/>
                </a:lnTo>
                <a:lnTo>
                  <a:pt x="8534400" y="1287881"/>
                </a:lnTo>
                <a:lnTo>
                  <a:pt x="8534400" y="1285252"/>
                </a:lnTo>
                <a:close/>
              </a:path>
              <a:path w="9867900" h="3000375">
                <a:moveTo>
                  <a:pt x="8534400" y="857986"/>
                </a:moveTo>
                <a:lnTo>
                  <a:pt x="8533943" y="856856"/>
                </a:lnTo>
                <a:lnTo>
                  <a:pt x="8532076" y="855002"/>
                </a:lnTo>
                <a:lnTo>
                  <a:pt x="8530958" y="854532"/>
                </a:lnTo>
                <a:lnTo>
                  <a:pt x="8528329" y="854532"/>
                </a:lnTo>
                <a:lnTo>
                  <a:pt x="8527199" y="855002"/>
                </a:lnTo>
                <a:lnTo>
                  <a:pt x="8525345" y="856856"/>
                </a:lnTo>
                <a:lnTo>
                  <a:pt x="8524875" y="857986"/>
                </a:lnTo>
                <a:lnTo>
                  <a:pt x="8524875" y="860615"/>
                </a:lnTo>
                <a:lnTo>
                  <a:pt x="8525345" y="861733"/>
                </a:lnTo>
                <a:lnTo>
                  <a:pt x="8527199" y="863600"/>
                </a:lnTo>
                <a:lnTo>
                  <a:pt x="8528329" y="864057"/>
                </a:lnTo>
                <a:lnTo>
                  <a:pt x="8530958" y="864057"/>
                </a:lnTo>
                <a:lnTo>
                  <a:pt x="8532076" y="863600"/>
                </a:lnTo>
                <a:lnTo>
                  <a:pt x="8533943" y="861733"/>
                </a:lnTo>
                <a:lnTo>
                  <a:pt x="8534400" y="860615"/>
                </a:lnTo>
                <a:lnTo>
                  <a:pt x="8534400" y="857986"/>
                </a:lnTo>
                <a:close/>
              </a:path>
              <a:path w="9867900" h="3000375">
                <a:moveTo>
                  <a:pt x="8534400" y="430720"/>
                </a:moveTo>
                <a:lnTo>
                  <a:pt x="8533943" y="429590"/>
                </a:lnTo>
                <a:lnTo>
                  <a:pt x="8532076" y="427736"/>
                </a:lnTo>
                <a:lnTo>
                  <a:pt x="8530958" y="427266"/>
                </a:lnTo>
                <a:lnTo>
                  <a:pt x="8528329" y="427266"/>
                </a:lnTo>
                <a:lnTo>
                  <a:pt x="8527199" y="427736"/>
                </a:lnTo>
                <a:lnTo>
                  <a:pt x="8525345" y="429590"/>
                </a:lnTo>
                <a:lnTo>
                  <a:pt x="8524875" y="430720"/>
                </a:lnTo>
                <a:lnTo>
                  <a:pt x="8524875" y="433349"/>
                </a:lnTo>
                <a:lnTo>
                  <a:pt x="8525345" y="434467"/>
                </a:lnTo>
                <a:lnTo>
                  <a:pt x="8527199" y="436333"/>
                </a:lnTo>
                <a:lnTo>
                  <a:pt x="8528329" y="436791"/>
                </a:lnTo>
                <a:lnTo>
                  <a:pt x="8530958" y="436791"/>
                </a:lnTo>
                <a:lnTo>
                  <a:pt x="8532076" y="436333"/>
                </a:lnTo>
                <a:lnTo>
                  <a:pt x="8533943" y="434467"/>
                </a:lnTo>
                <a:lnTo>
                  <a:pt x="8534400" y="433349"/>
                </a:lnTo>
                <a:lnTo>
                  <a:pt x="8534400" y="430720"/>
                </a:lnTo>
                <a:close/>
              </a:path>
              <a:path w="9867900" h="3000375">
                <a:moveTo>
                  <a:pt x="8534400" y="3454"/>
                </a:moveTo>
                <a:lnTo>
                  <a:pt x="8533943" y="2336"/>
                </a:lnTo>
                <a:lnTo>
                  <a:pt x="8532076" y="469"/>
                </a:lnTo>
                <a:lnTo>
                  <a:pt x="8530958" y="0"/>
                </a:lnTo>
                <a:lnTo>
                  <a:pt x="8528329" y="0"/>
                </a:lnTo>
                <a:lnTo>
                  <a:pt x="8527199" y="469"/>
                </a:lnTo>
                <a:lnTo>
                  <a:pt x="8525345" y="2336"/>
                </a:lnTo>
                <a:lnTo>
                  <a:pt x="8524875" y="3454"/>
                </a:lnTo>
                <a:lnTo>
                  <a:pt x="8524875" y="6083"/>
                </a:lnTo>
                <a:lnTo>
                  <a:pt x="8525345" y="7200"/>
                </a:lnTo>
                <a:lnTo>
                  <a:pt x="8527199" y="9067"/>
                </a:lnTo>
                <a:lnTo>
                  <a:pt x="8528329" y="9525"/>
                </a:lnTo>
                <a:lnTo>
                  <a:pt x="8530958" y="9525"/>
                </a:lnTo>
                <a:lnTo>
                  <a:pt x="8532076" y="9067"/>
                </a:lnTo>
                <a:lnTo>
                  <a:pt x="8533943" y="7200"/>
                </a:lnTo>
                <a:lnTo>
                  <a:pt x="8534400" y="6083"/>
                </a:lnTo>
                <a:lnTo>
                  <a:pt x="8534400" y="3454"/>
                </a:lnTo>
                <a:close/>
              </a:path>
              <a:path w="9867900" h="3000375">
                <a:moveTo>
                  <a:pt x="8582025" y="2994304"/>
                </a:moveTo>
                <a:lnTo>
                  <a:pt x="8581568" y="2993186"/>
                </a:lnTo>
                <a:lnTo>
                  <a:pt x="8579701" y="2991320"/>
                </a:lnTo>
                <a:lnTo>
                  <a:pt x="8578583" y="2990850"/>
                </a:lnTo>
                <a:lnTo>
                  <a:pt x="8575954" y="2990850"/>
                </a:lnTo>
                <a:lnTo>
                  <a:pt x="8574824" y="2991320"/>
                </a:lnTo>
                <a:lnTo>
                  <a:pt x="8572970" y="2993186"/>
                </a:lnTo>
                <a:lnTo>
                  <a:pt x="8572500" y="2994304"/>
                </a:lnTo>
                <a:lnTo>
                  <a:pt x="8572500" y="2996933"/>
                </a:lnTo>
                <a:lnTo>
                  <a:pt x="8572970" y="2998051"/>
                </a:lnTo>
                <a:lnTo>
                  <a:pt x="8574824" y="2999917"/>
                </a:lnTo>
                <a:lnTo>
                  <a:pt x="8575954" y="3000375"/>
                </a:lnTo>
                <a:lnTo>
                  <a:pt x="8578583" y="3000375"/>
                </a:lnTo>
                <a:lnTo>
                  <a:pt x="8579701" y="2999917"/>
                </a:lnTo>
                <a:lnTo>
                  <a:pt x="8581568" y="2998051"/>
                </a:lnTo>
                <a:lnTo>
                  <a:pt x="8582025" y="2996933"/>
                </a:lnTo>
                <a:lnTo>
                  <a:pt x="8582025" y="2994304"/>
                </a:lnTo>
                <a:close/>
              </a:path>
              <a:path w="9867900" h="3000375">
                <a:moveTo>
                  <a:pt x="8582025" y="2567038"/>
                </a:moveTo>
                <a:lnTo>
                  <a:pt x="8581568" y="2565920"/>
                </a:lnTo>
                <a:lnTo>
                  <a:pt x="8579701" y="2564053"/>
                </a:lnTo>
                <a:lnTo>
                  <a:pt x="8578583" y="2563596"/>
                </a:lnTo>
                <a:lnTo>
                  <a:pt x="8575954" y="2563596"/>
                </a:lnTo>
                <a:lnTo>
                  <a:pt x="8574824" y="2564053"/>
                </a:lnTo>
                <a:lnTo>
                  <a:pt x="8572970" y="2565920"/>
                </a:lnTo>
                <a:lnTo>
                  <a:pt x="8572500" y="2567038"/>
                </a:lnTo>
                <a:lnTo>
                  <a:pt x="8572500" y="2569667"/>
                </a:lnTo>
                <a:lnTo>
                  <a:pt x="8572970" y="2570797"/>
                </a:lnTo>
                <a:lnTo>
                  <a:pt x="8574824" y="2572651"/>
                </a:lnTo>
                <a:lnTo>
                  <a:pt x="8575954" y="2573121"/>
                </a:lnTo>
                <a:lnTo>
                  <a:pt x="8578583" y="2573121"/>
                </a:lnTo>
                <a:lnTo>
                  <a:pt x="8579701" y="2572651"/>
                </a:lnTo>
                <a:lnTo>
                  <a:pt x="8581568" y="2570797"/>
                </a:lnTo>
                <a:lnTo>
                  <a:pt x="8582025" y="2569667"/>
                </a:lnTo>
                <a:lnTo>
                  <a:pt x="8582025" y="2567038"/>
                </a:lnTo>
                <a:close/>
              </a:path>
              <a:path w="9867900" h="3000375">
                <a:moveTo>
                  <a:pt x="8582025" y="2139772"/>
                </a:moveTo>
                <a:lnTo>
                  <a:pt x="8581568" y="2138654"/>
                </a:lnTo>
                <a:lnTo>
                  <a:pt x="8579701" y="2136787"/>
                </a:lnTo>
                <a:lnTo>
                  <a:pt x="8578583" y="2136330"/>
                </a:lnTo>
                <a:lnTo>
                  <a:pt x="8575954" y="2136330"/>
                </a:lnTo>
                <a:lnTo>
                  <a:pt x="8574824" y="2136787"/>
                </a:lnTo>
                <a:lnTo>
                  <a:pt x="8572970" y="2138654"/>
                </a:lnTo>
                <a:lnTo>
                  <a:pt x="8572500" y="2139772"/>
                </a:lnTo>
                <a:lnTo>
                  <a:pt x="8572500" y="2142401"/>
                </a:lnTo>
                <a:lnTo>
                  <a:pt x="8572970" y="2143531"/>
                </a:lnTo>
                <a:lnTo>
                  <a:pt x="8574824" y="2145385"/>
                </a:lnTo>
                <a:lnTo>
                  <a:pt x="8575954" y="2145855"/>
                </a:lnTo>
                <a:lnTo>
                  <a:pt x="8578583" y="2145855"/>
                </a:lnTo>
                <a:lnTo>
                  <a:pt x="8579701" y="2145385"/>
                </a:lnTo>
                <a:lnTo>
                  <a:pt x="8581568" y="2143531"/>
                </a:lnTo>
                <a:lnTo>
                  <a:pt x="8582025" y="2142401"/>
                </a:lnTo>
                <a:lnTo>
                  <a:pt x="8582025" y="2139772"/>
                </a:lnTo>
                <a:close/>
              </a:path>
              <a:path w="9867900" h="3000375">
                <a:moveTo>
                  <a:pt x="8582025" y="1712506"/>
                </a:moveTo>
                <a:lnTo>
                  <a:pt x="8581568" y="1711388"/>
                </a:lnTo>
                <a:lnTo>
                  <a:pt x="8579701" y="1709534"/>
                </a:lnTo>
                <a:lnTo>
                  <a:pt x="8578583" y="1709064"/>
                </a:lnTo>
                <a:lnTo>
                  <a:pt x="8575954" y="1709064"/>
                </a:lnTo>
                <a:lnTo>
                  <a:pt x="8574824" y="1709534"/>
                </a:lnTo>
                <a:lnTo>
                  <a:pt x="8572970" y="1711388"/>
                </a:lnTo>
                <a:lnTo>
                  <a:pt x="8572500" y="1712506"/>
                </a:lnTo>
                <a:lnTo>
                  <a:pt x="8572500" y="1715135"/>
                </a:lnTo>
                <a:lnTo>
                  <a:pt x="8572970" y="1716265"/>
                </a:lnTo>
                <a:lnTo>
                  <a:pt x="8574824" y="1718119"/>
                </a:lnTo>
                <a:lnTo>
                  <a:pt x="8575954" y="1718589"/>
                </a:lnTo>
                <a:lnTo>
                  <a:pt x="8578583" y="1718589"/>
                </a:lnTo>
                <a:lnTo>
                  <a:pt x="8579701" y="1718119"/>
                </a:lnTo>
                <a:lnTo>
                  <a:pt x="8581568" y="1716265"/>
                </a:lnTo>
                <a:lnTo>
                  <a:pt x="8582025" y="1715135"/>
                </a:lnTo>
                <a:lnTo>
                  <a:pt x="8582025" y="1712506"/>
                </a:lnTo>
                <a:close/>
              </a:path>
              <a:path w="9867900" h="3000375">
                <a:moveTo>
                  <a:pt x="8582025" y="1285252"/>
                </a:moveTo>
                <a:lnTo>
                  <a:pt x="8581568" y="1284122"/>
                </a:lnTo>
                <a:lnTo>
                  <a:pt x="8579701" y="1282268"/>
                </a:lnTo>
                <a:lnTo>
                  <a:pt x="8578583" y="1281798"/>
                </a:lnTo>
                <a:lnTo>
                  <a:pt x="8575954" y="1281798"/>
                </a:lnTo>
                <a:lnTo>
                  <a:pt x="8574824" y="1282268"/>
                </a:lnTo>
                <a:lnTo>
                  <a:pt x="8572970" y="1284122"/>
                </a:lnTo>
                <a:lnTo>
                  <a:pt x="8572500" y="1285252"/>
                </a:lnTo>
                <a:lnTo>
                  <a:pt x="8572500" y="1287881"/>
                </a:lnTo>
                <a:lnTo>
                  <a:pt x="8572970" y="1288999"/>
                </a:lnTo>
                <a:lnTo>
                  <a:pt x="8574824" y="1290853"/>
                </a:lnTo>
                <a:lnTo>
                  <a:pt x="8575954" y="1291323"/>
                </a:lnTo>
                <a:lnTo>
                  <a:pt x="8578583" y="1291323"/>
                </a:lnTo>
                <a:lnTo>
                  <a:pt x="8579701" y="1290853"/>
                </a:lnTo>
                <a:lnTo>
                  <a:pt x="8581568" y="1288999"/>
                </a:lnTo>
                <a:lnTo>
                  <a:pt x="8582025" y="1287881"/>
                </a:lnTo>
                <a:lnTo>
                  <a:pt x="8582025" y="1285252"/>
                </a:lnTo>
                <a:close/>
              </a:path>
              <a:path w="9867900" h="3000375">
                <a:moveTo>
                  <a:pt x="8582025" y="857986"/>
                </a:moveTo>
                <a:lnTo>
                  <a:pt x="8581568" y="856856"/>
                </a:lnTo>
                <a:lnTo>
                  <a:pt x="8579701" y="855002"/>
                </a:lnTo>
                <a:lnTo>
                  <a:pt x="8578583" y="854532"/>
                </a:lnTo>
                <a:lnTo>
                  <a:pt x="8575954" y="854532"/>
                </a:lnTo>
                <a:lnTo>
                  <a:pt x="8574824" y="855002"/>
                </a:lnTo>
                <a:lnTo>
                  <a:pt x="8572970" y="856856"/>
                </a:lnTo>
                <a:lnTo>
                  <a:pt x="8572500" y="857986"/>
                </a:lnTo>
                <a:lnTo>
                  <a:pt x="8572500" y="860615"/>
                </a:lnTo>
                <a:lnTo>
                  <a:pt x="8572970" y="861733"/>
                </a:lnTo>
                <a:lnTo>
                  <a:pt x="8574824" y="863600"/>
                </a:lnTo>
                <a:lnTo>
                  <a:pt x="8575954" y="864057"/>
                </a:lnTo>
                <a:lnTo>
                  <a:pt x="8578583" y="864057"/>
                </a:lnTo>
                <a:lnTo>
                  <a:pt x="8579701" y="863600"/>
                </a:lnTo>
                <a:lnTo>
                  <a:pt x="8581568" y="861733"/>
                </a:lnTo>
                <a:lnTo>
                  <a:pt x="8582025" y="860615"/>
                </a:lnTo>
                <a:lnTo>
                  <a:pt x="8582025" y="857986"/>
                </a:lnTo>
                <a:close/>
              </a:path>
              <a:path w="9867900" h="3000375">
                <a:moveTo>
                  <a:pt x="8582025" y="430720"/>
                </a:moveTo>
                <a:lnTo>
                  <a:pt x="8581568" y="429590"/>
                </a:lnTo>
                <a:lnTo>
                  <a:pt x="8579701" y="427736"/>
                </a:lnTo>
                <a:lnTo>
                  <a:pt x="8578583" y="427266"/>
                </a:lnTo>
                <a:lnTo>
                  <a:pt x="8575954" y="427266"/>
                </a:lnTo>
                <a:lnTo>
                  <a:pt x="8574824" y="427736"/>
                </a:lnTo>
                <a:lnTo>
                  <a:pt x="8572970" y="429590"/>
                </a:lnTo>
                <a:lnTo>
                  <a:pt x="8572500" y="430720"/>
                </a:lnTo>
                <a:lnTo>
                  <a:pt x="8572500" y="433349"/>
                </a:lnTo>
                <a:lnTo>
                  <a:pt x="8572970" y="434467"/>
                </a:lnTo>
                <a:lnTo>
                  <a:pt x="8574824" y="436333"/>
                </a:lnTo>
                <a:lnTo>
                  <a:pt x="8575954" y="436791"/>
                </a:lnTo>
                <a:lnTo>
                  <a:pt x="8578583" y="436791"/>
                </a:lnTo>
                <a:lnTo>
                  <a:pt x="8579701" y="436333"/>
                </a:lnTo>
                <a:lnTo>
                  <a:pt x="8581568" y="434467"/>
                </a:lnTo>
                <a:lnTo>
                  <a:pt x="8582025" y="433349"/>
                </a:lnTo>
                <a:lnTo>
                  <a:pt x="8582025" y="430720"/>
                </a:lnTo>
                <a:close/>
              </a:path>
              <a:path w="9867900" h="3000375">
                <a:moveTo>
                  <a:pt x="8582025" y="3454"/>
                </a:moveTo>
                <a:lnTo>
                  <a:pt x="8581568" y="2336"/>
                </a:lnTo>
                <a:lnTo>
                  <a:pt x="8579701" y="469"/>
                </a:lnTo>
                <a:lnTo>
                  <a:pt x="8578583" y="0"/>
                </a:lnTo>
                <a:lnTo>
                  <a:pt x="8575954" y="0"/>
                </a:lnTo>
                <a:lnTo>
                  <a:pt x="8574824" y="469"/>
                </a:lnTo>
                <a:lnTo>
                  <a:pt x="8572970" y="2336"/>
                </a:lnTo>
                <a:lnTo>
                  <a:pt x="8572500" y="3454"/>
                </a:lnTo>
                <a:lnTo>
                  <a:pt x="8572500" y="6083"/>
                </a:lnTo>
                <a:lnTo>
                  <a:pt x="8572970" y="7200"/>
                </a:lnTo>
                <a:lnTo>
                  <a:pt x="8574824" y="9067"/>
                </a:lnTo>
                <a:lnTo>
                  <a:pt x="8575954" y="9525"/>
                </a:lnTo>
                <a:lnTo>
                  <a:pt x="8578583" y="9525"/>
                </a:lnTo>
                <a:lnTo>
                  <a:pt x="8579701" y="9067"/>
                </a:lnTo>
                <a:lnTo>
                  <a:pt x="8581568" y="7200"/>
                </a:lnTo>
                <a:lnTo>
                  <a:pt x="8582025" y="6083"/>
                </a:lnTo>
                <a:lnTo>
                  <a:pt x="8582025" y="3454"/>
                </a:lnTo>
                <a:close/>
              </a:path>
              <a:path w="9867900" h="3000375">
                <a:moveTo>
                  <a:pt x="8629650" y="2994304"/>
                </a:moveTo>
                <a:lnTo>
                  <a:pt x="8629193" y="2993186"/>
                </a:lnTo>
                <a:lnTo>
                  <a:pt x="8627326" y="2991320"/>
                </a:lnTo>
                <a:lnTo>
                  <a:pt x="8626208" y="2990850"/>
                </a:lnTo>
                <a:lnTo>
                  <a:pt x="8623579" y="2990850"/>
                </a:lnTo>
                <a:lnTo>
                  <a:pt x="8622449" y="2991320"/>
                </a:lnTo>
                <a:lnTo>
                  <a:pt x="8620595" y="2993186"/>
                </a:lnTo>
                <a:lnTo>
                  <a:pt x="8620125" y="2994304"/>
                </a:lnTo>
                <a:lnTo>
                  <a:pt x="8620125" y="2996933"/>
                </a:lnTo>
                <a:lnTo>
                  <a:pt x="8620595" y="2998051"/>
                </a:lnTo>
                <a:lnTo>
                  <a:pt x="8622449" y="2999917"/>
                </a:lnTo>
                <a:lnTo>
                  <a:pt x="8623579" y="3000375"/>
                </a:lnTo>
                <a:lnTo>
                  <a:pt x="8626208" y="3000375"/>
                </a:lnTo>
                <a:lnTo>
                  <a:pt x="8627326" y="2999917"/>
                </a:lnTo>
                <a:lnTo>
                  <a:pt x="8629193" y="2998051"/>
                </a:lnTo>
                <a:lnTo>
                  <a:pt x="8629650" y="2996933"/>
                </a:lnTo>
                <a:lnTo>
                  <a:pt x="8629650" y="2994304"/>
                </a:lnTo>
                <a:close/>
              </a:path>
              <a:path w="9867900" h="3000375">
                <a:moveTo>
                  <a:pt x="8629650" y="2567038"/>
                </a:moveTo>
                <a:lnTo>
                  <a:pt x="8629193" y="2565920"/>
                </a:lnTo>
                <a:lnTo>
                  <a:pt x="8627326" y="2564053"/>
                </a:lnTo>
                <a:lnTo>
                  <a:pt x="8626208" y="2563596"/>
                </a:lnTo>
                <a:lnTo>
                  <a:pt x="8623579" y="2563596"/>
                </a:lnTo>
                <a:lnTo>
                  <a:pt x="8622449" y="2564053"/>
                </a:lnTo>
                <a:lnTo>
                  <a:pt x="8620595" y="2565920"/>
                </a:lnTo>
                <a:lnTo>
                  <a:pt x="8620125" y="2567038"/>
                </a:lnTo>
                <a:lnTo>
                  <a:pt x="8620125" y="2569667"/>
                </a:lnTo>
                <a:lnTo>
                  <a:pt x="8620595" y="2570797"/>
                </a:lnTo>
                <a:lnTo>
                  <a:pt x="8622449" y="2572651"/>
                </a:lnTo>
                <a:lnTo>
                  <a:pt x="8623579" y="2573121"/>
                </a:lnTo>
                <a:lnTo>
                  <a:pt x="8626208" y="2573121"/>
                </a:lnTo>
                <a:lnTo>
                  <a:pt x="8627326" y="2572651"/>
                </a:lnTo>
                <a:lnTo>
                  <a:pt x="8629193" y="2570797"/>
                </a:lnTo>
                <a:lnTo>
                  <a:pt x="8629650" y="2569667"/>
                </a:lnTo>
                <a:lnTo>
                  <a:pt x="8629650" y="2567038"/>
                </a:lnTo>
                <a:close/>
              </a:path>
              <a:path w="9867900" h="3000375">
                <a:moveTo>
                  <a:pt x="8629650" y="2139772"/>
                </a:moveTo>
                <a:lnTo>
                  <a:pt x="8629193" y="2138654"/>
                </a:lnTo>
                <a:lnTo>
                  <a:pt x="8627326" y="2136787"/>
                </a:lnTo>
                <a:lnTo>
                  <a:pt x="8626208" y="2136330"/>
                </a:lnTo>
                <a:lnTo>
                  <a:pt x="8623579" y="2136330"/>
                </a:lnTo>
                <a:lnTo>
                  <a:pt x="8622449" y="2136787"/>
                </a:lnTo>
                <a:lnTo>
                  <a:pt x="8620595" y="2138654"/>
                </a:lnTo>
                <a:lnTo>
                  <a:pt x="8620125" y="2139772"/>
                </a:lnTo>
                <a:lnTo>
                  <a:pt x="8620125" y="2142401"/>
                </a:lnTo>
                <a:lnTo>
                  <a:pt x="8620595" y="2143531"/>
                </a:lnTo>
                <a:lnTo>
                  <a:pt x="8622449" y="2145385"/>
                </a:lnTo>
                <a:lnTo>
                  <a:pt x="8623579" y="2145855"/>
                </a:lnTo>
                <a:lnTo>
                  <a:pt x="8626208" y="2145855"/>
                </a:lnTo>
                <a:lnTo>
                  <a:pt x="8627326" y="2145385"/>
                </a:lnTo>
                <a:lnTo>
                  <a:pt x="8629193" y="2143531"/>
                </a:lnTo>
                <a:lnTo>
                  <a:pt x="8629650" y="2142401"/>
                </a:lnTo>
                <a:lnTo>
                  <a:pt x="8629650" y="2139772"/>
                </a:lnTo>
                <a:close/>
              </a:path>
              <a:path w="9867900" h="3000375">
                <a:moveTo>
                  <a:pt x="8629650" y="1712506"/>
                </a:moveTo>
                <a:lnTo>
                  <a:pt x="8629193" y="1711388"/>
                </a:lnTo>
                <a:lnTo>
                  <a:pt x="8627326" y="1709534"/>
                </a:lnTo>
                <a:lnTo>
                  <a:pt x="8626208" y="1709064"/>
                </a:lnTo>
                <a:lnTo>
                  <a:pt x="8623579" y="1709064"/>
                </a:lnTo>
                <a:lnTo>
                  <a:pt x="8622449" y="1709534"/>
                </a:lnTo>
                <a:lnTo>
                  <a:pt x="8620595" y="1711388"/>
                </a:lnTo>
                <a:lnTo>
                  <a:pt x="8620125" y="1712506"/>
                </a:lnTo>
                <a:lnTo>
                  <a:pt x="8620125" y="1715135"/>
                </a:lnTo>
                <a:lnTo>
                  <a:pt x="8620595" y="1716265"/>
                </a:lnTo>
                <a:lnTo>
                  <a:pt x="8622449" y="1718119"/>
                </a:lnTo>
                <a:lnTo>
                  <a:pt x="8623579" y="1718589"/>
                </a:lnTo>
                <a:lnTo>
                  <a:pt x="8626208" y="1718589"/>
                </a:lnTo>
                <a:lnTo>
                  <a:pt x="8627326" y="1718119"/>
                </a:lnTo>
                <a:lnTo>
                  <a:pt x="8629193" y="1716265"/>
                </a:lnTo>
                <a:lnTo>
                  <a:pt x="8629650" y="1715135"/>
                </a:lnTo>
                <a:lnTo>
                  <a:pt x="8629650" y="1712506"/>
                </a:lnTo>
                <a:close/>
              </a:path>
              <a:path w="9867900" h="3000375">
                <a:moveTo>
                  <a:pt x="8629650" y="1285252"/>
                </a:moveTo>
                <a:lnTo>
                  <a:pt x="8629193" y="1284122"/>
                </a:lnTo>
                <a:lnTo>
                  <a:pt x="8627326" y="1282268"/>
                </a:lnTo>
                <a:lnTo>
                  <a:pt x="8626208" y="1281798"/>
                </a:lnTo>
                <a:lnTo>
                  <a:pt x="8623579" y="1281798"/>
                </a:lnTo>
                <a:lnTo>
                  <a:pt x="8622449" y="1282268"/>
                </a:lnTo>
                <a:lnTo>
                  <a:pt x="8620595" y="1284122"/>
                </a:lnTo>
                <a:lnTo>
                  <a:pt x="8620125" y="1285252"/>
                </a:lnTo>
                <a:lnTo>
                  <a:pt x="8620125" y="1287881"/>
                </a:lnTo>
                <a:lnTo>
                  <a:pt x="8620595" y="1288999"/>
                </a:lnTo>
                <a:lnTo>
                  <a:pt x="8622449" y="1290853"/>
                </a:lnTo>
                <a:lnTo>
                  <a:pt x="8623579" y="1291323"/>
                </a:lnTo>
                <a:lnTo>
                  <a:pt x="8626208" y="1291323"/>
                </a:lnTo>
                <a:lnTo>
                  <a:pt x="8627326" y="1290853"/>
                </a:lnTo>
                <a:lnTo>
                  <a:pt x="8629193" y="1288999"/>
                </a:lnTo>
                <a:lnTo>
                  <a:pt x="8629650" y="1287881"/>
                </a:lnTo>
                <a:lnTo>
                  <a:pt x="8629650" y="1285252"/>
                </a:lnTo>
                <a:close/>
              </a:path>
              <a:path w="9867900" h="3000375">
                <a:moveTo>
                  <a:pt x="8629650" y="857986"/>
                </a:moveTo>
                <a:lnTo>
                  <a:pt x="8629193" y="856856"/>
                </a:lnTo>
                <a:lnTo>
                  <a:pt x="8627326" y="855002"/>
                </a:lnTo>
                <a:lnTo>
                  <a:pt x="8626208" y="854532"/>
                </a:lnTo>
                <a:lnTo>
                  <a:pt x="8623579" y="854532"/>
                </a:lnTo>
                <a:lnTo>
                  <a:pt x="8622449" y="855002"/>
                </a:lnTo>
                <a:lnTo>
                  <a:pt x="8620595" y="856856"/>
                </a:lnTo>
                <a:lnTo>
                  <a:pt x="8620125" y="857986"/>
                </a:lnTo>
                <a:lnTo>
                  <a:pt x="8620125" y="860615"/>
                </a:lnTo>
                <a:lnTo>
                  <a:pt x="8620595" y="861733"/>
                </a:lnTo>
                <a:lnTo>
                  <a:pt x="8622449" y="863600"/>
                </a:lnTo>
                <a:lnTo>
                  <a:pt x="8623579" y="864057"/>
                </a:lnTo>
                <a:lnTo>
                  <a:pt x="8626208" y="864057"/>
                </a:lnTo>
                <a:lnTo>
                  <a:pt x="8627326" y="863600"/>
                </a:lnTo>
                <a:lnTo>
                  <a:pt x="8629193" y="861733"/>
                </a:lnTo>
                <a:lnTo>
                  <a:pt x="8629650" y="860615"/>
                </a:lnTo>
                <a:lnTo>
                  <a:pt x="8629650" y="857986"/>
                </a:lnTo>
                <a:close/>
              </a:path>
              <a:path w="9867900" h="3000375">
                <a:moveTo>
                  <a:pt x="8629650" y="430720"/>
                </a:moveTo>
                <a:lnTo>
                  <a:pt x="8629193" y="429590"/>
                </a:lnTo>
                <a:lnTo>
                  <a:pt x="8627326" y="427736"/>
                </a:lnTo>
                <a:lnTo>
                  <a:pt x="8626208" y="427266"/>
                </a:lnTo>
                <a:lnTo>
                  <a:pt x="8623579" y="427266"/>
                </a:lnTo>
                <a:lnTo>
                  <a:pt x="8622449" y="427736"/>
                </a:lnTo>
                <a:lnTo>
                  <a:pt x="8620595" y="429590"/>
                </a:lnTo>
                <a:lnTo>
                  <a:pt x="8620125" y="430720"/>
                </a:lnTo>
                <a:lnTo>
                  <a:pt x="8620125" y="433349"/>
                </a:lnTo>
                <a:lnTo>
                  <a:pt x="8620595" y="434467"/>
                </a:lnTo>
                <a:lnTo>
                  <a:pt x="8622449" y="436333"/>
                </a:lnTo>
                <a:lnTo>
                  <a:pt x="8623579" y="436791"/>
                </a:lnTo>
                <a:lnTo>
                  <a:pt x="8626208" y="436791"/>
                </a:lnTo>
                <a:lnTo>
                  <a:pt x="8627326" y="436333"/>
                </a:lnTo>
                <a:lnTo>
                  <a:pt x="8629193" y="434467"/>
                </a:lnTo>
                <a:lnTo>
                  <a:pt x="8629650" y="433349"/>
                </a:lnTo>
                <a:lnTo>
                  <a:pt x="8629650" y="430720"/>
                </a:lnTo>
                <a:close/>
              </a:path>
              <a:path w="9867900" h="3000375">
                <a:moveTo>
                  <a:pt x="8629650" y="3454"/>
                </a:moveTo>
                <a:lnTo>
                  <a:pt x="8629193" y="2336"/>
                </a:lnTo>
                <a:lnTo>
                  <a:pt x="8627326" y="469"/>
                </a:lnTo>
                <a:lnTo>
                  <a:pt x="8626208" y="0"/>
                </a:lnTo>
                <a:lnTo>
                  <a:pt x="8623579" y="0"/>
                </a:lnTo>
                <a:lnTo>
                  <a:pt x="8622449" y="469"/>
                </a:lnTo>
                <a:lnTo>
                  <a:pt x="8620595" y="2336"/>
                </a:lnTo>
                <a:lnTo>
                  <a:pt x="8620125" y="3454"/>
                </a:lnTo>
                <a:lnTo>
                  <a:pt x="8620125" y="6083"/>
                </a:lnTo>
                <a:lnTo>
                  <a:pt x="8620595" y="7200"/>
                </a:lnTo>
                <a:lnTo>
                  <a:pt x="8622449" y="9067"/>
                </a:lnTo>
                <a:lnTo>
                  <a:pt x="8623579" y="9525"/>
                </a:lnTo>
                <a:lnTo>
                  <a:pt x="8626208" y="9525"/>
                </a:lnTo>
                <a:lnTo>
                  <a:pt x="8627326" y="9067"/>
                </a:lnTo>
                <a:lnTo>
                  <a:pt x="8629193" y="7200"/>
                </a:lnTo>
                <a:lnTo>
                  <a:pt x="8629650" y="6083"/>
                </a:lnTo>
                <a:lnTo>
                  <a:pt x="8629650" y="3454"/>
                </a:lnTo>
                <a:close/>
              </a:path>
              <a:path w="9867900" h="3000375">
                <a:moveTo>
                  <a:pt x="8677275" y="2994304"/>
                </a:moveTo>
                <a:lnTo>
                  <a:pt x="8676818" y="2993186"/>
                </a:lnTo>
                <a:lnTo>
                  <a:pt x="8674951" y="2991320"/>
                </a:lnTo>
                <a:lnTo>
                  <a:pt x="8673833" y="2990850"/>
                </a:lnTo>
                <a:lnTo>
                  <a:pt x="8671204" y="2990850"/>
                </a:lnTo>
                <a:lnTo>
                  <a:pt x="8670074" y="2991320"/>
                </a:lnTo>
                <a:lnTo>
                  <a:pt x="8668220" y="2993186"/>
                </a:lnTo>
                <a:lnTo>
                  <a:pt x="8667750" y="2994304"/>
                </a:lnTo>
                <a:lnTo>
                  <a:pt x="8667750" y="2996933"/>
                </a:lnTo>
                <a:lnTo>
                  <a:pt x="8668220" y="2998051"/>
                </a:lnTo>
                <a:lnTo>
                  <a:pt x="8670074" y="2999917"/>
                </a:lnTo>
                <a:lnTo>
                  <a:pt x="8671204" y="3000375"/>
                </a:lnTo>
                <a:lnTo>
                  <a:pt x="8673833" y="3000375"/>
                </a:lnTo>
                <a:lnTo>
                  <a:pt x="8674951" y="2999917"/>
                </a:lnTo>
                <a:lnTo>
                  <a:pt x="8676818" y="2998051"/>
                </a:lnTo>
                <a:lnTo>
                  <a:pt x="8677275" y="2996933"/>
                </a:lnTo>
                <a:lnTo>
                  <a:pt x="8677275" y="2994304"/>
                </a:lnTo>
                <a:close/>
              </a:path>
              <a:path w="9867900" h="3000375">
                <a:moveTo>
                  <a:pt x="8677275" y="2567038"/>
                </a:moveTo>
                <a:lnTo>
                  <a:pt x="8676818" y="2565920"/>
                </a:lnTo>
                <a:lnTo>
                  <a:pt x="8674951" y="2564053"/>
                </a:lnTo>
                <a:lnTo>
                  <a:pt x="8673833" y="2563596"/>
                </a:lnTo>
                <a:lnTo>
                  <a:pt x="8671204" y="2563596"/>
                </a:lnTo>
                <a:lnTo>
                  <a:pt x="8670074" y="2564053"/>
                </a:lnTo>
                <a:lnTo>
                  <a:pt x="8668220" y="2565920"/>
                </a:lnTo>
                <a:lnTo>
                  <a:pt x="8667750" y="2567038"/>
                </a:lnTo>
                <a:lnTo>
                  <a:pt x="8667750" y="2569667"/>
                </a:lnTo>
                <a:lnTo>
                  <a:pt x="8668220" y="2570797"/>
                </a:lnTo>
                <a:lnTo>
                  <a:pt x="8670074" y="2572651"/>
                </a:lnTo>
                <a:lnTo>
                  <a:pt x="8671204" y="2573121"/>
                </a:lnTo>
                <a:lnTo>
                  <a:pt x="8673833" y="2573121"/>
                </a:lnTo>
                <a:lnTo>
                  <a:pt x="8674951" y="2572651"/>
                </a:lnTo>
                <a:lnTo>
                  <a:pt x="8676818" y="2570797"/>
                </a:lnTo>
                <a:lnTo>
                  <a:pt x="8677275" y="2569667"/>
                </a:lnTo>
                <a:lnTo>
                  <a:pt x="8677275" y="2567038"/>
                </a:lnTo>
                <a:close/>
              </a:path>
              <a:path w="9867900" h="3000375">
                <a:moveTo>
                  <a:pt x="8677275" y="2139772"/>
                </a:moveTo>
                <a:lnTo>
                  <a:pt x="8676818" y="2138654"/>
                </a:lnTo>
                <a:lnTo>
                  <a:pt x="8674951" y="2136787"/>
                </a:lnTo>
                <a:lnTo>
                  <a:pt x="8673833" y="2136330"/>
                </a:lnTo>
                <a:lnTo>
                  <a:pt x="8671204" y="2136330"/>
                </a:lnTo>
                <a:lnTo>
                  <a:pt x="8670074" y="2136787"/>
                </a:lnTo>
                <a:lnTo>
                  <a:pt x="8668220" y="2138654"/>
                </a:lnTo>
                <a:lnTo>
                  <a:pt x="8667750" y="2139772"/>
                </a:lnTo>
                <a:lnTo>
                  <a:pt x="8667750" y="2142401"/>
                </a:lnTo>
                <a:lnTo>
                  <a:pt x="8668220" y="2143531"/>
                </a:lnTo>
                <a:lnTo>
                  <a:pt x="8670074" y="2145385"/>
                </a:lnTo>
                <a:lnTo>
                  <a:pt x="8671204" y="2145855"/>
                </a:lnTo>
                <a:lnTo>
                  <a:pt x="8673833" y="2145855"/>
                </a:lnTo>
                <a:lnTo>
                  <a:pt x="8674951" y="2145385"/>
                </a:lnTo>
                <a:lnTo>
                  <a:pt x="8676818" y="2143531"/>
                </a:lnTo>
                <a:lnTo>
                  <a:pt x="8677275" y="2142401"/>
                </a:lnTo>
                <a:lnTo>
                  <a:pt x="8677275" y="2139772"/>
                </a:lnTo>
                <a:close/>
              </a:path>
              <a:path w="9867900" h="3000375">
                <a:moveTo>
                  <a:pt x="8677275" y="1712506"/>
                </a:moveTo>
                <a:lnTo>
                  <a:pt x="8676818" y="1711388"/>
                </a:lnTo>
                <a:lnTo>
                  <a:pt x="8674951" y="1709534"/>
                </a:lnTo>
                <a:lnTo>
                  <a:pt x="8673833" y="1709064"/>
                </a:lnTo>
                <a:lnTo>
                  <a:pt x="8671204" y="1709064"/>
                </a:lnTo>
                <a:lnTo>
                  <a:pt x="8670074" y="1709534"/>
                </a:lnTo>
                <a:lnTo>
                  <a:pt x="8668220" y="1711388"/>
                </a:lnTo>
                <a:lnTo>
                  <a:pt x="8667750" y="1712506"/>
                </a:lnTo>
                <a:lnTo>
                  <a:pt x="8667750" y="1715135"/>
                </a:lnTo>
                <a:lnTo>
                  <a:pt x="8668220" y="1716265"/>
                </a:lnTo>
                <a:lnTo>
                  <a:pt x="8670074" y="1718119"/>
                </a:lnTo>
                <a:lnTo>
                  <a:pt x="8671204" y="1718589"/>
                </a:lnTo>
                <a:lnTo>
                  <a:pt x="8673833" y="1718589"/>
                </a:lnTo>
                <a:lnTo>
                  <a:pt x="8674951" y="1718119"/>
                </a:lnTo>
                <a:lnTo>
                  <a:pt x="8676818" y="1716265"/>
                </a:lnTo>
                <a:lnTo>
                  <a:pt x="8677275" y="1715135"/>
                </a:lnTo>
                <a:lnTo>
                  <a:pt x="8677275" y="1712506"/>
                </a:lnTo>
                <a:close/>
              </a:path>
              <a:path w="9867900" h="3000375">
                <a:moveTo>
                  <a:pt x="8677275" y="1285252"/>
                </a:moveTo>
                <a:lnTo>
                  <a:pt x="8676818" y="1284122"/>
                </a:lnTo>
                <a:lnTo>
                  <a:pt x="8674951" y="1282268"/>
                </a:lnTo>
                <a:lnTo>
                  <a:pt x="8673833" y="1281798"/>
                </a:lnTo>
                <a:lnTo>
                  <a:pt x="8671204" y="1281798"/>
                </a:lnTo>
                <a:lnTo>
                  <a:pt x="8670074" y="1282268"/>
                </a:lnTo>
                <a:lnTo>
                  <a:pt x="8668220" y="1284122"/>
                </a:lnTo>
                <a:lnTo>
                  <a:pt x="8667750" y="1285252"/>
                </a:lnTo>
                <a:lnTo>
                  <a:pt x="8667750" y="1287881"/>
                </a:lnTo>
                <a:lnTo>
                  <a:pt x="8668220" y="1288999"/>
                </a:lnTo>
                <a:lnTo>
                  <a:pt x="8670074" y="1290853"/>
                </a:lnTo>
                <a:lnTo>
                  <a:pt x="8671204" y="1291323"/>
                </a:lnTo>
                <a:lnTo>
                  <a:pt x="8673833" y="1291323"/>
                </a:lnTo>
                <a:lnTo>
                  <a:pt x="8674951" y="1290853"/>
                </a:lnTo>
                <a:lnTo>
                  <a:pt x="8676818" y="1288999"/>
                </a:lnTo>
                <a:lnTo>
                  <a:pt x="8677275" y="1287881"/>
                </a:lnTo>
                <a:lnTo>
                  <a:pt x="8677275" y="1285252"/>
                </a:lnTo>
                <a:close/>
              </a:path>
              <a:path w="9867900" h="3000375">
                <a:moveTo>
                  <a:pt x="8677275" y="857986"/>
                </a:moveTo>
                <a:lnTo>
                  <a:pt x="8676818" y="856856"/>
                </a:lnTo>
                <a:lnTo>
                  <a:pt x="8674951" y="855002"/>
                </a:lnTo>
                <a:lnTo>
                  <a:pt x="8673833" y="854532"/>
                </a:lnTo>
                <a:lnTo>
                  <a:pt x="8671204" y="854532"/>
                </a:lnTo>
                <a:lnTo>
                  <a:pt x="8670074" y="855002"/>
                </a:lnTo>
                <a:lnTo>
                  <a:pt x="8668220" y="856856"/>
                </a:lnTo>
                <a:lnTo>
                  <a:pt x="8667750" y="857986"/>
                </a:lnTo>
                <a:lnTo>
                  <a:pt x="8667750" y="860615"/>
                </a:lnTo>
                <a:lnTo>
                  <a:pt x="8668220" y="861733"/>
                </a:lnTo>
                <a:lnTo>
                  <a:pt x="8670074" y="863600"/>
                </a:lnTo>
                <a:lnTo>
                  <a:pt x="8671204" y="864057"/>
                </a:lnTo>
                <a:lnTo>
                  <a:pt x="8673833" y="864057"/>
                </a:lnTo>
                <a:lnTo>
                  <a:pt x="8674951" y="863600"/>
                </a:lnTo>
                <a:lnTo>
                  <a:pt x="8676818" y="861733"/>
                </a:lnTo>
                <a:lnTo>
                  <a:pt x="8677275" y="860615"/>
                </a:lnTo>
                <a:lnTo>
                  <a:pt x="8677275" y="857986"/>
                </a:lnTo>
                <a:close/>
              </a:path>
              <a:path w="9867900" h="3000375">
                <a:moveTo>
                  <a:pt x="8677275" y="430720"/>
                </a:moveTo>
                <a:lnTo>
                  <a:pt x="8676818" y="429590"/>
                </a:lnTo>
                <a:lnTo>
                  <a:pt x="8674951" y="427736"/>
                </a:lnTo>
                <a:lnTo>
                  <a:pt x="8673833" y="427266"/>
                </a:lnTo>
                <a:lnTo>
                  <a:pt x="8671204" y="427266"/>
                </a:lnTo>
                <a:lnTo>
                  <a:pt x="8670074" y="427736"/>
                </a:lnTo>
                <a:lnTo>
                  <a:pt x="8668220" y="429590"/>
                </a:lnTo>
                <a:lnTo>
                  <a:pt x="8667750" y="430720"/>
                </a:lnTo>
                <a:lnTo>
                  <a:pt x="8667750" y="433349"/>
                </a:lnTo>
                <a:lnTo>
                  <a:pt x="8668220" y="434467"/>
                </a:lnTo>
                <a:lnTo>
                  <a:pt x="8670074" y="436333"/>
                </a:lnTo>
                <a:lnTo>
                  <a:pt x="8671204" y="436791"/>
                </a:lnTo>
                <a:lnTo>
                  <a:pt x="8673833" y="436791"/>
                </a:lnTo>
                <a:lnTo>
                  <a:pt x="8674951" y="436333"/>
                </a:lnTo>
                <a:lnTo>
                  <a:pt x="8676818" y="434467"/>
                </a:lnTo>
                <a:lnTo>
                  <a:pt x="8677275" y="433349"/>
                </a:lnTo>
                <a:lnTo>
                  <a:pt x="8677275" y="430720"/>
                </a:lnTo>
                <a:close/>
              </a:path>
              <a:path w="9867900" h="3000375">
                <a:moveTo>
                  <a:pt x="8677275" y="3454"/>
                </a:moveTo>
                <a:lnTo>
                  <a:pt x="8676818" y="2336"/>
                </a:lnTo>
                <a:lnTo>
                  <a:pt x="8674951" y="469"/>
                </a:lnTo>
                <a:lnTo>
                  <a:pt x="8673833" y="0"/>
                </a:lnTo>
                <a:lnTo>
                  <a:pt x="8671204" y="0"/>
                </a:lnTo>
                <a:lnTo>
                  <a:pt x="8670074" y="469"/>
                </a:lnTo>
                <a:lnTo>
                  <a:pt x="8668220" y="2336"/>
                </a:lnTo>
                <a:lnTo>
                  <a:pt x="8667750" y="3454"/>
                </a:lnTo>
                <a:lnTo>
                  <a:pt x="8667750" y="6083"/>
                </a:lnTo>
                <a:lnTo>
                  <a:pt x="8668220" y="7200"/>
                </a:lnTo>
                <a:lnTo>
                  <a:pt x="8670074" y="9067"/>
                </a:lnTo>
                <a:lnTo>
                  <a:pt x="8671204" y="9525"/>
                </a:lnTo>
                <a:lnTo>
                  <a:pt x="8673833" y="9525"/>
                </a:lnTo>
                <a:lnTo>
                  <a:pt x="8674951" y="9067"/>
                </a:lnTo>
                <a:lnTo>
                  <a:pt x="8676818" y="7200"/>
                </a:lnTo>
                <a:lnTo>
                  <a:pt x="8677275" y="6083"/>
                </a:lnTo>
                <a:lnTo>
                  <a:pt x="8677275" y="3454"/>
                </a:lnTo>
                <a:close/>
              </a:path>
              <a:path w="9867900" h="3000375">
                <a:moveTo>
                  <a:pt x="8724900" y="2994304"/>
                </a:moveTo>
                <a:lnTo>
                  <a:pt x="8724443" y="2993186"/>
                </a:lnTo>
                <a:lnTo>
                  <a:pt x="8722576" y="2991320"/>
                </a:lnTo>
                <a:lnTo>
                  <a:pt x="8721458" y="2990850"/>
                </a:lnTo>
                <a:lnTo>
                  <a:pt x="8718829" y="2990850"/>
                </a:lnTo>
                <a:lnTo>
                  <a:pt x="8717699" y="2991320"/>
                </a:lnTo>
                <a:lnTo>
                  <a:pt x="8715845" y="2993186"/>
                </a:lnTo>
                <a:lnTo>
                  <a:pt x="8715375" y="2994304"/>
                </a:lnTo>
                <a:lnTo>
                  <a:pt x="8715375" y="2996933"/>
                </a:lnTo>
                <a:lnTo>
                  <a:pt x="8715845" y="2998051"/>
                </a:lnTo>
                <a:lnTo>
                  <a:pt x="8717699" y="2999917"/>
                </a:lnTo>
                <a:lnTo>
                  <a:pt x="8718829" y="3000375"/>
                </a:lnTo>
                <a:lnTo>
                  <a:pt x="8721458" y="3000375"/>
                </a:lnTo>
                <a:lnTo>
                  <a:pt x="8722576" y="2999917"/>
                </a:lnTo>
                <a:lnTo>
                  <a:pt x="8724443" y="2998051"/>
                </a:lnTo>
                <a:lnTo>
                  <a:pt x="8724900" y="2996933"/>
                </a:lnTo>
                <a:lnTo>
                  <a:pt x="8724900" y="2994304"/>
                </a:lnTo>
                <a:close/>
              </a:path>
              <a:path w="9867900" h="3000375">
                <a:moveTo>
                  <a:pt x="8724900" y="2567038"/>
                </a:moveTo>
                <a:lnTo>
                  <a:pt x="8724443" y="2565920"/>
                </a:lnTo>
                <a:lnTo>
                  <a:pt x="8722576" y="2564053"/>
                </a:lnTo>
                <a:lnTo>
                  <a:pt x="8721458" y="2563596"/>
                </a:lnTo>
                <a:lnTo>
                  <a:pt x="8718829" y="2563596"/>
                </a:lnTo>
                <a:lnTo>
                  <a:pt x="8717699" y="2564053"/>
                </a:lnTo>
                <a:lnTo>
                  <a:pt x="8715845" y="2565920"/>
                </a:lnTo>
                <a:lnTo>
                  <a:pt x="8715375" y="2567038"/>
                </a:lnTo>
                <a:lnTo>
                  <a:pt x="8715375" y="2569667"/>
                </a:lnTo>
                <a:lnTo>
                  <a:pt x="8715845" y="2570797"/>
                </a:lnTo>
                <a:lnTo>
                  <a:pt x="8717699" y="2572651"/>
                </a:lnTo>
                <a:lnTo>
                  <a:pt x="8718829" y="2573121"/>
                </a:lnTo>
                <a:lnTo>
                  <a:pt x="8721458" y="2573121"/>
                </a:lnTo>
                <a:lnTo>
                  <a:pt x="8722576" y="2572651"/>
                </a:lnTo>
                <a:lnTo>
                  <a:pt x="8724443" y="2570797"/>
                </a:lnTo>
                <a:lnTo>
                  <a:pt x="8724900" y="2569667"/>
                </a:lnTo>
                <a:lnTo>
                  <a:pt x="8724900" y="2567038"/>
                </a:lnTo>
                <a:close/>
              </a:path>
              <a:path w="9867900" h="3000375">
                <a:moveTo>
                  <a:pt x="8724900" y="2139772"/>
                </a:moveTo>
                <a:lnTo>
                  <a:pt x="8724443" y="2138654"/>
                </a:lnTo>
                <a:lnTo>
                  <a:pt x="8722576" y="2136787"/>
                </a:lnTo>
                <a:lnTo>
                  <a:pt x="8721458" y="2136330"/>
                </a:lnTo>
                <a:lnTo>
                  <a:pt x="8718829" y="2136330"/>
                </a:lnTo>
                <a:lnTo>
                  <a:pt x="8717699" y="2136787"/>
                </a:lnTo>
                <a:lnTo>
                  <a:pt x="8715845" y="2138654"/>
                </a:lnTo>
                <a:lnTo>
                  <a:pt x="8715375" y="2139772"/>
                </a:lnTo>
                <a:lnTo>
                  <a:pt x="8715375" y="2142401"/>
                </a:lnTo>
                <a:lnTo>
                  <a:pt x="8715845" y="2143531"/>
                </a:lnTo>
                <a:lnTo>
                  <a:pt x="8717699" y="2145385"/>
                </a:lnTo>
                <a:lnTo>
                  <a:pt x="8718829" y="2145855"/>
                </a:lnTo>
                <a:lnTo>
                  <a:pt x="8721458" y="2145855"/>
                </a:lnTo>
                <a:lnTo>
                  <a:pt x="8722576" y="2145385"/>
                </a:lnTo>
                <a:lnTo>
                  <a:pt x="8724443" y="2143531"/>
                </a:lnTo>
                <a:lnTo>
                  <a:pt x="8724900" y="2142401"/>
                </a:lnTo>
                <a:lnTo>
                  <a:pt x="8724900" y="2139772"/>
                </a:lnTo>
                <a:close/>
              </a:path>
              <a:path w="9867900" h="3000375">
                <a:moveTo>
                  <a:pt x="8724900" y="1712506"/>
                </a:moveTo>
                <a:lnTo>
                  <a:pt x="8724443" y="1711388"/>
                </a:lnTo>
                <a:lnTo>
                  <a:pt x="8722576" y="1709534"/>
                </a:lnTo>
                <a:lnTo>
                  <a:pt x="8721458" y="1709064"/>
                </a:lnTo>
                <a:lnTo>
                  <a:pt x="8718829" y="1709064"/>
                </a:lnTo>
                <a:lnTo>
                  <a:pt x="8717699" y="1709534"/>
                </a:lnTo>
                <a:lnTo>
                  <a:pt x="8715845" y="1711388"/>
                </a:lnTo>
                <a:lnTo>
                  <a:pt x="8715375" y="1712506"/>
                </a:lnTo>
                <a:lnTo>
                  <a:pt x="8715375" y="1715135"/>
                </a:lnTo>
                <a:lnTo>
                  <a:pt x="8715845" y="1716265"/>
                </a:lnTo>
                <a:lnTo>
                  <a:pt x="8717699" y="1718119"/>
                </a:lnTo>
                <a:lnTo>
                  <a:pt x="8718829" y="1718589"/>
                </a:lnTo>
                <a:lnTo>
                  <a:pt x="8721458" y="1718589"/>
                </a:lnTo>
                <a:lnTo>
                  <a:pt x="8722576" y="1718119"/>
                </a:lnTo>
                <a:lnTo>
                  <a:pt x="8724443" y="1716265"/>
                </a:lnTo>
                <a:lnTo>
                  <a:pt x="8724900" y="1715135"/>
                </a:lnTo>
                <a:lnTo>
                  <a:pt x="8724900" y="1712506"/>
                </a:lnTo>
                <a:close/>
              </a:path>
              <a:path w="9867900" h="3000375">
                <a:moveTo>
                  <a:pt x="8724900" y="1285252"/>
                </a:moveTo>
                <a:lnTo>
                  <a:pt x="8724443" y="1284122"/>
                </a:lnTo>
                <a:lnTo>
                  <a:pt x="8722576" y="1282268"/>
                </a:lnTo>
                <a:lnTo>
                  <a:pt x="8721458" y="1281798"/>
                </a:lnTo>
                <a:lnTo>
                  <a:pt x="8718829" y="1281798"/>
                </a:lnTo>
                <a:lnTo>
                  <a:pt x="8717699" y="1282268"/>
                </a:lnTo>
                <a:lnTo>
                  <a:pt x="8715845" y="1284122"/>
                </a:lnTo>
                <a:lnTo>
                  <a:pt x="8715375" y="1285252"/>
                </a:lnTo>
                <a:lnTo>
                  <a:pt x="8715375" y="1287881"/>
                </a:lnTo>
                <a:lnTo>
                  <a:pt x="8715845" y="1288999"/>
                </a:lnTo>
                <a:lnTo>
                  <a:pt x="8717699" y="1290853"/>
                </a:lnTo>
                <a:lnTo>
                  <a:pt x="8718829" y="1291323"/>
                </a:lnTo>
                <a:lnTo>
                  <a:pt x="8721458" y="1291323"/>
                </a:lnTo>
                <a:lnTo>
                  <a:pt x="8722576" y="1290853"/>
                </a:lnTo>
                <a:lnTo>
                  <a:pt x="8724443" y="1288999"/>
                </a:lnTo>
                <a:lnTo>
                  <a:pt x="8724900" y="1287881"/>
                </a:lnTo>
                <a:lnTo>
                  <a:pt x="8724900" y="1285252"/>
                </a:lnTo>
                <a:close/>
              </a:path>
              <a:path w="9867900" h="3000375">
                <a:moveTo>
                  <a:pt x="8724900" y="857986"/>
                </a:moveTo>
                <a:lnTo>
                  <a:pt x="8724443" y="856856"/>
                </a:lnTo>
                <a:lnTo>
                  <a:pt x="8722576" y="855002"/>
                </a:lnTo>
                <a:lnTo>
                  <a:pt x="8721458" y="854532"/>
                </a:lnTo>
                <a:lnTo>
                  <a:pt x="8718829" y="854532"/>
                </a:lnTo>
                <a:lnTo>
                  <a:pt x="8717699" y="855002"/>
                </a:lnTo>
                <a:lnTo>
                  <a:pt x="8715845" y="856856"/>
                </a:lnTo>
                <a:lnTo>
                  <a:pt x="8715375" y="857986"/>
                </a:lnTo>
                <a:lnTo>
                  <a:pt x="8715375" y="860615"/>
                </a:lnTo>
                <a:lnTo>
                  <a:pt x="8715845" y="861733"/>
                </a:lnTo>
                <a:lnTo>
                  <a:pt x="8717699" y="863600"/>
                </a:lnTo>
                <a:lnTo>
                  <a:pt x="8718829" y="864057"/>
                </a:lnTo>
                <a:lnTo>
                  <a:pt x="8721458" y="864057"/>
                </a:lnTo>
                <a:lnTo>
                  <a:pt x="8722576" y="863600"/>
                </a:lnTo>
                <a:lnTo>
                  <a:pt x="8724443" y="861733"/>
                </a:lnTo>
                <a:lnTo>
                  <a:pt x="8724900" y="860615"/>
                </a:lnTo>
                <a:lnTo>
                  <a:pt x="8724900" y="857986"/>
                </a:lnTo>
                <a:close/>
              </a:path>
              <a:path w="9867900" h="3000375">
                <a:moveTo>
                  <a:pt x="8724900" y="430720"/>
                </a:moveTo>
                <a:lnTo>
                  <a:pt x="8724443" y="429590"/>
                </a:lnTo>
                <a:lnTo>
                  <a:pt x="8722576" y="427736"/>
                </a:lnTo>
                <a:lnTo>
                  <a:pt x="8721458" y="427266"/>
                </a:lnTo>
                <a:lnTo>
                  <a:pt x="8718829" y="427266"/>
                </a:lnTo>
                <a:lnTo>
                  <a:pt x="8717699" y="427736"/>
                </a:lnTo>
                <a:lnTo>
                  <a:pt x="8715845" y="429590"/>
                </a:lnTo>
                <a:lnTo>
                  <a:pt x="8715375" y="430720"/>
                </a:lnTo>
                <a:lnTo>
                  <a:pt x="8715375" y="433349"/>
                </a:lnTo>
                <a:lnTo>
                  <a:pt x="8715845" y="434467"/>
                </a:lnTo>
                <a:lnTo>
                  <a:pt x="8717699" y="436333"/>
                </a:lnTo>
                <a:lnTo>
                  <a:pt x="8718829" y="436791"/>
                </a:lnTo>
                <a:lnTo>
                  <a:pt x="8721458" y="436791"/>
                </a:lnTo>
                <a:lnTo>
                  <a:pt x="8722576" y="436333"/>
                </a:lnTo>
                <a:lnTo>
                  <a:pt x="8724443" y="434467"/>
                </a:lnTo>
                <a:lnTo>
                  <a:pt x="8724900" y="433349"/>
                </a:lnTo>
                <a:lnTo>
                  <a:pt x="8724900" y="430720"/>
                </a:lnTo>
                <a:close/>
              </a:path>
              <a:path w="9867900" h="3000375">
                <a:moveTo>
                  <a:pt x="8724900" y="3454"/>
                </a:moveTo>
                <a:lnTo>
                  <a:pt x="8724443" y="2336"/>
                </a:lnTo>
                <a:lnTo>
                  <a:pt x="8722576" y="469"/>
                </a:lnTo>
                <a:lnTo>
                  <a:pt x="8721458" y="0"/>
                </a:lnTo>
                <a:lnTo>
                  <a:pt x="8718829" y="0"/>
                </a:lnTo>
                <a:lnTo>
                  <a:pt x="8717699" y="469"/>
                </a:lnTo>
                <a:lnTo>
                  <a:pt x="8715845" y="2336"/>
                </a:lnTo>
                <a:lnTo>
                  <a:pt x="8715375" y="3454"/>
                </a:lnTo>
                <a:lnTo>
                  <a:pt x="8715375" y="6083"/>
                </a:lnTo>
                <a:lnTo>
                  <a:pt x="8715845" y="7200"/>
                </a:lnTo>
                <a:lnTo>
                  <a:pt x="8717699" y="9067"/>
                </a:lnTo>
                <a:lnTo>
                  <a:pt x="8718829" y="9525"/>
                </a:lnTo>
                <a:lnTo>
                  <a:pt x="8721458" y="9525"/>
                </a:lnTo>
                <a:lnTo>
                  <a:pt x="8722576" y="9067"/>
                </a:lnTo>
                <a:lnTo>
                  <a:pt x="8724443" y="7200"/>
                </a:lnTo>
                <a:lnTo>
                  <a:pt x="8724900" y="6083"/>
                </a:lnTo>
                <a:lnTo>
                  <a:pt x="8724900" y="3454"/>
                </a:lnTo>
                <a:close/>
              </a:path>
              <a:path w="9867900" h="3000375">
                <a:moveTo>
                  <a:pt x="8772525" y="2994304"/>
                </a:moveTo>
                <a:lnTo>
                  <a:pt x="8772068" y="2993186"/>
                </a:lnTo>
                <a:lnTo>
                  <a:pt x="8770201" y="2991320"/>
                </a:lnTo>
                <a:lnTo>
                  <a:pt x="8769083" y="2990850"/>
                </a:lnTo>
                <a:lnTo>
                  <a:pt x="8766454" y="2990850"/>
                </a:lnTo>
                <a:lnTo>
                  <a:pt x="8765324" y="2991320"/>
                </a:lnTo>
                <a:lnTo>
                  <a:pt x="8763470" y="2993186"/>
                </a:lnTo>
                <a:lnTo>
                  <a:pt x="8763000" y="2994304"/>
                </a:lnTo>
                <a:lnTo>
                  <a:pt x="8763000" y="2996933"/>
                </a:lnTo>
                <a:lnTo>
                  <a:pt x="8763470" y="2998051"/>
                </a:lnTo>
                <a:lnTo>
                  <a:pt x="8765324" y="2999917"/>
                </a:lnTo>
                <a:lnTo>
                  <a:pt x="8766454" y="3000375"/>
                </a:lnTo>
                <a:lnTo>
                  <a:pt x="8769083" y="3000375"/>
                </a:lnTo>
                <a:lnTo>
                  <a:pt x="8770201" y="2999917"/>
                </a:lnTo>
                <a:lnTo>
                  <a:pt x="8772068" y="2998051"/>
                </a:lnTo>
                <a:lnTo>
                  <a:pt x="8772525" y="2996933"/>
                </a:lnTo>
                <a:lnTo>
                  <a:pt x="8772525" y="2994304"/>
                </a:lnTo>
                <a:close/>
              </a:path>
              <a:path w="9867900" h="3000375">
                <a:moveTo>
                  <a:pt x="8772525" y="2567038"/>
                </a:moveTo>
                <a:lnTo>
                  <a:pt x="8772068" y="2565920"/>
                </a:lnTo>
                <a:lnTo>
                  <a:pt x="8770201" y="2564053"/>
                </a:lnTo>
                <a:lnTo>
                  <a:pt x="8769083" y="2563596"/>
                </a:lnTo>
                <a:lnTo>
                  <a:pt x="8766454" y="2563596"/>
                </a:lnTo>
                <a:lnTo>
                  <a:pt x="8765324" y="2564053"/>
                </a:lnTo>
                <a:lnTo>
                  <a:pt x="8763470" y="2565920"/>
                </a:lnTo>
                <a:lnTo>
                  <a:pt x="8763000" y="2567038"/>
                </a:lnTo>
                <a:lnTo>
                  <a:pt x="8763000" y="2569667"/>
                </a:lnTo>
                <a:lnTo>
                  <a:pt x="8763470" y="2570797"/>
                </a:lnTo>
                <a:lnTo>
                  <a:pt x="8765324" y="2572651"/>
                </a:lnTo>
                <a:lnTo>
                  <a:pt x="8766454" y="2573121"/>
                </a:lnTo>
                <a:lnTo>
                  <a:pt x="8769083" y="2573121"/>
                </a:lnTo>
                <a:lnTo>
                  <a:pt x="8770201" y="2572651"/>
                </a:lnTo>
                <a:lnTo>
                  <a:pt x="8772068" y="2570797"/>
                </a:lnTo>
                <a:lnTo>
                  <a:pt x="8772525" y="2569667"/>
                </a:lnTo>
                <a:lnTo>
                  <a:pt x="8772525" y="2567038"/>
                </a:lnTo>
                <a:close/>
              </a:path>
              <a:path w="9867900" h="3000375">
                <a:moveTo>
                  <a:pt x="8772525" y="2139772"/>
                </a:moveTo>
                <a:lnTo>
                  <a:pt x="8772068" y="2138654"/>
                </a:lnTo>
                <a:lnTo>
                  <a:pt x="8770201" y="2136787"/>
                </a:lnTo>
                <a:lnTo>
                  <a:pt x="8769083" y="2136330"/>
                </a:lnTo>
                <a:lnTo>
                  <a:pt x="8766454" y="2136330"/>
                </a:lnTo>
                <a:lnTo>
                  <a:pt x="8765324" y="2136787"/>
                </a:lnTo>
                <a:lnTo>
                  <a:pt x="8763470" y="2138654"/>
                </a:lnTo>
                <a:lnTo>
                  <a:pt x="8763000" y="2139772"/>
                </a:lnTo>
                <a:lnTo>
                  <a:pt x="8763000" y="2142401"/>
                </a:lnTo>
                <a:lnTo>
                  <a:pt x="8763470" y="2143531"/>
                </a:lnTo>
                <a:lnTo>
                  <a:pt x="8765324" y="2145385"/>
                </a:lnTo>
                <a:lnTo>
                  <a:pt x="8766454" y="2145855"/>
                </a:lnTo>
                <a:lnTo>
                  <a:pt x="8769083" y="2145855"/>
                </a:lnTo>
                <a:lnTo>
                  <a:pt x="8770201" y="2145385"/>
                </a:lnTo>
                <a:lnTo>
                  <a:pt x="8772068" y="2143531"/>
                </a:lnTo>
                <a:lnTo>
                  <a:pt x="8772525" y="2142401"/>
                </a:lnTo>
                <a:lnTo>
                  <a:pt x="8772525" y="2139772"/>
                </a:lnTo>
                <a:close/>
              </a:path>
              <a:path w="9867900" h="3000375">
                <a:moveTo>
                  <a:pt x="8772525" y="1712506"/>
                </a:moveTo>
                <a:lnTo>
                  <a:pt x="8772068" y="1711388"/>
                </a:lnTo>
                <a:lnTo>
                  <a:pt x="8770201" y="1709534"/>
                </a:lnTo>
                <a:lnTo>
                  <a:pt x="8769083" y="1709064"/>
                </a:lnTo>
                <a:lnTo>
                  <a:pt x="8766454" y="1709064"/>
                </a:lnTo>
                <a:lnTo>
                  <a:pt x="8765324" y="1709534"/>
                </a:lnTo>
                <a:lnTo>
                  <a:pt x="8763470" y="1711388"/>
                </a:lnTo>
                <a:lnTo>
                  <a:pt x="8763000" y="1712506"/>
                </a:lnTo>
                <a:lnTo>
                  <a:pt x="8763000" y="1715135"/>
                </a:lnTo>
                <a:lnTo>
                  <a:pt x="8763470" y="1716265"/>
                </a:lnTo>
                <a:lnTo>
                  <a:pt x="8765324" y="1718119"/>
                </a:lnTo>
                <a:lnTo>
                  <a:pt x="8766454" y="1718589"/>
                </a:lnTo>
                <a:lnTo>
                  <a:pt x="8769083" y="1718589"/>
                </a:lnTo>
                <a:lnTo>
                  <a:pt x="8770201" y="1718119"/>
                </a:lnTo>
                <a:lnTo>
                  <a:pt x="8772068" y="1716265"/>
                </a:lnTo>
                <a:lnTo>
                  <a:pt x="8772525" y="1715135"/>
                </a:lnTo>
                <a:lnTo>
                  <a:pt x="8772525" y="1712506"/>
                </a:lnTo>
                <a:close/>
              </a:path>
              <a:path w="9867900" h="3000375">
                <a:moveTo>
                  <a:pt x="8772525" y="1285252"/>
                </a:moveTo>
                <a:lnTo>
                  <a:pt x="8772068" y="1284122"/>
                </a:lnTo>
                <a:lnTo>
                  <a:pt x="8770201" y="1282268"/>
                </a:lnTo>
                <a:lnTo>
                  <a:pt x="8769083" y="1281798"/>
                </a:lnTo>
                <a:lnTo>
                  <a:pt x="8766454" y="1281798"/>
                </a:lnTo>
                <a:lnTo>
                  <a:pt x="8765324" y="1282268"/>
                </a:lnTo>
                <a:lnTo>
                  <a:pt x="8763470" y="1284122"/>
                </a:lnTo>
                <a:lnTo>
                  <a:pt x="8763000" y="1285252"/>
                </a:lnTo>
                <a:lnTo>
                  <a:pt x="8763000" y="1287881"/>
                </a:lnTo>
                <a:lnTo>
                  <a:pt x="8763470" y="1288999"/>
                </a:lnTo>
                <a:lnTo>
                  <a:pt x="8765324" y="1290853"/>
                </a:lnTo>
                <a:lnTo>
                  <a:pt x="8766454" y="1291323"/>
                </a:lnTo>
                <a:lnTo>
                  <a:pt x="8769083" y="1291323"/>
                </a:lnTo>
                <a:lnTo>
                  <a:pt x="8770201" y="1290853"/>
                </a:lnTo>
                <a:lnTo>
                  <a:pt x="8772068" y="1288999"/>
                </a:lnTo>
                <a:lnTo>
                  <a:pt x="8772525" y="1287881"/>
                </a:lnTo>
                <a:lnTo>
                  <a:pt x="8772525" y="1285252"/>
                </a:lnTo>
                <a:close/>
              </a:path>
              <a:path w="9867900" h="3000375">
                <a:moveTo>
                  <a:pt x="8772525" y="857986"/>
                </a:moveTo>
                <a:lnTo>
                  <a:pt x="8772068" y="856856"/>
                </a:lnTo>
                <a:lnTo>
                  <a:pt x="8770201" y="855002"/>
                </a:lnTo>
                <a:lnTo>
                  <a:pt x="8769083" y="854532"/>
                </a:lnTo>
                <a:lnTo>
                  <a:pt x="8766454" y="854532"/>
                </a:lnTo>
                <a:lnTo>
                  <a:pt x="8765324" y="855002"/>
                </a:lnTo>
                <a:lnTo>
                  <a:pt x="8763470" y="856856"/>
                </a:lnTo>
                <a:lnTo>
                  <a:pt x="8763000" y="857986"/>
                </a:lnTo>
                <a:lnTo>
                  <a:pt x="8763000" y="860615"/>
                </a:lnTo>
                <a:lnTo>
                  <a:pt x="8763470" y="861733"/>
                </a:lnTo>
                <a:lnTo>
                  <a:pt x="8765324" y="863600"/>
                </a:lnTo>
                <a:lnTo>
                  <a:pt x="8766454" y="864057"/>
                </a:lnTo>
                <a:lnTo>
                  <a:pt x="8769083" y="864057"/>
                </a:lnTo>
                <a:lnTo>
                  <a:pt x="8770201" y="863600"/>
                </a:lnTo>
                <a:lnTo>
                  <a:pt x="8772068" y="861733"/>
                </a:lnTo>
                <a:lnTo>
                  <a:pt x="8772525" y="860615"/>
                </a:lnTo>
                <a:lnTo>
                  <a:pt x="8772525" y="857986"/>
                </a:lnTo>
                <a:close/>
              </a:path>
              <a:path w="9867900" h="3000375">
                <a:moveTo>
                  <a:pt x="8772525" y="430720"/>
                </a:moveTo>
                <a:lnTo>
                  <a:pt x="8772068" y="429590"/>
                </a:lnTo>
                <a:lnTo>
                  <a:pt x="8770201" y="427736"/>
                </a:lnTo>
                <a:lnTo>
                  <a:pt x="8769083" y="427266"/>
                </a:lnTo>
                <a:lnTo>
                  <a:pt x="8766454" y="427266"/>
                </a:lnTo>
                <a:lnTo>
                  <a:pt x="8765324" y="427736"/>
                </a:lnTo>
                <a:lnTo>
                  <a:pt x="8763470" y="429590"/>
                </a:lnTo>
                <a:lnTo>
                  <a:pt x="8763000" y="430720"/>
                </a:lnTo>
                <a:lnTo>
                  <a:pt x="8763000" y="433349"/>
                </a:lnTo>
                <a:lnTo>
                  <a:pt x="8763470" y="434467"/>
                </a:lnTo>
                <a:lnTo>
                  <a:pt x="8765324" y="436333"/>
                </a:lnTo>
                <a:lnTo>
                  <a:pt x="8766454" y="436791"/>
                </a:lnTo>
                <a:lnTo>
                  <a:pt x="8769083" y="436791"/>
                </a:lnTo>
                <a:lnTo>
                  <a:pt x="8770201" y="436333"/>
                </a:lnTo>
                <a:lnTo>
                  <a:pt x="8772068" y="434467"/>
                </a:lnTo>
                <a:lnTo>
                  <a:pt x="8772525" y="433349"/>
                </a:lnTo>
                <a:lnTo>
                  <a:pt x="8772525" y="430720"/>
                </a:lnTo>
                <a:close/>
              </a:path>
              <a:path w="9867900" h="3000375">
                <a:moveTo>
                  <a:pt x="8772525" y="3454"/>
                </a:moveTo>
                <a:lnTo>
                  <a:pt x="8772068" y="2336"/>
                </a:lnTo>
                <a:lnTo>
                  <a:pt x="8770201" y="469"/>
                </a:lnTo>
                <a:lnTo>
                  <a:pt x="8769083" y="0"/>
                </a:lnTo>
                <a:lnTo>
                  <a:pt x="8766454" y="0"/>
                </a:lnTo>
                <a:lnTo>
                  <a:pt x="8765324" y="469"/>
                </a:lnTo>
                <a:lnTo>
                  <a:pt x="8763470" y="2336"/>
                </a:lnTo>
                <a:lnTo>
                  <a:pt x="8763000" y="3454"/>
                </a:lnTo>
                <a:lnTo>
                  <a:pt x="8763000" y="6083"/>
                </a:lnTo>
                <a:lnTo>
                  <a:pt x="8763470" y="7200"/>
                </a:lnTo>
                <a:lnTo>
                  <a:pt x="8765324" y="9067"/>
                </a:lnTo>
                <a:lnTo>
                  <a:pt x="8766454" y="9525"/>
                </a:lnTo>
                <a:lnTo>
                  <a:pt x="8769083" y="9525"/>
                </a:lnTo>
                <a:lnTo>
                  <a:pt x="8770201" y="9067"/>
                </a:lnTo>
                <a:lnTo>
                  <a:pt x="8772068" y="7200"/>
                </a:lnTo>
                <a:lnTo>
                  <a:pt x="8772525" y="6083"/>
                </a:lnTo>
                <a:lnTo>
                  <a:pt x="8772525" y="3454"/>
                </a:lnTo>
                <a:close/>
              </a:path>
              <a:path w="9867900" h="3000375">
                <a:moveTo>
                  <a:pt x="8820150" y="2994304"/>
                </a:moveTo>
                <a:lnTo>
                  <a:pt x="8819693" y="2993186"/>
                </a:lnTo>
                <a:lnTo>
                  <a:pt x="8817826" y="2991320"/>
                </a:lnTo>
                <a:lnTo>
                  <a:pt x="8816708" y="2990850"/>
                </a:lnTo>
                <a:lnTo>
                  <a:pt x="8814079" y="2990850"/>
                </a:lnTo>
                <a:lnTo>
                  <a:pt x="8812949" y="2991320"/>
                </a:lnTo>
                <a:lnTo>
                  <a:pt x="8811095" y="2993186"/>
                </a:lnTo>
                <a:lnTo>
                  <a:pt x="8810625" y="2994304"/>
                </a:lnTo>
                <a:lnTo>
                  <a:pt x="8810625" y="2996933"/>
                </a:lnTo>
                <a:lnTo>
                  <a:pt x="8811095" y="2998051"/>
                </a:lnTo>
                <a:lnTo>
                  <a:pt x="8812949" y="2999917"/>
                </a:lnTo>
                <a:lnTo>
                  <a:pt x="8814079" y="3000375"/>
                </a:lnTo>
                <a:lnTo>
                  <a:pt x="8816708" y="3000375"/>
                </a:lnTo>
                <a:lnTo>
                  <a:pt x="8817826" y="2999917"/>
                </a:lnTo>
                <a:lnTo>
                  <a:pt x="8819693" y="2998051"/>
                </a:lnTo>
                <a:lnTo>
                  <a:pt x="8820150" y="2996933"/>
                </a:lnTo>
                <a:lnTo>
                  <a:pt x="8820150" y="2994304"/>
                </a:lnTo>
                <a:close/>
              </a:path>
              <a:path w="9867900" h="3000375">
                <a:moveTo>
                  <a:pt x="8820150" y="2567038"/>
                </a:moveTo>
                <a:lnTo>
                  <a:pt x="8819693" y="2565920"/>
                </a:lnTo>
                <a:lnTo>
                  <a:pt x="8817826" y="2564053"/>
                </a:lnTo>
                <a:lnTo>
                  <a:pt x="8816708" y="2563596"/>
                </a:lnTo>
                <a:lnTo>
                  <a:pt x="8814079" y="2563596"/>
                </a:lnTo>
                <a:lnTo>
                  <a:pt x="8812949" y="2564053"/>
                </a:lnTo>
                <a:lnTo>
                  <a:pt x="8811095" y="2565920"/>
                </a:lnTo>
                <a:lnTo>
                  <a:pt x="8810625" y="2567038"/>
                </a:lnTo>
                <a:lnTo>
                  <a:pt x="8810625" y="2569667"/>
                </a:lnTo>
                <a:lnTo>
                  <a:pt x="8811095" y="2570797"/>
                </a:lnTo>
                <a:lnTo>
                  <a:pt x="8812949" y="2572651"/>
                </a:lnTo>
                <a:lnTo>
                  <a:pt x="8814079" y="2573121"/>
                </a:lnTo>
                <a:lnTo>
                  <a:pt x="8816708" y="2573121"/>
                </a:lnTo>
                <a:lnTo>
                  <a:pt x="8817826" y="2572651"/>
                </a:lnTo>
                <a:lnTo>
                  <a:pt x="8819693" y="2570797"/>
                </a:lnTo>
                <a:lnTo>
                  <a:pt x="8820150" y="2569667"/>
                </a:lnTo>
                <a:lnTo>
                  <a:pt x="8820150" y="2567038"/>
                </a:lnTo>
                <a:close/>
              </a:path>
              <a:path w="9867900" h="3000375">
                <a:moveTo>
                  <a:pt x="8820150" y="2139772"/>
                </a:moveTo>
                <a:lnTo>
                  <a:pt x="8819693" y="2138654"/>
                </a:lnTo>
                <a:lnTo>
                  <a:pt x="8817826" y="2136787"/>
                </a:lnTo>
                <a:lnTo>
                  <a:pt x="8816708" y="2136330"/>
                </a:lnTo>
                <a:lnTo>
                  <a:pt x="8814079" y="2136330"/>
                </a:lnTo>
                <a:lnTo>
                  <a:pt x="8812949" y="2136787"/>
                </a:lnTo>
                <a:lnTo>
                  <a:pt x="8811095" y="2138654"/>
                </a:lnTo>
                <a:lnTo>
                  <a:pt x="8810625" y="2139772"/>
                </a:lnTo>
                <a:lnTo>
                  <a:pt x="8810625" y="2142401"/>
                </a:lnTo>
                <a:lnTo>
                  <a:pt x="8811095" y="2143531"/>
                </a:lnTo>
                <a:lnTo>
                  <a:pt x="8812949" y="2145385"/>
                </a:lnTo>
                <a:lnTo>
                  <a:pt x="8814079" y="2145855"/>
                </a:lnTo>
                <a:lnTo>
                  <a:pt x="8816708" y="2145855"/>
                </a:lnTo>
                <a:lnTo>
                  <a:pt x="8817826" y="2145385"/>
                </a:lnTo>
                <a:lnTo>
                  <a:pt x="8819693" y="2143531"/>
                </a:lnTo>
                <a:lnTo>
                  <a:pt x="8820150" y="2142401"/>
                </a:lnTo>
                <a:lnTo>
                  <a:pt x="8820150" y="2139772"/>
                </a:lnTo>
                <a:close/>
              </a:path>
              <a:path w="9867900" h="3000375">
                <a:moveTo>
                  <a:pt x="8820150" y="1712506"/>
                </a:moveTo>
                <a:lnTo>
                  <a:pt x="8819693" y="1711388"/>
                </a:lnTo>
                <a:lnTo>
                  <a:pt x="8817826" y="1709534"/>
                </a:lnTo>
                <a:lnTo>
                  <a:pt x="8816708" y="1709064"/>
                </a:lnTo>
                <a:lnTo>
                  <a:pt x="8814079" y="1709064"/>
                </a:lnTo>
                <a:lnTo>
                  <a:pt x="8812949" y="1709534"/>
                </a:lnTo>
                <a:lnTo>
                  <a:pt x="8811095" y="1711388"/>
                </a:lnTo>
                <a:lnTo>
                  <a:pt x="8810625" y="1712506"/>
                </a:lnTo>
                <a:lnTo>
                  <a:pt x="8810625" y="1715135"/>
                </a:lnTo>
                <a:lnTo>
                  <a:pt x="8811095" y="1716265"/>
                </a:lnTo>
                <a:lnTo>
                  <a:pt x="8812949" y="1718119"/>
                </a:lnTo>
                <a:lnTo>
                  <a:pt x="8814079" y="1718589"/>
                </a:lnTo>
                <a:lnTo>
                  <a:pt x="8816708" y="1718589"/>
                </a:lnTo>
                <a:lnTo>
                  <a:pt x="8817826" y="1718119"/>
                </a:lnTo>
                <a:lnTo>
                  <a:pt x="8819693" y="1716265"/>
                </a:lnTo>
                <a:lnTo>
                  <a:pt x="8820150" y="1715135"/>
                </a:lnTo>
                <a:lnTo>
                  <a:pt x="8820150" y="1712506"/>
                </a:lnTo>
                <a:close/>
              </a:path>
              <a:path w="9867900" h="3000375">
                <a:moveTo>
                  <a:pt x="8820150" y="1285252"/>
                </a:moveTo>
                <a:lnTo>
                  <a:pt x="8819693" y="1284122"/>
                </a:lnTo>
                <a:lnTo>
                  <a:pt x="8817826" y="1282268"/>
                </a:lnTo>
                <a:lnTo>
                  <a:pt x="8816708" y="1281798"/>
                </a:lnTo>
                <a:lnTo>
                  <a:pt x="8814079" y="1281798"/>
                </a:lnTo>
                <a:lnTo>
                  <a:pt x="8812949" y="1282268"/>
                </a:lnTo>
                <a:lnTo>
                  <a:pt x="8811095" y="1284122"/>
                </a:lnTo>
                <a:lnTo>
                  <a:pt x="8810625" y="1285252"/>
                </a:lnTo>
                <a:lnTo>
                  <a:pt x="8810625" y="1287881"/>
                </a:lnTo>
                <a:lnTo>
                  <a:pt x="8811095" y="1288999"/>
                </a:lnTo>
                <a:lnTo>
                  <a:pt x="8812949" y="1290853"/>
                </a:lnTo>
                <a:lnTo>
                  <a:pt x="8814079" y="1291323"/>
                </a:lnTo>
                <a:lnTo>
                  <a:pt x="8816708" y="1291323"/>
                </a:lnTo>
                <a:lnTo>
                  <a:pt x="8817826" y="1290853"/>
                </a:lnTo>
                <a:lnTo>
                  <a:pt x="8819693" y="1288999"/>
                </a:lnTo>
                <a:lnTo>
                  <a:pt x="8820150" y="1287881"/>
                </a:lnTo>
                <a:lnTo>
                  <a:pt x="8820150" y="1285252"/>
                </a:lnTo>
                <a:close/>
              </a:path>
              <a:path w="9867900" h="3000375">
                <a:moveTo>
                  <a:pt x="8820150" y="857986"/>
                </a:moveTo>
                <a:lnTo>
                  <a:pt x="8819693" y="856856"/>
                </a:lnTo>
                <a:lnTo>
                  <a:pt x="8817826" y="855002"/>
                </a:lnTo>
                <a:lnTo>
                  <a:pt x="8816708" y="854532"/>
                </a:lnTo>
                <a:lnTo>
                  <a:pt x="8814079" y="854532"/>
                </a:lnTo>
                <a:lnTo>
                  <a:pt x="8812949" y="855002"/>
                </a:lnTo>
                <a:lnTo>
                  <a:pt x="8811095" y="856856"/>
                </a:lnTo>
                <a:lnTo>
                  <a:pt x="8810625" y="857986"/>
                </a:lnTo>
                <a:lnTo>
                  <a:pt x="8810625" y="860615"/>
                </a:lnTo>
                <a:lnTo>
                  <a:pt x="8811095" y="861733"/>
                </a:lnTo>
                <a:lnTo>
                  <a:pt x="8812949" y="863600"/>
                </a:lnTo>
                <a:lnTo>
                  <a:pt x="8814079" y="864057"/>
                </a:lnTo>
                <a:lnTo>
                  <a:pt x="8816708" y="864057"/>
                </a:lnTo>
                <a:lnTo>
                  <a:pt x="8817826" y="863600"/>
                </a:lnTo>
                <a:lnTo>
                  <a:pt x="8819693" y="861733"/>
                </a:lnTo>
                <a:lnTo>
                  <a:pt x="8820150" y="860615"/>
                </a:lnTo>
                <a:lnTo>
                  <a:pt x="8820150" y="857986"/>
                </a:lnTo>
                <a:close/>
              </a:path>
              <a:path w="9867900" h="3000375">
                <a:moveTo>
                  <a:pt x="8820150" y="430720"/>
                </a:moveTo>
                <a:lnTo>
                  <a:pt x="8819693" y="429590"/>
                </a:lnTo>
                <a:lnTo>
                  <a:pt x="8817826" y="427736"/>
                </a:lnTo>
                <a:lnTo>
                  <a:pt x="8816708" y="427266"/>
                </a:lnTo>
                <a:lnTo>
                  <a:pt x="8814079" y="427266"/>
                </a:lnTo>
                <a:lnTo>
                  <a:pt x="8812949" y="427736"/>
                </a:lnTo>
                <a:lnTo>
                  <a:pt x="8811095" y="429590"/>
                </a:lnTo>
                <a:lnTo>
                  <a:pt x="8810625" y="430720"/>
                </a:lnTo>
                <a:lnTo>
                  <a:pt x="8810625" y="433349"/>
                </a:lnTo>
                <a:lnTo>
                  <a:pt x="8811095" y="434467"/>
                </a:lnTo>
                <a:lnTo>
                  <a:pt x="8812949" y="436333"/>
                </a:lnTo>
                <a:lnTo>
                  <a:pt x="8814079" y="436791"/>
                </a:lnTo>
                <a:lnTo>
                  <a:pt x="8816708" y="436791"/>
                </a:lnTo>
                <a:lnTo>
                  <a:pt x="8817826" y="436333"/>
                </a:lnTo>
                <a:lnTo>
                  <a:pt x="8819693" y="434467"/>
                </a:lnTo>
                <a:lnTo>
                  <a:pt x="8820150" y="433349"/>
                </a:lnTo>
                <a:lnTo>
                  <a:pt x="8820150" y="430720"/>
                </a:lnTo>
                <a:close/>
              </a:path>
              <a:path w="9867900" h="3000375">
                <a:moveTo>
                  <a:pt x="8820150" y="3454"/>
                </a:moveTo>
                <a:lnTo>
                  <a:pt x="8819693" y="2336"/>
                </a:lnTo>
                <a:lnTo>
                  <a:pt x="8817826" y="469"/>
                </a:lnTo>
                <a:lnTo>
                  <a:pt x="8816708" y="0"/>
                </a:lnTo>
                <a:lnTo>
                  <a:pt x="8814079" y="0"/>
                </a:lnTo>
                <a:lnTo>
                  <a:pt x="8812949" y="469"/>
                </a:lnTo>
                <a:lnTo>
                  <a:pt x="8811095" y="2336"/>
                </a:lnTo>
                <a:lnTo>
                  <a:pt x="8810625" y="3454"/>
                </a:lnTo>
                <a:lnTo>
                  <a:pt x="8810625" y="6083"/>
                </a:lnTo>
                <a:lnTo>
                  <a:pt x="8811095" y="7200"/>
                </a:lnTo>
                <a:lnTo>
                  <a:pt x="8812949" y="9067"/>
                </a:lnTo>
                <a:lnTo>
                  <a:pt x="8814079" y="9525"/>
                </a:lnTo>
                <a:lnTo>
                  <a:pt x="8816708" y="9525"/>
                </a:lnTo>
                <a:lnTo>
                  <a:pt x="8817826" y="9067"/>
                </a:lnTo>
                <a:lnTo>
                  <a:pt x="8819693" y="7200"/>
                </a:lnTo>
                <a:lnTo>
                  <a:pt x="8820150" y="6083"/>
                </a:lnTo>
                <a:lnTo>
                  <a:pt x="8820150" y="3454"/>
                </a:lnTo>
                <a:close/>
              </a:path>
              <a:path w="9867900" h="3000375">
                <a:moveTo>
                  <a:pt x="8867775" y="2994304"/>
                </a:moveTo>
                <a:lnTo>
                  <a:pt x="8867318" y="2993186"/>
                </a:lnTo>
                <a:lnTo>
                  <a:pt x="8865451" y="2991320"/>
                </a:lnTo>
                <a:lnTo>
                  <a:pt x="8864333" y="2990850"/>
                </a:lnTo>
                <a:lnTo>
                  <a:pt x="8861704" y="2990850"/>
                </a:lnTo>
                <a:lnTo>
                  <a:pt x="8860574" y="2991320"/>
                </a:lnTo>
                <a:lnTo>
                  <a:pt x="8858720" y="2993186"/>
                </a:lnTo>
                <a:lnTo>
                  <a:pt x="8858250" y="2994304"/>
                </a:lnTo>
                <a:lnTo>
                  <a:pt x="8858250" y="2996933"/>
                </a:lnTo>
                <a:lnTo>
                  <a:pt x="8858720" y="2998051"/>
                </a:lnTo>
                <a:lnTo>
                  <a:pt x="8860574" y="2999917"/>
                </a:lnTo>
                <a:lnTo>
                  <a:pt x="8861704" y="3000375"/>
                </a:lnTo>
                <a:lnTo>
                  <a:pt x="8864333" y="3000375"/>
                </a:lnTo>
                <a:lnTo>
                  <a:pt x="8865451" y="2999917"/>
                </a:lnTo>
                <a:lnTo>
                  <a:pt x="8867318" y="2998051"/>
                </a:lnTo>
                <a:lnTo>
                  <a:pt x="8867775" y="2996933"/>
                </a:lnTo>
                <a:lnTo>
                  <a:pt x="8867775" y="2994304"/>
                </a:lnTo>
                <a:close/>
              </a:path>
              <a:path w="9867900" h="3000375">
                <a:moveTo>
                  <a:pt x="8867775" y="2567038"/>
                </a:moveTo>
                <a:lnTo>
                  <a:pt x="8867318" y="2565920"/>
                </a:lnTo>
                <a:lnTo>
                  <a:pt x="8865451" y="2564053"/>
                </a:lnTo>
                <a:lnTo>
                  <a:pt x="8864333" y="2563596"/>
                </a:lnTo>
                <a:lnTo>
                  <a:pt x="8861704" y="2563596"/>
                </a:lnTo>
                <a:lnTo>
                  <a:pt x="8860574" y="2564053"/>
                </a:lnTo>
                <a:lnTo>
                  <a:pt x="8858720" y="2565920"/>
                </a:lnTo>
                <a:lnTo>
                  <a:pt x="8858250" y="2567038"/>
                </a:lnTo>
                <a:lnTo>
                  <a:pt x="8858250" y="2569667"/>
                </a:lnTo>
                <a:lnTo>
                  <a:pt x="8858720" y="2570797"/>
                </a:lnTo>
                <a:lnTo>
                  <a:pt x="8860574" y="2572651"/>
                </a:lnTo>
                <a:lnTo>
                  <a:pt x="8861704" y="2573121"/>
                </a:lnTo>
                <a:lnTo>
                  <a:pt x="8864333" y="2573121"/>
                </a:lnTo>
                <a:lnTo>
                  <a:pt x="8865451" y="2572651"/>
                </a:lnTo>
                <a:lnTo>
                  <a:pt x="8867318" y="2570797"/>
                </a:lnTo>
                <a:lnTo>
                  <a:pt x="8867775" y="2569667"/>
                </a:lnTo>
                <a:lnTo>
                  <a:pt x="8867775" y="2567038"/>
                </a:lnTo>
                <a:close/>
              </a:path>
              <a:path w="9867900" h="3000375">
                <a:moveTo>
                  <a:pt x="8867775" y="2139772"/>
                </a:moveTo>
                <a:lnTo>
                  <a:pt x="8867318" y="2138654"/>
                </a:lnTo>
                <a:lnTo>
                  <a:pt x="8865451" y="2136787"/>
                </a:lnTo>
                <a:lnTo>
                  <a:pt x="8864333" y="2136330"/>
                </a:lnTo>
                <a:lnTo>
                  <a:pt x="8861704" y="2136330"/>
                </a:lnTo>
                <a:lnTo>
                  <a:pt x="8860574" y="2136787"/>
                </a:lnTo>
                <a:lnTo>
                  <a:pt x="8858720" y="2138654"/>
                </a:lnTo>
                <a:lnTo>
                  <a:pt x="8858250" y="2139772"/>
                </a:lnTo>
                <a:lnTo>
                  <a:pt x="8858250" y="2142401"/>
                </a:lnTo>
                <a:lnTo>
                  <a:pt x="8858720" y="2143531"/>
                </a:lnTo>
                <a:lnTo>
                  <a:pt x="8860574" y="2145385"/>
                </a:lnTo>
                <a:lnTo>
                  <a:pt x="8861704" y="2145855"/>
                </a:lnTo>
                <a:lnTo>
                  <a:pt x="8864333" y="2145855"/>
                </a:lnTo>
                <a:lnTo>
                  <a:pt x="8865451" y="2145385"/>
                </a:lnTo>
                <a:lnTo>
                  <a:pt x="8867318" y="2143531"/>
                </a:lnTo>
                <a:lnTo>
                  <a:pt x="8867775" y="2142401"/>
                </a:lnTo>
                <a:lnTo>
                  <a:pt x="8867775" y="2139772"/>
                </a:lnTo>
                <a:close/>
              </a:path>
              <a:path w="9867900" h="3000375">
                <a:moveTo>
                  <a:pt x="8867775" y="1712506"/>
                </a:moveTo>
                <a:lnTo>
                  <a:pt x="8867318" y="1711388"/>
                </a:lnTo>
                <a:lnTo>
                  <a:pt x="8865451" y="1709534"/>
                </a:lnTo>
                <a:lnTo>
                  <a:pt x="8864333" y="1709064"/>
                </a:lnTo>
                <a:lnTo>
                  <a:pt x="8861704" y="1709064"/>
                </a:lnTo>
                <a:lnTo>
                  <a:pt x="8860574" y="1709534"/>
                </a:lnTo>
                <a:lnTo>
                  <a:pt x="8858720" y="1711388"/>
                </a:lnTo>
                <a:lnTo>
                  <a:pt x="8858250" y="1712506"/>
                </a:lnTo>
                <a:lnTo>
                  <a:pt x="8858250" y="1715135"/>
                </a:lnTo>
                <a:lnTo>
                  <a:pt x="8858720" y="1716265"/>
                </a:lnTo>
                <a:lnTo>
                  <a:pt x="8860574" y="1718119"/>
                </a:lnTo>
                <a:lnTo>
                  <a:pt x="8861704" y="1718589"/>
                </a:lnTo>
                <a:lnTo>
                  <a:pt x="8864333" y="1718589"/>
                </a:lnTo>
                <a:lnTo>
                  <a:pt x="8865451" y="1718119"/>
                </a:lnTo>
                <a:lnTo>
                  <a:pt x="8867318" y="1716265"/>
                </a:lnTo>
                <a:lnTo>
                  <a:pt x="8867775" y="1715135"/>
                </a:lnTo>
                <a:lnTo>
                  <a:pt x="8867775" y="1712506"/>
                </a:lnTo>
                <a:close/>
              </a:path>
              <a:path w="9867900" h="3000375">
                <a:moveTo>
                  <a:pt x="8867775" y="1285252"/>
                </a:moveTo>
                <a:lnTo>
                  <a:pt x="8867318" y="1284122"/>
                </a:lnTo>
                <a:lnTo>
                  <a:pt x="8865451" y="1282268"/>
                </a:lnTo>
                <a:lnTo>
                  <a:pt x="8864333" y="1281798"/>
                </a:lnTo>
                <a:lnTo>
                  <a:pt x="8861704" y="1281798"/>
                </a:lnTo>
                <a:lnTo>
                  <a:pt x="8860574" y="1282268"/>
                </a:lnTo>
                <a:lnTo>
                  <a:pt x="8858720" y="1284122"/>
                </a:lnTo>
                <a:lnTo>
                  <a:pt x="8858250" y="1285252"/>
                </a:lnTo>
                <a:lnTo>
                  <a:pt x="8858250" y="1287881"/>
                </a:lnTo>
                <a:lnTo>
                  <a:pt x="8858720" y="1288999"/>
                </a:lnTo>
                <a:lnTo>
                  <a:pt x="8860574" y="1290853"/>
                </a:lnTo>
                <a:lnTo>
                  <a:pt x="8861704" y="1291323"/>
                </a:lnTo>
                <a:lnTo>
                  <a:pt x="8864333" y="1291323"/>
                </a:lnTo>
                <a:lnTo>
                  <a:pt x="8865451" y="1290853"/>
                </a:lnTo>
                <a:lnTo>
                  <a:pt x="8867318" y="1288999"/>
                </a:lnTo>
                <a:lnTo>
                  <a:pt x="8867775" y="1287881"/>
                </a:lnTo>
                <a:lnTo>
                  <a:pt x="8867775" y="1285252"/>
                </a:lnTo>
                <a:close/>
              </a:path>
              <a:path w="9867900" h="3000375">
                <a:moveTo>
                  <a:pt x="8867775" y="857986"/>
                </a:moveTo>
                <a:lnTo>
                  <a:pt x="8867318" y="856856"/>
                </a:lnTo>
                <a:lnTo>
                  <a:pt x="8865451" y="855002"/>
                </a:lnTo>
                <a:lnTo>
                  <a:pt x="8864333" y="854532"/>
                </a:lnTo>
                <a:lnTo>
                  <a:pt x="8861704" y="854532"/>
                </a:lnTo>
                <a:lnTo>
                  <a:pt x="8860574" y="855002"/>
                </a:lnTo>
                <a:lnTo>
                  <a:pt x="8858720" y="856856"/>
                </a:lnTo>
                <a:lnTo>
                  <a:pt x="8858250" y="857986"/>
                </a:lnTo>
                <a:lnTo>
                  <a:pt x="8858250" y="860615"/>
                </a:lnTo>
                <a:lnTo>
                  <a:pt x="8858720" y="861733"/>
                </a:lnTo>
                <a:lnTo>
                  <a:pt x="8860574" y="863600"/>
                </a:lnTo>
                <a:lnTo>
                  <a:pt x="8861704" y="864057"/>
                </a:lnTo>
                <a:lnTo>
                  <a:pt x="8864333" y="864057"/>
                </a:lnTo>
                <a:lnTo>
                  <a:pt x="8865451" y="863600"/>
                </a:lnTo>
                <a:lnTo>
                  <a:pt x="8867318" y="861733"/>
                </a:lnTo>
                <a:lnTo>
                  <a:pt x="8867775" y="860615"/>
                </a:lnTo>
                <a:lnTo>
                  <a:pt x="8867775" y="857986"/>
                </a:lnTo>
                <a:close/>
              </a:path>
              <a:path w="9867900" h="3000375">
                <a:moveTo>
                  <a:pt x="8867775" y="430720"/>
                </a:moveTo>
                <a:lnTo>
                  <a:pt x="8867318" y="429590"/>
                </a:lnTo>
                <a:lnTo>
                  <a:pt x="8865451" y="427736"/>
                </a:lnTo>
                <a:lnTo>
                  <a:pt x="8864333" y="427266"/>
                </a:lnTo>
                <a:lnTo>
                  <a:pt x="8861704" y="427266"/>
                </a:lnTo>
                <a:lnTo>
                  <a:pt x="8860574" y="427736"/>
                </a:lnTo>
                <a:lnTo>
                  <a:pt x="8858720" y="429590"/>
                </a:lnTo>
                <a:lnTo>
                  <a:pt x="8858250" y="430720"/>
                </a:lnTo>
                <a:lnTo>
                  <a:pt x="8858250" y="433349"/>
                </a:lnTo>
                <a:lnTo>
                  <a:pt x="8858720" y="434467"/>
                </a:lnTo>
                <a:lnTo>
                  <a:pt x="8860574" y="436333"/>
                </a:lnTo>
                <a:lnTo>
                  <a:pt x="8861704" y="436791"/>
                </a:lnTo>
                <a:lnTo>
                  <a:pt x="8864333" y="436791"/>
                </a:lnTo>
                <a:lnTo>
                  <a:pt x="8865451" y="436333"/>
                </a:lnTo>
                <a:lnTo>
                  <a:pt x="8867318" y="434467"/>
                </a:lnTo>
                <a:lnTo>
                  <a:pt x="8867775" y="433349"/>
                </a:lnTo>
                <a:lnTo>
                  <a:pt x="8867775" y="430720"/>
                </a:lnTo>
                <a:close/>
              </a:path>
              <a:path w="9867900" h="3000375">
                <a:moveTo>
                  <a:pt x="8867775" y="3454"/>
                </a:moveTo>
                <a:lnTo>
                  <a:pt x="8867318" y="2336"/>
                </a:lnTo>
                <a:lnTo>
                  <a:pt x="8865451" y="469"/>
                </a:lnTo>
                <a:lnTo>
                  <a:pt x="8864333" y="0"/>
                </a:lnTo>
                <a:lnTo>
                  <a:pt x="8861704" y="0"/>
                </a:lnTo>
                <a:lnTo>
                  <a:pt x="8860574" y="469"/>
                </a:lnTo>
                <a:lnTo>
                  <a:pt x="8858720" y="2336"/>
                </a:lnTo>
                <a:lnTo>
                  <a:pt x="8858250" y="3454"/>
                </a:lnTo>
                <a:lnTo>
                  <a:pt x="8858250" y="6083"/>
                </a:lnTo>
                <a:lnTo>
                  <a:pt x="8858720" y="7200"/>
                </a:lnTo>
                <a:lnTo>
                  <a:pt x="8860574" y="9067"/>
                </a:lnTo>
                <a:lnTo>
                  <a:pt x="8861704" y="9525"/>
                </a:lnTo>
                <a:lnTo>
                  <a:pt x="8864333" y="9525"/>
                </a:lnTo>
                <a:lnTo>
                  <a:pt x="8865451" y="9067"/>
                </a:lnTo>
                <a:lnTo>
                  <a:pt x="8867318" y="7200"/>
                </a:lnTo>
                <a:lnTo>
                  <a:pt x="8867775" y="6083"/>
                </a:lnTo>
                <a:lnTo>
                  <a:pt x="8867775" y="3454"/>
                </a:lnTo>
                <a:close/>
              </a:path>
              <a:path w="9867900" h="3000375">
                <a:moveTo>
                  <a:pt x="8915400" y="2994304"/>
                </a:moveTo>
                <a:lnTo>
                  <a:pt x="8914943" y="2993186"/>
                </a:lnTo>
                <a:lnTo>
                  <a:pt x="8913076" y="2991320"/>
                </a:lnTo>
                <a:lnTo>
                  <a:pt x="8911958" y="2990850"/>
                </a:lnTo>
                <a:lnTo>
                  <a:pt x="8909329" y="2990850"/>
                </a:lnTo>
                <a:lnTo>
                  <a:pt x="8908199" y="2991320"/>
                </a:lnTo>
                <a:lnTo>
                  <a:pt x="8906345" y="2993186"/>
                </a:lnTo>
                <a:lnTo>
                  <a:pt x="8905875" y="2994304"/>
                </a:lnTo>
                <a:lnTo>
                  <a:pt x="8905875" y="2996933"/>
                </a:lnTo>
                <a:lnTo>
                  <a:pt x="8906345" y="2998051"/>
                </a:lnTo>
                <a:lnTo>
                  <a:pt x="8908199" y="2999917"/>
                </a:lnTo>
                <a:lnTo>
                  <a:pt x="8909329" y="3000375"/>
                </a:lnTo>
                <a:lnTo>
                  <a:pt x="8911958" y="3000375"/>
                </a:lnTo>
                <a:lnTo>
                  <a:pt x="8913076" y="2999917"/>
                </a:lnTo>
                <a:lnTo>
                  <a:pt x="8914943" y="2998051"/>
                </a:lnTo>
                <a:lnTo>
                  <a:pt x="8915400" y="2996933"/>
                </a:lnTo>
                <a:lnTo>
                  <a:pt x="8915400" y="2994304"/>
                </a:lnTo>
                <a:close/>
              </a:path>
              <a:path w="9867900" h="3000375">
                <a:moveTo>
                  <a:pt x="8915400" y="2567038"/>
                </a:moveTo>
                <a:lnTo>
                  <a:pt x="8914943" y="2565920"/>
                </a:lnTo>
                <a:lnTo>
                  <a:pt x="8913076" y="2564053"/>
                </a:lnTo>
                <a:lnTo>
                  <a:pt x="8911958" y="2563596"/>
                </a:lnTo>
                <a:lnTo>
                  <a:pt x="8909329" y="2563596"/>
                </a:lnTo>
                <a:lnTo>
                  <a:pt x="8908199" y="2564053"/>
                </a:lnTo>
                <a:lnTo>
                  <a:pt x="8906345" y="2565920"/>
                </a:lnTo>
                <a:lnTo>
                  <a:pt x="8905875" y="2567038"/>
                </a:lnTo>
                <a:lnTo>
                  <a:pt x="8905875" y="2569667"/>
                </a:lnTo>
                <a:lnTo>
                  <a:pt x="8906345" y="2570797"/>
                </a:lnTo>
                <a:lnTo>
                  <a:pt x="8908199" y="2572651"/>
                </a:lnTo>
                <a:lnTo>
                  <a:pt x="8909329" y="2573121"/>
                </a:lnTo>
                <a:lnTo>
                  <a:pt x="8911958" y="2573121"/>
                </a:lnTo>
                <a:lnTo>
                  <a:pt x="8913076" y="2572651"/>
                </a:lnTo>
                <a:lnTo>
                  <a:pt x="8914943" y="2570797"/>
                </a:lnTo>
                <a:lnTo>
                  <a:pt x="8915400" y="2569667"/>
                </a:lnTo>
                <a:lnTo>
                  <a:pt x="8915400" y="2567038"/>
                </a:lnTo>
                <a:close/>
              </a:path>
              <a:path w="9867900" h="3000375">
                <a:moveTo>
                  <a:pt x="8915400" y="2139772"/>
                </a:moveTo>
                <a:lnTo>
                  <a:pt x="8914943" y="2138654"/>
                </a:lnTo>
                <a:lnTo>
                  <a:pt x="8913076" y="2136787"/>
                </a:lnTo>
                <a:lnTo>
                  <a:pt x="8911958" y="2136330"/>
                </a:lnTo>
                <a:lnTo>
                  <a:pt x="8909329" y="2136330"/>
                </a:lnTo>
                <a:lnTo>
                  <a:pt x="8908199" y="2136787"/>
                </a:lnTo>
                <a:lnTo>
                  <a:pt x="8906345" y="2138654"/>
                </a:lnTo>
                <a:lnTo>
                  <a:pt x="8905875" y="2139772"/>
                </a:lnTo>
                <a:lnTo>
                  <a:pt x="8905875" y="2142401"/>
                </a:lnTo>
                <a:lnTo>
                  <a:pt x="8906345" y="2143531"/>
                </a:lnTo>
                <a:lnTo>
                  <a:pt x="8908199" y="2145385"/>
                </a:lnTo>
                <a:lnTo>
                  <a:pt x="8909329" y="2145855"/>
                </a:lnTo>
                <a:lnTo>
                  <a:pt x="8911958" y="2145855"/>
                </a:lnTo>
                <a:lnTo>
                  <a:pt x="8913076" y="2145385"/>
                </a:lnTo>
                <a:lnTo>
                  <a:pt x="8914943" y="2143531"/>
                </a:lnTo>
                <a:lnTo>
                  <a:pt x="8915400" y="2142401"/>
                </a:lnTo>
                <a:lnTo>
                  <a:pt x="8915400" y="2139772"/>
                </a:lnTo>
                <a:close/>
              </a:path>
              <a:path w="9867900" h="3000375">
                <a:moveTo>
                  <a:pt x="8915400" y="1712506"/>
                </a:moveTo>
                <a:lnTo>
                  <a:pt x="8914943" y="1711388"/>
                </a:lnTo>
                <a:lnTo>
                  <a:pt x="8913076" y="1709534"/>
                </a:lnTo>
                <a:lnTo>
                  <a:pt x="8911958" y="1709064"/>
                </a:lnTo>
                <a:lnTo>
                  <a:pt x="8909329" y="1709064"/>
                </a:lnTo>
                <a:lnTo>
                  <a:pt x="8908199" y="1709534"/>
                </a:lnTo>
                <a:lnTo>
                  <a:pt x="8906345" y="1711388"/>
                </a:lnTo>
                <a:lnTo>
                  <a:pt x="8905875" y="1712506"/>
                </a:lnTo>
                <a:lnTo>
                  <a:pt x="8905875" y="1715135"/>
                </a:lnTo>
                <a:lnTo>
                  <a:pt x="8906345" y="1716265"/>
                </a:lnTo>
                <a:lnTo>
                  <a:pt x="8908199" y="1718119"/>
                </a:lnTo>
                <a:lnTo>
                  <a:pt x="8909329" y="1718589"/>
                </a:lnTo>
                <a:lnTo>
                  <a:pt x="8911958" y="1718589"/>
                </a:lnTo>
                <a:lnTo>
                  <a:pt x="8913076" y="1718119"/>
                </a:lnTo>
                <a:lnTo>
                  <a:pt x="8914943" y="1716265"/>
                </a:lnTo>
                <a:lnTo>
                  <a:pt x="8915400" y="1715135"/>
                </a:lnTo>
                <a:lnTo>
                  <a:pt x="8915400" y="1712506"/>
                </a:lnTo>
                <a:close/>
              </a:path>
              <a:path w="9867900" h="3000375">
                <a:moveTo>
                  <a:pt x="8915400" y="1285252"/>
                </a:moveTo>
                <a:lnTo>
                  <a:pt x="8914943" y="1284122"/>
                </a:lnTo>
                <a:lnTo>
                  <a:pt x="8913076" y="1282268"/>
                </a:lnTo>
                <a:lnTo>
                  <a:pt x="8911958" y="1281798"/>
                </a:lnTo>
                <a:lnTo>
                  <a:pt x="8909329" y="1281798"/>
                </a:lnTo>
                <a:lnTo>
                  <a:pt x="8908199" y="1282268"/>
                </a:lnTo>
                <a:lnTo>
                  <a:pt x="8906345" y="1284122"/>
                </a:lnTo>
                <a:lnTo>
                  <a:pt x="8905875" y="1285252"/>
                </a:lnTo>
                <a:lnTo>
                  <a:pt x="8905875" y="1287881"/>
                </a:lnTo>
                <a:lnTo>
                  <a:pt x="8906345" y="1288999"/>
                </a:lnTo>
                <a:lnTo>
                  <a:pt x="8908199" y="1290853"/>
                </a:lnTo>
                <a:lnTo>
                  <a:pt x="8909329" y="1291323"/>
                </a:lnTo>
                <a:lnTo>
                  <a:pt x="8911958" y="1291323"/>
                </a:lnTo>
                <a:lnTo>
                  <a:pt x="8913076" y="1290853"/>
                </a:lnTo>
                <a:lnTo>
                  <a:pt x="8914943" y="1288999"/>
                </a:lnTo>
                <a:lnTo>
                  <a:pt x="8915400" y="1287881"/>
                </a:lnTo>
                <a:lnTo>
                  <a:pt x="8915400" y="1285252"/>
                </a:lnTo>
                <a:close/>
              </a:path>
              <a:path w="9867900" h="3000375">
                <a:moveTo>
                  <a:pt x="8915400" y="857986"/>
                </a:moveTo>
                <a:lnTo>
                  <a:pt x="8914943" y="856856"/>
                </a:lnTo>
                <a:lnTo>
                  <a:pt x="8913076" y="855002"/>
                </a:lnTo>
                <a:lnTo>
                  <a:pt x="8911958" y="854532"/>
                </a:lnTo>
                <a:lnTo>
                  <a:pt x="8909329" y="854532"/>
                </a:lnTo>
                <a:lnTo>
                  <a:pt x="8908199" y="855002"/>
                </a:lnTo>
                <a:lnTo>
                  <a:pt x="8906345" y="856856"/>
                </a:lnTo>
                <a:lnTo>
                  <a:pt x="8905875" y="857986"/>
                </a:lnTo>
                <a:lnTo>
                  <a:pt x="8905875" y="860615"/>
                </a:lnTo>
                <a:lnTo>
                  <a:pt x="8906345" y="861733"/>
                </a:lnTo>
                <a:lnTo>
                  <a:pt x="8908199" y="863600"/>
                </a:lnTo>
                <a:lnTo>
                  <a:pt x="8909329" y="864057"/>
                </a:lnTo>
                <a:lnTo>
                  <a:pt x="8911958" y="864057"/>
                </a:lnTo>
                <a:lnTo>
                  <a:pt x="8913076" y="863600"/>
                </a:lnTo>
                <a:lnTo>
                  <a:pt x="8914943" y="861733"/>
                </a:lnTo>
                <a:lnTo>
                  <a:pt x="8915400" y="860615"/>
                </a:lnTo>
                <a:lnTo>
                  <a:pt x="8915400" y="857986"/>
                </a:lnTo>
                <a:close/>
              </a:path>
              <a:path w="9867900" h="3000375">
                <a:moveTo>
                  <a:pt x="8915400" y="430720"/>
                </a:moveTo>
                <a:lnTo>
                  <a:pt x="8914943" y="429590"/>
                </a:lnTo>
                <a:lnTo>
                  <a:pt x="8913076" y="427736"/>
                </a:lnTo>
                <a:lnTo>
                  <a:pt x="8911958" y="427266"/>
                </a:lnTo>
                <a:lnTo>
                  <a:pt x="8909329" y="427266"/>
                </a:lnTo>
                <a:lnTo>
                  <a:pt x="8908199" y="427736"/>
                </a:lnTo>
                <a:lnTo>
                  <a:pt x="8906345" y="429590"/>
                </a:lnTo>
                <a:lnTo>
                  <a:pt x="8905875" y="430720"/>
                </a:lnTo>
                <a:lnTo>
                  <a:pt x="8905875" y="433349"/>
                </a:lnTo>
                <a:lnTo>
                  <a:pt x="8906345" y="434467"/>
                </a:lnTo>
                <a:lnTo>
                  <a:pt x="8908199" y="436333"/>
                </a:lnTo>
                <a:lnTo>
                  <a:pt x="8909329" y="436791"/>
                </a:lnTo>
                <a:lnTo>
                  <a:pt x="8911958" y="436791"/>
                </a:lnTo>
                <a:lnTo>
                  <a:pt x="8913076" y="436333"/>
                </a:lnTo>
                <a:lnTo>
                  <a:pt x="8914943" y="434467"/>
                </a:lnTo>
                <a:lnTo>
                  <a:pt x="8915400" y="433349"/>
                </a:lnTo>
                <a:lnTo>
                  <a:pt x="8915400" y="430720"/>
                </a:lnTo>
                <a:close/>
              </a:path>
              <a:path w="9867900" h="3000375">
                <a:moveTo>
                  <a:pt x="8915400" y="3454"/>
                </a:moveTo>
                <a:lnTo>
                  <a:pt x="8914943" y="2336"/>
                </a:lnTo>
                <a:lnTo>
                  <a:pt x="8913076" y="469"/>
                </a:lnTo>
                <a:lnTo>
                  <a:pt x="8911958" y="0"/>
                </a:lnTo>
                <a:lnTo>
                  <a:pt x="8909329" y="0"/>
                </a:lnTo>
                <a:lnTo>
                  <a:pt x="8908199" y="469"/>
                </a:lnTo>
                <a:lnTo>
                  <a:pt x="8906345" y="2336"/>
                </a:lnTo>
                <a:lnTo>
                  <a:pt x="8905875" y="3454"/>
                </a:lnTo>
                <a:lnTo>
                  <a:pt x="8905875" y="6083"/>
                </a:lnTo>
                <a:lnTo>
                  <a:pt x="8906345" y="7200"/>
                </a:lnTo>
                <a:lnTo>
                  <a:pt x="8908199" y="9067"/>
                </a:lnTo>
                <a:lnTo>
                  <a:pt x="8909329" y="9525"/>
                </a:lnTo>
                <a:lnTo>
                  <a:pt x="8911958" y="9525"/>
                </a:lnTo>
                <a:lnTo>
                  <a:pt x="8913076" y="9067"/>
                </a:lnTo>
                <a:lnTo>
                  <a:pt x="8914943" y="7200"/>
                </a:lnTo>
                <a:lnTo>
                  <a:pt x="8915400" y="6083"/>
                </a:lnTo>
                <a:lnTo>
                  <a:pt x="8915400" y="3454"/>
                </a:lnTo>
                <a:close/>
              </a:path>
              <a:path w="9867900" h="3000375">
                <a:moveTo>
                  <a:pt x="8963025" y="2994304"/>
                </a:moveTo>
                <a:lnTo>
                  <a:pt x="8962568" y="2993186"/>
                </a:lnTo>
                <a:lnTo>
                  <a:pt x="8960701" y="2991320"/>
                </a:lnTo>
                <a:lnTo>
                  <a:pt x="8959583" y="2990850"/>
                </a:lnTo>
                <a:lnTo>
                  <a:pt x="8956954" y="2990850"/>
                </a:lnTo>
                <a:lnTo>
                  <a:pt x="8955824" y="2991320"/>
                </a:lnTo>
                <a:lnTo>
                  <a:pt x="8953970" y="2993186"/>
                </a:lnTo>
                <a:lnTo>
                  <a:pt x="8953500" y="2994304"/>
                </a:lnTo>
                <a:lnTo>
                  <a:pt x="8953500" y="2996933"/>
                </a:lnTo>
                <a:lnTo>
                  <a:pt x="8953970" y="2998051"/>
                </a:lnTo>
                <a:lnTo>
                  <a:pt x="8955824" y="2999917"/>
                </a:lnTo>
                <a:lnTo>
                  <a:pt x="8956954" y="3000375"/>
                </a:lnTo>
                <a:lnTo>
                  <a:pt x="8959583" y="3000375"/>
                </a:lnTo>
                <a:lnTo>
                  <a:pt x="8960701" y="2999917"/>
                </a:lnTo>
                <a:lnTo>
                  <a:pt x="8962568" y="2998051"/>
                </a:lnTo>
                <a:lnTo>
                  <a:pt x="8963025" y="2996933"/>
                </a:lnTo>
                <a:lnTo>
                  <a:pt x="8963025" y="2994304"/>
                </a:lnTo>
                <a:close/>
              </a:path>
              <a:path w="9867900" h="3000375">
                <a:moveTo>
                  <a:pt x="8963025" y="2567038"/>
                </a:moveTo>
                <a:lnTo>
                  <a:pt x="8962568" y="2565920"/>
                </a:lnTo>
                <a:lnTo>
                  <a:pt x="8960701" y="2564053"/>
                </a:lnTo>
                <a:lnTo>
                  <a:pt x="8959583" y="2563596"/>
                </a:lnTo>
                <a:lnTo>
                  <a:pt x="8956954" y="2563596"/>
                </a:lnTo>
                <a:lnTo>
                  <a:pt x="8955824" y="2564053"/>
                </a:lnTo>
                <a:lnTo>
                  <a:pt x="8953970" y="2565920"/>
                </a:lnTo>
                <a:lnTo>
                  <a:pt x="8953500" y="2567038"/>
                </a:lnTo>
                <a:lnTo>
                  <a:pt x="8953500" y="2569667"/>
                </a:lnTo>
                <a:lnTo>
                  <a:pt x="8953970" y="2570797"/>
                </a:lnTo>
                <a:lnTo>
                  <a:pt x="8955824" y="2572651"/>
                </a:lnTo>
                <a:lnTo>
                  <a:pt x="8956954" y="2573121"/>
                </a:lnTo>
                <a:lnTo>
                  <a:pt x="8959583" y="2573121"/>
                </a:lnTo>
                <a:lnTo>
                  <a:pt x="8960701" y="2572651"/>
                </a:lnTo>
                <a:lnTo>
                  <a:pt x="8962568" y="2570797"/>
                </a:lnTo>
                <a:lnTo>
                  <a:pt x="8963025" y="2569667"/>
                </a:lnTo>
                <a:lnTo>
                  <a:pt x="8963025" y="2567038"/>
                </a:lnTo>
                <a:close/>
              </a:path>
              <a:path w="9867900" h="3000375">
                <a:moveTo>
                  <a:pt x="8963025" y="2139772"/>
                </a:moveTo>
                <a:lnTo>
                  <a:pt x="8962568" y="2138654"/>
                </a:lnTo>
                <a:lnTo>
                  <a:pt x="8960701" y="2136787"/>
                </a:lnTo>
                <a:lnTo>
                  <a:pt x="8959583" y="2136330"/>
                </a:lnTo>
                <a:lnTo>
                  <a:pt x="8956954" y="2136330"/>
                </a:lnTo>
                <a:lnTo>
                  <a:pt x="8955824" y="2136787"/>
                </a:lnTo>
                <a:lnTo>
                  <a:pt x="8953970" y="2138654"/>
                </a:lnTo>
                <a:lnTo>
                  <a:pt x="8953500" y="2139772"/>
                </a:lnTo>
                <a:lnTo>
                  <a:pt x="8953500" y="2142401"/>
                </a:lnTo>
                <a:lnTo>
                  <a:pt x="8953970" y="2143531"/>
                </a:lnTo>
                <a:lnTo>
                  <a:pt x="8955824" y="2145385"/>
                </a:lnTo>
                <a:lnTo>
                  <a:pt x="8956954" y="2145855"/>
                </a:lnTo>
                <a:lnTo>
                  <a:pt x="8959583" y="2145855"/>
                </a:lnTo>
                <a:lnTo>
                  <a:pt x="8960701" y="2145385"/>
                </a:lnTo>
                <a:lnTo>
                  <a:pt x="8962568" y="2143531"/>
                </a:lnTo>
                <a:lnTo>
                  <a:pt x="8963025" y="2142401"/>
                </a:lnTo>
                <a:lnTo>
                  <a:pt x="8963025" y="2139772"/>
                </a:lnTo>
                <a:close/>
              </a:path>
              <a:path w="9867900" h="3000375">
                <a:moveTo>
                  <a:pt x="8963025" y="1712506"/>
                </a:moveTo>
                <a:lnTo>
                  <a:pt x="8962568" y="1711388"/>
                </a:lnTo>
                <a:lnTo>
                  <a:pt x="8960701" y="1709534"/>
                </a:lnTo>
                <a:lnTo>
                  <a:pt x="8959583" y="1709064"/>
                </a:lnTo>
                <a:lnTo>
                  <a:pt x="8956954" y="1709064"/>
                </a:lnTo>
                <a:lnTo>
                  <a:pt x="8955824" y="1709534"/>
                </a:lnTo>
                <a:lnTo>
                  <a:pt x="8953970" y="1711388"/>
                </a:lnTo>
                <a:lnTo>
                  <a:pt x="8953500" y="1712506"/>
                </a:lnTo>
                <a:lnTo>
                  <a:pt x="8953500" y="1715135"/>
                </a:lnTo>
                <a:lnTo>
                  <a:pt x="8953970" y="1716265"/>
                </a:lnTo>
                <a:lnTo>
                  <a:pt x="8955824" y="1718119"/>
                </a:lnTo>
                <a:lnTo>
                  <a:pt x="8956954" y="1718589"/>
                </a:lnTo>
                <a:lnTo>
                  <a:pt x="8959583" y="1718589"/>
                </a:lnTo>
                <a:lnTo>
                  <a:pt x="8960701" y="1718119"/>
                </a:lnTo>
                <a:lnTo>
                  <a:pt x="8962568" y="1716265"/>
                </a:lnTo>
                <a:lnTo>
                  <a:pt x="8963025" y="1715135"/>
                </a:lnTo>
                <a:lnTo>
                  <a:pt x="8963025" y="1712506"/>
                </a:lnTo>
                <a:close/>
              </a:path>
              <a:path w="9867900" h="3000375">
                <a:moveTo>
                  <a:pt x="8963025" y="1285252"/>
                </a:moveTo>
                <a:lnTo>
                  <a:pt x="8962568" y="1284122"/>
                </a:lnTo>
                <a:lnTo>
                  <a:pt x="8960701" y="1282268"/>
                </a:lnTo>
                <a:lnTo>
                  <a:pt x="8959583" y="1281798"/>
                </a:lnTo>
                <a:lnTo>
                  <a:pt x="8956954" y="1281798"/>
                </a:lnTo>
                <a:lnTo>
                  <a:pt x="8955824" y="1282268"/>
                </a:lnTo>
                <a:lnTo>
                  <a:pt x="8953970" y="1284122"/>
                </a:lnTo>
                <a:lnTo>
                  <a:pt x="8953500" y="1285252"/>
                </a:lnTo>
                <a:lnTo>
                  <a:pt x="8953500" y="1287881"/>
                </a:lnTo>
                <a:lnTo>
                  <a:pt x="8953970" y="1288999"/>
                </a:lnTo>
                <a:lnTo>
                  <a:pt x="8955824" y="1290853"/>
                </a:lnTo>
                <a:lnTo>
                  <a:pt x="8956954" y="1291323"/>
                </a:lnTo>
                <a:lnTo>
                  <a:pt x="8959583" y="1291323"/>
                </a:lnTo>
                <a:lnTo>
                  <a:pt x="8960701" y="1290853"/>
                </a:lnTo>
                <a:lnTo>
                  <a:pt x="8962568" y="1288999"/>
                </a:lnTo>
                <a:lnTo>
                  <a:pt x="8963025" y="1287881"/>
                </a:lnTo>
                <a:lnTo>
                  <a:pt x="8963025" y="1285252"/>
                </a:lnTo>
                <a:close/>
              </a:path>
              <a:path w="9867900" h="3000375">
                <a:moveTo>
                  <a:pt x="8963025" y="857986"/>
                </a:moveTo>
                <a:lnTo>
                  <a:pt x="8962568" y="856856"/>
                </a:lnTo>
                <a:lnTo>
                  <a:pt x="8960701" y="855002"/>
                </a:lnTo>
                <a:lnTo>
                  <a:pt x="8959583" y="854532"/>
                </a:lnTo>
                <a:lnTo>
                  <a:pt x="8956954" y="854532"/>
                </a:lnTo>
                <a:lnTo>
                  <a:pt x="8955824" y="855002"/>
                </a:lnTo>
                <a:lnTo>
                  <a:pt x="8953970" y="856856"/>
                </a:lnTo>
                <a:lnTo>
                  <a:pt x="8953500" y="857986"/>
                </a:lnTo>
                <a:lnTo>
                  <a:pt x="8953500" y="860615"/>
                </a:lnTo>
                <a:lnTo>
                  <a:pt x="8953970" y="861733"/>
                </a:lnTo>
                <a:lnTo>
                  <a:pt x="8955824" y="863600"/>
                </a:lnTo>
                <a:lnTo>
                  <a:pt x="8956954" y="864057"/>
                </a:lnTo>
                <a:lnTo>
                  <a:pt x="8959583" y="864057"/>
                </a:lnTo>
                <a:lnTo>
                  <a:pt x="8960701" y="863600"/>
                </a:lnTo>
                <a:lnTo>
                  <a:pt x="8962568" y="861733"/>
                </a:lnTo>
                <a:lnTo>
                  <a:pt x="8963025" y="860615"/>
                </a:lnTo>
                <a:lnTo>
                  <a:pt x="8963025" y="857986"/>
                </a:lnTo>
                <a:close/>
              </a:path>
              <a:path w="9867900" h="3000375">
                <a:moveTo>
                  <a:pt x="8963025" y="430720"/>
                </a:moveTo>
                <a:lnTo>
                  <a:pt x="8962568" y="429590"/>
                </a:lnTo>
                <a:lnTo>
                  <a:pt x="8960701" y="427736"/>
                </a:lnTo>
                <a:lnTo>
                  <a:pt x="8959583" y="427266"/>
                </a:lnTo>
                <a:lnTo>
                  <a:pt x="8956954" y="427266"/>
                </a:lnTo>
                <a:lnTo>
                  <a:pt x="8955824" y="427736"/>
                </a:lnTo>
                <a:lnTo>
                  <a:pt x="8953970" y="429590"/>
                </a:lnTo>
                <a:lnTo>
                  <a:pt x="8953500" y="430720"/>
                </a:lnTo>
                <a:lnTo>
                  <a:pt x="8953500" y="433349"/>
                </a:lnTo>
                <a:lnTo>
                  <a:pt x="8953970" y="434467"/>
                </a:lnTo>
                <a:lnTo>
                  <a:pt x="8955824" y="436333"/>
                </a:lnTo>
                <a:lnTo>
                  <a:pt x="8956954" y="436791"/>
                </a:lnTo>
                <a:lnTo>
                  <a:pt x="8959583" y="436791"/>
                </a:lnTo>
                <a:lnTo>
                  <a:pt x="8960701" y="436333"/>
                </a:lnTo>
                <a:lnTo>
                  <a:pt x="8962568" y="434467"/>
                </a:lnTo>
                <a:lnTo>
                  <a:pt x="8963025" y="433349"/>
                </a:lnTo>
                <a:lnTo>
                  <a:pt x="8963025" y="430720"/>
                </a:lnTo>
                <a:close/>
              </a:path>
              <a:path w="9867900" h="3000375">
                <a:moveTo>
                  <a:pt x="8963025" y="3454"/>
                </a:moveTo>
                <a:lnTo>
                  <a:pt x="8962568" y="2336"/>
                </a:lnTo>
                <a:lnTo>
                  <a:pt x="8960701" y="469"/>
                </a:lnTo>
                <a:lnTo>
                  <a:pt x="8959583" y="0"/>
                </a:lnTo>
                <a:lnTo>
                  <a:pt x="8956954" y="0"/>
                </a:lnTo>
                <a:lnTo>
                  <a:pt x="8955824" y="469"/>
                </a:lnTo>
                <a:lnTo>
                  <a:pt x="8953970" y="2336"/>
                </a:lnTo>
                <a:lnTo>
                  <a:pt x="8953500" y="3454"/>
                </a:lnTo>
                <a:lnTo>
                  <a:pt x="8953500" y="6083"/>
                </a:lnTo>
                <a:lnTo>
                  <a:pt x="8953970" y="7200"/>
                </a:lnTo>
                <a:lnTo>
                  <a:pt x="8955824" y="9067"/>
                </a:lnTo>
                <a:lnTo>
                  <a:pt x="8956954" y="9525"/>
                </a:lnTo>
                <a:lnTo>
                  <a:pt x="8959583" y="9525"/>
                </a:lnTo>
                <a:lnTo>
                  <a:pt x="8960701" y="9067"/>
                </a:lnTo>
                <a:lnTo>
                  <a:pt x="8962568" y="7200"/>
                </a:lnTo>
                <a:lnTo>
                  <a:pt x="8963025" y="6083"/>
                </a:lnTo>
                <a:lnTo>
                  <a:pt x="8963025" y="3454"/>
                </a:lnTo>
                <a:close/>
              </a:path>
              <a:path w="9867900" h="3000375">
                <a:moveTo>
                  <a:pt x="9010650" y="2994304"/>
                </a:moveTo>
                <a:lnTo>
                  <a:pt x="9010193" y="2993186"/>
                </a:lnTo>
                <a:lnTo>
                  <a:pt x="9008326" y="2991320"/>
                </a:lnTo>
                <a:lnTo>
                  <a:pt x="9007208" y="2990850"/>
                </a:lnTo>
                <a:lnTo>
                  <a:pt x="9004579" y="2990850"/>
                </a:lnTo>
                <a:lnTo>
                  <a:pt x="9003449" y="2991320"/>
                </a:lnTo>
                <a:lnTo>
                  <a:pt x="9001595" y="2993186"/>
                </a:lnTo>
                <a:lnTo>
                  <a:pt x="9001125" y="2994304"/>
                </a:lnTo>
                <a:lnTo>
                  <a:pt x="9001125" y="2996933"/>
                </a:lnTo>
                <a:lnTo>
                  <a:pt x="9001595" y="2998051"/>
                </a:lnTo>
                <a:lnTo>
                  <a:pt x="9003449" y="2999917"/>
                </a:lnTo>
                <a:lnTo>
                  <a:pt x="9004579" y="3000375"/>
                </a:lnTo>
                <a:lnTo>
                  <a:pt x="9007208" y="3000375"/>
                </a:lnTo>
                <a:lnTo>
                  <a:pt x="9008326" y="2999917"/>
                </a:lnTo>
                <a:lnTo>
                  <a:pt x="9010193" y="2998051"/>
                </a:lnTo>
                <a:lnTo>
                  <a:pt x="9010650" y="2996933"/>
                </a:lnTo>
                <a:lnTo>
                  <a:pt x="9010650" y="2994304"/>
                </a:lnTo>
                <a:close/>
              </a:path>
              <a:path w="9867900" h="3000375">
                <a:moveTo>
                  <a:pt x="9010650" y="2567038"/>
                </a:moveTo>
                <a:lnTo>
                  <a:pt x="9010193" y="2565920"/>
                </a:lnTo>
                <a:lnTo>
                  <a:pt x="9008326" y="2564053"/>
                </a:lnTo>
                <a:lnTo>
                  <a:pt x="9007208" y="2563596"/>
                </a:lnTo>
                <a:lnTo>
                  <a:pt x="9004579" y="2563596"/>
                </a:lnTo>
                <a:lnTo>
                  <a:pt x="9003449" y="2564053"/>
                </a:lnTo>
                <a:lnTo>
                  <a:pt x="9001595" y="2565920"/>
                </a:lnTo>
                <a:lnTo>
                  <a:pt x="9001125" y="2567038"/>
                </a:lnTo>
                <a:lnTo>
                  <a:pt x="9001125" y="2569667"/>
                </a:lnTo>
                <a:lnTo>
                  <a:pt x="9001595" y="2570797"/>
                </a:lnTo>
                <a:lnTo>
                  <a:pt x="9003449" y="2572651"/>
                </a:lnTo>
                <a:lnTo>
                  <a:pt x="9004579" y="2573121"/>
                </a:lnTo>
                <a:lnTo>
                  <a:pt x="9007208" y="2573121"/>
                </a:lnTo>
                <a:lnTo>
                  <a:pt x="9008326" y="2572651"/>
                </a:lnTo>
                <a:lnTo>
                  <a:pt x="9010193" y="2570797"/>
                </a:lnTo>
                <a:lnTo>
                  <a:pt x="9010650" y="2569667"/>
                </a:lnTo>
                <a:lnTo>
                  <a:pt x="9010650" y="2567038"/>
                </a:lnTo>
                <a:close/>
              </a:path>
              <a:path w="9867900" h="3000375">
                <a:moveTo>
                  <a:pt x="9010650" y="2139772"/>
                </a:moveTo>
                <a:lnTo>
                  <a:pt x="9010193" y="2138654"/>
                </a:lnTo>
                <a:lnTo>
                  <a:pt x="9008326" y="2136787"/>
                </a:lnTo>
                <a:lnTo>
                  <a:pt x="9007208" y="2136330"/>
                </a:lnTo>
                <a:lnTo>
                  <a:pt x="9004579" y="2136330"/>
                </a:lnTo>
                <a:lnTo>
                  <a:pt x="9003449" y="2136787"/>
                </a:lnTo>
                <a:lnTo>
                  <a:pt x="9001595" y="2138654"/>
                </a:lnTo>
                <a:lnTo>
                  <a:pt x="9001125" y="2139772"/>
                </a:lnTo>
                <a:lnTo>
                  <a:pt x="9001125" y="2142401"/>
                </a:lnTo>
                <a:lnTo>
                  <a:pt x="9001595" y="2143531"/>
                </a:lnTo>
                <a:lnTo>
                  <a:pt x="9003449" y="2145385"/>
                </a:lnTo>
                <a:lnTo>
                  <a:pt x="9004579" y="2145855"/>
                </a:lnTo>
                <a:lnTo>
                  <a:pt x="9007208" y="2145855"/>
                </a:lnTo>
                <a:lnTo>
                  <a:pt x="9008326" y="2145385"/>
                </a:lnTo>
                <a:lnTo>
                  <a:pt x="9010193" y="2143531"/>
                </a:lnTo>
                <a:lnTo>
                  <a:pt x="9010650" y="2142401"/>
                </a:lnTo>
                <a:lnTo>
                  <a:pt x="9010650" y="2139772"/>
                </a:lnTo>
                <a:close/>
              </a:path>
              <a:path w="9867900" h="3000375">
                <a:moveTo>
                  <a:pt x="9010650" y="1712506"/>
                </a:moveTo>
                <a:lnTo>
                  <a:pt x="9010193" y="1711388"/>
                </a:lnTo>
                <a:lnTo>
                  <a:pt x="9008326" y="1709534"/>
                </a:lnTo>
                <a:lnTo>
                  <a:pt x="9007208" y="1709064"/>
                </a:lnTo>
                <a:lnTo>
                  <a:pt x="9004579" y="1709064"/>
                </a:lnTo>
                <a:lnTo>
                  <a:pt x="9003449" y="1709534"/>
                </a:lnTo>
                <a:lnTo>
                  <a:pt x="9001595" y="1711388"/>
                </a:lnTo>
                <a:lnTo>
                  <a:pt x="9001125" y="1712506"/>
                </a:lnTo>
                <a:lnTo>
                  <a:pt x="9001125" y="1715135"/>
                </a:lnTo>
                <a:lnTo>
                  <a:pt x="9001595" y="1716265"/>
                </a:lnTo>
                <a:lnTo>
                  <a:pt x="9003449" y="1718119"/>
                </a:lnTo>
                <a:lnTo>
                  <a:pt x="9004579" y="1718589"/>
                </a:lnTo>
                <a:lnTo>
                  <a:pt x="9007208" y="1718589"/>
                </a:lnTo>
                <a:lnTo>
                  <a:pt x="9008326" y="1718119"/>
                </a:lnTo>
                <a:lnTo>
                  <a:pt x="9010193" y="1716265"/>
                </a:lnTo>
                <a:lnTo>
                  <a:pt x="9010650" y="1715135"/>
                </a:lnTo>
                <a:lnTo>
                  <a:pt x="9010650" y="1712506"/>
                </a:lnTo>
                <a:close/>
              </a:path>
              <a:path w="9867900" h="3000375">
                <a:moveTo>
                  <a:pt x="9010650" y="1285252"/>
                </a:moveTo>
                <a:lnTo>
                  <a:pt x="9010193" y="1284122"/>
                </a:lnTo>
                <a:lnTo>
                  <a:pt x="9008326" y="1282268"/>
                </a:lnTo>
                <a:lnTo>
                  <a:pt x="9007208" y="1281798"/>
                </a:lnTo>
                <a:lnTo>
                  <a:pt x="9004579" y="1281798"/>
                </a:lnTo>
                <a:lnTo>
                  <a:pt x="9003449" y="1282268"/>
                </a:lnTo>
                <a:lnTo>
                  <a:pt x="9001595" y="1284122"/>
                </a:lnTo>
                <a:lnTo>
                  <a:pt x="9001125" y="1285252"/>
                </a:lnTo>
                <a:lnTo>
                  <a:pt x="9001125" y="1287881"/>
                </a:lnTo>
                <a:lnTo>
                  <a:pt x="9001595" y="1288999"/>
                </a:lnTo>
                <a:lnTo>
                  <a:pt x="9003449" y="1290853"/>
                </a:lnTo>
                <a:lnTo>
                  <a:pt x="9004579" y="1291323"/>
                </a:lnTo>
                <a:lnTo>
                  <a:pt x="9007208" y="1291323"/>
                </a:lnTo>
                <a:lnTo>
                  <a:pt x="9008326" y="1290853"/>
                </a:lnTo>
                <a:lnTo>
                  <a:pt x="9010193" y="1288999"/>
                </a:lnTo>
                <a:lnTo>
                  <a:pt x="9010650" y="1287881"/>
                </a:lnTo>
                <a:lnTo>
                  <a:pt x="9010650" y="1285252"/>
                </a:lnTo>
                <a:close/>
              </a:path>
              <a:path w="9867900" h="3000375">
                <a:moveTo>
                  <a:pt x="9010650" y="857986"/>
                </a:moveTo>
                <a:lnTo>
                  <a:pt x="9010193" y="856856"/>
                </a:lnTo>
                <a:lnTo>
                  <a:pt x="9008326" y="855002"/>
                </a:lnTo>
                <a:lnTo>
                  <a:pt x="9007208" y="854532"/>
                </a:lnTo>
                <a:lnTo>
                  <a:pt x="9004579" y="854532"/>
                </a:lnTo>
                <a:lnTo>
                  <a:pt x="9003449" y="855002"/>
                </a:lnTo>
                <a:lnTo>
                  <a:pt x="9001595" y="856856"/>
                </a:lnTo>
                <a:lnTo>
                  <a:pt x="9001125" y="857986"/>
                </a:lnTo>
                <a:lnTo>
                  <a:pt x="9001125" y="860615"/>
                </a:lnTo>
                <a:lnTo>
                  <a:pt x="9001595" y="861733"/>
                </a:lnTo>
                <a:lnTo>
                  <a:pt x="9003449" y="863600"/>
                </a:lnTo>
                <a:lnTo>
                  <a:pt x="9004579" y="864057"/>
                </a:lnTo>
                <a:lnTo>
                  <a:pt x="9007208" y="864057"/>
                </a:lnTo>
                <a:lnTo>
                  <a:pt x="9008326" y="863600"/>
                </a:lnTo>
                <a:lnTo>
                  <a:pt x="9010193" y="861733"/>
                </a:lnTo>
                <a:lnTo>
                  <a:pt x="9010650" y="860615"/>
                </a:lnTo>
                <a:lnTo>
                  <a:pt x="9010650" y="857986"/>
                </a:lnTo>
                <a:close/>
              </a:path>
              <a:path w="9867900" h="3000375">
                <a:moveTo>
                  <a:pt x="9010650" y="430720"/>
                </a:moveTo>
                <a:lnTo>
                  <a:pt x="9010193" y="429590"/>
                </a:lnTo>
                <a:lnTo>
                  <a:pt x="9008326" y="427736"/>
                </a:lnTo>
                <a:lnTo>
                  <a:pt x="9007208" y="427266"/>
                </a:lnTo>
                <a:lnTo>
                  <a:pt x="9004579" y="427266"/>
                </a:lnTo>
                <a:lnTo>
                  <a:pt x="9003449" y="427736"/>
                </a:lnTo>
                <a:lnTo>
                  <a:pt x="9001595" y="429590"/>
                </a:lnTo>
                <a:lnTo>
                  <a:pt x="9001125" y="430720"/>
                </a:lnTo>
                <a:lnTo>
                  <a:pt x="9001125" y="433349"/>
                </a:lnTo>
                <a:lnTo>
                  <a:pt x="9001595" y="434467"/>
                </a:lnTo>
                <a:lnTo>
                  <a:pt x="9003449" y="436333"/>
                </a:lnTo>
                <a:lnTo>
                  <a:pt x="9004579" y="436791"/>
                </a:lnTo>
                <a:lnTo>
                  <a:pt x="9007208" y="436791"/>
                </a:lnTo>
                <a:lnTo>
                  <a:pt x="9008326" y="436333"/>
                </a:lnTo>
                <a:lnTo>
                  <a:pt x="9010193" y="434467"/>
                </a:lnTo>
                <a:lnTo>
                  <a:pt x="9010650" y="433349"/>
                </a:lnTo>
                <a:lnTo>
                  <a:pt x="9010650" y="430720"/>
                </a:lnTo>
                <a:close/>
              </a:path>
              <a:path w="9867900" h="3000375">
                <a:moveTo>
                  <a:pt x="9010650" y="3454"/>
                </a:moveTo>
                <a:lnTo>
                  <a:pt x="9010193" y="2336"/>
                </a:lnTo>
                <a:lnTo>
                  <a:pt x="9008326" y="469"/>
                </a:lnTo>
                <a:lnTo>
                  <a:pt x="9007208" y="0"/>
                </a:lnTo>
                <a:lnTo>
                  <a:pt x="9004579" y="0"/>
                </a:lnTo>
                <a:lnTo>
                  <a:pt x="9003449" y="469"/>
                </a:lnTo>
                <a:lnTo>
                  <a:pt x="9001595" y="2336"/>
                </a:lnTo>
                <a:lnTo>
                  <a:pt x="9001125" y="3454"/>
                </a:lnTo>
                <a:lnTo>
                  <a:pt x="9001125" y="6083"/>
                </a:lnTo>
                <a:lnTo>
                  <a:pt x="9001595" y="7200"/>
                </a:lnTo>
                <a:lnTo>
                  <a:pt x="9003449" y="9067"/>
                </a:lnTo>
                <a:lnTo>
                  <a:pt x="9004579" y="9525"/>
                </a:lnTo>
                <a:lnTo>
                  <a:pt x="9007208" y="9525"/>
                </a:lnTo>
                <a:lnTo>
                  <a:pt x="9008326" y="9067"/>
                </a:lnTo>
                <a:lnTo>
                  <a:pt x="9010193" y="7200"/>
                </a:lnTo>
                <a:lnTo>
                  <a:pt x="9010650" y="6083"/>
                </a:lnTo>
                <a:lnTo>
                  <a:pt x="9010650" y="3454"/>
                </a:lnTo>
                <a:close/>
              </a:path>
              <a:path w="9867900" h="3000375">
                <a:moveTo>
                  <a:pt x="9058275" y="2994304"/>
                </a:moveTo>
                <a:lnTo>
                  <a:pt x="9057818" y="2993186"/>
                </a:lnTo>
                <a:lnTo>
                  <a:pt x="9055951" y="2991320"/>
                </a:lnTo>
                <a:lnTo>
                  <a:pt x="9054833" y="2990850"/>
                </a:lnTo>
                <a:lnTo>
                  <a:pt x="9052204" y="2990850"/>
                </a:lnTo>
                <a:lnTo>
                  <a:pt x="9051074" y="2991320"/>
                </a:lnTo>
                <a:lnTo>
                  <a:pt x="9049220" y="2993186"/>
                </a:lnTo>
                <a:lnTo>
                  <a:pt x="9048750" y="2994304"/>
                </a:lnTo>
                <a:lnTo>
                  <a:pt x="9048750" y="2996933"/>
                </a:lnTo>
                <a:lnTo>
                  <a:pt x="9049220" y="2998051"/>
                </a:lnTo>
                <a:lnTo>
                  <a:pt x="9051074" y="2999917"/>
                </a:lnTo>
                <a:lnTo>
                  <a:pt x="9052204" y="3000375"/>
                </a:lnTo>
                <a:lnTo>
                  <a:pt x="9054833" y="3000375"/>
                </a:lnTo>
                <a:lnTo>
                  <a:pt x="9055951" y="2999917"/>
                </a:lnTo>
                <a:lnTo>
                  <a:pt x="9057818" y="2998051"/>
                </a:lnTo>
                <a:lnTo>
                  <a:pt x="9058275" y="2996933"/>
                </a:lnTo>
                <a:lnTo>
                  <a:pt x="9058275" y="2994304"/>
                </a:lnTo>
                <a:close/>
              </a:path>
              <a:path w="9867900" h="3000375">
                <a:moveTo>
                  <a:pt x="9058275" y="2567038"/>
                </a:moveTo>
                <a:lnTo>
                  <a:pt x="9057818" y="2565920"/>
                </a:lnTo>
                <a:lnTo>
                  <a:pt x="9055951" y="2564053"/>
                </a:lnTo>
                <a:lnTo>
                  <a:pt x="9054833" y="2563596"/>
                </a:lnTo>
                <a:lnTo>
                  <a:pt x="9052204" y="2563596"/>
                </a:lnTo>
                <a:lnTo>
                  <a:pt x="9051074" y="2564053"/>
                </a:lnTo>
                <a:lnTo>
                  <a:pt x="9049220" y="2565920"/>
                </a:lnTo>
                <a:lnTo>
                  <a:pt x="9048750" y="2567038"/>
                </a:lnTo>
                <a:lnTo>
                  <a:pt x="9048750" y="2569667"/>
                </a:lnTo>
                <a:lnTo>
                  <a:pt x="9049220" y="2570797"/>
                </a:lnTo>
                <a:lnTo>
                  <a:pt x="9051074" y="2572651"/>
                </a:lnTo>
                <a:lnTo>
                  <a:pt x="9052204" y="2573121"/>
                </a:lnTo>
                <a:lnTo>
                  <a:pt x="9054833" y="2573121"/>
                </a:lnTo>
                <a:lnTo>
                  <a:pt x="9055951" y="2572651"/>
                </a:lnTo>
                <a:lnTo>
                  <a:pt x="9057818" y="2570797"/>
                </a:lnTo>
                <a:lnTo>
                  <a:pt x="9058275" y="2569667"/>
                </a:lnTo>
                <a:lnTo>
                  <a:pt x="9058275" y="2567038"/>
                </a:lnTo>
                <a:close/>
              </a:path>
              <a:path w="9867900" h="3000375">
                <a:moveTo>
                  <a:pt x="9058275" y="2139772"/>
                </a:moveTo>
                <a:lnTo>
                  <a:pt x="9057818" y="2138654"/>
                </a:lnTo>
                <a:lnTo>
                  <a:pt x="9055951" y="2136787"/>
                </a:lnTo>
                <a:lnTo>
                  <a:pt x="9054833" y="2136330"/>
                </a:lnTo>
                <a:lnTo>
                  <a:pt x="9052204" y="2136330"/>
                </a:lnTo>
                <a:lnTo>
                  <a:pt x="9051074" y="2136787"/>
                </a:lnTo>
                <a:lnTo>
                  <a:pt x="9049220" y="2138654"/>
                </a:lnTo>
                <a:lnTo>
                  <a:pt x="9048750" y="2139772"/>
                </a:lnTo>
                <a:lnTo>
                  <a:pt x="9048750" y="2142401"/>
                </a:lnTo>
                <a:lnTo>
                  <a:pt x="9049220" y="2143531"/>
                </a:lnTo>
                <a:lnTo>
                  <a:pt x="9051074" y="2145385"/>
                </a:lnTo>
                <a:lnTo>
                  <a:pt x="9052204" y="2145855"/>
                </a:lnTo>
                <a:lnTo>
                  <a:pt x="9054833" y="2145855"/>
                </a:lnTo>
                <a:lnTo>
                  <a:pt x="9055951" y="2145385"/>
                </a:lnTo>
                <a:lnTo>
                  <a:pt x="9057818" y="2143531"/>
                </a:lnTo>
                <a:lnTo>
                  <a:pt x="9058275" y="2142401"/>
                </a:lnTo>
                <a:lnTo>
                  <a:pt x="9058275" y="2139772"/>
                </a:lnTo>
                <a:close/>
              </a:path>
              <a:path w="9867900" h="3000375">
                <a:moveTo>
                  <a:pt x="9058275" y="1712506"/>
                </a:moveTo>
                <a:lnTo>
                  <a:pt x="9057818" y="1711388"/>
                </a:lnTo>
                <a:lnTo>
                  <a:pt x="9055951" y="1709534"/>
                </a:lnTo>
                <a:lnTo>
                  <a:pt x="9054833" y="1709064"/>
                </a:lnTo>
                <a:lnTo>
                  <a:pt x="9052204" y="1709064"/>
                </a:lnTo>
                <a:lnTo>
                  <a:pt x="9051074" y="1709534"/>
                </a:lnTo>
                <a:lnTo>
                  <a:pt x="9049220" y="1711388"/>
                </a:lnTo>
                <a:lnTo>
                  <a:pt x="9048750" y="1712506"/>
                </a:lnTo>
                <a:lnTo>
                  <a:pt x="9048750" y="1715135"/>
                </a:lnTo>
                <a:lnTo>
                  <a:pt x="9049220" y="1716265"/>
                </a:lnTo>
                <a:lnTo>
                  <a:pt x="9051074" y="1718119"/>
                </a:lnTo>
                <a:lnTo>
                  <a:pt x="9052204" y="1718589"/>
                </a:lnTo>
                <a:lnTo>
                  <a:pt x="9054833" y="1718589"/>
                </a:lnTo>
                <a:lnTo>
                  <a:pt x="9055951" y="1718119"/>
                </a:lnTo>
                <a:lnTo>
                  <a:pt x="9057818" y="1716265"/>
                </a:lnTo>
                <a:lnTo>
                  <a:pt x="9058275" y="1715135"/>
                </a:lnTo>
                <a:lnTo>
                  <a:pt x="9058275" y="1712506"/>
                </a:lnTo>
                <a:close/>
              </a:path>
              <a:path w="9867900" h="3000375">
                <a:moveTo>
                  <a:pt x="9058275" y="1285252"/>
                </a:moveTo>
                <a:lnTo>
                  <a:pt x="9057818" y="1284122"/>
                </a:lnTo>
                <a:lnTo>
                  <a:pt x="9055951" y="1282268"/>
                </a:lnTo>
                <a:lnTo>
                  <a:pt x="9054833" y="1281798"/>
                </a:lnTo>
                <a:lnTo>
                  <a:pt x="9052204" y="1281798"/>
                </a:lnTo>
                <a:lnTo>
                  <a:pt x="9051074" y="1282268"/>
                </a:lnTo>
                <a:lnTo>
                  <a:pt x="9049220" y="1284122"/>
                </a:lnTo>
                <a:lnTo>
                  <a:pt x="9048750" y="1285252"/>
                </a:lnTo>
                <a:lnTo>
                  <a:pt x="9048750" y="1287881"/>
                </a:lnTo>
                <a:lnTo>
                  <a:pt x="9049220" y="1288999"/>
                </a:lnTo>
                <a:lnTo>
                  <a:pt x="9051074" y="1290853"/>
                </a:lnTo>
                <a:lnTo>
                  <a:pt x="9052204" y="1291323"/>
                </a:lnTo>
                <a:lnTo>
                  <a:pt x="9054833" y="1291323"/>
                </a:lnTo>
                <a:lnTo>
                  <a:pt x="9055951" y="1290853"/>
                </a:lnTo>
                <a:lnTo>
                  <a:pt x="9057818" y="1288999"/>
                </a:lnTo>
                <a:lnTo>
                  <a:pt x="9058275" y="1287881"/>
                </a:lnTo>
                <a:lnTo>
                  <a:pt x="9058275" y="1285252"/>
                </a:lnTo>
                <a:close/>
              </a:path>
              <a:path w="9867900" h="3000375">
                <a:moveTo>
                  <a:pt x="9058275" y="857986"/>
                </a:moveTo>
                <a:lnTo>
                  <a:pt x="9057818" y="856856"/>
                </a:lnTo>
                <a:lnTo>
                  <a:pt x="9055951" y="855002"/>
                </a:lnTo>
                <a:lnTo>
                  <a:pt x="9054833" y="854532"/>
                </a:lnTo>
                <a:lnTo>
                  <a:pt x="9052204" y="854532"/>
                </a:lnTo>
                <a:lnTo>
                  <a:pt x="9051074" y="855002"/>
                </a:lnTo>
                <a:lnTo>
                  <a:pt x="9049220" y="856856"/>
                </a:lnTo>
                <a:lnTo>
                  <a:pt x="9048750" y="857986"/>
                </a:lnTo>
                <a:lnTo>
                  <a:pt x="9048750" y="860615"/>
                </a:lnTo>
                <a:lnTo>
                  <a:pt x="9049220" y="861733"/>
                </a:lnTo>
                <a:lnTo>
                  <a:pt x="9051074" y="863600"/>
                </a:lnTo>
                <a:lnTo>
                  <a:pt x="9052204" y="864057"/>
                </a:lnTo>
                <a:lnTo>
                  <a:pt x="9054833" y="864057"/>
                </a:lnTo>
                <a:lnTo>
                  <a:pt x="9055951" y="863600"/>
                </a:lnTo>
                <a:lnTo>
                  <a:pt x="9057818" y="861733"/>
                </a:lnTo>
                <a:lnTo>
                  <a:pt x="9058275" y="860615"/>
                </a:lnTo>
                <a:lnTo>
                  <a:pt x="9058275" y="857986"/>
                </a:lnTo>
                <a:close/>
              </a:path>
              <a:path w="9867900" h="3000375">
                <a:moveTo>
                  <a:pt x="9058275" y="430720"/>
                </a:moveTo>
                <a:lnTo>
                  <a:pt x="9057818" y="429590"/>
                </a:lnTo>
                <a:lnTo>
                  <a:pt x="9055951" y="427736"/>
                </a:lnTo>
                <a:lnTo>
                  <a:pt x="9054833" y="427266"/>
                </a:lnTo>
                <a:lnTo>
                  <a:pt x="9052204" y="427266"/>
                </a:lnTo>
                <a:lnTo>
                  <a:pt x="9051074" y="427736"/>
                </a:lnTo>
                <a:lnTo>
                  <a:pt x="9049220" y="429590"/>
                </a:lnTo>
                <a:lnTo>
                  <a:pt x="9048750" y="430720"/>
                </a:lnTo>
                <a:lnTo>
                  <a:pt x="9048750" y="433349"/>
                </a:lnTo>
                <a:lnTo>
                  <a:pt x="9049220" y="434467"/>
                </a:lnTo>
                <a:lnTo>
                  <a:pt x="9051074" y="436333"/>
                </a:lnTo>
                <a:lnTo>
                  <a:pt x="9052204" y="436791"/>
                </a:lnTo>
                <a:lnTo>
                  <a:pt x="9054833" y="436791"/>
                </a:lnTo>
                <a:lnTo>
                  <a:pt x="9055951" y="436333"/>
                </a:lnTo>
                <a:lnTo>
                  <a:pt x="9057818" y="434467"/>
                </a:lnTo>
                <a:lnTo>
                  <a:pt x="9058275" y="433349"/>
                </a:lnTo>
                <a:lnTo>
                  <a:pt x="9058275" y="430720"/>
                </a:lnTo>
                <a:close/>
              </a:path>
              <a:path w="9867900" h="3000375">
                <a:moveTo>
                  <a:pt x="9058275" y="3454"/>
                </a:moveTo>
                <a:lnTo>
                  <a:pt x="9057818" y="2336"/>
                </a:lnTo>
                <a:lnTo>
                  <a:pt x="9055951" y="469"/>
                </a:lnTo>
                <a:lnTo>
                  <a:pt x="9054833" y="0"/>
                </a:lnTo>
                <a:lnTo>
                  <a:pt x="9052204" y="0"/>
                </a:lnTo>
                <a:lnTo>
                  <a:pt x="9051074" y="469"/>
                </a:lnTo>
                <a:lnTo>
                  <a:pt x="9049220" y="2336"/>
                </a:lnTo>
                <a:lnTo>
                  <a:pt x="9048750" y="3454"/>
                </a:lnTo>
                <a:lnTo>
                  <a:pt x="9048750" y="6083"/>
                </a:lnTo>
                <a:lnTo>
                  <a:pt x="9049220" y="7200"/>
                </a:lnTo>
                <a:lnTo>
                  <a:pt x="9051074" y="9067"/>
                </a:lnTo>
                <a:lnTo>
                  <a:pt x="9052204" y="9525"/>
                </a:lnTo>
                <a:lnTo>
                  <a:pt x="9054833" y="9525"/>
                </a:lnTo>
                <a:lnTo>
                  <a:pt x="9055951" y="9067"/>
                </a:lnTo>
                <a:lnTo>
                  <a:pt x="9057818" y="7200"/>
                </a:lnTo>
                <a:lnTo>
                  <a:pt x="9058275" y="6083"/>
                </a:lnTo>
                <a:lnTo>
                  <a:pt x="9058275" y="3454"/>
                </a:lnTo>
                <a:close/>
              </a:path>
              <a:path w="9867900" h="3000375">
                <a:moveTo>
                  <a:pt x="9105900" y="2994304"/>
                </a:moveTo>
                <a:lnTo>
                  <a:pt x="9105443" y="2993186"/>
                </a:lnTo>
                <a:lnTo>
                  <a:pt x="9103576" y="2991320"/>
                </a:lnTo>
                <a:lnTo>
                  <a:pt x="9102458" y="2990850"/>
                </a:lnTo>
                <a:lnTo>
                  <a:pt x="9099829" y="2990850"/>
                </a:lnTo>
                <a:lnTo>
                  <a:pt x="9098699" y="2991320"/>
                </a:lnTo>
                <a:lnTo>
                  <a:pt x="9096845" y="2993186"/>
                </a:lnTo>
                <a:lnTo>
                  <a:pt x="9096375" y="2994304"/>
                </a:lnTo>
                <a:lnTo>
                  <a:pt x="9096375" y="2996933"/>
                </a:lnTo>
                <a:lnTo>
                  <a:pt x="9096845" y="2998051"/>
                </a:lnTo>
                <a:lnTo>
                  <a:pt x="9098699" y="2999917"/>
                </a:lnTo>
                <a:lnTo>
                  <a:pt x="9099829" y="3000375"/>
                </a:lnTo>
                <a:lnTo>
                  <a:pt x="9102458" y="3000375"/>
                </a:lnTo>
                <a:lnTo>
                  <a:pt x="9103576" y="2999917"/>
                </a:lnTo>
                <a:lnTo>
                  <a:pt x="9105443" y="2998051"/>
                </a:lnTo>
                <a:lnTo>
                  <a:pt x="9105900" y="2996933"/>
                </a:lnTo>
                <a:lnTo>
                  <a:pt x="9105900" y="2994304"/>
                </a:lnTo>
                <a:close/>
              </a:path>
              <a:path w="9867900" h="3000375">
                <a:moveTo>
                  <a:pt x="9105900" y="2567038"/>
                </a:moveTo>
                <a:lnTo>
                  <a:pt x="9105443" y="2565920"/>
                </a:lnTo>
                <a:lnTo>
                  <a:pt x="9103576" y="2564053"/>
                </a:lnTo>
                <a:lnTo>
                  <a:pt x="9102458" y="2563596"/>
                </a:lnTo>
                <a:lnTo>
                  <a:pt x="9099829" y="2563596"/>
                </a:lnTo>
                <a:lnTo>
                  <a:pt x="9098699" y="2564053"/>
                </a:lnTo>
                <a:lnTo>
                  <a:pt x="9096845" y="2565920"/>
                </a:lnTo>
                <a:lnTo>
                  <a:pt x="9096375" y="2567038"/>
                </a:lnTo>
                <a:lnTo>
                  <a:pt x="9096375" y="2569667"/>
                </a:lnTo>
                <a:lnTo>
                  <a:pt x="9096845" y="2570797"/>
                </a:lnTo>
                <a:lnTo>
                  <a:pt x="9098699" y="2572651"/>
                </a:lnTo>
                <a:lnTo>
                  <a:pt x="9099829" y="2573121"/>
                </a:lnTo>
                <a:lnTo>
                  <a:pt x="9102458" y="2573121"/>
                </a:lnTo>
                <a:lnTo>
                  <a:pt x="9103576" y="2572651"/>
                </a:lnTo>
                <a:lnTo>
                  <a:pt x="9105443" y="2570797"/>
                </a:lnTo>
                <a:lnTo>
                  <a:pt x="9105900" y="2569667"/>
                </a:lnTo>
                <a:lnTo>
                  <a:pt x="9105900" y="2567038"/>
                </a:lnTo>
                <a:close/>
              </a:path>
              <a:path w="9867900" h="3000375">
                <a:moveTo>
                  <a:pt x="9105900" y="2139772"/>
                </a:moveTo>
                <a:lnTo>
                  <a:pt x="9105443" y="2138654"/>
                </a:lnTo>
                <a:lnTo>
                  <a:pt x="9103576" y="2136787"/>
                </a:lnTo>
                <a:lnTo>
                  <a:pt x="9102458" y="2136330"/>
                </a:lnTo>
                <a:lnTo>
                  <a:pt x="9099829" y="2136330"/>
                </a:lnTo>
                <a:lnTo>
                  <a:pt x="9098699" y="2136787"/>
                </a:lnTo>
                <a:lnTo>
                  <a:pt x="9096845" y="2138654"/>
                </a:lnTo>
                <a:lnTo>
                  <a:pt x="9096375" y="2139772"/>
                </a:lnTo>
                <a:lnTo>
                  <a:pt x="9096375" y="2142401"/>
                </a:lnTo>
                <a:lnTo>
                  <a:pt x="9096845" y="2143531"/>
                </a:lnTo>
                <a:lnTo>
                  <a:pt x="9098699" y="2145385"/>
                </a:lnTo>
                <a:lnTo>
                  <a:pt x="9099829" y="2145855"/>
                </a:lnTo>
                <a:lnTo>
                  <a:pt x="9102458" y="2145855"/>
                </a:lnTo>
                <a:lnTo>
                  <a:pt x="9103576" y="2145385"/>
                </a:lnTo>
                <a:lnTo>
                  <a:pt x="9105443" y="2143531"/>
                </a:lnTo>
                <a:lnTo>
                  <a:pt x="9105900" y="2142401"/>
                </a:lnTo>
                <a:lnTo>
                  <a:pt x="9105900" y="2139772"/>
                </a:lnTo>
                <a:close/>
              </a:path>
              <a:path w="9867900" h="3000375">
                <a:moveTo>
                  <a:pt x="9105900" y="1712506"/>
                </a:moveTo>
                <a:lnTo>
                  <a:pt x="9105443" y="1711388"/>
                </a:lnTo>
                <a:lnTo>
                  <a:pt x="9103576" y="1709534"/>
                </a:lnTo>
                <a:lnTo>
                  <a:pt x="9102458" y="1709064"/>
                </a:lnTo>
                <a:lnTo>
                  <a:pt x="9099829" y="1709064"/>
                </a:lnTo>
                <a:lnTo>
                  <a:pt x="9098699" y="1709534"/>
                </a:lnTo>
                <a:lnTo>
                  <a:pt x="9096845" y="1711388"/>
                </a:lnTo>
                <a:lnTo>
                  <a:pt x="9096375" y="1712506"/>
                </a:lnTo>
                <a:lnTo>
                  <a:pt x="9096375" y="1715135"/>
                </a:lnTo>
                <a:lnTo>
                  <a:pt x="9096845" y="1716265"/>
                </a:lnTo>
                <a:lnTo>
                  <a:pt x="9098699" y="1718119"/>
                </a:lnTo>
                <a:lnTo>
                  <a:pt x="9099829" y="1718589"/>
                </a:lnTo>
                <a:lnTo>
                  <a:pt x="9102458" y="1718589"/>
                </a:lnTo>
                <a:lnTo>
                  <a:pt x="9103576" y="1718119"/>
                </a:lnTo>
                <a:lnTo>
                  <a:pt x="9105443" y="1716265"/>
                </a:lnTo>
                <a:lnTo>
                  <a:pt x="9105900" y="1715135"/>
                </a:lnTo>
                <a:lnTo>
                  <a:pt x="9105900" y="1712506"/>
                </a:lnTo>
                <a:close/>
              </a:path>
              <a:path w="9867900" h="3000375">
                <a:moveTo>
                  <a:pt x="9105900" y="1285252"/>
                </a:moveTo>
                <a:lnTo>
                  <a:pt x="9105443" y="1284122"/>
                </a:lnTo>
                <a:lnTo>
                  <a:pt x="9103576" y="1282268"/>
                </a:lnTo>
                <a:lnTo>
                  <a:pt x="9102458" y="1281798"/>
                </a:lnTo>
                <a:lnTo>
                  <a:pt x="9099829" y="1281798"/>
                </a:lnTo>
                <a:lnTo>
                  <a:pt x="9098699" y="1282268"/>
                </a:lnTo>
                <a:lnTo>
                  <a:pt x="9096845" y="1284122"/>
                </a:lnTo>
                <a:lnTo>
                  <a:pt x="9096375" y="1285252"/>
                </a:lnTo>
                <a:lnTo>
                  <a:pt x="9096375" y="1287881"/>
                </a:lnTo>
                <a:lnTo>
                  <a:pt x="9096845" y="1288999"/>
                </a:lnTo>
                <a:lnTo>
                  <a:pt x="9098699" y="1290853"/>
                </a:lnTo>
                <a:lnTo>
                  <a:pt x="9099829" y="1291323"/>
                </a:lnTo>
                <a:lnTo>
                  <a:pt x="9102458" y="1291323"/>
                </a:lnTo>
                <a:lnTo>
                  <a:pt x="9103576" y="1290853"/>
                </a:lnTo>
                <a:lnTo>
                  <a:pt x="9105443" y="1288999"/>
                </a:lnTo>
                <a:lnTo>
                  <a:pt x="9105900" y="1287881"/>
                </a:lnTo>
                <a:lnTo>
                  <a:pt x="9105900" y="1285252"/>
                </a:lnTo>
                <a:close/>
              </a:path>
              <a:path w="9867900" h="3000375">
                <a:moveTo>
                  <a:pt x="9105900" y="857986"/>
                </a:moveTo>
                <a:lnTo>
                  <a:pt x="9105443" y="856856"/>
                </a:lnTo>
                <a:lnTo>
                  <a:pt x="9103576" y="855002"/>
                </a:lnTo>
                <a:lnTo>
                  <a:pt x="9102458" y="854532"/>
                </a:lnTo>
                <a:lnTo>
                  <a:pt x="9099829" y="854532"/>
                </a:lnTo>
                <a:lnTo>
                  <a:pt x="9098699" y="855002"/>
                </a:lnTo>
                <a:lnTo>
                  <a:pt x="9096845" y="856856"/>
                </a:lnTo>
                <a:lnTo>
                  <a:pt x="9096375" y="857986"/>
                </a:lnTo>
                <a:lnTo>
                  <a:pt x="9096375" y="860615"/>
                </a:lnTo>
                <a:lnTo>
                  <a:pt x="9096845" y="861733"/>
                </a:lnTo>
                <a:lnTo>
                  <a:pt x="9098699" y="863600"/>
                </a:lnTo>
                <a:lnTo>
                  <a:pt x="9099829" y="864057"/>
                </a:lnTo>
                <a:lnTo>
                  <a:pt x="9102458" y="864057"/>
                </a:lnTo>
                <a:lnTo>
                  <a:pt x="9103576" y="863600"/>
                </a:lnTo>
                <a:lnTo>
                  <a:pt x="9105443" y="861733"/>
                </a:lnTo>
                <a:lnTo>
                  <a:pt x="9105900" y="860615"/>
                </a:lnTo>
                <a:lnTo>
                  <a:pt x="9105900" y="857986"/>
                </a:lnTo>
                <a:close/>
              </a:path>
              <a:path w="9867900" h="3000375">
                <a:moveTo>
                  <a:pt x="9105900" y="430720"/>
                </a:moveTo>
                <a:lnTo>
                  <a:pt x="9105443" y="429590"/>
                </a:lnTo>
                <a:lnTo>
                  <a:pt x="9103576" y="427736"/>
                </a:lnTo>
                <a:lnTo>
                  <a:pt x="9102458" y="427266"/>
                </a:lnTo>
                <a:lnTo>
                  <a:pt x="9099829" y="427266"/>
                </a:lnTo>
                <a:lnTo>
                  <a:pt x="9098699" y="427736"/>
                </a:lnTo>
                <a:lnTo>
                  <a:pt x="9096845" y="429590"/>
                </a:lnTo>
                <a:lnTo>
                  <a:pt x="9096375" y="430720"/>
                </a:lnTo>
                <a:lnTo>
                  <a:pt x="9096375" y="433349"/>
                </a:lnTo>
                <a:lnTo>
                  <a:pt x="9096845" y="434467"/>
                </a:lnTo>
                <a:lnTo>
                  <a:pt x="9098699" y="436333"/>
                </a:lnTo>
                <a:lnTo>
                  <a:pt x="9099829" y="436791"/>
                </a:lnTo>
                <a:lnTo>
                  <a:pt x="9102458" y="436791"/>
                </a:lnTo>
                <a:lnTo>
                  <a:pt x="9103576" y="436333"/>
                </a:lnTo>
                <a:lnTo>
                  <a:pt x="9105443" y="434467"/>
                </a:lnTo>
                <a:lnTo>
                  <a:pt x="9105900" y="433349"/>
                </a:lnTo>
                <a:lnTo>
                  <a:pt x="9105900" y="430720"/>
                </a:lnTo>
                <a:close/>
              </a:path>
              <a:path w="9867900" h="3000375">
                <a:moveTo>
                  <a:pt x="9105900" y="3454"/>
                </a:moveTo>
                <a:lnTo>
                  <a:pt x="9105443" y="2336"/>
                </a:lnTo>
                <a:lnTo>
                  <a:pt x="9103576" y="469"/>
                </a:lnTo>
                <a:lnTo>
                  <a:pt x="9102458" y="0"/>
                </a:lnTo>
                <a:lnTo>
                  <a:pt x="9099829" y="0"/>
                </a:lnTo>
                <a:lnTo>
                  <a:pt x="9098699" y="469"/>
                </a:lnTo>
                <a:lnTo>
                  <a:pt x="9096845" y="2336"/>
                </a:lnTo>
                <a:lnTo>
                  <a:pt x="9096375" y="3454"/>
                </a:lnTo>
                <a:lnTo>
                  <a:pt x="9096375" y="6083"/>
                </a:lnTo>
                <a:lnTo>
                  <a:pt x="9096845" y="7200"/>
                </a:lnTo>
                <a:lnTo>
                  <a:pt x="9098699" y="9067"/>
                </a:lnTo>
                <a:lnTo>
                  <a:pt x="9099829" y="9525"/>
                </a:lnTo>
                <a:lnTo>
                  <a:pt x="9102458" y="9525"/>
                </a:lnTo>
                <a:lnTo>
                  <a:pt x="9103576" y="9067"/>
                </a:lnTo>
                <a:lnTo>
                  <a:pt x="9105443" y="7200"/>
                </a:lnTo>
                <a:lnTo>
                  <a:pt x="9105900" y="6083"/>
                </a:lnTo>
                <a:lnTo>
                  <a:pt x="9105900" y="3454"/>
                </a:lnTo>
                <a:close/>
              </a:path>
              <a:path w="9867900" h="3000375">
                <a:moveTo>
                  <a:pt x="9153525" y="2994304"/>
                </a:moveTo>
                <a:lnTo>
                  <a:pt x="9153068" y="2993186"/>
                </a:lnTo>
                <a:lnTo>
                  <a:pt x="9151201" y="2991320"/>
                </a:lnTo>
                <a:lnTo>
                  <a:pt x="9150083" y="2990850"/>
                </a:lnTo>
                <a:lnTo>
                  <a:pt x="9147454" y="2990850"/>
                </a:lnTo>
                <a:lnTo>
                  <a:pt x="9146324" y="2991320"/>
                </a:lnTo>
                <a:lnTo>
                  <a:pt x="9144470" y="2993186"/>
                </a:lnTo>
                <a:lnTo>
                  <a:pt x="9144000" y="2994304"/>
                </a:lnTo>
                <a:lnTo>
                  <a:pt x="9144000" y="2996933"/>
                </a:lnTo>
                <a:lnTo>
                  <a:pt x="9144470" y="2998051"/>
                </a:lnTo>
                <a:lnTo>
                  <a:pt x="9146324" y="2999917"/>
                </a:lnTo>
                <a:lnTo>
                  <a:pt x="9147454" y="3000375"/>
                </a:lnTo>
                <a:lnTo>
                  <a:pt x="9150083" y="3000375"/>
                </a:lnTo>
                <a:lnTo>
                  <a:pt x="9151201" y="2999917"/>
                </a:lnTo>
                <a:lnTo>
                  <a:pt x="9153068" y="2998051"/>
                </a:lnTo>
                <a:lnTo>
                  <a:pt x="9153525" y="2996933"/>
                </a:lnTo>
                <a:lnTo>
                  <a:pt x="9153525" y="2994304"/>
                </a:lnTo>
                <a:close/>
              </a:path>
              <a:path w="9867900" h="3000375">
                <a:moveTo>
                  <a:pt x="9153525" y="2567038"/>
                </a:moveTo>
                <a:lnTo>
                  <a:pt x="9153068" y="2565920"/>
                </a:lnTo>
                <a:lnTo>
                  <a:pt x="9151201" y="2564053"/>
                </a:lnTo>
                <a:lnTo>
                  <a:pt x="9150083" y="2563596"/>
                </a:lnTo>
                <a:lnTo>
                  <a:pt x="9147454" y="2563596"/>
                </a:lnTo>
                <a:lnTo>
                  <a:pt x="9146324" y="2564053"/>
                </a:lnTo>
                <a:lnTo>
                  <a:pt x="9144470" y="2565920"/>
                </a:lnTo>
                <a:lnTo>
                  <a:pt x="9144000" y="2567038"/>
                </a:lnTo>
                <a:lnTo>
                  <a:pt x="9144000" y="2569667"/>
                </a:lnTo>
                <a:lnTo>
                  <a:pt x="9144470" y="2570797"/>
                </a:lnTo>
                <a:lnTo>
                  <a:pt x="9146324" y="2572651"/>
                </a:lnTo>
                <a:lnTo>
                  <a:pt x="9147454" y="2573121"/>
                </a:lnTo>
                <a:lnTo>
                  <a:pt x="9150083" y="2573121"/>
                </a:lnTo>
                <a:lnTo>
                  <a:pt x="9151201" y="2572651"/>
                </a:lnTo>
                <a:lnTo>
                  <a:pt x="9153068" y="2570797"/>
                </a:lnTo>
                <a:lnTo>
                  <a:pt x="9153525" y="2569667"/>
                </a:lnTo>
                <a:lnTo>
                  <a:pt x="9153525" y="2567038"/>
                </a:lnTo>
                <a:close/>
              </a:path>
              <a:path w="9867900" h="3000375">
                <a:moveTo>
                  <a:pt x="9153525" y="2139772"/>
                </a:moveTo>
                <a:lnTo>
                  <a:pt x="9153068" y="2138654"/>
                </a:lnTo>
                <a:lnTo>
                  <a:pt x="9151201" y="2136787"/>
                </a:lnTo>
                <a:lnTo>
                  <a:pt x="9150083" y="2136330"/>
                </a:lnTo>
                <a:lnTo>
                  <a:pt x="9147454" y="2136330"/>
                </a:lnTo>
                <a:lnTo>
                  <a:pt x="9146324" y="2136787"/>
                </a:lnTo>
                <a:lnTo>
                  <a:pt x="9144470" y="2138654"/>
                </a:lnTo>
                <a:lnTo>
                  <a:pt x="9144000" y="2139772"/>
                </a:lnTo>
                <a:lnTo>
                  <a:pt x="9144000" y="2142401"/>
                </a:lnTo>
                <a:lnTo>
                  <a:pt x="9144470" y="2143531"/>
                </a:lnTo>
                <a:lnTo>
                  <a:pt x="9146324" y="2145385"/>
                </a:lnTo>
                <a:lnTo>
                  <a:pt x="9147454" y="2145855"/>
                </a:lnTo>
                <a:lnTo>
                  <a:pt x="9150083" y="2145855"/>
                </a:lnTo>
                <a:lnTo>
                  <a:pt x="9151201" y="2145385"/>
                </a:lnTo>
                <a:lnTo>
                  <a:pt x="9153068" y="2143531"/>
                </a:lnTo>
                <a:lnTo>
                  <a:pt x="9153525" y="2142401"/>
                </a:lnTo>
                <a:lnTo>
                  <a:pt x="9153525" y="2139772"/>
                </a:lnTo>
                <a:close/>
              </a:path>
              <a:path w="9867900" h="3000375">
                <a:moveTo>
                  <a:pt x="9153525" y="1712506"/>
                </a:moveTo>
                <a:lnTo>
                  <a:pt x="9153068" y="1711388"/>
                </a:lnTo>
                <a:lnTo>
                  <a:pt x="9151201" y="1709534"/>
                </a:lnTo>
                <a:lnTo>
                  <a:pt x="9150083" y="1709064"/>
                </a:lnTo>
                <a:lnTo>
                  <a:pt x="9147454" y="1709064"/>
                </a:lnTo>
                <a:lnTo>
                  <a:pt x="9146324" y="1709534"/>
                </a:lnTo>
                <a:lnTo>
                  <a:pt x="9144470" y="1711388"/>
                </a:lnTo>
                <a:lnTo>
                  <a:pt x="9144000" y="1712506"/>
                </a:lnTo>
                <a:lnTo>
                  <a:pt x="9144000" y="1715135"/>
                </a:lnTo>
                <a:lnTo>
                  <a:pt x="9144470" y="1716265"/>
                </a:lnTo>
                <a:lnTo>
                  <a:pt x="9146324" y="1718119"/>
                </a:lnTo>
                <a:lnTo>
                  <a:pt x="9147454" y="1718589"/>
                </a:lnTo>
                <a:lnTo>
                  <a:pt x="9150083" y="1718589"/>
                </a:lnTo>
                <a:lnTo>
                  <a:pt x="9151201" y="1718119"/>
                </a:lnTo>
                <a:lnTo>
                  <a:pt x="9153068" y="1716265"/>
                </a:lnTo>
                <a:lnTo>
                  <a:pt x="9153525" y="1715135"/>
                </a:lnTo>
                <a:lnTo>
                  <a:pt x="9153525" y="1712506"/>
                </a:lnTo>
                <a:close/>
              </a:path>
              <a:path w="9867900" h="3000375">
                <a:moveTo>
                  <a:pt x="9153525" y="1285252"/>
                </a:moveTo>
                <a:lnTo>
                  <a:pt x="9153068" y="1284122"/>
                </a:lnTo>
                <a:lnTo>
                  <a:pt x="9151201" y="1282268"/>
                </a:lnTo>
                <a:lnTo>
                  <a:pt x="9150083" y="1281798"/>
                </a:lnTo>
                <a:lnTo>
                  <a:pt x="9147454" y="1281798"/>
                </a:lnTo>
                <a:lnTo>
                  <a:pt x="9146324" y="1282268"/>
                </a:lnTo>
                <a:lnTo>
                  <a:pt x="9144470" y="1284122"/>
                </a:lnTo>
                <a:lnTo>
                  <a:pt x="9144000" y="1285252"/>
                </a:lnTo>
                <a:lnTo>
                  <a:pt x="9144000" y="1287881"/>
                </a:lnTo>
                <a:lnTo>
                  <a:pt x="9144470" y="1288999"/>
                </a:lnTo>
                <a:lnTo>
                  <a:pt x="9146324" y="1290853"/>
                </a:lnTo>
                <a:lnTo>
                  <a:pt x="9147454" y="1291323"/>
                </a:lnTo>
                <a:lnTo>
                  <a:pt x="9150083" y="1291323"/>
                </a:lnTo>
                <a:lnTo>
                  <a:pt x="9151201" y="1290853"/>
                </a:lnTo>
                <a:lnTo>
                  <a:pt x="9153068" y="1288999"/>
                </a:lnTo>
                <a:lnTo>
                  <a:pt x="9153525" y="1287881"/>
                </a:lnTo>
                <a:lnTo>
                  <a:pt x="9153525" y="1285252"/>
                </a:lnTo>
                <a:close/>
              </a:path>
              <a:path w="9867900" h="3000375">
                <a:moveTo>
                  <a:pt x="9153525" y="857986"/>
                </a:moveTo>
                <a:lnTo>
                  <a:pt x="9153068" y="856856"/>
                </a:lnTo>
                <a:lnTo>
                  <a:pt x="9151201" y="855002"/>
                </a:lnTo>
                <a:lnTo>
                  <a:pt x="9150083" y="854532"/>
                </a:lnTo>
                <a:lnTo>
                  <a:pt x="9147454" y="854532"/>
                </a:lnTo>
                <a:lnTo>
                  <a:pt x="9146324" y="855002"/>
                </a:lnTo>
                <a:lnTo>
                  <a:pt x="9144470" y="856856"/>
                </a:lnTo>
                <a:lnTo>
                  <a:pt x="9144000" y="857986"/>
                </a:lnTo>
                <a:lnTo>
                  <a:pt x="9144000" y="860615"/>
                </a:lnTo>
                <a:lnTo>
                  <a:pt x="9144470" y="861733"/>
                </a:lnTo>
                <a:lnTo>
                  <a:pt x="9146324" y="863600"/>
                </a:lnTo>
                <a:lnTo>
                  <a:pt x="9147454" y="864057"/>
                </a:lnTo>
                <a:lnTo>
                  <a:pt x="9150083" y="864057"/>
                </a:lnTo>
                <a:lnTo>
                  <a:pt x="9151201" y="863600"/>
                </a:lnTo>
                <a:lnTo>
                  <a:pt x="9153068" y="861733"/>
                </a:lnTo>
                <a:lnTo>
                  <a:pt x="9153525" y="860615"/>
                </a:lnTo>
                <a:lnTo>
                  <a:pt x="9153525" y="857986"/>
                </a:lnTo>
                <a:close/>
              </a:path>
              <a:path w="9867900" h="3000375">
                <a:moveTo>
                  <a:pt x="9153525" y="430720"/>
                </a:moveTo>
                <a:lnTo>
                  <a:pt x="9153068" y="429590"/>
                </a:lnTo>
                <a:lnTo>
                  <a:pt x="9151201" y="427736"/>
                </a:lnTo>
                <a:lnTo>
                  <a:pt x="9150083" y="427266"/>
                </a:lnTo>
                <a:lnTo>
                  <a:pt x="9147454" y="427266"/>
                </a:lnTo>
                <a:lnTo>
                  <a:pt x="9146324" y="427736"/>
                </a:lnTo>
                <a:lnTo>
                  <a:pt x="9144470" y="429590"/>
                </a:lnTo>
                <a:lnTo>
                  <a:pt x="9144000" y="430720"/>
                </a:lnTo>
                <a:lnTo>
                  <a:pt x="9144000" y="433349"/>
                </a:lnTo>
                <a:lnTo>
                  <a:pt x="9144470" y="434467"/>
                </a:lnTo>
                <a:lnTo>
                  <a:pt x="9146324" y="436333"/>
                </a:lnTo>
                <a:lnTo>
                  <a:pt x="9147454" y="436791"/>
                </a:lnTo>
                <a:lnTo>
                  <a:pt x="9150083" y="436791"/>
                </a:lnTo>
                <a:lnTo>
                  <a:pt x="9151201" y="436333"/>
                </a:lnTo>
                <a:lnTo>
                  <a:pt x="9153068" y="434467"/>
                </a:lnTo>
                <a:lnTo>
                  <a:pt x="9153525" y="433349"/>
                </a:lnTo>
                <a:lnTo>
                  <a:pt x="9153525" y="430720"/>
                </a:lnTo>
                <a:close/>
              </a:path>
              <a:path w="9867900" h="3000375">
                <a:moveTo>
                  <a:pt x="9153525" y="3454"/>
                </a:moveTo>
                <a:lnTo>
                  <a:pt x="9153068" y="2336"/>
                </a:lnTo>
                <a:lnTo>
                  <a:pt x="9151201" y="469"/>
                </a:lnTo>
                <a:lnTo>
                  <a:pt x="9150083" y="0"/>
                </a:lnTo>
                <a:lnTo>
                  <a:pt x="9147454" y="0"/>
                </a:lnTo>
                <a:lnTo>
                  <a:pt x="9146324" y="469"/>
                </a:lnTo>
                <a:lnTo>
                  <a:pt x="9144470" y="2336"/>
                </a:lnTo>
                <a:lnTo>
                  <a:pt x="9144000" y="3454"/>
                </a:lnTo>
                <a:lnTo>
                  <a:pt x="9144000" y="6083"/>
                </a:lnTo>
                <a:lnTo>
                  <a:pt x="9144470" y="7200"/>
                </a:lnTo>
                <a:lnTo>
                  <a:pt x="9146324" y="9067"/>
                </a:lnTo>
                <a:lnTo>
                  <a:pt x="9147454" y="9525"/>
                </a:lnTo>
                <a:lnTo>
                  <a:pt x="9150083" y="9525"/>
                </a:lnTo>
                <a:lnTo>
                  <a:pt x="9151201" y="9067"/>
                </a:lnTo>
                <a:lnTo>
                  <a:pt x="9153068" y="7200"/>
                </a:lnTo>
                <a:lnTo>
                  <a:pt x="9153525" y="6083"/>
                </a:lnTo>
                <a:lnTo>
                  <a:pt x="9153525" y="3454"/>
                </a:lnTo>
                <a:close/>
              </a:path>
              <a:path w="9867900" h="3000375">
                <a:moveTo>
                  <a:pt x="9201150" y="2994304"/>
                </a:moveTo>
                <a:lnTo>
                  <a:pt x="9200693" y="2993186"/>
                </a:lnTo>
                <a:lnTo>
                  <a:pt x="9198826" y="2991320"/>
                </a:lnTo>
                <a:lnTo>
                  <a:pt x="9197708" y="2990850"/>
                </a:lnTo>
                <a:lnTo>
                  <a:pt x="9195079" y="2990850"/>
                </a:lnTo>
                <a:lnTo>
                  <a:pt x="9193949" y="2991320"/>
                </a:lnTo>
                <a:lnTo>
                  <a:pt x="9192095" y="2993186"/>
                </a:lnTo>
                <a:lnTo>
                  <a:pt x="9191625" y="2994304"/>
                </a:lnTo>
                <a:lnTo>
                  <a:pt x="9191625" y="2996933"/>
                </a:lnTo>
                <a:lnTo>
                  <a:pt x="9192095" y="2998051"/>
                </a:lnTo>
                <a:lnTo>
                  <a:pt x="9193949" y="2999917"/>
                </a:lnTo>
                <a:lnTo>
                  <a:pt x="9195079" y="3000375"/>
                </a:lnTo>
                <a:lnTo>
                  <a:pt x="9197708" y="3000375"/>
                </a:lnTo>
                <a:lnTo>
                  <a:pt x="9198826" y="2999917"/>
                </a:lnTo>
                <a:lnTo>
                  <a:pt x="9200693" y="2998051"/>
                </a:lnTo>
                <a:lnTo>
                  <a:pt x="9201150" y="2996933"/>
                </a:lnTo>
                <a:lnTo>
                  <a:pt x="9201150" y="2994304"/>
                </a:lnTo>
                <a:close/>
              </a:path>
              <a:path w="9867900" h="3000375">
                <a:moveTo>
                  <a:pt x="9201150" y="2567038"/>
                </a:moveTo>
                <a:lnTo>
                  <a:pt x="9200693" y="2565920"/>
                </a:lnTo>
                <a:lnTo>
                  <a:pt x="9198826" y="2564053"/>
                </a:lnTo>
                <a:lnTo>
                  <a:pt x="9197708" y="2563596"/>
                </a:lnTo>
                <a:lnTo>
                  <a:pt x="9195079" y="2563596"/>
                </a:lnTo>
                <a:lnTo>
                  <a:pt x="9193949" y="2564053"/>
                </a:lnTo>
                <a:lnTo>
                  <a:pt x="9192095" y="2565920"/>
                </a:lnTo>
                <a:lnTo>
                  <a:pt x="9191625" y="2567038"/>
                </a:lnTo>
                <a:lnTo>
                  <a:pt x="9191625" y="2569667"/>
                </a:lnTo>
                <a:lnTo>
                  <a:pt x="9192095" y="2570797"/>
                </a:lnTo>
                <a:lnTo>
                  <a:pt x="9193949" y="2572651"/>
                </a:lnTo>
                <a:lnTo>
                  <a:pt x="9195079" y="2573121"/>
                </a:lnTo>
                <a:lnTo>
                  <a:pt x="9197708" y="2573121"/>
                </a:lnTo>
                <a:lnTo>
                  <a:pt x="9198826" y="2572651"/>
                </a:lnTo>
                <a:lnTo>
                  <a:pt x="9200693" y="2570797"/>
                </a:lnTo>
                <a:lnTo>
                  <a:pt x="9201150" y="2569667"/>
                </a:lnTo>
                <a:lnTo>
                  <a:pt x="9201150" y="2567038"/>
                </a:lnTo>
                <a:close/>
              </a:path>
              <a:path w="9867900" h="3000375">
                <a:moveTo>
                  <a:pt x="9201150" y="2139772"/>
                </a:moveTo>
                <a:lnTo>
                  <a:pt x="9200693" y="2138654"/>
                </a:lnTo>
                <a:lnTo>
                  <a:pt x="9198826" y="2136787"/>
                </a:lnTo>
                <a:lnTo>
                  <a:pt x="9197708" y="2136330"/>
                </a:lnTo>
                <a:lnTo>
                  <a:pt x="9195079" y="2136330"/>
                </a:lnTo>
                <a:lnTo>
                  <a:pt x="9193949" y="2136787"/>
                </a:lnTo>
                <a:lnTo>
                  <a:pt x="9192095" y="2138654"/>
                </a:lnTo>
                <a:lnTo>
                  <a:pt x="9191625" y="2139772"/>
                </a:lnTo>
                <a:lnTo>
                  <a:pt x="9191625" y="2142401"/>
                </a:lnTo>
                <a:lnTo>
                  <a:pt x="9192095" y="2143531"/>
                </a:lnTo>
                <a:lnTo>
                  <a:pt x="9193949" y="2145385"/>
                </a:lnTo>
                <a:lnTo>
                  <a:pt x="9195079" y="2145855"/>
                </a:lnTo>
                <a:lnTo>
                  <a:pt x="9197708" y="2145855"/>
                </a:lnTo>
                <a:lnTo>
                  <a:pt x="9198826" y="2145385"/>
                </a:lnTo>
                <a:lnTo>
                  <a:pt x="9200693" y="2143531"/>
                </a:lnTo>
                <a:lnTo>
                  <a:pt x="9201150" y="2142401"/>
                </a:lnTo>
                <a:lnTo>
                  <a:pt x="9201150" y="2139772"/>
                </a:lnTo>
                <a:close/>
              </a:path>
              <a:path w="9867900" h="3000375">
                <a:moveTo>
                  <a:pt x="9201150" y="1712506"/>
                </a:moveTo>
                <a:lnTo>
                  <a:pt x="9200693" y="1711388"/>
                </a:lnTo>
                <a:lnTo>
                  <a:pt x="9198826" y="1709534"/>
                </a:lnTo>
                <a:lnTo>
                  <a:pt x="9197708" y="1709064"/>
                </a:lnTo>
                <a:lnTo>
                  <a:pt x="9195079" y="1709064"/>
                </a:lnTo>
                <a:lnTo>
                  <a:pt x="9193949" y="1709534"/>
                </a:lnTo>
                <a:lnTo>
                  <a:pt x="9192095" y="1711388"/>
                </a:lnTo>
                <a:lnTo>
                  <a:pt x="9191625" y="1712506"/>
                </a:lnTo>
                <a:lnTo>
                  <a:pt x="9191625" y="1715135"/>
                </a:lnTo>
                <a:lnTo>
                  <a:pt x="9192095" y="1716265"/>
                </a:lnTo>
                <a:lnTo>
                  <a:pt x="9193949" y="1718119"/>
                </a:lnTo>
                <a:lnTo>
                  <a:pt x="9195079" y="1718589"/>
                </a:lnTo>
                <a:lnTo>
                  <a:pt x="9197708" y="1718589"/>
                </a:lnTo>
                <a:lnTo>
                  <a:pt x="9198826" y="1718119"/>
                </a:lnTo>
                <a:lnTo>
                  <a:pt x="9200693" y="1716265"/>
                </a:lnTo>
                <a:lnTo>
                  <a:pt x="9201150" y="1715135"/>
                </a:lnTo>
                <a:lnTo>
                  <a:pt x="9201150" y="1712506"/>
                </a:lnTo>
                <a:close/>
              </a:path>
              <a:path w="9867900" h="3000375">
                <a:moveTo>
                  <a:pt x="9201150" y="1285252"/>
                </a:moveTo>
                <a:lnTo>
                  <a:pt x="9200693" y="1284122"/>
                </a:lnTo>
                <a:lnTo>
                  <a:pt x="9198826" y="1282268"/>
                </a:lnTo>
                <a:lnTo>
                  <a:pt x="9197708" y="1281798"/>
                </a:lnTo>
                <a:lnTo>
                  <a:pt x="9195079" y="1281798"/>
                </a:lnTo>
                <a:lnTo>
                  <a:pt x="9193949" y="1282268"/>
                </a:lnTo>
                <a:lnTo>
                  <a:pt x="9192095" y="1284122"/>
                </a:lnTo>
                <a:lnTo>
                  <a:pt x="9191625" y="1285252"/>
                </a:lnTo>
                <a:lnTo>
                  <a:pt x="9191625" y="1287881"/>
                </a:lnTo>
                <a:lnTo>
                  <a:pt x="9192095" y="1288999"/>
                </a:lnTo>
                <a:lnTo>
                  <a:pt x="9193949" y="1290853"/>
                </a:lnTo>
                <a:lnTo>
                  <a:pt x="9195079" y="1291323"/>
                </a:lnTo>
                <a:lnTo>
                  <a:pt x="9197708" y="1291323"/>
                </a:lnTo>
                <a:lnTo>
                  <a:pt x="9198826" y="1290853"/>
                </a:lnTo>
                <a:lnTo>
                  <a:pt x="9200693" y="1288999"/>
                </a:lnTo>
                <a:lnTo>
                  <a:pt x="9201150" y="1287881"/>
                </a:lnTo>
                <a:lnTo>
                  <a:pt x="9201150" y="1285252"/>
                </a:lnTo>
                <a:close/>
              </a:path>
              <a:path w="9867900" h="3000375">
                <a:moveTo>
                  <a:pt x="9201150" y="857986"/>
                </a:moveTo>
                <a:lnTo>
                  <a:pt x="9200693" y="856856"/>
                </a:lnTo>
                <a:lnTo>
                  <a:pt x="9198826" y="855002"/>
                </a:lnTo>
                <a:lnTo>
                  <a:pt x="9197708" y="854532"/>
                </a:lnTo>
                <a:lnTo>
                  <a:pt x="9195079" y="854532"/>
                </a:lnTo>
                <a:lnTo>
                  <a:pt x="9193949" y="855002"/>
                </a:lnTo>
                <a:lnTo>
                  <a:pt x="9192095" y="856856"/>
                </a:lnTo>
                <a:lnTo>
                  <a:pt x="9191625" y="857986"/>
                </a:lnTo>
                <a:lnTo>
                  <a:pt x="9191625" y="860615"/>
                </a:lnTo>
                <a:lnTo>
                  <a:pt x="9192095" y="861733"/>
                </a:lnTo>
                <a:lnTo>
                  <a:pt x="9193949" y="863600"/>
                </a:lnTo>
                <a:lnTo>
                  <a:pt x="9195079" y="864057"/>
                </a:lnTo>
                <a:lnTo>
                  <a:pt x="9197708" y="864057"/>
                </a:lnTo>
                <a:lnTo>
                  <a:pt x="9198826" y="863600"/>
                </a:lnTo>
                <a:lnTo>
                  <a:pt x="9200693" y="861733"/>
                </a:lnTo>
                <a:lnTo>
                  <a:pt x="9201150" y="860615"/>
                </a:lnTo>
                <a:lnTo>
                  <a:pt x="9201150" y="857986"/>
                </a:lnTo>
                <a:close/>
              </a:path>
              <a:path w="9867900" h="3000375">
                <a:moveTo>
                  <a:pt x="9201150" y="430720"/>
                </a:moveTo>
                <a:lnTo>
                  <a:pt x="9200693" y="429590"/>
                </a:lnTo>
                <a:lnTo>
                  <a:pt x="9198826" y="427736"/>
                </a:lnTo>
                <a:lnTo>
                  <a:pt x="9197708" y="427266"/>
                </a:lnTo>
                <a:lnTo>
                  <a:pt x="9195079" y="427266"/>
                </a:lnTo>
                <a:lnTo>
                  <a:pt x="9193949" y="427736"/>
                </a:lnTo>
                <a:lnTo>
                  <a:pt x="9192095" y="429590"/>
                </a:lnTo>
                <a:lnTo>
                  <a:pt x="9191625" y="430720"/>
                </a:lnTo>
                <a:lnTo>
                  <a:pt x="9191625" y="433349"/>
                </a:lnTo>
                <a:lnTo>
                  <a:pt x="9192095" y="434467"/>
                </a:lnTo>
                <a:lnTo>
                  <a:pt x="9193949" y="436333"/>
                </a:lnTo>
                <a:lnTo>
                  <a:pt x="9195079" y="436791"/>
                </a:lnTo>
                <a:lnTo>
                  <a:pt x="9197708" y="436791"/>
                </a:lnTo>
                <a:lnTo>
                  <a:pt x="9198826" y="436333"/>
                </a:lnTo>
                <a:lnTo>
                  <a:pt x="9200693" y="434467"/>
                </a:lnTo>
                <a:lnTo>
                  <a:pt x="9201150" y="433349"/>
                </a:lnTo>
                <a:lnTo>
                  <a:pt x="9201150" y="430720"/>
                </a:lnTo>
                <a:close/>
              </a:path>
              <a:path w="9867900" h="3000375">
                <a:moveTo>
                  <a:pt x="9201150" y="3454"/>
                </a:moveTo>
                <a:lnTo>
                  <a:pt x="9200693" y="2336"/>
                </a:lnTo>
                <a:lnTo>
                  <a:pt x="9198826" y="469"/>
                </a:lnTo>
                <a:lnTo>
                  <a:pt x="9197708" y="0"/>
                </a:lnTo>
                <a:lnTo>
                  <a:pt x="9195079" y="0"/>
                </a:lnTo>
                <a:lnTo>
                  <a:pt x="9193949" y="469"/>
                </a:lnTo>
                <a:lnTo>
                  <a:pt x="9192095" y="2336"/>
                </a:lnTo>
                <a:lnTo>
                  <a:pt x="9191625" y="3454"/>
                </a:lnTo>
                <a:lnTo>
                  <a:pt x="9191625" y="6083"/>
                </a:lnTo>
                <a:lnTo>
                  <a:pt x="9192095" y="7200"/>
                </a:lnTo>
                <a:lnTo>
                  <a:pt x="9193949" y="9067"/>
                </a:lnTo>
                <a:lnTo>
                  <a:pt x="9195079" y="9525"/>
                </a:lnTo>
                <a:lnTo>
                  <a:pt x="9197708" y="9525"/>
                </a:lnTo>
                <a:lnTo>
                  <a:pt x="9198826" y="9067"/>
                </a:lnTo>
                <a:lnTo>
                  <a:pt x="9200693" y="7200"/>
                </a:lnTo>
                <a:lnTo>
                  <a:pt x="9201150" y="6083"/>
                </a:lnTo>
                <a:lnTo>
                  <a:pt x="9201150" y="3454"/>
                </a:lnTo>
                <a:close/>
              </a:path>
              <a:path w="9867900" h="3000375">
                <a:moveTo>
                  <a:pt x="9248775" y="2994304"/>
                </a:moveTo>
                <a:lnTo>
                  <a:pt x="9248318" y="2993186"/>
                </a:lnTo>
                <a:lnTo>
                  <a:pt x="9246451" y="2991320"/>
                </a:lnTo>
                <a:lnTo>
                  <a:pt x="9245333" y="2990850"/>
                </a:lnTo>
                <a:lnTo>
                  <a:pt x="9242704" y="2990850"/>
                </a:lnTo>
                <a:lnTo>
                  <a:pt x="9241574" y="2991320"/>
                </a:lnTo>
                <a:lnTo>
                  <a:pt x="9239720" y="2993186"/>
                </a:lnTo>
                <a:lnTo>
                  <a:pt x="9239250" y="2994304"/>
                </a:lnTo>
                <a:lnTo>
                  <a:pt x="9239250" y="2996933"/>
                </a:lnTo>
                <a:lnTo>
                  <a:pt x="9239720" y="2998051"/>
                </a:lnTo>
                <a:lnTo>
                  <a:pt x="9241574" y="2999917"/>
                </a:lnTo>
                <a:lnTo>
                  <a:pt x="9242704" y="3000375"/>
                </a:lnTo>
                <a:lnTo>
                  <a:pt x="9245333" y="3000375"/>
                </a:lnTo>
                <a:lnTo>
                  <a:pt x="9246451" y="2999917"/>
                </a:lnTo>
                <a:lnTo>
                  <a:pt x="9248318" y="2998051"/>
                </a:lnTo>
                <a:lnTo>
                  <a:pt x="9248775" y="2996933"/>
                </a:lnTo>
                <a:lnTo>
                  <a:pt x="9248775" y="2994304"/>
                </a:lnTo>
                <a:close/>
              </a:path>
              <a:path w="9867900" h="3000375">
                <a:moveTo>
                  <a:pt x="9248775" y="2567038"/>
                </a:moveTo>
                <a:lnTo>
                  <a:pt x="9248318" y="2565920"/>
                </a:lnTo>
                <a:lnTo>
                  <a:pt x="9246451" y="2564053"/>
                </a:lnTo>
                <a:lnTo>
                  <a:pt x="9245333" y="2563596"/>
                </a:lnTo>
                <a:lnTo>
                  <a:pt x="9242704" y="2563596"/>
                </a:lnTo>
                <a:lnTo>
                  <a:pt x="9241574" y="2564053"/>
                </a:lnTo>
                <a:lnTo>
                  <a:pt x="9239720" y="2565920"/>
                </a:lnTo>
                <a:lnTo>
                  <a:pt x="9239250" y="2567038"/>
                </a:lnTo>
                <a:lnTo>
                  <a:pt x="9239250" y="2569667"/>
                </a:lnTo>
                <a:lnTo>
                  <a:pt x="9239720" y="2570797"/>
                </a:lnTo>
                <a:lnTo>
                  <a:pt x="9241574" y="2572651"/>
                </a:lnTo>
                <a:lnTo>
                  <a:pt x="9242704" y="2573121"/>
                </a:lnTo>
                <a:lnTo>
                  <a:pt x="9245333" y="2573121"/>
                </a:lnTo>
                <a:lnTo>
                  <a:pt x="9246451" y="2572651"/>
                </a:lnTo>
                <a:lnTo>
                  <a:pt x="9248318" y="2570797"/>
                </a:lnTo>
                <a:lnTo>
                  <a:pt x="9248775" y="2569667"/>
                </a:lnTo>
                <a:lnTo>
                  <a:pt x="9248775" y="2567038"/>
                </a:lnTo>
                <a:close/>
              </a:path>
              <a:path w="9867900" h="3000375">
                <a:moveTo>
                  <a:pt x="9248775" y="2139772"/>
                </a:moveTo>
                <a:lnTo>
                  <a:pt x="9248318" y="2138654"/>
                </a:lnTo>
                <a:lnTo>
                  <a:pt x="9246451" y="2136787"/>
                </a:lnTo>
                <a:lnTo>
                  <a:pt x="9245333" y="2136330"/>
                </a:lnTo>
                <a:lnTo>
                  <a:pt x="9242704" y="2136330"/>
                </a:lnTo>
                <a:lnTo>
                  <a:pt x="9241574" y="2136787"/>
                </a:lnTo>
                <a:lnTo>
                  <a:pt x="9239720" y="2138654"/>
                </a:lnTo>
                <a:lnTo>
                  <a:pt x="9239250" y="2139772"/>
                </a:lnTo>
                <a:lnTo>
                  <a:pt x="9239250" y="2142401"/>
                </a:lnTo>
                <a:lnTo>
                  <a:pt x="9239720" y="2143531"/>
                </a:lnTo>
                <a:lnTo>
                  <a:pt x="9241574" y="2145385"/>
                </a:lnTo>
                <a:lnTo>
                  <a:pt x="9242704" y="2145855"/>
                </a:lnTo>
                <a:lnTo>
                  <a:pt x="9245333" y="2145855"/>
                </a:lnTo>
                <a:lnTo>
                  <a:pt x="9246451" y="2145385"/>
                </a:lnTo>
                <a:lnTo>
                  <a:pt x="9248318" y="2143531"/>
                </a:lnTo>
                <a:lnTo>
                  <a:pt x="9248775" y="2142401"/>
                </a:lnTo>
                <a:lnTo>
                  <a:pt x="9248775" y="2139772"/>
                </a:lnTo>
                <a:close/>
              </a:path>
              <a:path w="9867900" h="3000375">
                <a:moveTo>
                  <a:pt x="9248775" y="1712506"/>
                </a:moveTo>
                <a:lnTo>
                  <a:pt x="9248318" y="1711388"/>
                </a:lnTo>
                <a:lnTo>
                  <a:pt x="9246451" y="1709534"/>
                </a:lnTo>
                <a:lnTo>
                  <a:pt x="9245333" y="1709064"/>
                </a:lnTo>
                <a:lnTo>
                  <a:pt x="9242704" y="1709064"/>
                </a:lnTo>
                <a:lnTo>
                  <a:pt x="9241574" y="1709534"/>
                </a:lnTo>
                <a:lnTo>
                  <a:pt x="9239720" y="1711388"/>
                </a:lnTo>
                <a:lnTo>
                  <a:pt x="9239250" y="1712506"/>
                </a:lnTo>
                <a:lnTo>
                  <a:pt x="9239250" y="1715135"/>
                </a:lnTo>
                <a:lnTo>
                  <a:pt x="9239720" y="1716265"/>
                </a:lnTo>
                <a:lnTo>
                  <a:pt x="9241574" y="1718119"/>
                </a:lnTo>
                <a:lnTo>
                  <a:pt x="9242704" y="1718589"/>
                </a:lnTo>
                <a:lnTo>
                  <a:pt x="9245333" y="1718589"/>
                </a:lnTo>
                <a:lnTo>
                  <a:pt x="9246451" y="1718119"/>
                </a:lnTo>
                <a:lnTo>
                  <a:pt x="9248318" y="1716265"/>
                </a:lnTo>
                <a:lnTo>
                  <a:pt x="9248775" y="1715135"/>
                </a:lnTo>
                <a:lnTo>
                  <a:pt x="9248775" y="1712506"/>
                </a:lnTo>
                <a:close/>
              </a:path>
              <a:path w="9867900" h="3000375">
                <a:moveTo>
                  <a:pt x="9248775" y="1285252"/>
                </a:moveTo>
                <a:lnTo>
                  <a:pt x="9248318" y="1284122"/>
                </a:lnTo>
                <a:lnTo>
                  <a:pt x="9246451" y="1282268"/>
                </a:lnTo>
                <a:lnTo>
                  <a:pt x="9245333" y="1281798"/>
                </a:lnTo>
                <a:lnTo>
                  <a:pt x="9242704" y="1281798"/>
                </a:lnTo>
                <a:lnTo>
                  <a:pt x="9241574" y="1282268"/>
                </a:lnTo>
                <a:lnTo>
                  <a:pt x="9239720" y="1284122"/>
                </a:lnTo>
                <a:lnTo>
                  <a:pt x="9239250" y="1285252"/>
                </a:lnTo>
                <a:lnTo>
                  <a:pt x="9239250" y="1287881"/>
                </a:lnTo>
                <a:lnTo>
                  <a:pt x="9239720" y="1288999"/>
                </a:lnTo>
                <a:lnTo>
                  <a:pt x="9241574" y="1290853"/>
                </a:lnTo>
                <a:lnTo>
                  <a:pt x="9242704" y="1291323"/>
                </a:lnTo>
                <a:lnTo>
                  <a:pt x="9245333" y="1291323"/>
                </a:lnTo>
                <a:lnTo>
                  <a:pt x="9246451" y="1290853"/>
                </a:lnTo>
                <a:lnTo>
                  <a:pt x="9248318" y="1288999"/>
                </a:lnTo>
                <a:lnTo>
                  <a:pt x="9248775" y="1287881"/>
                </a:lnTo>
                <a:lnTo>
                  <a:pt x="9248775" y="1285252"/>
                </a:lnTo>
                <a:close/>
              </a:path>
              <a:path w="9867900" h="3000375">
                <a:moveTo>
                  <a:pt x="9248775" y="857986"/>
                </a:moveTo>
                <a:lnTo>
                  <a:pt x="9248318" y="856856"/>
                </a:lnTo>
                <a:lnTo>
                  <a:pt x="9246451" y="855002"/>
                </a:lnTo>
                <a:lnTo>
                  <a:pt x="9245333" y="854532"/>
                </a:lnTo>
                <a:lnTo>
                  <a:pt x="9242704" y="854532"/>
                </a:lnTo>
                <a:lnTo>
                  <a:pt x="9241574" y="855002"/>
                </a:lnTo>
                <a:lnTo>
                  <a:pt x="9239720" y="856856"/>
                </a:lnTo>
                <a:lnTo>
                  <a:pt x="9239250" y="857986"/>
                </a:lnTo>
                <a:lnTo>
                  <a:pt x="9239250" y="860615"/>
                </a:lnTo>
                <a:lnTo>
                  <a:pt x="9239720" y="861733"/>
                </a:lnTo>
                <a:lnTo>
                  <a:pt x="9241574" y="863600"/>
                </a:lnTo>
                <a:lnTo>
                  <a:pt x="9242704" y="864057"/>
                </a:lnTo>
                <a:lnTo>
                  <a:pt x="9245333" y="864057"/>
                </a:lnTo>
                <a:lnTo>
                  <a:pt x="9246451" y="863600"/>
                </a:lnTo>
                <a:lnTo>
                  <a:pt x="9248318" y="861733"/>
                </a:lnTo>
                <a:lnTo>
                  <a:pt x="9248775" y="860615"/>
                </a:lnTo>
                <a:lnTo>
                  <a:pt x="9248775" y="857986"/>
                </a:lnTo>
                <a:close/>
              </a:path>
              <a:path w="9867900" h="3000375">
                <a:moveTo>
                  <a:pt x="9248775" y="430720"/>
                </a:moveTo>
                <a:lnTo>
                  <a:pt x="9248318" y="429590"/>
                </a:lnTo>
                <a:lnTo>
                  <a:pt x="9246451" y="427736"/>
                </a:lnTo>
                <a:lnTo>
                  <a:pt x="9245333" y="427266"/>
                </a:lnTo>
                <a:lnTo>
                  <a:pt x="9242704" y="427266"/>
                </a:lnTo>
                <a:lnTo>
                  <a:pt x="9241574" y="427736"/>
                </a:lnTo>
                <a:lnTo>
                  <a:pt x="9239720" y="429590"/>
                </a:lnTo>
                <a:lnTo>
                  <a:pt x="9239250" y="430720"/>
                </a:lnTo>
                <a:lnTo>
                  <a:pt x="9239250" y="433349"/>
                </a:lnTo>
                <a:lnTo>
                  <a:pt x="9239720" y="434467"/>
                </a:lnTo>
                <a:lnTo>
                  <a:pt x="9241574" y="436333"/>
                </a:lnTo>
                <a:lnTo>
                  <a:pt x="9242704" y="436791"/>
                </a:lnTo>
                <a:lnTo>
                  <a:pt x="9245333" y="436791"/>
                </a:lnTo>
                <a:lnTo>
                  <a:pt x="9246451" y="436333"/>
                </a:lnTo>
                <a:lnTo>
                  <a:pt x="9248318" y="434467"/>
                </a:lnTo>
                <a:lnTo>
                  <a:pt x="9248775" y="433349"/>
                </a:lnTo>
                <a:lnTo>
                  <a:pt x="9248775" y="430720"/>
                </a:lnTo>
                <a:close/>
              </a:path>
              <a:path w="9867900" h="3000375">
                <a:moveTo>
                  <a:pt x="9248775" y="3454"/>
                </a:moveTo>
                <a:lnTo>
                  <a:pt x="9248318" y="2336"/>
                </a:lnTo>
                <a:lnTo>
                  <a:pt x="9246451" y="469"/>
                </a:lnTo>
                <a:lnTo>
                  <a:pt x="9245333" y="0"/>
                </a:lnTo>
                <a:lnTo>
                  <a:pt x="9242704" y="0"/>
                </a:lnTo>
                <a:lnTo>
                  <a:pt x="9241574" y="469"/>
                </a:lnTo>
                <a:lnTo>
                  <a:pt x="9239720" y="2336"/>
                </a:lnTo>
                <a:lnTo>
                  <a:pt x="9239250" y="3454"/>
                </a:lnTo>
                <a:lnTo>
                  <a:pt x="9239250" y="6083"/>
                </a:lnTo>
                <a:lnTo>
                  <a:pt x="9239720" y="7200"/>
                </a:lnTo>
                <a:lnTo>
                  <a:pt x="9241574" y="9067"/>
                </a:lnTo>
                <a:lnTo>
                  <a:pt x="9242704" y="9525"/>
                </a:lnTo>
                <a:lnTo>
                  <a:pt x="9245333" y="9525"/>
                </a:lnTo>
                <a:lnTo>
                  <a:pt x="9246451" y="9067"/>
                </a:lnTo>
                <a:lnTo>
                  <a:pt x="9248318" y="7200"/>
                </a:lnTo>
                <a:lnTo>
                  <a:pt x="9248775" y="6083"/>
                </a:lnTo>
                <a:lnTo>
                  <a:pt x="9248775" y="3454"/>
                </a:lnTo>
                <a:close/>
              </a:path>
              <a:path w="9867900" h="3000375">
                <a:moveTo>
                  <a:pt x="9296400" y="2994304"/>
                </a:moveTo>
                <a:lnTo>
                  <a:pt x="9295943" y="2993186"/>
                </a:lnTo>
                <a:lnTo>
                  <a:pt x="9294076" y="2991320"/>
                </a:lnTo>
                <a:lnTo>
                  <a:pt x="9292958" y="2990850"/>
                </a:lnTo>
                <a:lnTo>
                  <a:pt x="9290329" y="2990850"/>
                </a:lnTo>
                <a:lnTo>
                  <a:pt x="9289199" y="2991320"/>
                </a:lnTo>
                <a:lnTo>
                  <a:pt x="9287345" y="2993186"/>
                </a:lnTo>
                <a:lnTo>
                  <a:pt x="9286875" y="2994304"/>
                </a:lnTo>
                <a:lnTo>
                  <a:pt x="9286875" y="2996933"/>
                </a:lnTo>
                <a:lnTo>
                  <a:pt x="9287345" y="2998051"/>
                </a:lnTo>
                <a:lnTo>
                  <a:pt x="9289199" y="2999917"/>
                </a:lnTo>
                <a:lnTo>
                  <a:pt x="9290329" y="3000375"/>
                </a:lnTo>
                <a:lnTo>
                  <a:pt x="9292958" y="3000375"/>
                </a:lnTo>
                <a:lnTo>
                  <a:pt x="9294076" y="2999917"/>
                </a:lnTo>
                <a:lnTo>
                  <a:pt x="9295943" y="2998051"/>
                </a:lnTo>
                <a:lnTo>
                  <a:pt x="9296400" y="2996933"/>
                </a:lnTo>
                <a:lnTo>
                  <a:pt x="9296400" y="2994304"/>
                </a:lnTo>
                <a:close/>
              </a:path>
              <a:path w="9867900" h="3000375">
                <a:moveTo>
                  <a:pt x="9296400" y="2567038"/>
                </a:moveTo>
                <a:lnTo>
                  <a:pt x="9295943" y="2565920"/>
                </a:lnTo>
                <a:lnTo>
                  <a:pt x="9294076" y="2564053"/>
                </a:lnTo>
                <a:lnTo>
                  <a:pt x="9292958" y="2563596"/>
                </a:lnTo>
                <a:lnTo>
                  <a:pt x="9290329" y="2563596"/>
                </a:lnTo>
                <a:lnTo>
                  <a:pt x="9289199" y="2564053"/>
                </a:lnTo>
                <a:lnTo>
                  <a:pt x="9287345" y="2565920"/>
                </a:lnTo>
                <a:lnTo>
                  <a:pt x="9286875" y="2567038"/>
                </a:lnTo>
                <a:lnTo>
                  <a:pt x="9286875" y="2569667"/>
                </a:lnTo>
                <a:lnTo>
                  <a:pt x="9287345" y="2570797"/>
                </a:lnTo>
                <a:lnTo>
                  <a:pt x="9289199" y="2572651"/>
                </a:lnTo>
                <a:lnTo>
                  <a:pt x="9290329" y="2573121"/>
                </a:lnTo>
                <a:lnTo>
                  <a:pt x="9292958" y="2573121"/>
                </a:lnTo>
                <a:lnTo>
                  <a:pt x="9294076" y="2572651"/>
                </a:lnTo>
                <a:lnTo>
                  <a:pt x="9295943" y="2570797"/>
                </a:lnTo>
                <a:lnTo>
                  <a:pt x="9296400" y="2569667"/>
                </a:lnTo>
                <a:lnTo>
                  <a:pt x="9296400" y="2567038"/>
                </a:lnTo>
                <a:close/>
              </a:path>
              <a:path w="9867900" h="3000375">
                <a:moveTo>
                  <a:pt x="9296400" y="2139772"/>
                </a:moveTo>
                <a:lnTo>
                  <a:pt x="9295943" y="2138654"/>
                </a:lnTo>
                <a:lnTo>
                  <a:pt x="9294076" y="2136787"/>
                </a:lnTo>
                <a:lnTo>
                  <a:pt x="9292958" y="2136330"/>
                </a:lnTo>
                <a:lnTo>
                  <a:pt x="9290329" y="2136330"/>
                </a:lnTo>
                <a:lnTo>
                  <a:pt x="9289199" y="2136787"/>
                </a:lnTo>
                <a:lnTo>
                  <a:pt x="9287345" y="2138654"/>
                </a:lnTo>
                <a:lnTo>
                  <a:pt x="9286875" y="2139772"/>
                </a:lnTo>
                <a:lnTo>
                  <a:pt x="9286875" y="2142401"/>
                </a:lnTo>
                <a:lnTo>
                  <a:pt x="9287345" y="2143531"/>
                </a:lnTo>
                <a:lnTo>
                  <a:pt x="9289199" y="2145385"/>
                </a:lnTo>
                <a:lnTo>
                  <a:pt x="9290329" y="2145855"/>
                </a:lnTo>
                <a:lnTo>
                  <a:pt x="9292958" y="2145855"/>
                </a:lnTo>
                <a:lnTo>
                  <a:pt x="9294076" y="2145385"/>
                </a:lnTo>
                <a:lnTo>
                  <a:pt x="9295943" y="2143531"/>
                </a:lnTo>
                <a:lnTo>
                  <a:pt x="9296400" y="2142401"/>
                </a:lnTo>
                <a:lnTo>
                  <a:pt x="9296400" y="2139772"/>
                </a:lnTo>
                <a:close/>
              </a:path>
              <a:path w="9867900" h="3000375">
                <a:moveTo>
                  <a:pt x="9296400" y="1712506"/>
                </a:moveTo>
                <a:lnTo>
                  <a:pt x="9295943" y="1711388"/>
                </a:lnTo>
                <a:lnTo>
                  <a:pt x="9294076" y="1709534"/>
                </a:lnTo>
                <a:lnTo>
                  <a:pt x="9292958" y="1709064"/>
                </a:lnTo>
                <a:lnTo>
                  <a:pt x="9290329" y="1709064"/>
                </a:lnTo>
                <a:lnTo>
                  <a:pt x="9289199" y="1709534"/>
                </a:lnTo>
                <a:lnTo>
                  <a:pt x="9287345" y="1711388"/>
                </a:lnTo>
                <a:lnTo>
                  <a:pt x="9286875" y="1712506"/>
                </a:lnTo>
                <a:lnTo>
                  <a:pt x="9286875" y="1715135"/>
                </a:lnTo>
                <a:lnTo>
                  <a:pt x="9287345" y="1716265"/>
                </a:lnTo>
                <a:lnTo>
                  <a:pt x="9289199" y="1718119"/>
                </a:lnTo>
                <a:lnTo>
                  <a:pt x="9290329" y="1718589"/>
                </a:lnTo>
                <a:lnTo>
                  <a:pt x="9292958" y="1718589"/>
                </a:lnTo>
                <a:lnTo>
                  <a:pt x="9294076" y="1718119"/>
                </a:lnTo>
                <a:lnTo>
                  <a:pt x="9295943" y="1716265"/>
                </a:lnTo>
                <a:lnTo>
                  <a:pt x="9296400" y="1715135"/>
                </a:lnTo>
                <a:lnTo>
                  <a:pt x="9296400" y="1712506"/>
                </a:lnTo>
                <a:close/>
              </a:path>
              <a:path w="9867900" h="3000375">
                <a:moveTo>
                  <a:pt x="9296400" y="1285252"/>
                </a:moveTo>
                <a:lnTo>
                  <a:pt x="9295943" y="1284122"/>
                </a:lnTo>
                <a:lnTo>
                  <a:pt x="9294076" y="1282268"/>
                </a:lnTo>
                <a:lnTo>
                  <a:pt x="9292958" y="1281798"/>
                </a:lnTo>
                <a:lnTo>
                  <a:pt x="9290329" y="1281798"/>
                </a:lnTo>
                <a:lnTo>
                  <a:pt x="9289199" y="1282268"/>
                </a:lnTo>
                <a:lnTo>
                  <a:pt x="9287345" y="1284122"/>
                </a:lnTo>
                <a:lnTo>
                  <a:pt x="9286875" y="1285252"/>
                </a:lnTo>
                <a:lnTo>
                  <a:pt x="9286875" y="1287881"/>
                </a:lnTo>
                <a:lnTo>
                  <a:pt x="9287345" y="1288999"/>
                </a:lnTo>
                <a:lnTo>
                  <a:pt x="9289199" y="1290853"/>
                </a:lnTo>
                <a:lnTo>
                  <a:pt x="9290329" y="1291323"/>
                </a:lnTo>
                <a:lnTo>
                  <a:pt x="9292958" y="1291323"/>
                </a:lnTo>
                <a:lnTo>
                  <a:pt x="9294076" y="1290853"/>
                </a:lnTo>
                <a:lnTo>
                  <a:pt x="9295943" y="1288999"/>
                </a:lnTo>
                <a:lnTo>
                  <a:pt x="9296400" y="1287881"/>
                </a:lnTo>
                <a:lnTo>
                  <a:pt x="9296400" y="1285252"/>
                </a:lnTo>
                <a:close/>
              </a:path>
              <a:path w="9867900" h="3000375">
                <a:moveTo>
                  <a:pt x="9296400" y="857986"/>
                </a:moveTo>
                <a:lnTo>
                  <a:pt x="9295943" y="856856"/>
                </a:lnTo>
                <a:lnTo>
                  <a:pt x="9294076" y="855002"/>
                </a:lnTo>
                <a:lnTo>
                  <a:pt x="9292958" y="854532"/>
                </a:lnTo>
                <a:lnTo>
                  <a:pt x="9290329" y="854532"/>
                </a:lnTo>
                <a:lnTo>
                  <a:pt x="9289199" y="855002"/>
                </a:lnTo>
                <a:lnTo>
                  <a:pt x="9287345" y="856856"/>
                </a:lnTo>
                <a:lnTo>
                  <a:pt x="9286875" y="857986"/>
                </a:lnTo>
                <a:lnTo>
                  <a:pt x="9286875" y="860615"/>
                </a:lnTo>
                <a:lnTo>
                  <a:pt x="9287345" y="861733"/>
                </a:lnTo>
                <a:lnTo>
                  <a:pt x="9289199" y="863600"/>
                </a:lnTo>
                <a:lnTo>
                  <a:pt x="9290329" y="864057"/>
                </a:lnTo>
                <a:lnTo>
                  <a:pt x="9292958" y="864057"/>
                </a:lnTo>
                <a:lnTo>
                  <a:pt x="9294076" y="863600"/>
                </a:lnTo>
                <a:lnTo>
                  <a:pt x="9295943" y="861733"/>
                </a:lnTo>
                <a:lnTo>
                  <a:pt x="9296400" y="860615"/>
                </a:lnTo>
                <a:lnTo>
                  <a:pt x="9296400" y="857986"/>
                </a:lnTo>
                <a:close/>
              </a:path>
              <a:path w="9867900" h="3000375">
                <a:moveTo>
                  <a:pt x="9296400" y="430720"/>
                </a:moveTo>
                <a:lnTo>
                  <a:pt x="9295943" y="429590"/>
                </a:lnTo>
                <a:lnTo>
                  <a:pt x="9294076" y="427736"/>
                </a:lnTo>
                <a:lnTo>
                  <a:pt x="9292958" y="427266"/>
                </a:lnTo>
                <a:lnTo>
                  <a:pt x="9290329" y="427266"/>
                </a:lnTo>
                <a:lnTo>
                  <a:pt x="9289199" y="427736"/>
                </a:lnTo>
                <a:lnTo>
                  <a:pt x="9287345" y="429590"/>
                </a:lnTo>
                <a:lnTo>
                  <a:pt x="9286875" y="430720"/>
                </a:lnTo>
                <a:lnTo>
                  <a:pt x="9286875" y="433349"/>
                </a:lnTo>
                <a:lnTo>
                  <a:pt x="9287345" y="434467"/>
                </a:lnTo>
                <a:lnTo>
                  <a:pt x="9289199" y="436333"/>
                </a:lnTo>
                <a:lnTo>
                  <a:pt x="9290329" y="436791"/>
                </a:lnTo>
                <a:lnTo>
                  <a:pt x="9292958" y="436791"/>
                </a:lnTo>
                <a:lnTo>
                  <a:pt x="9294076" y="436333"/>
                </a:lnTo>
                <a:lnTo>
                  <a:pt x="9295943" y="434467"/>
                </a:lnTo>
                <a:lnTo>
                  <a:pt x="9296400" y="433349"/>
                </a:lnTo>
                <a:lnTo>
                  <a:pt x="9296400" y="430720"/>
                </a:lnTo>
                <a:close/>
              </a:path>
              <a:path w="9867900" h="3000375">
                <a:moveTo>
                  <a:pt x="9296400" y="3454"/>
                </a:moveTo>
                <a:lnTo>
                  <a:pt x="9295943" y="2336"/>
                </a:lnTo>
                <a:lnTo>
                  <a:pt x="9294076" y="469"/>
                </a:lnTo>
                <a:lnTo>
                  <a:pt x="9292958" y="0"/>
                </a:lnTo>
                <a:lnTo>
                  <a:pt x="9290329" y="0"/>
                </a:lnTo>
                <a:lnTo>
                  <a:pt x="9289199" y="469"/>
                </a:lnTo>
                <a:lnTo>
                  <a:pt x="9287345" y="2336"/>
                </a:lnTo>
                <a:lnTo>
                  <a:pt x="9286875" y="3454"/>
                </a:lnTo>
                <a:lnTo>
                  <a:pt x="9286875" y="6083"/>
                </a:lnTo>
                <a:lnTo>
                  <a:pt x="9287345" y="7200"/>
                </a:lnTo>
                <a:lnTo>
                  <a:pt x="9289199" y="9067"/>
                </a:lnTo>
                <a:lnTo>
                  <a:pt x="9290329" y="9525"/>
                </a:lnTo>
                <a:lnTo>
                  <a:pt x="9292958" y="9525"/>
                </a:lnTo>
                <a:lnTo>
                  <a:pt x="9294076" y="9067"/>
                </a:lnTo>
                <a:lnTo>
                  <a:pt x="9295943" y="7200"/>
                </a:lnTo>
                <a:lnTo>
                  <a:pt x="9296400" y="6083"/>
                </a:lnTo>
                <a:lnTo>
                  <a:pt x="9296400" y="3454"/>
                </a:lnTo>
                <a:close/>
              </a:path>
              <a:path w="9867900" h="3000375">
                <a:moveTo>
                  <a:pt x="9344025" y="2994304"/>
                </a:moveTo>
                <a:lnTo>
                  <a:pt x="9343568" y="2993186"/>
                </a:lnTo>
                <a:lnTo>
                  <a:pt x="9341701" y="2991320"/>
                </a:lnTo>
                <a:lnTo>
                  <a:pt x="9340583" y="2990850"/>
                </a:lnTo>
                <a:lnTo>
                  <a:pt x="9337954" y="2990850"/>
                </a:lnTo>
                <a:lnTo>
                  <a:pt x="9336824" y="2991320"/>
                </a:lnTo>
                <a:lnTo>
                  <a:pt x="9334970" y="2993186"/>
                </a:lnTo>
                <a:lnTo>
                  <a:pt x="9334500" y="2994304"/>
                </a:lnTo>
                <a:lnTo>
                  <a:pt x="9334500" y="2996933"/>
                </a:lnTo>
                <a:lnTo>
                  <a:pt x="9334970" y="2998051"/>
                </a:lnTo>
                <a:lnTo>
                  <a:pt x="9336824" y="2999917"/>
                </a:lnTo>
                <a:lnTo>
                  <a:pt x="9337954" y="3000375"/>
                </a:lnTo>
                <a:lnTo>
                  <a:pt x="9340583" y="3000375"/>
                </a:lnTo>
                <a:lnTo>
                  <a:pt x="9341701" y="2999917"/>
                </a:lnTo>
                <a:lnTo>
                  <a:pt x="9343568" y="2998051"/>
                </a:lnTo>
                <a:lnTo>
                  <a:pt x="9344025" y="2996933"/>
                </a:lnTo>
                <a:lnTo>
                  <a:pt x="9344025" y="2994304"/>
                </a:lnTo>
                <a:close/>
              </a:path>
              <a:path w="9867900" h="3000375">
                <a:moveTo>
                  <a:pt x="9344025" y="2567038"/>
                </a:moveTo>
                <a:lnTo>
                  <a:pt x="9343568" y="2565920"/>
                </a:lnTo>
                <a:lnTo>
                  <a:pt x="9341701" y="2564053"/>
                </a:lnTo>
                <a:lnTo>
                  <a:pt x="9340583" y="2563596"/>
                </a:lnTo>
                <a:lnTo>
                  <a:pt x="9337954" y="2563596"/>
                </a:lnTo>
                <a:lnTo>
                  <a:pt x="9336824" y="2564053"/>
                </a:lnTo>
                <a:lnTo>
                  <a:pt x="9334970" y="2565920"/>
                </a:lnTo>
                <a:lnTo>
                  <a:pt x="9334500" y="2567038"/>
                </a:lnTo>
                <a:lnTo>
                  <a:pt x="9334500" y="2569667"/>
                </a:lnTo>
                <a:lnTo>
                  <a:pt x="9334970" y="2570797"/>
                </a:lnTo>
                <a:lnTo>
                  <a:pt x="9336824" y="2572651"/>
                </a:lnTo>
                <a:lnTo>
                  <a:pt x="9337954" y="2573121"/>
                </a:lnTo>
                <a:lnTo>
                  <a:pt x="9340583" y="2573121"/>
                </a:lnTo>
                <a:lnTo>
                  <a:pt x="9341701" y="2572651"/>
                </a:lnTo>
                <a:lnTo>
                  <a:pt x="9343568" y="2570797"/>
                </a:lnTo>
                <a:lnTo>
                  <a:pt x="9344025" y="2569667"/>
                </a:lnTo>
                <a:lnTo>
                  <a:pt x="9344025" y="2567038"/>
                </a:lnTo>
                <a:close/>
              </a:path>
              <a:path w="9867900" h="3000375">
                <a:moveTo>
                  <a:pt x="9344025" y="2139772"/>
                </a:moveTo>
                <a:lnTo>
                  <a:pt x="9343568" y="2138654"/>
                </a:lnTo>
                <a:lnTo>
                  <a:pt x="9341701" y="2136787"/>
                </a:lnTo>
                <a:lnTo>
                  <a:pt x="9340583" y="2136330"/>
                </a:lnTo>
                <a:lnTo>
                  <a:pt x="9337954" y="2136330"/>
                </a:lnTo>
                <a:lnTo>
                  <a:pt x="9336824" y="2136787"/>
                </a:lnTo>
                <a:lnTo>
                  <a:pt x="9334970" y="2138654"/>
                </a:lnTo>
                <a:lnTo>
                  <a:pt x="9334500" y="2139772"/>
                </a:lnTo>
                <a:lnTo>
                  <a:pt x="9334500" y="2142401"/>
                </a:lnTo>
                <a:lnTo>
                  <a:pt x="9334970" y="2143531"/>
                </a:lnTo>
                <a:lnTo>
                  <a:pt x="9336824" y="2145385"/>
                </a:lnTo>
                <a:lnTo>
                  <a:pt x="9337954" y="2145855"/>
                </a:lnTo>
                <a:lnTo>
                  <a:pt x="9340583" y="2145855"/>
                </a:lnTo>
                <a:lnTo>
                  <a:pt x="9341701" y="2145385"/>
                </a:lnTo>
                <a:lnTo>
                  <a:pt x="9343568" y="2143531"/>
                </a:lnTo>
                <a:lnTo>
                  <a:pt x="9344025" y="2142401"/>
                </a:lnTo>
                <a:lnTo>
                  <a:pt x="9344025" y="2139772"/>
                </a:lnTo>
                <a:close/>
              </a:path>
              <a:path w="9867900" h="3000375">
                <a:moveTo>
                  <a:pt x="9344025" y="1712506"/>
                </a:moveTo>
                <a:lnTo>
                  <a:pt x="9343568" y="1711388"/>
                </a:lnTo>
                <a:lnTo>
                  <a:pt x="9341701" y="1709534"/>
                </a:lnTo>
                <a:lnTo>
                  <a:pt x="9340583" y="1709064"/>
                </a:lnTo>
                <a:lnTo>
                  <a:pt x="9337954" y="1709064"/>
                </a:lnTo>
                <a:lnTo>
                  <a:pt x="9336824" y="1709534"/>
                </a:lnTo>
                <a:lnTo>
                  <a:pt x="9334970" y="1711388"/>
                </a:lnTo>
                <a:lnTo>
                  <a:pt x="9334500" y="1712506"/>
                </a:lnTo>
                <a:lnTo>
                  <a:pt x="9334500" y="1715135"/>
                </a:lnTo>
                <a:lnTo>
                  <a:pt x="9334970" y="1716265"/>
                </a:lnTo>
                <a:lnTo>
                  <a:pt x="9336824" y="1718119"/>
                </a:lnTo>
                <a:lnTo>
                  <a:pt x="9337954" y="1718589"/>
                </a:lnTo>
                <a:lnTo>
                  <a:pt x="9340583" y="1718589"/>
                </a:lnTo>
                <a:lnTo>
                  <a:pt x="9341701" y="1718119"/>
                </a:lnTo>
                <a:lnTo>
                  <a:pt x="9343568" y="1716265"/>
                </a:lnTo>
                <a:lnTo>
                  <a:pt x="9344025" y="1715135"/>
                </a:lnTo>
                <a:lnTo>
                  <a:pt x="9344025" y="1712506"/>
                </a:lnTo>
                <a:close/>
              </a:path>
              <a:path w="9867900" h="3000375">
                <a:moveTo>
                  <a:pt x="9344025" y="1285252"/>
                </a:moveTo>
                <a:lnTo>
                  <a:pt x="9343568" y="1284122"/>
                </a:lnTo>
                <a:lnTo>
                  <a:pt x="9341701" y="1282268"/>
                </a:lnTo>
                <a:lnTo>
                  <a:pt x="9340583" y="1281798"/>
                </a:lnTo>
                <a:lnTo>
                  <a:pt x="9337954" y="1281798"/>
                </a:lnTo>
                <a:lnTo>
                  <a:pt x="9336824" y="1282268"/>
                </a:lnTo>
                <a:lnTo>
                  <a:pt x="9334970" y="1284122"/>
                </a:lnTo>
                <a:lnTo>
                  <a:pt x="9334500" y="1285252"/>
                </a:lnTo>
                <a:lnTo>
                  <a:pt x="9334500" y="1287881"/>
                </a:lnTo>
                <a:lnTo>
                  <a:pt x="9334970" y="1288999"/>
                </a:lnTo>
                <a:lnTo>
                  <a:pt x="9336824" y="1290853"/>
                </a:lnTo>
                <a:lnTo>
                  <a:pt x="9337954" y="1291323"/>
                </a:lnTo>
                <a:lnTo>
                  <a:pt x="9340583" y="1291323"/>
                </a:lnTo>
                <a:lnTo>
                  <a:pt x="9341701" y="1290853"/>
                </a:lnTo>
                <a:lnTo>
                  <a:pt x="9343568" y="1288999"/>
                </a:lnTo>
                <a:lnTo>
                  <a:pt x="9344025" y="1287881"/>
                </a:lnTo>
                <a:lnTo>
                  <a:pt x="9344025" y="1285252"/>
                </a:lnTo>
                <a:close/>
              </a:path>
              <a:path w="9867900" h="3000375">
                <a:moveTo>
                  <a:pt x="9344025" y="857986"/>
                </a:moveTo>
                <a:lnTo>
                  <a:pt x="9343568" y="856856"/>
                </a:lnTo>
                <a:lnTo>
                  <a:pt x="9341701" y="855002"/>
                </a:lnTo>
                <a:lnTo>
                  <a:pt x="9340583" y="854532"/>
                </a:lnTo>
                <a:lnTo>
                  <a:pt x="9337954" y="854532"/>
                </a:lnTo>
                <a:lnTo>
                  <a:pt x="9336824" y="855002"/>
                </a:lnTo>
                <a:lnTo>
                  <a:pt x="9334970" y="856856"/>
                </a:lnTo>
                <a:lnTo>
                  <a:pt x="9334500" y="857986"/>
                </a:lnTo>
                <a:lnTo>
                  <a:pt x="9334500" y="860615"/>
                </a:lnTo>
                <a:lnTo>
                  <a:pt x="9334970" y="861733"/>
                </a:lnTo>
                <a:lnTo>
                  <a:pt x="9336824" y="863600"/>
                </a:lnTo>
                <a:lnTo>
                  <a:pt x="9337954" y="864057"/>
                </a:lnTo>
                <a:lnTo>
                  <a:pt x="9340583" y="864057"/>
                </a:lnTo>
                <a:lnTo>
                  <a:pt x="9341701" y="863600"/>
                </a:lnTo>
                <a:lnTo>
                  <a:pt x="9343568" y="861733"/>
                </a:lnTo>
                <a:lnTo>
                  <a:pt x="9344025" y="860615"/>
                </a:lnTo>
                <a:lnTo>
                  <a:pt x="9344025" y="857986"/>
                </a:lnTo>
                <a:close/>
              </a:path>
              <a:path w="9867900" h="3000375">
                <a:moveTo>
                  <a:pt x="9344025" y="430720"/>
                </a:moveTo>
                <a:lnTo>
                  <a:pt x="9343568" y="429590"/>
                </a:lnTo>
                <a:lnTo>
                  <a:pt x="9341701" y="427736"/>
                </a:lnTo>
                <a:lnTo>
                  <a:pt x="9340583" y="427266"/>
                </a:lnTo>
                <a:lnTo>
                  <a:pt x="9337954" y="427266"/>
                </a:lnTo>
                <a:lnTo>
                  <a:pt x="9336824" y="427736"/>
                </a:lnTo>
                <a:lnTo>
                  <a:pt x="9334970" y="429590"/>
                </a:lnTo>
                <a:lnTo>
                  <a:pt x="9334500" y="430720"/>
                </a:lnTo>
                <a:lnTo>
                  <a:pt x="9334500" y="433349"/>
                </a:lnTo>
                <a:lnTo>
                  <a:pt x="9334970" y="434467"/>
                </a:lnTo>
                <a:lnTo>
                  <a:pt x="9336824" y="436333"/>
                </a:lnTo>
                <a:lnTo>
                  <a:pt x="9337954" y="436791"/>
                </a:lnTo>
                <a:lnTo>
                  <a:pt x="9340583" y="436791"/>
                </a:lnTo>
                <a:lnTo>
                  <a:pt x="9341701" y="436333"/>
                </a:lnTo>
                <a:lnTo>
                  <a:pt x="9343568" y="434467"/>
                </a:lnTo>
                <a:lnTo>
                  <a:pt x="9344025" y="433349"/>
                </a:lnTo>
                <a:lnTo>
                  <a:pt x="9344025" y="430720"/>
                </a:lnTo>
                <a:close/>
              </a:path>
              <a:path w="9867900" h="3000375">
                <a:moveTo>
                  <a:pt x="9344025" y="3454"/>
                </a:moveTo>
                <a:lnTo>
                  <a:pt x="9343568" y="2336"/>
                </a:lnTo>
                <a:lnTo>
                  <a:pt x="9341701" y="469"/>
                </a:lnTo>
                <a:lnTo>
                  <a:pt x="9340583" y="0"/>
                </a:lnTo>
                <a:lnTo>
                  <a:pt x="9337954" y="0"/>
                </a:lnTo>
                <a:lnTo>
                  <a:pt x="9336824" y="469"/>
                </a:lnTo>
                <a:lnTo>
                  <a:pt x="9334970" y="2336"/>
                </a:lnTo>
                <a:lnTo>
                  <a:pt x="9334500" y="3454"/>
                </a:lnTo>
                <a:lnTo>
                  <a:pt x="9334500" y="6083"/>
                </a:lnTo>
                <a:lnTo>
                  <a:pt x="9334970" y="7200"/>
                </a:lnTo>
                <a:lnTo>
                  <a:pt x="9336824" y="9067"/>
                </a:lnTo>
                <a:lnTo>
                  <a:pt x="9337954" y="9525"/>
                </a:lnTo>
                <a:lnTo>
                  <a:pt x="9340583" y="9525"/>
                </a:lnTo>
                <a:lnTo>
                  <a:pt x="9341701" y="9067"/>
                </a:lnTo>
                <a:lnTo>
                  <a:pt x="9343568" y="7200"/>
                </a:lnTo>
                <a:lnTo>
                  <a:pt x="9344025" y="6083"/>
                </a:lnTo>
                <a:lnTo>
                  <a:pt x="9344025" y="3454"/>
                </a:lnTo>
                <a:close/>
              </a:path>
              <a:path w="9867900" h="3000375">
                <a:moveTo>
                  <a:pt x="9391650" y="2994304"/>
                </a:moveTo>
                <a:lnTo>
                  <a:pt x="9391193" y="2993186"/>
                </a:lnTo>
                <a:lnTo>
                  <a:pt x="9389326" y="2991320"/>
                </a:lnTo>
                <a:lnTo>
                  <a:pt x="9388208" y="2990850"/>
                </a:lnTo>
                <a:lnTo>
                  <a:pt x="9385579" y="2990850"/>
                </a:lnTo>
                <a:lnTo>
                  <a:pt x="9384449" y="2991320"/>
                </a:lnTo>
                <a:lnTo>
                  <a:pt x="9382595" y="2993186"/>
                </a:lnTo>
                <a:lnTo>
                  <a:pt x="9382125" y="2994304"/>
                </a:lnTo>
                <a:lnTo>
                  <a:pt x="9382125" y="2996933"/>
                </a:lnTo>
                <a:lnTo>
                  <a:pt x="9382595" y="2998051"/>
                </a:lnTo>
                <a:lnTo>
                  <a:pt x="9384449" y="2999917"/>
                </a:lnTo>
                <a:lnTo>
                  <a:pt x="9385579" y="3000375"/>
                </a:lnTo>
                <a:lnTo>
                  <a:pt x="9388208" y="3000375"/>
                </a:lnTo>
                <a:lnTo>
                  <a:pt x="9389326" y="2999917"/>
                </a:lnTo>
                <a:lnTo>
                  <a:pt x="9391193" y="2998051"/>
                </a:lnTo>
                <a:lnTo>
                  <a:pt x="9391650" y="2996933"/>
                </a:lnTo>
                <a:lnTo>
                  <a:pt x="9391650" y="2994304"/>
                </a:lnTo>
                <a:close/>
              </a:path>
              <a:path w="9867900" h="3000375">
                <a:moveTo>
                  <a:pt x="9391650" y="2567038"/>
                </a:moveTo>
                <a:lnTo>
                  <a:pt x="9391193" y="2565920"/>
                </a:lnTo>
                <a:lnTo>
                  <a:pt x="9389326" y="2564053"/>
                </a:lnTo>
                <a:lnTo>
                  <a:pt x="9388208" y="2563596"/>
                </a:lnTo>
                <a:lnTo>
                  <a:pt x="9385579" y="2563596"/>
                </a:lnTo>
                <a:lnTo>
                  <a:pt x="9384449" y="2564053"/>
                </a:lnTo>
                <a:lnTo>
                  <a:pt x="9382595" y="2565920"/>
                </a:lnTo>
                <a:lnTo>
                  <a:pt x="9382125" y="2567038"/>
                </a:lnTo>
                <a:lnTo>
                  <a:pt x="9382125" y="2569667"/>
                </a:lnTo>
                <a:lnTo>
                  <a:pt x="9382595" y="2570797"/>
                </a:lnTo>
                <a:lnTo>
                  <a:pt x="9384449" y="2572651"/>
                </a:lnTo>
                <a:lnTo>
                  <a:pt x="9385579" y="2573121"/>
                </a:lnTo>
                <a:lnTo>
                  <a:pt x="9388208" y="2573121"/>
                </a:lnTo>
                <a:lnTo>
                  <a:pt x="9389326" y="2572651"/>
                </a:lnTo>
                <a:lnTo>
                  <a:pt x="9391193" y="2570797"/>
                </a:lnTo>
                <a:lnTo>
                  <a:pt x="9391650" y="2569667"/>
                </a:lnTo>
                <a:lnTo>
                  <a:pt x="9391650" y="2567038"/>
                </a:lnTo>
                <a:close/>
              </a:path>
              <a:path w="9867900" h="3000375">
                <a:moveTo>
                  <a:pt x="9391650" y="2139772"/>
                </a:moveTo>
                <a:lnTo>
                  <a:pt x="9391193" y="2138654"/>
                </a:lnTo>
                <a:lnTo>
                  <a:pt x="9389326" y="2136787"/>
                </a:lnTo>
                <a:lnTo>
                  <a:pt x="9388208" y="2136330"/>
                </a:lnTo>
                <a:lnTo>
                  <a:pt x="9385579" y="2136330"/>
                </a:lnTo>
                <a:lnTo>
                  <a:pt x="9384449" y="2136787"/>
                </a:lnTo>
                <a:lnTo>
                  <a:pt x="9382595" y="2138654"/>
                </a:lnTo>
                <a:lnTo>
                  <a:pt x="9382125" y="2139772"/>
                </a:lnTo>
                <a:lnTo>
                  <a:pt x="9382125" y="2142401"/>
                </a:lnTo>
                <a:lnTo>
                  <a:pt x="9382595" y="2143531"/>
                </a:lnTo>
                <a:lnTo>
                  <a:pt x="9384449" y="2145385"/>
                </a:lnTo>
                <a:lnTo>
                  <a:pt x="9385579" y="2145855"/>
                </a:lnTo>
                <a:lnTo>
                  <a:pt x="9388208" y="2145855"/>
                </a:lnTo>
                <a:lnTo>
                  <a:pt x="9389326" y="2145385"/>
                </a:lnTo>
                <a:lnTo>
                  <a:pt x="9391193" y="2143531"/>
                </a:lnTo>
                <a:lnTo>
                  <a:pt x="9391650" y="2142401"/>
                </a:lnTo>
                <a:lnTo>
                  <a:pt x="9391650" y="2139772"/>
                </a:lnTo>
                <a:close/>
              </a:path>
              <a:path w="9867900" h="3000375">
                <a:moveTo>
                  <a:pt x="9391650" y="1712506"/>
                </a:moveTo>
                <a:lnTo>
                  <a:pt x="9391193" y="1711388"/>
                </a:lnTo>
                <a:lnTo>
                  <a:pt x="9389326" y="1709534"/>
                </a:lnTo>
                <a:lnTo>
                  <a:pt x="9388208" y="1709064"/>
                </a:lnTo>
                <a:lnTo>
                  <a:pt x="9385579" y="1709064"/>
                </a:lnTo>
                <a:lnTo>
                  <a:pt x="9384449" y="1709534"/>
                </a:lnTo>
                <a:lnTo>
                  <a:pt x="9382595" y="1711388"/>
                </a:lnTo>
                <a:lnTo>
                  <a:pt x="9382125" y="1712506"/>
                </a:lnTo>
                <a:lnTo>
                  <a:pt x="9382125" y="1715135"/>
                </a:lnTo>
                <a:lnTo>
                  <a:pt x="9382595" y="1716265"/>
                </a:lnTo>
                <a:lnTo>
                  <a:pt x="9384449" y="1718119"/>
                </a:lnTo>
                <a:lnTo>
                  <a:pt x="9385579" y="1718589"/>
                </a:lnTo>
                <a:lnTo>
                  <a:pt x="9388208" y="1718589"/>
                </a:lnTo>
                <a:lnTo>
                  <a:pt x="9389326" y="1718119"/>
                </a:lnTo>
                <a:lnTo>
                  <a:pt x="9391193" y="1716265"/>
                </a:lnTo>
                <a:lnTo>
                  <a:pt x="9391650" y="1715135"/>
                </a:lnTo>
                <a:lnTo>
                  <a:pt x="9391650" y="1712506"/>
                </a:lnTo>
                <a:close/>
              </a:path>
              <a:path w="9867900" h="3000375">
                <a:moveTo>
                  <a:pt x="9391650" y="1285252"/>
                </a:moveTo>
                <a:lnTo>
                  <a:pt x="9391193" y="1284122"/>
                </a:lnTo>
                <a:lnTo>
                  <a:pt x="9389326" y="1282268"/>
                </a:lnTo>
                <a:lnTo>
                  <a:pt x="9388208" y="1281798"/>
                </a:lnTo>
                <a:lnTo>
                  <a:pt x="9385579" y="1281798"/>
                </a:lnTo>
                <a:lnTo>
                  <a:pt x="9384449" y="1282268"/>
                </a:lnTo>
                <a:lnTo>
                  <a:pt x="9382595" y="1284122"/>
                </a:lnTo>
                <a:lnTo>
                  <a:pt x="9382125" y="1285252"/>
                </a:lnTo>
                <a:lnTo>
                  <a:pt x="9382125" y="1287881"/>
                </a:lnTo>
                <a:lnTo>
                  <a:pt x="9382595" y="1288999"/>
                </a:lnTo>
                <a:lnTo>
                  <a:pt x="9384449" y="1290853"/>
                </a:lnTo>
                <a:lnTo>
                  <a:pt x="9385579" y="1291323"/>
                </a:lnTo>
                <a:lnTo>
                  <a:pt x="9388208" y="1291323"/>
                </a:lnTo>
                <a:lnTo>
                  <a:pt x="9389326" y="1290853"/>
                </a:lnTo>
                <a:lnTo>
                  <a:pt x="9391193" y="1288999"/>
                </a:lnTo>
                <a:lnTo>
                  <a:pt x="9391650" y="1287881"/>
                </a:lnTo>
                <a:lnTo>
                  <a:pt x="9391650" y="1285252"/>
                </a:lnTo>
                <a:close/>
              </a:path>
              <a:path w="9867900" h="3000375">
                <a:moveTo>
                  <a:pt x="9391650" y="857986"/>
                </a:moveTo>
                <a:lnTo>
                  <a:pt x="9391193" y="856856"/>
                </a:lnTo>
                <a:lnTo>
                  <a:pt x="9389326" y="855002"/>
                </a:lnTo>
                <a:lnTo>
                  <a:pt x="9388208" y="854532"/>
                </a:lnTo>
                <a:lnTo>
                  <a:pt x="9385579" y="854532"/>
                </a:lnTo>
                <a:lnTo>
                  <a:pt x="9384449" y="855002"/>
                </a:lnTo>
                <a:lnTo>
                  <a:pt x="9382595" y="856856"/>
                </a:lnTo>
                <a:lnTo>
                  <a:pt x="9382125" y="857986"/>
                </a:lnTo>
                <a:lnTo>
                  <a:pt x="9382125" y="860615"/>
                </a:lnTo>
                <a:lnTo>
                  <a:pt x="9382595" y="861733"/>
                </a:lnTo>
                <a:lnTo>
                  <a:pt x="9384449" y="863600"/>
                </a:lnTo>
                <a:lnTo>
                  <a:pt x="9385579" y="864057"/>
                </a:lnTo>
                <a:lnTo>
                  <a:pt x="9388208" y="864057"/>
                </a:lnTo>
                <a:lnTo>
                  <a:pt x="9389326" y="863600"/>
                </a:lnTo>
                <a:lnTo>
                  <a:pt x="9391193" y="861733"/>
                </a:lnTo>
                <a:lnTo>
                  <a:pt x="9391650" y="860615"/>
                </a:lnTo>
                <a:lnTo>
                  <a:pt x="9391650" y="857986"/>
                </a:lnTo>
                <a:close/>
              </a:path>
              <a:path w="9867900" h="3000375">
                <a:moveTo>
                  <a:pt x="9391650" y="430720"/>
                </a:moveTo>
                <a:lnTo>
                  <a:pt x="9391193" y="429590"/>
                </a:lnTo>
                <a:lnTo>
                  <a:pt x="9389326" y="427736"/>
                </a:lnTo>
                <a:lnTo>
                  <a:pt x="9388208" y="427266"/>
                </a:lnTo>
                <a:lnTo>
                  <a:pt x="9385579" y="427266"/>
                </a:lnTo>
                <a:lnTo>
                  <a:pt x="9384449" y="427736"/>
                </a:lnTo>
                <a:lnTo>
                  <a:pt x="9382595" y="429590"/>
                </a:lnTo>
                <a:lnTo>
                  <a:pt x="9382125" y="430720"/>
                </a:lnTo>
                <a:lnTo>
                  <a:pt x="9382125" y="433349"/>
                </a:lnTo>
                <a:lnTo>
                  <a:pt x="9382595" y="434467"/>
                </a:lnTo>
                <a:lnTo>
                  <a:pt x="9384449" y="436333"/>
                </a:lnTo>
                <a:lnTo>
                  <a:pt x="9385579" y="436791"/>
                </a:lnTo>
                <a:lnTo>
                  <a:pt x="9388208" y="436791"/>
                </a:lnTo>
                <a:lnTo>
                  <a:pt x="9389326" y="436333"/>
                </a:lnTo>
                <a:lnTo>
                  <a:pt x="9391193" y="434467"/>
                </a:lnTo>
                <a:lnTo>
                  <a:pt x="9391650" y="433349"/>
                </a:lnTo>
                <a:lnTo>
                  <a:pt x="9391650" y="430720"/>
                </a:lnTo>
                <a:close/>
              </a:path>
              <a:path w="9867900" h="3000375">
                <a:moveTo>
                  <a:pt x="9391650" y="3454"/>
                </a:moveTo>
                <a:lnTo>
                  <a:pt x="9391193" y="2336"/>
                </a:lnTo>
                <a:lnTo>
                  <a:pt x="9389326" y="469"/>
                </a:lnTo>
                <a:lnTo>
                  <a:pt x="9388208" y="0"/>
                </a:lnTo>
                <a:lnTo>
                  <a:pt x="9385579" y="0"/>
                </a:lnTo>
                <a:lnTo>
                  <a:pt x="9384449" y="469"/>
                </a:lnTo>
                <a:lnTo>
                  <a:pt x="9382595" y="2336"/>
                </a:lnTo>
                <a:lnTo>
                  <a:pt x="9382125" y="3454"/>
                </a:lnTo>
                <a:lnTo>
                  <a:pt x="9382125" y="6083"/>
                </a:lnTo>
                <a:lnTo>
                  <a:pt x="9382595" y="7200"/>
                </a:lnTo>
                <a:lnTo>
                  <a:pt x="9384449" y="9067"/>
                </a:lnTo>
                <a:lnTo>
                  <a:pt x="9385579" y="9525"/>
                </a:lnTo>
                <a:lnTo>
                  <a:pt x="9388208" y="9525"/>
                </a:lnTo>
                <a:lnTo>
                  <a:pt x="9389326" y="9067"/>
                </a:lnTo>
                <a:lnTo>
                  <a:pt x="9391193" y="7200"/>
                </a:lnTo>
                <a:lnTo>
                  <a:pt x="9391650" y="6083"/>
                </a:lnTo>
                <a:lnTo>
                  <a:pt x="9391650" y="3454"/>
                </a:lnTo>
                <a:close/>
              </a:path>
              <a:path w="9867900" h="3000375">
                <a:moveTo>
                  <a:pt x="9439275" y="2994304"/>
                </a:moveTo>
                <a:lnTo>
                  <a:pt x="9438818" y="2993186"/>
                </a:lnTo>
                <a:lnTo>
                  <a:pt x="9436951" y="2991320"/>
                </a:lnTo>
                <a:lnTo>
                  <a:pt x="9435833" y="2990850"/>
                </a:lnTo>
                <a:lnTo>
                  <a:pt x="9433204" y="2990850"/>
                </a:lnTo>
                <a:lnTo>
                  <a:pt x="9432074" y="2991320"/>
                </a:lnTo>
                <a:lnTo>
                  <a:pt x="9430220" y="2993186"/>
                </a:lnTo>
                <a:lnTo>
                  <a:pt x="9429750" y="2994304"/>
                </a:lnTo>
                <a:lnTo>
                  <a:pt x="9429750" y="2996933"/>
                </a:lnTo>
                <a:lnTo>
                  <a:pt x="9430220" y="2998051"/>
                </a:lnTo>
                <a:lnTo>
                  <a:pt x="9432074" y="2999917"/>
                </a:lnTo>
                <a:lnTo>
                  <a:pt x="9433204" y="3000375"/>
                </a:lnTo>
                <a:lnTo>
                  <a:pt x="9435833" y="3000375"/>
                </a:lnTo>
                <a:lnTo>
                  <a:pt x="9436951" y="2999917"/>
                </a:lnTo>
                <a:lnTo>
                  <a:pt x="9438818" y="2998051"/>
                </a:lnTo>
                <a:lnTo>
                  <a:pt x="9439275" y="2996933"/>
                </a:lnTo>
                <a:lnTo>
                  <a:pt x="9439275" y="2994304"/>
                </a:lnTo>
                <a:close/>
              </a:path>
              <a:path w="9867900" h="3000375">
                <a:moveTo>
                  <a:pt x="9439275" y="2567038"/>
                </a:moveTo>
                <a:lnTo>
                  <a:pt x="9438818" y="2565920"/>
                </a:lnTo>
                <a:lnTo>
                  <a:pt x="9436951" y="2564053"/>
                </a:lnTo>
                <a:lnTo>
                  <a:pt x="9435833" y="2563596"/>
                </a:lnTo>
                <a:lnTo>
                  <a:pt x="9433204" y="2563596"/>
                </a:lnTo>
                <a:lnTo>
                  <a:pt x="9432074" y="2564053"/>
                </a:lnTo>
                <a:lnTo>
                  <a:pt x="9430220" y="2565920"/>
                </a:lnTo>
                <a:lnTo>
                  <a:pt x="9429750" y="2567038"/>
                </a:lnTo>
                <a:lnTo>
                  <a:pt x="9429750" y="2569667"/>
                </a:lnTo>
                <a:lnTo>
                  <a:pt x="9430220" y="2570797"/>
                </a:lnTo>
                <a:lnTo>
                  <a:pt x="9432074" y="2572651"/>
                </a:lnTo>
                <a:lnTo>
                  <a:pt x="9433204" y="2573121"/>
                </a:lnTo>
                <a:lnTo>
                  <a:pt x="9435833" y="2573121"/>
                </a:lnTo>
                <a:lnTo>
                  <a:pt x="9436951" y="2572651"/>
                </a:lnTo>
                <a:lnTo>
                  <a:pt x="9438818" y="2570797"/>
                </a:lnTo>
                <a:lnTo>
                  <a:pt x="9439275" y="2569667"/>
                </a:lnTo>
                <a:lnTo>
                  <a:pt x="9439275" y="2567038"/>
                </a:lnTo>
                <a:close/>
              </a:path>
              <a:path w="9867900" h="3000375">
                <a:moveTo>
                  <a:pt x="9439275" y="2139772"/>
                </a:moveTo>
                <a:lnTo>
                  <a:pt x="9438818" y="2138654"/>
                </a:lnTo>
                <a:lnTo>
                  <a:pt x="9436951" y="2136787"/>
                </a:lnTo>
                <a:lnTo>
                  <a:pt x="9435833" y="2136330"/>
                </a:lnTo>
                <a:lnTo>
                  <a:pt x="9433204" y="2136330"/>
                </a:lnTo>
                <a:lnTo>
                  <a:pt x="9432074" y="2136787"/>
                </a:lnTo>
                <a:lnTo>
                  <a:pt x="9430220" y="2138654"/>
                </a:lnTo>
                <a:lnTo>
                  <a:pt x="9429750" y="2139772"/>
                </a:lnTo>
                <a:lnTo>
                  <a:pt x="9429750" y="2142401"/>
                </a:lnTo>
                <a:lnTo>
                  <a:pt x="9430220" y="2143531"/>
                </a:lnTo>
                <a:lnTo>
                  <a:pt x="9432074" y="2145385"/>
                </a:lnTo>
                <a:lnTo>
                  <a:pt x="9433204" y="2145855"/>
                </a:lnTo>
                <a:lnTo>
                  <a:pt x="9435833" y="2145855"/>
                </a:lnTo>
                <a:lnTo>
                  <a:pt x="9436951" y="2145385"/>
                </a:lnTo>
                <a:lnTo>
                  <a:pt x="9438818" y="2143531"/>
                </a:lnTo>
                <a:lnTo>
                  <a:pt x="9439275" y="2142401"/>
                </a:lnTo>
                <a:lnTo>
                  <a:pt x="9439275" y="2139772"/>
                </a:lnTo>
                <a:close/>
              </a:path>
              <a:path w="9867900" h="3000375">
                <a:moveTo>
                  <a:pt x="9439275" y="1712506"/>
                </a:moveTo>
                <a:lnTo>
                  <a:pt x="9438818" y="1711388"/>
                </a:lnTo>
                <a:lnTo>
                  <a:pt x="9436951" y="1709534"/>
                </a:lnTo>
                <a:lnTo>
                  <a:pt x="9435833" y="1709064"/>
                </a:lnTo>
                <a:lnTo>
                  <a:pt x="9433204" y="1709064"/>
                </a:lnTo>
                <a:lnTo>
                  <a:pt x="9432074" y="1709534"/>
                </a:lnTo>
                <a:lnTo>
                  <a:pt x="9430220" y="1711388"/>
                </a:lnTo>
                <a:lnTo>
                  <a:pt x="9429750" y="1712506"/>
                </a:lnTo>
                <a:lnTo>
                  <a:pt x="9429750" y="1715135"/>
                </a:lnTo>
                <a:lnTo>
                  <a:pt x="9430220" y="1716265"/>
                </a:lnTo>
                <a:lnTo>
                  <a:pt x="9432074" y="1718119"/>
                </a:lnTo>
                <a:lnTo>
                  <a:pt x="9433204" y="1718589"/>
                </a:lnTo>
                <a:lnTo>
                  <a:pt x="9435833" y="1718589"/>
                </a:lnTo>
                <a:lnTo>
                  <a:pt x="9436951" y="1718119"/>
                </a:lnTo>
                <a:lnTo>
                  <a:pt x="9438818" y="1716265"/>
                </a:lnTo>
                <a:lnTo>
                  <a:pt x="9439275" y="1715135"/>
                </a:lnTo>
                <a:lnTo>
                  <a:pt x="9439275" y="1712506"/>
                </a:lnTo>
                <a:close/>
              </a:path>
              <a:path w="9867900" h="3000375">
                <a:moveTo>
                  <a:pt x="9439275" y="1285252"/>
                </a:moveTo>
                <a:lnTo>
                  <a:pt x="9438818" y="1284122"/>
                </a:lnTo>
                <a:lnTo>
                  <a:pt x="9436951" y="1282268"/>
                </a:lnTo>
                <a:lnTo>
                  <a:pt x="9435833" y="1281798"/>
                </a:lnTo>
                <a:lnTo>
                  <a:pt x="9433204" y="1281798"/>
                </a:lnTo>
                <a:lnTo>
                  <a:pt x="9432074" y="1282268"/>
                </a:lnTo>
                <a:lnTo>
                  <a:pt x="9430220" y="1284122"/>
                </a:lnTo>
                <a:lnTo>
                  <a:pt x="9429750" y="1285252"/>
                </a:lnTo>
                <a:lnTo>
                  <a:pt x="9429750" y="1287881"/>
                </a:lnTo>
                <a:lnTo>
                  <a:pt x="9430220" y="1288999"/>
                </a:lnTo>
                <a:lnTo>
                  <a:pt x="9432074" y="1290853"/>
                </a:lnTo>
                <a:lnTo>
                  <a:pt x="9433204" y="1291323"/>
                </a:lnTo>
                <a:lnTo>
                  <a:pt x="9435833" y="1291323"/>
                </a:lnTo>
                <a:lnTo>
                  <a:pt x="9436951" y="1290853"/>
                </a:lnTo>
                <a:lnTo>
                  <a:pt x="9438818" y="1288999"/>
                </a:lnTo>
                <a:lnTo>
                  <a:pt x="9439275" y="1287881"/>
                </a:lnTo>
                <a:lnTo>
                  <a:pt x="9439275" y="1285252"/>
                </a:lnTo>
                <a:close/>
              </a:path>
              <a:path w="9867900" h="3000375">
                <a:moveTo>
                  <a:pt x="9439275" y="857986"/>
                </a:moveTo>
                <a:lnTo>
                  <a:pt x="9438818" y="856856"/>
                </a:lnTo>
                <a:lnTo>
                  <a:pt x="9436951" y="855002"/>
                </a:lnTo>
                <a:lnTo>
                  <a:pt x="9435833" y="854532"/>
                </a:lnTo>
                <a:lnTo>
                  <a:pt x="9433204" y="854532"/>
                </a:lnTo>
                <a:lnTo>
                  <a:pt x="9432074" y="855002"/>
                </a:lnTo>
                <a:lnTo>
                  <a:pt x="9430220" y="856856"/>
                </a:lnTo>
                <a:lnTo>
                  <a:pt x="9429750" y="857986"/>
                </a:lnTo>
                <a:lnTo>
                  <a:pt x="9429750" y="860615"/>
                </a:lnTo>
                <a:lnTo>
                  <a:pt x="9430220" y="861733"/>
                </a:lnTo>
                <a:lnTo>
                  <a:pt x="9432074" y="863600"/>
                </a:lnTo>
                <a:lnTo>
                  <a:pt x="9433204" y="864057"/>
                </a:lnTo>
                <a:lnTo>
                  <a:pt x="9435833" y="864057"/>
                </a:lnTo>
                <a:lnTo>
                  <a:pt x="9436951" y="863600"/>
                </a:lnTo>
                <a:lnTo>
                  <a:pt x="9438818" y="861733"/>
                </a:lnTo>
                <a:lnTo>
                  <a:pt x="9439275" y="860615"/>
                </a:lnTo>
                <a:lnTo>
                  <a:pt x="9439275" y="857986"/>
                </a:lnTo>
                <a:close/>
              </a:path>
              <a:path w="9867900" h="3000375">
                <a:moveTo>
                  <a:pt x="9439275" y="430720"/>
                </a:moveTo>
                <a:lnTo>
                  <a:pt x="9438818" y="429590"/>
                </a:lnTo>
                <a:lnTo>
                  <a:pt x="9436951" y="427736"/>
                </a:lnTo>
                <a:lnTo>
                  <a:pt x="9435833" y="427266"/>
                </a:lnTo>
                <a:lnTo>
                  <a:pt x="9433204" y="427266"/>
                </a:lnTo>
                <a:lnTo>
                  <a:pt x="9432074" y="427736"/>
                </a:lnTo>
                <a:lnTo>
                  <a:pt x="9430220" y="429590"/>
                </a:lnTo>
                <a:lnTo>
                  <a:pt x="9429750" y="430720"/>
                </a:lnTo>
                <a:lnTo>
                  <a:pt x="9429750" y="433349"/>
                </a:lnTo>
                <a:lnTo>
                  <a:pt x="9430220" y="434467"/>
                </a:lnTo>
                <a:lnTo>
                  <a:pt x="9432074" y="436333"/>
                </a:lnTo>
                <a:lnTo>
                  <a:pt x="9433204" y="436791"/>
                </a:lnTo>
                <a:lnTo>
                  <a:pt x="9435833" y="436791"/>
                </a:lnTo>
                <a:lnTo>
                  <a:pt x="9436951" y="436333"/>
                </a:lnTo>
                <a:lnTo>
                  <a:pt x="9438818" y="434467"/>
                </a:lnTo>
                <a:lnTo>
                  <a:pt x="9439275" y="433349"/>
                </a:lnTo>
                <a:lnTo>
                  <a:pt x="9439275" y="430720"/>
                </a:lnTo>
                <a:close/>
              </a:path>
              <a:path w="9867900" h="3000375">
                <a:moveTo>
                  <a:pt x="9439275" y="3454"/>
                </a:moveTo>
                <a:lnTo>
                  <a:pt x="9438818" y="2336"/>
                </a:lnTo>
                <a:lnTo>
                  <a:pt x="9436951" y="469"/>
                </a:lnTo>
                <a:lnTo>
                  <a:pt x="9435833" y="0"/>
                </a:lnTo>
                <a:lnTo>
                  <a:pt x="9433204" y="0"/>
                </a:lnTo>
                <a:lnTo>
                  <a:pt x="9432074" y="469"/>
                </a:lnTo>
                <a:lnTo>
                  <a:pt x="9430220" y="2336"/>
                </a:lnTo>
                <a:lnTo>
                  <a:pt x="9429750" y="3454"/>
                </a:lnTo>
                <a:lnTo>
                  <a:pt x="9429750" y="6083"/>
                </a:lnTo>
                <a:lnTo>
                  <a:pt x="9430220" y="7200"/>
                </a:lnTo>
                <a:lnTo>
                  <a:pt x="9432074" y="9067"/>
                </a:lnTo>
                <a:lnTo>
                  <a:pt x="9433204" y="9525"/>
                </a:lnTo>
                <a:lnTo>
                  <a:pt x="9435833" y="9525"/>
                </a:lnTo>
                <a:lnTo>
                  <a:pt x="9436951" y="9067"/>
                </a:lnTo>
                <a:lnTo>
                  <a:pt x="9438818" y="7200"/>
                </a:lnTo>
                <a:lnTo>
                  <a:pt x="9439275" y="6083"/>
                </a:lnTo>
                <a:lnTo>
                  <a:pt x="9439275" y="3454"/>
                </a:lnTo>
                <a:close/>
              </a:path>
              <a:path w="9867900" h="3000375">
                <a:moveTo>
                  <a:pt x="9486900" y="2994304"/>
                </a:moveTo>
                <a:lnTo>
                  <a:pt x="9486443" y="2993186"/>
                </a:lnTo>
                <a:lnTo>
                  <a:pt x="9484576" y="2991320"/>
                </a:lnTo>
                <a:lnTo>
                  <a:pt x="9483458" y="2990850"/>
                </a:lnTo>
                <a:lnTo>
                  <a:pt x="9480829" y="2990850"/>
                </a:lnTo>
                <a:lnTo>
                  <a:pt x="9479699" y="2991320"/>
                </a:lnTo>
                <a:lnTo>
                  <a:pt x="9477845" y="2993186"/>
                </a:lnTo>
                <a:lnTo>
                  <a:pt x="9477375" y="2994304"/>
                </a:lnTo>
                <a:lnTo>
                  <a:pt x="9477375" y="2996933"/>
                </a:lnTo>
                <a:lnTo>
                  <a:pt x="9477845" y="2998051"/>
                </a:lnTo>
                <a:lnTo>
                  <a:pt x="9479699" y="2999917"/>
                </a:lnTo>
                <a:lnTo>
                  <a:pt x="9480829" y="3000375"/>
                </a:lnTo>
                <a:lnTo>
                  <a:pt x="9483458" y="3000375"/>
                </a:lnTo>
                <a:lnTo>
                  <a:pt x="9484576" y="2999917"/>
                </a:lnTo>
                <a:lnTo>
                  <a:pt x="9486443" y="2998051"/>
                </a:lnTo>
                <a:lnTo>
                  <a:pt x="9486900" y="2996933"/>
                </a:lnTo>
                <a:lnTo>
                  <a:pt x="9486900" y="2994304"/>
                </a:lnTo>
                <a:close/>
              </a:path>
              <a:path w="9867900" h="3000375">
                <a:moveTo>
                  <a:pt x="9486900" y="2567038"/>
                </a:moveTo>
                <a:lnTo>
                  <a:pt x="9486443" y="2565920"/>
                </a:lnTo>
                <a:lnTo>
                  <a:pt x="9484576" y="2564053"/>
                </a:lnTo>
                <a:lnTo>
                  <a:pt x="9483458" y="2563596"/>
                </a:lnTo>
                <a:lnTo>
                  <a:pt x="9480829" y="2563596"/>
                </a:lnTo>
                <a:lnTo>
                  <a:pt x="9479699" y="2564053"/>
                </a:lnTo>
                <a:lnTo>
                  <a:pt x="9477845" y="2565920"/>
                </a:lnTo>
                <a:lnTo>
                  <a:pt x="9477375" y="2567038"/>
                </a:lnTo>
                <a:lnTo>
                  <a:pt x="9477375" y="2569667"/>
                </a:lnTo>
                <a:lnTo>
                  <a:pt x="9477845" y="2570797"/>
                </a:lnTo>
                <a:lnTo>
                  <a:pt x="9479699" y="2572651"/>
                </a:lnTo>
                <a:lnTo>
                  <a:pt x="9480829" y="2573121"/>
                </a:lnTo>
                <a:lnTo>
                  <a:pt x="9483458" y="2573121"/>
                </a:lnTo>
                <a:lnTo>
                  <a:pt x="9484576" y="2572651"/>
                </a:lnTo>
                <a:lnTo>
                  <a:pt x="9486443" y="2570797"/>
                </a:lnTo>
                <a:lnTo>
                  <a:pt x="9486900" y="2569667"/>
                </a:lnTo>
                <a:lnTo>
                  <a:pt x="9486900" y="2567038"/>
                </a:lnTo>
                <a:close/>
              </a:path>
              <a:path w="9867900" h="3000375">
                <a:moveTo>
                  <a:pt x="9486900" y="2139772"/>
                </a:moveTo>
                <a:lnTo>
                  <a:pt x="9486443" y="2138654"/>
                </a:lnTo>
                <a:lnTo>
                  <a:pt x="9484576" y="2136787"/>
                </a:lnTo>
                <a:lnTo>
                  <a:pt x="9483458" y="2136330"/>
                </a:lnTo>
                <a:lnTo>
                  <a:pt x="9480829" y="2136330"/>
                </a:lnTo>
                <a:lnTo>
                  <a:pt x="9479699" y="2136787"/>
                </a:lnTo>
                <a:lnTo>
                  <a:pt x="9477845" y="2138654"/>
                </a:lnTo>
                <a:lnTo>
                  <a:pt x="9477375" y="2139772"/>
                </a:lnTo>
                <a:lnTo>
                  <a:pt x="9477375" y="2142401"/>
                </a:lnTo>
                <a:lnTo>
                  <a:pt x="9477845" y="2143531"/>
                </a:lnTo>
                <a:lnTo>
                  <a:pt x="9479699" y="2145385"/>
                </a:lnTo>
                <a:lnTo>
                  <a:pt x="9480829" y="2145855"/>
                </a:lnTo>
                <a:lnTo>
                  <a:pt x="9483458" y="2145855"/>
                </a:lnTo>
                <a:lnTo>
                  <a:pt x="9484576" y="2145385"/>
                </a:lnTo>
                <a:lnTo>
                  <a:pt x="9486443" y="2143531"/>
                </a:lnTo>
                <a:lnTo>
                  <a:pt x="9486900" y="2142401"/>
                </a:lnTo>
                <a:lnTo>
                  <a:pt x="9486900" y="2139772"/>
                </a:lnTo>
                <a:close/>
              </a:path>
              <a:path w="9867900" h="3000375">
                <a:moveTo>
                  <a:pt x="9486900" y="1712506"/>
                </a:moveTo>
                <a:lnTo>
                  <a:pt x="9486443" y="1711388"/>
                </a:lnTo>
                <a:lnTo>
                  <a:pt x="9484576" y="1709534"/>
                </a:lnTo>
                <a:lnTo>
                  <a:pt x="9483458" y="1709064"/>
                </a:lnTo>
                <a:lnTo>
                  <a:pt x="9480829" y="1709064"/>
                </a:lnTo>
                <a:lnTo>
                  <a:pt x="9479699" y="1709534"/>
                </a:lnTo>
                <a:lnTo>
                  <a:pt x="9477845" y="1711388"/>
                </a:lnTo>
                <a:lnTo>
                  <a:pt x="9477375" y="1712506"/>
                </a:lnTo>
                <a:lnTo>
                  <a:pt x="9477375" y="1715135"/>
                </a:lnTo>
                <a:lnTo>
                  <a:pt x="9477845" y="1716265"/>
                </a:lnTo>
                <a:lnTo>
                  <a:pt x="9479699" y="1718119"/>
                </a:lnTo>
                <a:lnTo>
                  <a:pt x="9480829" y="1718589"/>
                </a:lnTo>
                <a:lnTo>
                  <a:pt x="9483458" y="1718589"/>
                </a:lnTo>
                <a:lnTo>
                  <a:pt x="9484576" y="1718119"/>
                </a:lnTo>
                <a:lnTo>
                  <a:pt x="9486443" y="1716265"/>
                </a:lnTo>
                <a:lnTo>
                  <a:pt x="9486900" y="1715135"/>
                </a:lnTo>
                <a:lnTo>
                  <a:pt x="9486900" y="1712506"/>
                </a:lnTo>
                <a:close/>
              </a:path>
              <a:path w="9867900" h="3000375">
                <a:moveTo>
                  <a:pt x="9486900" y="1285252"/>
                </a:moveTo>
                <a:lnTo>
                  <a:pt x="9486443" y="1284122"/>
                </a:lnTo>
                <a:lnTo>
                  <a:pt x="9484576" y="1282268"/>
                </a:lnTo>
                <a:lnTo>
                  <a:pt x="9483458" y="1281798"/>
                </a:lnTo>
                <a:lnTo>
                  <a:pt x="9480829" y="1281798"/>
                </a:lnTo>
                <a:lnTo>
                  <a:pt x="9479699" y="1282268"/>
                </a:lnTo>
                <a:lnTo>
                  <a:pt x="9477845" y="1284122"/>
                </a:lnTo>
                <a:lnTo>
                  <a:pt x="9477375" y="1285252"/>
                </a:lnTo>
                <a:lnTo>
                  <a:pt x="9477375" y="1287881"/>
                </a:lnTo>
                <a:lnTo>
                  <a:pt x="9477845" y="1288999"/>
                </a:lnTo>
                <a:lnTo>
                  <a:pt x="9479699" y="1290853"/>
                </a:lnTo>
                <a:lnTo>
                  <a:pt x="9480829" y="1291323"/>
                </a:lnTo>
                <a:lnTo>
                  <a:pt x="9483458" y="1291323"/>
                </a:lnTo>
                <a:lnTo>
                  <a:pt x="9484576" y="1290853"/>
                </a:lnTo>
                <a:lnTo>
                  <a:pt x="9486443" y="1288999"/>
                </a:lnTo>
                <a:lnTo>
                  <a:pt x="9486900" y="1287881"/>
                </a:lnTo>
                <a:lnTo>
                  <a:pt x="9486900" y="1285252"/>
                </a:lnTo>
                <a:close/>
              </a:path>
              <a:path w="9867900" h="3000375">
                <a:moveTo>
                  <a:pt x="9486900" y="857986"/>
                </a:moveTo>
                <a:lnTo>
                  <a:pt x="9486443" y="856856"/>
                </a:lnTo>
                <a:lnTo>
                  <a:pt x="9484576" y="855002"/>
                </a:lnTo>
                <a:lnTo>
                  <a:pt x="9483458" y="854532"/>
                </a:lnTo>
                <a:lnTo>
                  <a:pt x="9480829" y="854532"/>
                </a:lnTo>
                <a:lnTo>
                  <a:pt x="9479699" y="855002"/>
                </a:lnTo>
                <a:lnTo>
                  <a:pt x="9477845" y="856856"/>
                </a:lnTo>
                <a:lnTo>
                  <a:pt x="9477375" y="857986"/>
                </a:lnTo>
                <a:lnTo>
                  <a:pt x="9477375" y="860615"/>
                </a:lnTo>
                <a:lnTo>
                  <a:pt x="9477845" y="861733"/>
                </a:lnTo>
                <a:lnTo>
                  <a:pt x="9479699" y="863600"/>
                </a:lnTo>
                <a:lnTo>
                  <a:pt x="9480829" y="864057"/>
                </a:lnTo>
                <a:lnTo>
                  <a:pt x="9483458" y="864057"/>
                </a:lnTo>
                <a:lnTo>
                  <a:pt x="9484576" y="863600"/>
                </a:lnTo>
                <a:lnTo>
                  <a:pt x="9486443" y="861733"/>
                </a:lnTo>
                <a:lnTo>
                  <a:pt x="9486900" y="860615"/>
                </a:lnTo>
                <a:lnTo>
                  <a:pt x="9486900" y="857986"/>
                </a:lnTo>
                <a:close/>
              </a:path>
              <a:path w="9867900" h="3000375">
                <a:moveTo>
                  <a:pt x="9486900" y="430720"/>
                </a:moveTo>
                <a:lnTo>
                  <a:pt x="9486443" y="429590"/>
                </a:lnTo>
                <a:lnTo>
                  <a:pt x="9484576" y="427736"/>
                </a:lnTo>
                <a:lnTo>
                  <a:pt x="9483458" y="427266"/>
                </a:lnTo>
                <a:lnTo>
                  <a:pt x="9480829" y="427266"/>
                </a:lnTo>
                <a:lnTo>
                  <a:pt x="9479699" y="427736"/>
                </a:lnTo>
                <a:lnTo>
                  <a:pt x="9477845" y="429590"/>
                </a:lnTo>
                <a:lnTo>
                  <a:pt x="9477375" y="430720"/>
                </a:lnTo>
                <a:lnTo>
                  <a:pt x="9477375" y="433349"/>
                </a:lnTo>
                <a:lnTo>
                  <a:pt x="9477845" y="434467"/>
                </a:lnTo>
                <a:lnTo>
                  <a:pt x="9479699" y="436333"/>
                </a:lnTo>
                <a:lnTo>
                  <a:pt x="9480829" y="436791"/>
                </a:lnTo>
                <a:lnTo>
                  <a:pt x="9483458" y="436791"/>
                </a:lnTo>
                <a:lnTo>
                  <a:pt x="9484576" y="436333"/>
                </a:lnTo>
                <a:lnTo>
                  <a:pt x="9486443" y="434467"/>
                </a:lnTo>
                <a:lnTo>
                  <a:pt x="9486900" y="433349"/>
                </a:lnTo>
                <a:lnTo>
                  <a:pt x="9486900" y="430720"/>
                </a:lnTo>
                <a:close/>
              </a:path>
              <a:path w="9867900" h="3000375">
                <a:moveTo>
                  <a:pt x="9486900" y="3454"/>
                </a:moveTo>
                <a:lnTo>
                  <a:pt x="9486443" y="2336"/>
                </a:lnTo>
                <a:lnTo>
                  <a:pt x="9484576" y="469"/>
                </a:lnTo>
                <a:lnTo>
                  <a:pt x="9483458" y="0"/>
                </a:lnTo>
                <a:lnTo>
                  <a:pt x="9480829" y="0"/>
                </a:lnTo>
                <a:lnTo>
                  <a:pt x="9479699" y="469"/>
                </a:lnTo>
                <a:lnTo>
                  <a:pt x="9477845" y="2336"/>
                </a:lnTo>
                <a:lnTo>
                  <a:pt x="9477375" y="3454"/>
                </a:lnTo>
                <a:lnTo>
                  <a:pt x="9477375" y="6083"/>
                </a:lnTo>
                <a:lnTo>
                  <a:pt x="9477845" y="7200"/>
                </a:lnTo>
                <a:lnTo>
                  <a:pt x="9479699" y="9067"/>
                </a:lnTo>
                <a:lnTo>
                  <a:pt x="9480829" y="9525"/>
                </a:lnTo>
                <a:lnTo>
                  <a:pt x="9483458" y="9525"/>
                </a:lnTo>
                <a:lnTo>
                  <a:pt x="9484576" y="9067"/>
                </a:lnTo>
                <a:lnTo>
                  <a:pt x="9486443" y="7200"/>
                </a:lnTo>
                <a:lnTo>
                  <a:pt x="9486900" y="6083"/>
                </a:lnTo>
                <a:lnTo>
                  <a:pt x="9486900" y="3454"/>
                </a:lnTo>
                <a:close/>
              </a:path>
              <a:path w="9867900" h="3000375">
                <a:moveTo>
                  <a:pt x="9534525" y="2994304"/>
                </a:moveTo>
                <a:lnTo>
                  <a:pt x="9534068" y="2993186"/>
                </a:lnTo>
                <a:lnTo>
                  <a:pt x="9532201" y="2991320"/>
                </a:lnTo>
                <a:lnTo>
                  <a:pt x="9531083" y="2990850"/>
                </a:lnTo>
                <a:lnTo>
                  <a:pt x="9528454" y="2990850"/>
                </a:lnTo>
                <a:lnTo>
                  <a:pt x="9527324" y="2991320"/>
                </a:lnTo>
                <a:lnTo>
                  <a:pt x="9525470" y="2993186"/>
                </a:lnTo>
                <a:lnTo>
                  <a:pt x="9525000" y="2994304"/>
                </a:lnTo>
                <a:lnTo>
                  <a:pt x="9525000" y="2996933"/>
                </a:lnTo>
                <a:lnTo>
                  <a:pt x="9525470" y="2998051"/>
                </a:lnTo>
                <a:lnTo>
                  <a:pt x="9527324" y="2999917"/>
                </a:lnTo>
                <a:lnTo>
                  <a:pt x="9528454" y="3000375"/>
                </a:lnTo>
                <a:lnTo>
                  <a:pt x="9531083" y="3000375"/>
                </a:lnTo>
                <a:lnTo>
                  <a:pt x="9532201" y="2999917"/>
                </a:lnTo>
                <a:lnTo>
                  <a:pt x="9534068" y="2998051"/>
                </a:lnTo>
                <a:lnTo>
                  <a:pt x="9534525" y="2996933"/>
                </a:lnTo>
                <a:lnTo>
                  <a:pt x="9534525" y="2994304"/>
                </a:lnTo>
                <a:close/>
              </a:path>
              <a:path w="9867900" h="3000375">
                <a:moveTo>
                  <a:pt x="9534525" y="2567038"/>
                </a:moveTo>
                <a:lnTo>
                  <a:pt x="9534068" y="2565920"/>
                </a:lnTo>
                <a:lnTo>
                  <a:pt x="9532201" y="2564053"/>
                </a:lnTo>
                <a:lnTo>
                  <a:pt x="9531083" y="2563596"/>
                </a:lnTo>
                <a:lnTo>
                  <a:pt x="9528454" y="2563596"/>
                </a:lnTo>
                <a:lnTo>
                  <a:pt x="9527324" y="2564053"/>
                </a:lnTo>
                <a:lnTo>
                  <a:pt x="9525470" y="2565920"/>
                </a:lnTo>
                <a:lnTo>
                  <a:pt x="9525000" y="2567038"/>
                </a:lnTo>
                <a:lnTo>
                  <a:pt x="9525000" y="2569667"/>
                </a:lnTo>
                <a:lnTo>
                  <a:pt x="9525470" y="2570797"/>
                </a:lnTo>
                <a:lnTo>
                  <a:pt x="9527324" y="2572651"/>
                </a:lnTo>
                <a:lnTo>
                  <a:pt x="9528454" y="2573121"/>
                </a:lnTo>
                <a:lnTo>
                  <a:pt x="9531083" y="2573121"/>
                </a:lnTo>
                <a:lnTo>
                  <a:pt x="9532201" y="2572651"/>
                </a:lnTo>
                <a:lnTo>
                  <a:pt x="9534068" y="2570797"/>
                </a:lnTo>
                <a:lnTo>
                  <a:pt x="9534525" y="2569667"/>
                </a:lnTo>
                <a:lnTo>
                  <a:pt x="9534525" y="2567038"/>
                </a:lnTo>
                <a:close/>
              </a:path>
              <a:path w="9867900" h="3000375">
                <a:moveTo>
                  <a:pt x="9534525" y="2139772"/>
                </a:moveTo>
                <a:lnTo>
                  <a:pt x="9534068" y="2138654"/>
                </a:lnTo>
                <a:lnTo>
                  <a:pt x="9532201" y="2136787"/>
                </a:lnTo>
                <a:lnTo>
                  <a:pt x="9531083" y="2136330"/>
                </a:lnTo>
                <a:lnTo>
                  <a:pt x="9528454" y="2136330"/>
                </a:lnTo>
                <a:lnTo>
                  <a:pt x="9527324" y="2136787"/>
                </a:lnTo>
                <a:lnTo>
                  <a:pt x="9525470" y="2138654"/>
                </a:lnTo>
                <a:lnTo>
                  <a:pt x="9525000" y="2139772"/>
                </a:lnTo>
                <a:lnTo>
                  <a:pt x="9525000" y="2142401"/>
                </a:lnTo>
                <a:lnTo>
                  <a:pt x="9525470" y="2143531"/>
                </a:lnTo>
                <a:lnTo>
                  <a:pt x="9527324" y="2145385"/>
                </a:lnTo>
                <a:lnTo>
                  <a:pt x="9528454" y="2145855"/>
                </a:lnTo>
                <a:lnTo>
                  <a:pt x="9531083" y="2145855"/>
                </a:lnTo>
                <a:lnTo>
                  <a:pt x="9532201" y="2145385"/>
                </a:lnTo>
                <a:lnTo>
                  <a:pt x="9534068" y="2143531"/>
                </a:lnTo>
                <a:lnTo>
                  <a:pt x="9534525" y="2142401"/>
                </a:lnTo>
                <a:lnTo>
                  <a:pt x="9534525" y="2139772"/>
                </a:lnTo>
                <a:close/>
              </a:path>
              <a:path w="9867900" h="3000375">
                <a:moveTo>
                  <a:pt x="9534525" y="1712506"/>
                </a:moveTo>
                <a:lnTo>
                  <a:pt x="9534068" y="1711388"/>
                </a:lnTo>
                <a:lnTo>
                  <a:pt x="9532201" y="1709534"/>
                </a:lnTo>
                <a:lnTo>
                  <a:pt x="9531083" y="1709064"/>
                </a:lnTo>
                <a:lnTo>
                  <a:pt x="9528454" y="1709064"/>
                </a:lnTo>
                <a:lnTo>
                  <a:pt x="9527324" y="1709534"/>
                </a:lnTo>
                <a:lnTo>
                  <a:pt x="9525470" y="1711388"/>
                </a:lnTo>
                <a:lnTo>
                  <a:pt x="9525000" y="1712506"/>
                </a:lnTo>
                <a:lnTo>
                  <a:pt x="9525000" y="1715135"/>
                </a:lnTo>
                <a:lnTo>
                  <a:pt x="9525470" y="1716265"/>
                </a:lnTo>
                <a:lnTo>
                  <a:pt x="9527324" y="1718119"/>
                </a:lnTo>
                <a:lnTo>
                  <a:pt x="9528454" y="1718589"/>
                </a:lnTo>
                <a:lnTo>
                  <a:pt x="9531083" y="1718589"/>
                </a:lnTo>
                <a:lnTo>
                  <a:pt x="9532201" y="1718119"/>
                </a:lnTo>
                <a:lnTo>
                  <a:pt x="9534068" y="1716265"/>
                </a:lnTo>
                <a:lnTo>
                  <a:pt x="9534525" y="1715135"/>
                </a:lnTo>
                <a:lnTo>
                  <a:pt x="9534525" y="1712506"/>
                </a:lnTo>
                <a:close/>
              </a:path>
              <a:path w="9867900" h="3000375">
                <a:moveTo>
                  <a:pt x="9534525" y="1285252"/>
                </a:moveTo>
                <a:lnTo>
                  <a:pt x="9534068" y="1284122"/>
                </a:lnTo>
                <a:lnTo>
                  <a:pt x="9532201" y="1282268"/>
                </a:lnTo>
                <a:lnTo>
                  <a:pt x="9531083" y="1281798"/>
                </a:lnTo>
                <a:lnTo>
                  <a:pt x="9528454" y="1281798"/>
                </a:lnTo>
                <a:lnTo>
                  <a:pt x="9527324" y="1282268"/>
                </a:lnTo>
                <a:lnTo>
                  <a:pt x="9525470" y="1284122"/>
                </a:lnTo>
                <a:lnTo>
                  <a:pt x="9525000" y="1285252"/>
                </a:lnTo>
                <a:lnTo>
                  <a:pt x="9525000" y="1287881"/>
                </a:lnTo>
                <a:lnTo>
                  <a:pt x="9525470" y="1288999"/>
                </a:lnTo>
                <a:lnTo>
                  <a:pt x="9527324" y="1290853"/>
                </a:lnTo>
                <a:lnTo>
                  <a:pt x="9528454" y="1291323"/>
                </a:lnTo>
                <a:lnTo>
                  <a:pt x="9531083" y="1291323"/>
                </a:lnTo>
                <a:lnTo>
                  <a:pt x="9532201" y="1290853"/>
                </a:lnTo>
                <a:lnTo>
                  <a:pt x="9534068" y="1288999"/>
                </a:lnTo>
                <a:lnTo>
                  <a:pt x="9534525" y="1287881"/>
                </a:lnTo>
                <a:lnTo>
                  <a:pt x="9534525" y="1285252"/>
                </a:lnTo>
                <a:close/>
              </a:path>
              <a:path w="9867900" h="3000375">
                <a:moveTo>
                  <a:pt x="9534525" y="857986"/>
                </a:moveTo>
                <a:lnTo>
                  <a:pt x="9534068" y="856856"/>
                </a:lnTo>
                <a:lnTo>
                  <a:pt x="9532201" y="855002"/>
                </a:lnTo>
                <a:lnTo>
                  <a:pt x="9531083" y="854532"/>
                </a:lnTo>
                <a:lnTo>
                  <a:pt x="9528454" y="854532"/>
                </a:lnTo>
                <a:lnTo>
                  <a:pt x="9527324" y="855002"/>
                </a:lnTo>
                <a:lnTo>
                  <a:pt x="9525470" y="856856"/>
                </a:lnTo>
                <a:lnTo>
                  <a:pt x="9525000" y="857986"/>
                </a:lnTo>
                <a:lnTo>
                  <a:pt x="9525000" y="860615"/>
                </a:lnTo>
                <a:lnTo>
                  <a:pt x="9525470" y="861733"/>
                </a:lnTo>
                <a:lnTo>
                  <a:pt x="9527324" y="863600"/>
                </a:lnTo>
                <a:lnTo>
                  <a:pt x="9528454" y="864057"/>
                </a:lnTo>
                <a:lnTo>
                  <a:pt x="9531083" y="864057"/>
                </a:lnTo>
                <a:lnTo>
                  <a:pt x="9532201" y="863600"/>
                </a:lnTo>
                <a:lnTo>
                  <a:pt x="9534068" y="861733"/>
                </a:lnTo>
                <a:lnTo>
                  <a:pt x="9534525" y="860615"/>
                </a:lnTo>
                <a:lnTo>
                  <a:pt x="9534525" y="857986"/>
                </a:lnTo>
                <a:close/>
              </a:path>
              <a:path w="9867900" h="3000375">
                <a:moveTo>
                  <a:pt x="9534525" y="430720"/>
                </a:moveTo>
                <a:lnTo>
                  <a:pt x="9534068" y="429590"/>
                </a:lnTo>
                <a:lnTo>
                  <a:pt x="9532201" y="427736"/>
                </a:lnTo>
                <a:lnTo>
                  <a:pt x="9531083" y="427266"/>
                </a:lnTo>
                <a:lnTo>
                  <a:pt x="9528454" y="427266"/>
                </a:lnTo>
                <a:lnTo>
                  <a:pt x="9527324" y="427736"/>
                </a:lnTo>
                <a:lnTo>
                  <a:pt x="9525470" y="429590"/>
                </a:lnTo>
                <a:lnTo>
                  <a:pt x="9525000" y="430720"/>
                </a:lnTo>
                <a:lnTo>
                  <a:pt x="9525000" y="433349"/>
                </a:lnTo>
                <a:lnTo>
                  <a:pt x="9525470" y="434467"/>
                </a:lnTo>
                <a:lnTo>
                  <a:pt x="9527324" y="436333"/>
                </a:lnTo>
                <a:lnTo>
                  <a:pt x="9528454" y="436791"/>
                </a:lnTo>
                <a:lnTo>
                  <a:pt x="9531083" y="436791"/>
                </a:lnTo>
                <a:lnTo>
                  <a:pt x="9532201" y="436333"/>
                </a:lnTo>
                <a:lnTo>
                  <a:pt x="9534068" y="434467"/>
                </a:lnTo>
                <a:lnTo>
                  <a:pt x="9534525" y="433349"/>
                </a:lnTo>
                <a:lnTo>
                  <a:pt x="9534525" y="430720"/>
                </a:lnTo>
                <a:close/>
              </a:path>
              <a:path w="9867900" h="3000375">
                <a:moveTo>
                  <a:pt x="9534525" y="3454"/>
                </a:moveTo>
                <a:lnTo>
                  <a:pt x="9534068" y="2336"/>
                </a:lnTo>
                <a:lnTo>
                  <a:pt x="9532201" y="469"/>
                </a:lnTo>
                <a:lnTo>
                  <a:pt x="9531083" y="0"/>
                </a:lnTo>
                <a:lnTo>
                  <a:pt x="9528454" y="0"/>
                </a:lnTo>
                <a:lnTo>
                  <a:pt x="9527324" y="469"/>
                </a:lnTo>
                <a:lnTo>
                  <a:pt x="9525470" y="2336"/>
                </a:lnTo>
                <a:lnTo>
                  <a:pt x="9525000" y="3454"/>
                </a:lnTo>
                <a:lnTo>
                  <a:pt x="9525000" y="6083"/>
                </a:lnTo>
                <a:lnTo>
                  <a:pt x="9525470" y="7200"/>
                </a:lnTo>
                <a:lnTo>
                  <a:pt x="9527324" y="9067"/>
                </a:lnTo>
                <a:lnTo>
                  <a:pt x="9528454" y="9525"/>
                </a:lnTo>
                <a:lnTo>
                  <a:pt x="9531083" y="9525"/>
                </a:lnTo>
                <a:lnTo>
                  <a:pt x="9532201" y="9067"/>
                </a:lnTo>
                <a:lnTo>
                  <a:pt x="9534068" y="7200"/>
                </a:lnTo>
                <a:lnTo>
                  <a:pt x="9534525" y="6083"/>
                </a:lnTo>
                <a:lnTo>
                  <a:pt x="9534525" y="3454"/>
                </a:lnTo>
                <a:close/>
              </a:path>
              <a:path w="9867900" h="3000375">
                <a:moveTo>
                  <a:pt x="9582150" y="2994304"/>
                </a:moveTo>
                <a:lnTo>
                  <a:pt x="9581693" y="2993186"/>
                </a:lnTo>
                <a:lnTo>
                  <a:pt x="9579826" y="2991320"/>
                </a:lnTo>
                <a:lnTo>
                  <a:pt x="9578708" y="2990850"/>
                </a:lnTo>
                <a:lnTo>
                  <a:pt x="9576079" y="2990850"/>
                </a:lnTo>
                <a:lnTo>
                  <a:pt x="9574949" y="2991320"/>
                </a:lnTo>
                <a:lnTo>
                  <a:pt x="9573095" y="2993186"/>
                </a:lnTo>
                <a:lnTo>
                  <a:pt x="9572625" y="2994304"/>
                </a:lnTo>
                <a:lnTo>
                  <a:pt x="9572625" y="2996933"/>
                </a:lnTo>
                <a:lnTo>
                  <a:pt x="9573095" y="2998051"/>
                </a:lnTo>
                <a:lnTo>
                  <a:pt x="9574949" y="2999917"/>
                </a:lnTo>
                <a:lnTo>
                  <a:pt x="9576079" y="3000375"/>
                </a:lnTo>
                <a:lnTo>
                  <a:pt x="9578708" y="3000375"/>
                </a:lnTo>
                <a:lnTo>
                  <a:pt x="9579826" y="2999917"/>
                </a:lnTo>
                <a:lnTo>
                  <a:pt x="9581693" y="2998051"/>
                </a:lnTo>
                <a:lnTo>
                  <a:pt x="9582150" y="2996933"/>
                </a:lnTo>
                <a:lnTo>
                  <a:pt x="9582150" y="2994304"/>
                </a:lnTo>
                <a:close/>
              </a:path>
              <a:path w="9867900" h="3000375">
                <a:moveTo>
                  <a:pt x="9582150" y="2567038"/>
                </a:moveTo>
                <a:lnTo>
                  <a:pt x="9581693" y="2565920"/>
                </a:lnTo>
                <a:lnTo>
                  <a:pt x="9579826" y="2564053"/>
                </a:lnTo>
                <a:lnTo>
                  <a:pt x="9578708" y="2563596"/>
                </a:lnTo>
                <a:lnTo>
                  <a:pt x="9576079" y="2563596"/>
                </a:lnTo>
                <a:lnTo>
                  <a:pt x="9574949" y="2564053"/>
                </a:lnTo>
                <a:lnTo>
                  <a:pt x="9573095" y="2565920"/>
                </a:lnTo>
                <a:lnTo>
                  <a:pt x="9572625" y="2567038"/>
                </a:lnTo>
                <a:lnTo>
                  <a:pt x="9572625" y="2569667"/>
                </a:lnTo>
                <a:lnTo>
                  <a:pt x="9573095" y="2570797"/>
                </a:lnTo>
                <a:lnTo>
                  <a:pt x="9574949" y="2572651"/>
                </a:lnTo>
                <a:lnTo>
                  <a:pt x="9576079" y="2573121"/>
                </a:lnTo>
                <a:lnTo>
                  <a:pt x="9578708" y="2573121"/>
                </a:lnTo>
                <a:lnTo>
                  <a:pt x="9579826" y="2572651"/>
                </a:lnTo>
                <a:lnTo>
                  <a:pt x="9581693" y="2570797"/>
                </a:lnTo>
                <a:lnTo>
                  <a:pt x="9582150" y="2569667"/>
                </a:lnTo>
                <a:lnTo>
                  <a:pt x="9582150" y="2567038"/>
                </a:lnTo>
                <a:close/>
              </a:path>
              <a:path w="9867900" h="3000375">
                <a:moveTo>
                  <a:pt x="9582150" y="2139772"/>
                </a:moveTo>
                <a:lnTo>
                  <a:pt x="9581693" y="2138654"/>
                </a:lnTo>
                <a:lnTo>
                  <a:pt x="9579826" y="2136787"/>
                </a:lnTo>
                <a:lnTo>
                  <a:pt x="9578708" y="2136330"/>
                </a:lnTo>
                <a:lnTo>
                  <a:pt x="9576079" y="2136330"/>
                </a:lnTo>
                <a:lnTo>
                  <a:pt x="9574949" y="2136787"/>
                </a:lnTo>
                <a:lnTo>
                  <a:pt x="9573095" y="2138654"/>
                </a:lnTo>
                <a:lnTo>
                  <a:pt x="9572625" y="2139772"/>
                </a:lnTo>
                <a:lnTo>
                  <a:pt x="9572625" y="2142401"/>
                </a:lnTo>
                <a:lnTo>
                  <a:pt x="9573095" y="2143531"/>
                </a:lnTo>
                <a:lnTo>
                  <a:pt x="9574949" y="2145385"/>
                </a:lnTo>
                <a:lnTo>
                  <a:pt x="9576079" y="2145855"/>
                </a:lnTo>
                <a:lnTo>
                  <a:pt x="9578708" y="2145855"/>
                </a:lnTo>
                <a:lnTo>
                  <a:pt x="9579826" y="2145385"/>
                </a:lnTo>
                <a:lnTo>
                  <a:pt x="9581693" y="2143531"/>
                </a:lnTo>
                <a:lnTo>
                  <a:pt x="9582150" y="2142401"/>
                </a:lnTo>
                <a:lnTo>
                  <a:pt x="9582150" y="2139772"/>
                </a:lnTo>
                <a:close/>
              </a:path>
              <a:path w="9867900" h="3000375">
                <a:moveTo>
                  <a:pt x="9582150" y="1712506"/>
                </a:moveTo>
                <a:lnTo>
                  <a:pt x="9581693" y="1711388"/>
                </a:lnTo>
                <a:lnTo>
                  <a:pt x="9579826" y="1709534"/>
                </a:lnTo>
                <a:lnTo>
                  <a:pt x="9578708" y="1709064"/>
                </a:lnTo>
                <a:lnTo>
                  <a:pt x="9576079" y="1709064"/>
                </a:lnTo>
                <a:lnTo>
                  <a:pt x="9574949" y="1709534"/>
                </a:lnTo>
                <a:lnTo>
                  <a:pt x="9573095" y="1711388"/>
                </a:lnTo>
                <a:lnTo>
                  <a:pt x="9572625" y="1712506"/>
                </a:lnTo>
                <a:lnTo>
                  <a:pt x="9572625" y="1715135"/>
                </a:lnTo>
                <a:lnTo>
                  <a:pt x="9573095" y="1716265"/>
                </a:lnTo>
                <a:lnTo>
                  <a:pt x="9574949" y="1718119"/>
                </a:lnTo>
                <a:lnTo>
                  <a:pt x="9576079" y="1718589"/>
                </a:lnTo>
                <a:lnTo>
                  <a:pt x="9578708" y="1718589"/>
                </a:lnTo>
                <a:lnTo>
                  <a:pt x="9579826" y="1718119"/>
                </a:lnTo>
                <a:lnTo>
                  <a:pt x="9581693" y="1716265"/>
                </a:lnTo>
                <a:lnTo>
                  <a:pt x="9582150" y="1715135"/>
                </a:lnTo>
                <a:lnTo>
                  <a:pt x="9582150" y="1712506"/>
                </a:lnTo>
                <a:close/>
              </a:path>
              <a:path w="9867900" h="3000375">
                <a:moveTo>
                  <a:pt x="9582150" y="1285252"/>
                </a:moveTo>
                <a:lnTo>
                  <a:pt x="9581693" y="1284122"/>
                </a:lnTo>
                <a:lnTo>
                  <a:pt x="9579826" y="1282268"/>
                </a:lnTo>
                <a:lnTo>
                  <a:pt x="9578708" y="1281798"/>
                </a:lnTo>
                <a:lnTo>
                  <a:pt x="9576079" y="1281798"/>
                </a:lnTo>
                <a:lnTo>
                  <a:pt x="9574949" y="1282268"/>
                </a:lnTo>
                <a:lnTo>
                  <a:pt x="9573095" y="1284122"/>
                </a:lnTo>
                <a:lnTo>
                  <a:pt x="9572625" y="1285252"/>
                </a:lnTo>
                <a:lnTo>
                  <a:pt x="9572625" y="1287881"/>
                </a:lnTo>
                <a:lnTo>
                  <a:pt x="9573095" y="1288999"/>
                </a:lnTo>
                <a:lnTo>
                  <a:pt x="9574949" y="1290853"/>
                </a:lnTo>
                <a:lnTo>
                  <a:pt x="9576079" y="1291323"/>
                </a:lnTo>
                <a:lnTo>
                  <a:pt x="9578708" y="1291323"/>
                </a:lnTo>
                <a:lnTo>
                  <a:pt x="9579826" y="1290853"/>
                </a:lnTo>
                <a:lnTo>
                  <a:pt x="9581693" y="1288999"/>
                </a:lnTo>
                <a:lnTo>
                  <a:pt x="9582150" y="1287881"/>
                </a:lnTo>
                <a:lnTo>
                  <a:pt x="9582150" y="1285252"/>
                </a:lnTo>
                <a:close/>
              </a:path>
              <a:path w="9867900" h="3000375">
                <a:moveTo>
                  <a:pt x="9582150" y="857986"/>
                </a:moveTo>
                <a:lnTo>
                  <a:pt x="9581693" y="856856"/>
                </a:lnTo>
                <a:lnTo>
                  <a:pt x="9579826" y="855002"/>
                </a:lnTo>
                <a:lnTo>
                  <a:pt x="9578708" y="854532"/>
                </a:lnTo>
                <a:lnTo>
                  <a:pt x="9576079" y="854532"/>
                </a:lnTo>
                <a:lnTo>
                  <a:pt x="9574949" y="855002"/>
                </a:lnTo>
                <a:lnTo>
                  <a:pt x="9573095" y="856856"/>
                </a:lnTo>
                <a:lnTo>
                  <a:pt x="9572625" y="857986"/>
                </a:lnTo>
                <a:lnTo>
                  <a:pt x="9572625" y="860615"/>
                </a:lnTo>
                <a:lnTo>
                  <a:pt x="9573095" y="861733"/>
                </a:lnTo>
                <a:lnTo>
                  <a:pt x="9574949" y="863600"/>
                </a:lnTo>
                <a:lnTo>
                  <a:pt x="9576079" y="864057"/>
                </a:lnTo>
                <a:lnTo>
                  <a:pt x="9578708" y="864057"/>
                </a:lnTo>
                <a:lnTo>
                  <a:pt x="9579826" y="863600"/>
                </a:lnTo>
                <a:lnTo>
                  <a:pt x="9581693" y="861733"/>
                </a:lnTo>
                <a:lnTo>
                  <a:pt x="9582150" y="860615"/>
                </a:lnTo>
                <a:lnTo>
                  <a:pt x="9582150" y="857986"/>
                </a:lnTo>
                <a:close/>
              </a:path>
              <a:path w="9867900" h="3000375">
                <a:moveTo>
                  <a:pt x="9582150" y="430720"/>
                </a:moveTo>
                <a:lnTo>
                  <a:pt x="9581693" y="429590"/>
                </a:lnTo>
                <a:lnTo>
                  <a:pt x="9579826" y="427736"/>
                </a:lnTo>
                <a:lnTo>
                  <a:pt x="9578708" y="427266"/>
                </a:lnTo>
                <a:lnTo>
                  <a:pt x="9576079" y="427266"/>
                </a:lnTo>
                <a:lnTo>
                  <a:pt x="9574949" y="427736"/>
                </a:lnTo>
                <a:lnTo>
                  <a:pt x="9573095" y="429590"/>
                </a:lnTo>
                <a:lnTo>
                  <a:pt x="9572625" y="430720"/>
                </a:lnTo>
                <a:lnTo>
                  <a:pt x="9572625" y="433349"/>
                </a:lnTo>
                <a:lnTo>
                  <a:pt x="9573095" y="434467"/>
                </a:lnTo>
                <a:lnTo>
                  <a:pt x="9574949" y="436333"/>
                </a:lnTo>
                <a:lnTo>
                  <a:pt x="9576079" y="436791"/>
                </a:lnTo>
                <a:lnTo>
                  <a:pt x="9578708" y="436791"/>
                </a:lnTo>
                <a:lnTo>
                  <a:pt x="9579826" y="436333"/>
                </a:lnTo>
                <a:lnTo>
                  <a:pt x="9581693" y="434467"/>
                </a:lnTo>
                <a:lnTo>
                  <a:pt x="9582150" y="433349"/>
                </a:lnTo>
                <a:lnTo>
                  <a:pt x="9582150" y="430720"/>
                </a:lnTo>
                <a:close/>
              </a:path>
              <a:path w="9867900" h="3000375">
                <a:moveTo>
                  <a:pt x="9582150" y="3454"/>
                </a:moveTo>
                <a:lnTo>
                  <a:pt x="9581693" y="2336"/>
                </a:lnTo>
                <a:lnTo>
                  <a:pt x="9579826" y="469"/>
                </a:lnTo>
                <a:lnTo>
                  <a:pt x="9578708" y="0"/>
                </a:lnTo>
                <a:lnTo>
                  <a:pt x="9576079" y="0"/>
                </a:lnTo>
                <a:lnTo>
                  <a:pt x="9574949" y="469"/>
                </a:lnTo>
                <a:lnTo>
                  <a:pt x="9573095" y="2336"/>
                </a:lnTo>
                <a:lnTo>
                  <a:pt x="9572625" y="3454"/>
                </a:lnTo>
                <a:lnTo>
                  <a:pt x="9572625" y="6083"/>
                </a:lnTo>
                <a:lnTo>
                  <a:pt x="9573095" y="7200"/>
                </a:lnTo>
                <a:lnTo>
                  <a:pt x="9574949" y="9067"/>
                </a:lnTo>
                <a:lnTo>
                  <a:pt x="9576079" y="9525"/>
                </a:lnTo>
                <a:lnTo>
                  <a:pt x="9578708" y="9525"/>
                </a:lnTo>
                <a:lnTo>
                  <a:pt x="9579826" y="9067"/>
                </a:lnTo>
                <a:lnTo>
                  <a:pt x="9581693" y="7200"/>
                </a:lnTo>
                <a:lnTo>
                  <a:pt x="9582150" y="6083"/>
                </a:lnTo>
                <a:lnTo>
                  <a:pt x="9582150" y="3454"/>
                </a:lnTo>
                <a:close/>
              </a:path>
              <a:path w="9867900" h="3000375">
                <a:moveTo>
                  <a:pt x="9629775" y="2994304"/>
                </a:moveTo>
                <a:lnTo>
                  <a:pt x="9629318" y="2993186"/>
                </a:lnTo>
                <a:lnTo>
                  <a:pt x="9627451" y="2991320"/>
                </a:lnTo>
                <a:lnTo>
                  <a:pt x="9626333" y="2990850"/>
                </a:lnTo>
                <a:lnTo>
                  <a:pt x="9623704" y="2990850"/>
                </a:lnTo>
                <a:lnTo>
                  <a:pt x="9622574" y="2991320"/>
                </a:lnTo>
                <a:lnTo>
                  <a:pt x="9620720" y="2993186"/>
                </a:lnTo>
                <a:lnTo>
                  <a:pt x="9620250" y="2994304"/>
                </a:lnTo>
                <a:lnTo>
                  <a:pt x="9620250" y="2996933"/>
                </a:lnTo>
                <a:lnTo>
                  <a:pt x="9620720" y="2998051"/>
                </a:lnTo>
                <a:lnTo>
                  <a:pt x="9622574" y="2999917"/>
                </a:lnTo>
                <a:lnTo>
                  <a:pt x="9623704" y="3000375"/>
                </a:lnTo>
                <a:lnTo>
                  <a:pt x="9626333" y="3000375"/>
                </a:lnTo>
                <a:lnTo>
                  <a:pt x="9627451" y="2999917"/>
                </a:lnTo>
                <a:lnTo>
                  <a:pt x="9629318" y="2998051"/>
                </a:lnTo>
                <a:lnTo>
                  <a:pt x="9629775" y="2996933"/>
                </a:lnTo>
                <a:lnTo>
                  <a:pt x="9629775" y="2994304"/>
                </a:lnTo>
                <a:close/>
              </a:path>
              <a:path w="9867900" h="3000375">
                <a:moveTo>
                  <a:pt x="9629775" y="2567038"/>
                </a:moveTo>
                <a:lnTo>
                  <a:pt x="9629318" y="2565920"/>
                </a:lnTo>
                <a:lnTo>
                  <a:pt x="9627451" y="2564053"/>
                </a:lnTo>
                <a:lnTo>
                  <a:pt x="9626333" y="2563596"/>
                </a:lnTo>
                <a:lnTo>
                  <a:pt x="9623704" y="2563596"/>
                </a:lnTo>
                <a:lnTo>
                  <a:pt x="9622574" y="2564053"/>
                </a:lnTo>
                <a:lnTo>
                  <a:pt x="9620720" y="2565920"/>
                </a:lnTo>
                <a:lnTo>
                  <a:pt x="9620250" y="2567038"/>
                </a:lnTo>
                <a:lnTo>
                  <a:pt x="9620250" y="2569667"/>
                </a:lnTo>
                <a:lnTo>
                  <a:pt x="9620720" y="2570797"/>
                </a:lnTo>
                <a:lnTo>
                  <a:pt x="9622574" y="2572651"/>
                </a:lnTo>
                <a:lnTo>
                  <a:pt x="9623704" y="2573121"/>
                </a:lnTo>
                <a:lnTo>
                  <a:pt x="9626333" y="2573121"/>
                </a:lnTo>
                <a:lnTo>
                  <a:pt x="9627451" y="2572651"/>
                </a:lnTo>
                <a:lnTo>
                  <a:pt x="9629318" y="2570797"/>
                </a:lnTo>
                <a:lnTo>
                  <a:pt x="9629775" y="2569667"/>
                </a:lnTo>
                <a:lnTo>
                  <a:pt x="9629775" y="2567038"/>
                </a:lnTo>
                <a:close/>
              </a:path>
              <a:path w="9867900" h="3000375">
                <a:moveTo>
                  <a:pt x="9629775" y="2139772"/>
                </a:moveTo>
                <a:lnTo>
                  <a:pt x="9629318" y="2138654"/>
                </a:lnTo>
                <a:lnTo>
                  <a:pt x="9627451" y="2136787"/>
                </a:lnTo>
                <a:lnTo>
                  <a:pt x="9626333" y="2136330"/>
                </a:lnTo>
                <a:lnTo>
                  <a:pt x="9623704" y="2136330"/>
                </a:lnTo>
                <a:lnTo>
                  <a:pt x="9622574" y="2136787"/>
                </a:lnTo>
                <a:lnTo>
                  <a:pt x="9620720" y="2138654"/>
                </a:lnTo>
                <a:lnTo>
                  <a:pt x="9620250" y="2139772"/>
                </a:lnTo>
                <a:lnTo>
                  <a:pt x="9620250" y="2142401"/>
                </a:lnTo>
                <a:lnTo>
                  <a:pt x="9620720" y="2143531"/>
                </a:lnTo>
                <a:lnTo>
                  <a:pt x="9622574" y="2145385"/>
                </a:lnTo>
                <a:lnTo>
                  <a:pt x="9623704" y="2145855"/>
                </a:lnTo>
                <a:lnTo>
                  <a:pt x="9626333" y="2145855"/>
                </a:lnTo>
                <a:lnTo>
                  <a:pt x="9627451" y="2145385"/>
                </a:lnTo>
                <a:lnTo>
                  <a:pt x="9629318" y="2143531"/>
                </a:lnTo>
                <a:lnTo>
                  <a:pt x="9629775" y="2142401"/>
                </a:lnTo>
                <a:lnTo>
                  <a:pt x="9629775" y="2139772"/>
                </a:lnTo>
                <a:close/>
              </a:path>
              <a:path w="9867900" h="3000375">
                <a:moveTo>
                  <a:pt x="9629775" y="1712506"/>
                </a:moveTo>
                <a:lnTo>
                  <a:pt x="9629318" y="1711388"/>
                </a:lnTo>
                <a:lnTo>
                  <a:pt x="9627451" y="1709534"/>
                </a:lnTo>
                <a:lnTo>
                  <a:pt x="9626333" y="1709064"/>
                </a:lnTo>
                <a:lnTo>
                  <a:pt x="9623704" y="1709064"/>
                </a:lnTo>
                <a:lnTo>
                  <a:pt x="9622574" y="1709534"/>
                </a:lnTo>
                <a:lnTo>
                  <a:pt x="9620720" y="1711388"/>
                </a:lnTo>
                <a:lnTo>
                  <a:pt x="9620250" y="1712506"/>
                </a:lnTo>
                <a:lnTo>
                  <a:pt x="9620250" y="1715135"/>
                </a:lnTo>
                <a:lnTo>
                  <a:pt x="9620720" y="1716265"/>
                </a:lnTo>
                <a:lnTo>
                  <a:pt x="9622574" y="1718119"/>
                </a:lnTo>
                <a:lnTo>
                  <a:pt x="9623704" y="1718589"/>
                </a:lnTo>
                <a:lnTo>
                  <a:pt x="9626333" y="1718589"/>
                </a:lnTo>
                <a:lnTo>
                  <a:pt x="9627451" y="1718119"/>
                </a:lnTo>
                <a:lnTo>
                  <a:pt x="9629318" y="1716265"/>
                </a:lnTo>
                <a:lnTo>
                  <a:pt x="9629775" y="1715135"/>
                </a:lnTo>
                <a:lnTo>
                  <a:pt x="9629775" y="1712506"/>
                </a:lnTo>
                <a:close/>
              </a:path>
              <a:path w="9867900" h="3000375">
                <a:moveTo>
                  <a:pt x="9629775" y="1285252"/>
                </a:moveTo>
                <a:lnTo>
                  <a:pt x="9629318" y="1284122"/>
                </a:lnTo>
                <a:lnTo>
                  <a:pt x="9627451" y="1282268"/>
                </a:lnTo>
                <a:lnTo>
                  <a:pt x="9626333" y="1281798"/>
                </a:lnTo>
                <a:lnTo>
                  <a:pt x="9623704" y="1281798"/>
                </a:lnTo>
                <a:lnTo>
                  <a:pt x="9622574" y="1282268"/>
                </a:lnTo>
                <a:lnTo>
                  <a:pt x="9620720" y="1284122"/>
                </a:lnTo>
                <a:lnTo>
                  <a:pt x="9620250" y="1285252"/>
                </a:lnTo>
                <a:lnTo>
                  <a:pt x="9620250" y="1287881"/>
                </a:lnTo>
                <a:lnTo>
                  <a:pt x="9620720" y="1288999"/>
                </a:lnTo>
                <a:lnTo>
                  <a:pt x="9622574" y="1290853"/>
                </a:lnTo>
                <a:lnTo>
                  <a:pt x="9623704" y="1291323"/>
                </a:lnTo>
                <a:lnTo>
                  <a:pt x="9626333" y="1291323"/>
                </a:lnTo>
                <a:lnTo>
                  <a:pt x="9627451" y="1290853"/>
                </a:lnTo>
                <a:lnTo>
                  <a:pt x="9629318" y="1288999"/>
                </a:lnTo>
                <a:lnTo>
                  <a:pt x="9629775" y="1287881"/>
                </a:lnTo>
                <a:lnTo>
                  <a:pt x="9629775" y="1285252"/>
                </a:lnTo>
                <a:close/>
              </a:path>
              <a:path w="9867900" h="3000375">
                <a:moveTo>
                  <a:pt x="9629775" y="857986"/>
                </a:moveTo>
                <a:lnTo>
                  <a:pt x="9629318" y="856856"/>
                </a:lnTo>
                <a:lnTo>
                  <a:pt x="9627451" y="855002"/>
                </a:lnTo>
                <a:lnTo>
                  <a:pt x="9626333" y="854532"/>
                </a:lnTo>
                <a:lnTo>
                  <a:pt x="9623704" y="854532"/>
                </a:lnTo>
                <a:lnTo>
                  <a:pt x="9622574" y="855002"/>
                </a:lnTo>
                <a:lnTo>
                  <a:pt x="9620720" y="856856"/>
                </a:lnTo>
                <a:lnTo>
                  <a:pt x="9620250" y="857986"/>
                </a:lnTo>
                <a:lnTo>
                  <a:pt x="9620250" y="860615"/>
                </a:lnTo>
                <a:lnTo>
                  <a:pt x="9620720" y="861733"/>
                </a:lnTo>
                <a:lnTo>
                  <a:pt x="9622574" y="863600"/>
                </a:lnTo>
                <a:lnTo>
                  <a:pt x="9623704" y="864057"/>
                </a:lnTo>
                <a:lnTo>
                  <a:pt x="9626333" y="864057"/>
                </a:lnTo>
                <a:lnTo>
                  <a:pt x="9627451" y="863600"/>
                </a:lnTo>
                <a:lnTo>
                  <a:pt x="9629318" y="861733"/>
                </a:lnTo>
                <a:lnTo>
                  <a:pt x="9629775" y="860615"/>
                </a:lnTo>
                <a:lnTo>
                  <a:pt x="9629775" y="857986"/>
                </a:lnTo>
                <a:close/>
              </a:path>
              <a:path w="9867900" h="3000375">
                <a:moveTo>
                  <a:pt x="9629775" y="430720"/>
                </a:moveTo>
                <a:lnTo>
                  <a:pt x="9629318" y="429590"/>
                </a:lnTo>
                <a:lnTo>
                  <a:pt x="9627451" y="427736"/>
                </a:lnTo>
                <a:lnTo>
                  <a:pt x="9626333" y="427266"/>
                </a:lnTo>
                <a:lnTo>
                  <a:pt x="9623704" y="427266"/>
                </a:lnTo>
                <a:lnTo>
                  <a:pt x="9622574" y="427736"/>
                </a:lnTo>
                <a:lnTo>
                  <a:pt x="9620720" y="429590"/>
                </a:lnTo>
                <a:lnTo>
                  <a:pt x="9620250" y="430720"/>
                </a:lnTo>
                <a:lnTo>
                  <a:pt x="9620250" y="433349"/>
                </a:lnTo>
                <a:lnTo>
                  <a:pt x="9620720" y="434467"/>
                </a:lnTo>
                <a:lnTo>
                  <a:pt x="9622574" y="436333"/>
                </a:lnTo>
                <a:lnTo>
                  <a:pt x="9623704" y="436791"/>
                </a:lnTo>
                <a:lnTo>
                  <a:pt x="9626333" y="436791"/>
                </a:lnTo>
                <a:lnTo>
                  <a:pt x="9627451" y="436333"/>
                </a:lnTo>
                <a:lnTo>
                  <a:pt x="9629318" y="434467"/>
                </a:lnTo>
                <a:lnTo>
                  <a:pt x="9629775" y="433349"/>
                </a:lnTo>
                <a:lnTo>
                  <a:pt x="9629775" y="430720"/>
                </a:lnTo>
                <a:close/>
              </a:path>
              <a:path w="9867900" h="3000375">
                <a:moveTo>
                  <a:pt x="9629775" y="3454"/>
                </a:moveTo>
                <a:lnTo>
                  <a:pt x="9629318" y="2336"/>
                </a:lnTo>
                <a:lnTo>
                  <a:pt x="9627451" y="469"/>
                </a:lnTo>
                <a:lnTo>
                  <a:pt x="9626333" y="0"/>
                </a:lnTo>
                <a:lnTo>
                  <a:pt x="9623704" y="0"/>
                </a:lnTo>
                <a:lnTo>
                  <a:pt x="9622574" y="469"/>
                </a:lnTo>
                <a:lnTo>
                  <a:pt x="9620720" y="2336"/>
                </a:lnTo>
                <a:lnTo>
                  <a:pt x="9620250" y="3454"/>
                </a:lnTo>
                <a:lnTo>
                  <a:pt x="9620250" y="6083"/>
                </a:lnTo>
                <a:lnTo>
                  <a:pt x="9620720" y="7200"/>
                </a:lnTo>
                <a:lnTo>
                  <a:pt x="9622574" y="9067"/>
                </a:lnTo>
                <a:lnTo>
                  <a:pt x="9623704" y="9525"/>
                </a:lnTo>
                <a:lnTo>
                  <a:pt x="9626333" y="9525"/>
                </a:lnTo>
                <a:lnTo>
                  <a:pt x="9627451" y="9067"/>
                </a:lnTo>
                <a:lnTo>
                  <a:pt x="9629318" y="7200"/>
                </a:lnTo>
                <a:lnTo>
                  <a:pt x="9629775" y="6083"/>
                </a:lnTo>
                <a:lnTo>
                  <a:pt x="9629775" y="3454"/>
                </a:lnTo>
                <a:close/>
              </a:path>
              <a:path w="9867900" h="3000375">
                <a:moveTo>
                  <a:pt x="9677400" y="2994304"/>
                </a:moveTo>
                <a:lnTo>
                  <a:pt x="9676943" y="2993186"/>
                </a:lnTo>
                <a:lnTo>
                  <a:pt x="9675076" y="2991320"/>
                </a:lnTo>
                <a:lnTo>
                  <a:pt x="9673958" y="2990850"/>
                </a:lnTo>
                <a:lnTo>
                  <a:pt x="9671329" y="2990850"/>
                </a:lnTo>
                <a:lnTo>
                  <a:pt x="9670199" y="2991320"/>
                </a:lnTo>
                <a:lnTo>
                  <a:pt x="9668345" y="2993186"/>
                </a:lnTo>
                <a:lnTo>
                  <a:pt x="9667875" y="2994304"/>
                </a:lnTo>
                <a:lnTo>
                  <a:pt x="9667875" y="2996933"/>
                </a:lnTo>
                <a:lnTo>
                  <a:pt x="9668345" y="2998051"/>
                </a:lnTo>
                <a:lnTo>
                  <a:pt x="9670199" y="2999917"/>
                </a:lnTo>
                <a:lnTo>
                  <a:pt x="9671329" y="3000375"/>
                </a:lnTo>
                <a:lnTo>
                  <a:pt x="9673958" y="3000375"/>
                </a:lnTo>
                <a:lnTo>
                  <a:pt x="9675076" y="2999917"/>
                </a:lnTo>
                <a:lnTo>
                  <a:pt x="9676943" y="2998051"/>
                </a:lnTo>
                <a:lnTo>
                  <a:pt x="9677400" y="2996933"/>
                </a:lnTo>
                <a:lnTo>
                  <a:pt x="9677400" y="2994304"/>
                </a:lnTo>
                <a:close/>
              </a:path>
              <a:path w="9867900" h="3000375">
                <a:moveTo>
                  <a:pt x="9677400" y="2567038"/>
                </a:moveTo>
                <a:lnTo>
                  <a:pt x="9676943" y="2565920"/>
                </a:lnTo>
                <a:lnTo>
                  <a:pt x="9675076" y="2564053"/>
                </a:lnTo>
                <a:lnTo>
                  <a:pt x="9673958" y="2563596"/>
                </a:lnTo>
                <a:lnTo>
                  <a:pt x="9671329" y="2563596"/>
                </a:lnTo>
                <a:lnTo>
                  <a:pt x="9670199" y="2564053"/>
                </a:lnTo>
                <a:lnTo>
                  <a:pt x="9668345" y="2565920"/>
                </a:lnTo>
                <a:lnTo>
                  <a:pt x="9667875" y="2567038"/>
                </a:lnTo>
                <a:lnTo>
                  <a:pt x="9667875" y="2569667"/>
                </a:lnTo>
                <a:lnTo>
                  <a:pt x="9668345" y="2570797"/>
                </a:lnTo>
                <a:lnTo>
                  <a:pt x="9670199" y="2572651"/>
                </a:lnTo>
                <a:lnTo>
                  <a:pt x="9671329" y="2573121"/>
                </a:lnTo>
                <a:lnTo>
                  <a:pt x="9673958" y="2573121"/>
                </a:lnTo>
                <a:lnTo>
                  <a:pt x="9675076" y="2572651"/>
                </a:lnTo>
                <a:lnTo>
                  <a:pt x="9676943" y="2570797"/>
                </a:lnTo>
                <a:lnTo>
                  <a:pt x="9677400" y="2569667"/>
                </a:lnTo>
                <a:lnTo>
                  <a:pt x="9677400" y="2567038"/>
                </a:lnTo>
                <a:close/>
              </a:path>
              <a:path w="9867900" h="3000375">
                <a:moveTo>
                  <a:pt x="9677400" y="2139772"/>
                </a:moveTo>
                <a:lnTo>
                  <a:pt x="9676943" y="2138654"/>
                </a:lnTo>
                <a:lnTo>
                  <a:pt x="9675076" y="2136787"/>
                </a:lnTo>
                <a:lnTo>
                  <a:pt x="9673958" y="2136330"/>
                </a:lnTo>
                <a:lnTo>
                  <a:pt x="9671329" y="2136330"/>
                </a:lnTo>
                <a:lnTo>
                  <a:pt x="9670199" y="2136787"/>
                </a:lnTo>
                <a:lnTo>
                  <a:pt x="9668345" y="2138654"/>
                </a:lnTo>
                <a:lnTo>
                  <a:pt x="9667875" y="2139772"/>
                </a:lnTo>
                <a:lnTo>
                  <a:pt x="9667875" y="2142401"/>
                </a:lnTo>
                <a:lnTo>
                  <a:pt x="9668345" y="2143531"/>
                </a:lnTo>
                <a:lnTo>
                  <a:pt x="9670199" y="2145385"/>
                </a:lnTo>
                <a:lnTo>
                  <a:pt x="9671329" y="2145855"/>
                </a:lnTo>
                <a:lnTo>
                  <a:pt x="9673958" y="2145855"/>
                </a:lnTo>
                <a:lnTo>
                  <a:pt x="9675076" y="2145385"/>
                </a:lnTo>
                <a:lnTo>
                  <a:pt x="9676943" y="2143531"/>
                </a:lnTo>
                <a:lnTo>
                  <a:pt x="9677400" y="2142401"/>
                </a:lnTo>
                <a:lnTo>
                  <a:pt x="9677400" y="2139772"/>
                </a:lnTo>
                <a:close/>
              </a:path>
              <a:path w="9867900" h="3000375">
                <a:moveTo>
                  <a:pt x="9677400" y="1712506"/>
                </a:moveTo>
                <a:lnTo>
                  <a:pt x="9676943" y="1711388"/>
                </a:lnTo>
                <a:lnTo>
                  <a:pt x="9675076" y="1709534"/>
                </a:lnTo>
                <a:lnTo>
                  <a:pt x="9673958" y="1709064"/>
                </a:lnTo>
                <a:lnTo>
                  <a:pt x="9671329" y="1709064"/>
                </a:lnTo>
                <a:lnTo>
                  <a:pt x="9670199" y="1709534"/>
                </a:lnTo>
                <a:lnTo>
                  <a:pt x="9668345" y="1711388"/>
                </a:lnTo>
                <a:lnTo>
                  <a:pt x="9667875" y="1712506"/>
                </a:lnTo>
                <a:lnTo>
                  <a:pt x="9667875" y="1715135"/>
                </a:lnTo>
                <a:lnTo>
                  <a:pt x="9668345" y="1716265"/>
                </a:lnTo>
                <a:lnTo>
                  <a:pt x="9670199" y="1718119"/>
                </a:lnTo>
                <a:lnTo>
                  <a:pt x="9671329" y="1718589"/>
                </a:lnTo>
                <a:lnTo>
                  <a:pt x="9673958" y="1718589"/>
                </a:lnTo>
                <a:lnTo>
                  <a:pt x="9675076" y="1718119"/>
                </a:lnTo>
                <a:lnTo>
                  <a:pt x="9676943" y="1716265"/>
                </a:lnTo>
                <a:lnTo>
                  <a:pt x="9677400" y="1715135"/>
                </a:lnTo>
                <a:lnTo>
                  <a:pt x="9677400" y="1712506"/>
                </a:lnTo>
                <a:close/>
              </a:path>
              <a:path w="9867900" h="3000375">
                <a:moveTo>
                  <a:pt x="9677400" y="1285252"/>
                </a:moveTo>
                <a:lnTo>
                  <a:pt x="9676943" y="1284122"/>
                </a:lnTo>
                <a:lnTo>
                  <a:pt x="9675076" y="1282268"/>
                </a:lnTo>
                <a:lnTo>
                  <a:pt x="9673958" y="1281798"/>
                </a:lnTo>
                <a:lnTo>
                  <a:pt x="9671329" y="1281798"/>
                </a:lnTo>
                <a:lnTo>
                  <a:pt x="9670199" y="1282268"/>
                </a:lnTo>
                <a:lnTo>
                  <a:pt x="9668345" y="1284122"/>
                </a:lnTo>
                <a:lnTo>
                  <a:pt x="9667875" y="1285252"/>
                </a:lnTo>
                <a:lnTo>
                  <a:pt x="9667875" y="1287881"/>
                </a:lnTo>
                <a:lnTo>
                  <a:pt x="9668345" y="1288999"/>
                </a:lnTo>
                <a:lnTo>
                  <a:pt x="9670199" y="1290853"/>
                </a:lnTo>
                <a:lnTo>
                  <a:pt x="9671329" y="1291323"/>
                </a:lnTo>
                <a:lnTo>
                  <a:pt x="9673958" y="1291323"/>
                </a:lnTo>
                <a:lnTo>
                  <a:pt x="9675076" y="1290853"/>
                </a:lnTo>
                <a:lnTo>
                  <a:pt x="9676943" y="1288999"/>
                </a:lnTo>
                <a:lnTo>
                  <a:pt x="9677400" y="1287881"/>
                </a:lnTo>
                <a:lnTo>
                  <a:pt x="9677400" y="1285252"/>
                </a:lnTo>
                <a:close/>
              </a:path>
              <a:path w="9867900" h="3000375">
                <a:moveTo>
                  <a:pt x="9677400" y="857986"/>
                </a:moveTo>
                <a:lnTo>
                  <a:pt x="9676943" y="856856"/>
                </a:lnTo>
                <a:lnTo>
                  <a:pt x="9675076" y="855002"/>
                </a:lnTo>
                <a:lnTo>
                  <a:pt x="9673958" y="854532"/>
                </a:lnTo>
                <a:lnTo>
                  <a:pt x="9671329" y="854532"/>
                </a:lnTo>
                <a:lnTo>
                  <a:pt x="9670199" y="855002"/>
                </a:lnTo>
                <a:lnTo>
                  <a:pt x="9668345" y="856856"/>
                </a:lnTo>
                <a:lnTo>
                  <a:pt x="9667875" y="857986"/>
                </a:lnTo>
                <a:lnTo>
                  <a:pt x="9667875" y="860615"/>
                </a:lnTo>
                <a:lnTo>
                  <a:pt x="9668345" y="861733"/>
                </a:lnTo>
                <a:lnTo>
                  <a:pt x="9670199" y="863600"/>
                </a:lnTo>
                <a:lnTo>
                  <a:pt x="9671329" y="864057"/>
                </a:lnTo>
                <a:lnTo>
                  <a:pt x="9673958" y="864057"/>
                </a:lnTo>
                <a:lnTo>
                  <a:pt x="9675076" y="863600"/>
                </a:lnTo>
                <a:lnTo>
                  <a:pt x="9676943" y="861733"/>
                </a:lnTo>
                <a:lnTo>
                  <a:pt x="9677400" y="860615"/>
                </a:lnTo>
                <a:lnTo>
                  <a:pt x="9677400" y="857986"/>
                </a:lnTo>
                <a:close/>
              </a:path>
              <a:path w="9867900" h="3000375">
                <a:moveTo>
                  <a:pt x="9677400" y="430720"/>
                </a:moveTo>
                <a:lnTo>
                  <a:pt x="9676943" y="429590"/>
                </a:lnTo>
                <a:lnTo>
                  <a:pt x="9675076" y="427736"/>
                </a:lnTo>
                <a:lnTo>
                  <a:pt x="9673958" y="427266"/>
                </a:lnTo>
                <a:lnTo>
                  <a:pt x="9671329" y="427266"/>
                </a:lnTo>
                <a:lnTo>
                  <a:pt x="9670199" y="427736"/>
                </a:lnTo>
                <a:lnTo>
                  <a:pt x="9668345" y="429590"/>
                </a:lnTo>
                <a:lnTo>
                  <a:pt x="9667875" y="430720"/>
                </a:lnTo>
                <a:lnTo>
                  <a:pt x="9667875" y="433349"/>
                </a:lnTo>
                <a:lnTo>
                  <a:pt x="9668345" y="434467"/>
                </a:lnTo>
                <a:lnTo>
                  <a:pt x="9670199" y="436333"/>
                </a:lnTo>
                <a:lnTo>
                  <a:pt x="9671329" y="436791"/>
                </a:lnTo>
                <a:lnTo>
                  <a:pt x="9673958" y="436791"/>
                </a:lnTo>
                <a:lnTo>
                  <a:pt x="9675076" y="436333"/>
                </a:lnTo>
                <a:lnTo>
                  <a:pt x="9676943" y="434467"/>
                </a:lnTo>
                <a:lnTo>
                  <a:pt x="9677400" y="433349"/>
                </a:lnTo>
                <a:lnTo>
                  <a:pt x="9677400" y="430720"/>
                </a:lnTo>
                <a:close/>
              </a:path>
              <a:path w="9867900" h="3000375">
                <a:moveTo>
                  <a:pt x="9677400" y="3454"/>
                </a:moveTo>
                <a:lnTo>
                  <a:pt x="9676943" y="2336"/>
                </a:lnTo>
                <a:lnTo>
                  <a:pt x="9675076" y="469"/>
                </a:lnTo>
                <a:lnTo>
                  <a:pt x="9673958" y="0"/>
                </a:lnTo>
                <a:lnTo>
                  <a:pt x="9671329" y="0"/>
                </a:lnTo>
                <a:lnTo>
                  <a:pt x="9670199" y="469"/>
                </a:lnTo>
                <a:lnTo>
                  <a:pt x="9668345" y="2336"/>
                </a:lnTo>
                <a:lnTo>
                  <a:pt x="9667875" y="3454"/>
                </a:lnTo>
                <a:lnTo>
                  <a:pt x="9667875" y="6083"/>
                </a:lnTo>
                <a:lnTo>
                  <a:pt x="9668345" y="7200"/>
                </a:lnTo>
                <a:lnTo>
                  <a:pt x="9670199" y="9067"/>
                </a:lnTo>
                <a:lnTo>
                  <a:pt x="9671329" y="9525"/>
                </a:lnTo>
                <a:lnTo>
                  <a:pt x="9673958" y="9525"/>
                </a:lnTo>
                <a:lnTo>
                  <a:pt x="9675076" y="9067"/>
                </a:lnTo>
                <a:lnTo>
                  <a:pt x="9676943" y="7200"/>
                </a:lnTo>
                <a:lnTo>
                  <a:pt x="9677400" y="6083"/>
                </a:lnTo>
                <a:lnTo>
                  <a:pt x="9677400" y="3454"/>
                </a:lnTo>
                <a:close/>
              </a:path>
              <a:path w="9867900" h="3000375">
                <a:moveTo>
                  <a:pt x="9725025" y="2994304"/>
                </a:moveTo>
                <a:lnTo>
                  <a:pt x="9724568" y="2993186"/>
                </a:lnTo>
                <a:lnTo>
                  <a:pt x="9722701" y="2991320"/>
                </a:lnTo>
                <a:lnTo>
                  <a:pt x="9721583" y="2990850"/>
                </a:lnTo>
                <a:lnTo>
                  <a:pt x="9718954" y="2990850"/>
                </a:lnTo>
                <a:lnTo>
                  <a:pt x="9717824" y="2991320"/>
                </a:lnTo>
                <a:lnTo>
                  <a:pt x="9715970" y="2993186"/>
                </a:lnTo>
                <a:lnTo>
                  <a:pt x="9715500" y="2994304"/>
                </a:lnTo>
                <a:lnTo>
                  <a:pt x="9715500" y="2996933"/>
                </a:lnTo>
                <a:lnTo>
                  <a:pt x="9715970" y="2998051"/>
                </a:lnTo>
                <a:lnTo>
                  <a:pt x="9717824" y="2999917"/>
                </a:lnTo>
                <a:lnTo>
                  <a:pt x="9718954" y="3000375"/>
                </a:lnTo>
                <a:lnTo>
                  <a:pt x="9721583" y="3000375"/>
                </a:lnTo>
                <a:lnTo>
                  <a:pt x="9722701" y="2999917"/>
                </a:lnTo>
                <a:lnTo>
                  <a:pt x="9724568" y="2998051"/>
                </a:lnTo>
                <a:lnTo>
                  <a:pt x="9725025" y="2996933"/>
                </a:lnTo>
                <a:lnTo>
                  <a:pt x="9725025" y="2994304"/>
                </a:lnTo>
                <a:close/>
              </a:path>
              <a:path w="9867900" h="3000375">
                <a:moveTo>
                  <a:pt x="9725025" y="2567038"/>
                </a:moveTo>
                <a:lnTo>
                  <a:pt x="9724568" y="2565920"/>
                </a:lnTo>
                <a:lnTo>
                  <a:pt x="9722701" y="2564053"/>
                </a:lnTo>
                <a:lnTo>
                  <a:pt x="9721583" y="2563596"/>
                </a:lnTo>
                <a:lnTo>
                  <a:pt x="9718954" y="2563596"/>
                </a:lnTo>
                <a:lnTo>
                  <a:pt x="9717824" y="2564053"/>
                </a:lnTo>
                <a:lnTo>
                  <a:pt x="9715970" y="2565920"/>
                </a:lnTo>
                <a:lnTo>
                  <a:pt x="9715500" y="2567038"/>
                </a:lnTo>
                <a:lnTo>
                  <a:pt x="9715500" y="2569667"/>
                </a:lnTo>
                <a:lnTo>
                  <a:pt x="9715970" y="2570797"/>
                </a:lnTo>
                <a:lnTo>
                  <a:pt x="9717824" y="2572651"/>
                </a:lnTo>
                <a:lnTo>
                  <a:pt x="9718954" y="2573121"/>
                </a:lnTo>
                <a:lnTo>
                  <a:pt x="9721583" y="2573121"/>
                </a:lnTo>
                <a:lnTo>
                  <a:pt x="9722701" y="2572651"/>
                </a:lnTo>
                <a:lnTo>
                  <a:pt x="9724568" y="2570797"/>
                </a:lnTo>
                <a:lnTo>
                  <a:pt x="9725025" y="2569667"/>
                </a:lnTo>
                <a:lnTo>
                  <a:pt x="9725025" y="2567038"/>
                </a:lnTo>
                <a:close/>
              </a:path>
              <a:path w="9867900" h="3000375">
                <a:moveTo>
                  <a:pt x="9725025" y="2139772"/>
                </a:moveTo>
                <a:lnTo>
                  <a:pt x="9724568" y="2138654"/>
                </a:lnTo>
                <a:lnTo>
                  <a:pt x="9722701" y="2136787"/>
                </a:lnTo>
                <a:lnTo>
                  <a:pt x="9721583" y="2136330"/>
                </a:lnTo>
                <a:lnTo>
                  <a:pt x="9718954" y="2136330"/>
                </a:lnTo>
                <a:lnTo>
                  <a:pt x="9717824" y="2136787"/>
                </a:lnTo>
                <a:lnTo>
                  <a:pt x="9715970" y="2138654"/>
                </a:lnTo>
                <a:lnTo>
                  <a:pt x="9715500" y="2139772"/>
                </a:lnTo>
                <a:lnTo>
                  <a:pt x="9715500" y="2142401"/>
                </a:lnTo>
                <a:lnTo>
                  <a:pt x="9715970" y="2143531"/>
                </a:lnTo>
                <a:lnTo>
                  <a:pt x="9717824" y="2145385"/>
                </a:lnTo>
                <a:lnTo>
                  <a:pt x="9718954" y="2145855"/>
                </a:lnTo>
                <a:lnTo>
                  <a:pt x="9721583" y="2145855"/>
                </a:lnTo>
                <a:lnTo>
                  <a:pt x="9722701" y="2145385"/>
                </a:lnTo>
                <a:lnTo>
                  <a:pt x="9724568" y="2143531"/>
                </a:lnTo>
                <a:lnTo>
                  <a:pt x="9725025" y="2142401"/>
                </a:lnTo>
                <a:lnTo>
                  <a:pt x="9725025" y="2139772"/>
                </a:lnTo>
                <a:close/>
              </a:path>
              <a:path w="9867900" h="3000375">
                <a:moveTo>
                  <a:pt x="9725025" y="1712506"/>
                </a:moveTo>
                <a:lnTo>
                  <a:pt x="9724568" y="1711388"/>
                </a:lnTo>
                <a:lnTo>
                  <a:pt x="9722701" y="1709534"/>
                </a:lnTo>
                <a:lnTo>
                  <a:pt x="9721583" y="1709064"/>
                </a:lnTo>
                <a:lnTo>
                  <a:pt x="9718954" y="1709064"/>
                </a:lnTo>
                <a:lnTo>
                  <a:pt x="9717824" y="1709534"/>
                </a:lnTo>
                <a:lnTo>
                  <a:pt x="9715970" y="1711388"/>
                </a:lnTo>
                <a:lnTo>
                  <a:pt x="9715500" y="1712506"/>
                </a:lnTo>
                <a:lnTo>
                  <a:pt x="9715500" y="1715135"/>
                </a:lnTo>
                <a:lnTo>
                  <a:pt x="9715970" y="1716265"/>
                </a:lnTo>
                <a:lnTo>
                  <a:pt x="9717824" y="1718119"/>
                </a:lnTo>
                <a:lnTo>
                  <a:pt x="9718954" y="1718589"/>
                </a:lnTo>
                <a:lnTo>
                  <a:pt x="9721583" y="1718589"/>
                </a:lnTo>
                <a:lnTo>
                  <a:pt x="9722701" y="1718119"/>
                </a:lnTo>
                <a:lnTo>
                  <a:pt x="9724568" y="1716265"/>
                </a:lnTo>
                <a:lnTo>
                  <a:pt x="9725025" y="1715135"/>
                </a:lnTo>
                <a:lnTo>
                  <a:pt x="9725025" y="1712506"/>
                </a:lnTo>
                <a:close/>
              </a:path>
              <a:path w="9867900" h="3000375">
                <a:moveTo>
                  <a:pt x="9725025" y="1285252"/>
                </a:moveTo>
                <a:lnTo>
                  <a:pt x="9724568" y="1284122"/>
                </a:lnTo>
                <a:lnTo>
                  <a:pt x="9722701" y="1282268"/>
                </a:lnTo>
                <a:lnTo>
                  <a:pt x="9721583" y="1281798"/>
                </a:lnTo>
                <a:lnTo>
                  <a:pt x="9718954" y="1281798"/>
                </a:lnTo>
                <a:lnTo>
                  <a:pt x="9717824" y="1282268"/>
                </a:lnTo>
                <a:lnTo>
                  <a:pt x="9715970" y="1284122"/>
                </a:lnTo>
                <a:lnTo>
                  <a:pt x="9715500" y="1285252"/>
                </a:lnTo>
                <a:lnTo>
                  <a:pt x="9715500" y="1287881"/>
                </a:lnTo>
                <a:lnTo>
                  <a:pt x="9715970" y="1288999"/>
                </a:lnTo>
                <a:lnTo>
                  <a:pt x="9717824" y="1290853"/>
                </a:lnTo>
                <a:lnTo>
                  <a:pt x="9718954" y="1291323"/>
                </a:lnTo>
                <a:lnTo>
                  <a:pt x="9721583" y="1291323"/>
                </a:lnTo>
                <a:lnTo>
                  <a:pt x="9722701" y="1290853"/>
                </a:lnTo>
                <a:lnTo>
                  <a:pt x="9724568" y="1288999"/>
                </a:lnTo>
                <a:lnTo>
                  <a:pt x="9725025" y="1287881"/>
                </a:lnTo>
                <a:lnTo>
                  <a:pt x="9725025" y="1285252"/>
                </a:lnTo>
                <a:close/>
              </a:path>
              <a:path w="9867900" h="3000375">
                <a:moveTo>
                  <a:pt x="9725025" y="857986"/>
                </a:moveTo>
                <a:lnTo>
                  <a:pt x="9724568" y="856856"/>
                </a:lnTo>
                <a:lnTo>
                  <a:pt x="9722701" y="855002"/>
                </a:lnTo>
                <a:lnTo>
                  <a:pt x="9721583" y="854532"/>
                </a:lnTo>
                <a:lnTo>
                  <a:pt x="9718954" y="854532"/>
                </a:lnTo>
                <a:lnTo>
                  <a:pt x="9717824" y="855002"/>
                </a:lnTo>
                <a:lnTo>
                  <a:pt x="9715970" y="856856"/>
                </a:lnTo>
                <a:lnTo>
                  <a:pt x="9715500" y="857986"/>
                </a:lnTo>
                <a:lnTo>
                  <a:pt x="9715500" y="860615"/>
                </a:lnTo>
                <a:lnTo>
                  <a:pt x="9715970" y="861733"/>
                </a:lnTo>
                <a:lnTo>
                  <a:pt x="9717824" y="863600"/>
                </a:lnTo>
                <a:lnTo>
                  <a:pt x="9718954" y="864057"/>
                </a:lnTo>
                <a:lnTo>
                  <a:pt x="9721583" y="864057"/>
                </a:lnTo>
                <a:lnTo>
                  <a:pt x="9722701" y="863600"/>
                </a:lnTo>
                <a:lnTo>
                  <a:pt x="9724568" y="861733"/>
                </a:lnTo>
                <a:lnTo>
                  <a:pt x="9725025" y="860615"/>
                </a:lnTo>
                <a:lnTo>
                  <a:pt x="9725025" y="857986"/>
                </a:lnTo>
                <a:close/>
              </a:path>
              <a:path w="9867900" h="3000375">
                <a:moveTo>
                  <a:pt x="9725025" y="430720"/>
                </a:moveTo>
                <a:lnTo>
                  <a:pt x="9724568" y="429590"/>
                </a:lnTo>
                <a:lnTo>
                  <a:pt x="9722701" y="427736"/>
                </a:lnTo>
                <a:lnTo>
                  <a:pt x="9721583" y="427266"/>
                </a:lnTo>
                <a:lnTo>
                  <a:pt x="9718954" y="427266"/>
                </a:lnTo>
                <a:lnTo>
                  <a:pt x="9717824" y="427736"/>
                </a:lnTo>
                <a:lnTo>
                  <a:pt x="9715970" y="429590"/>
                </a:lnTo>
                <a:lnTo>
                  <a:pt x="9715500" y="430720"/>
                </a:lnTo>
                <a:lnTo>
                  <a:pt x="9715500" y="433349"/>
                </a:lnTo>
                <a:lnTo>
                  <a:pt x="9715970" y="434467"/>
                </a:lnTo>
                <a:lnTo>
                  <a:pt x="9717824" y="436333"/>
                </a:lnTo>
                <a:lnTo>
                  <a:pt x="9718954" y="436791"/>
                </a:lnTo>
                <a:lnTo>
                  <a:pt x="9721583" y="436791"/>
                </a:lnTo>
                <a:lnTo>
                  <a:pt x="9722701" y="436333"/>
                </a:lnTo>
                <a:lnTo>
                  <a:pt x="9724568" y="434467"/>
                </a:lnTo>
                <a:lnTo>
                  <a:pt x="9725025" y="433349"/>
                </a:lnTo>
                <a:lnTo>
                  <a:pt x="9725025" y="430720"/>
                </a:lnTo>
                <a:close/>
              </a:path>
              <a:path w="9867900" h="3000375">
                <a:moveTo>
                  <a:pt x="9725025" y="3454"/>
                </a:moveTo>
                <a:lnTo>
                  <a:pt x="9724568" y="2336"/>
                </a:lnTo>
                <a:lnTo>
                  <a:pt x="9722701" y="469"/>
                </a:lnTo>
                <a:lnTo>
                  <a:pt x="9721583" y="0"/>
                </a:lnTo>
                <a:lnTo>
                  <a:pt x="9718954" y="0"/>
                </a:lnTo>
                <a:lnTo>
                  <a:pt x="9717824" y="469"/>
                </a:lnTo>
                <a:lnTo>
                  <a:pt x="9715970" y="2336"/>
                </a:lnTo>
                <a:lnTo>
                  <a:pt x="9715500" y="3454"/>
                </a:lnTo>
                <a:lnTo>
                  <a:pt x="9715500" y="6083"/>
                </a:lnTo>
                <a:lnTo>
                  <a:pt x="9715970" y="7200"/>
                </a:lnTo>
                <a:lnTo>
                  <a:pt x="9717824" y="9067"/>
                </a:lnTo>
                <a:lnTo>
                  <a:pt x="9718954" y="9525"/>
                </a:lnTo>
                <a:lnTo>
                  <a:pt x="9721583" y="9525"/>
                </a:lnTo>
                <a:lnTo>
                  <a:pt x="9722701" y="9067"/>
                </a:lnTo>
                <a:lnTo>
                  <a:pt x="9724568" y="7200"/>
                </a:lnTo>
                <a:lnTo>
                  <a:pt x="9725025" y="6083"/>
                </a:lnTo>
                <a:lnTo>
                  <a:pt x="9725025" y="3454"/>
                </a:lnTo>
                <a:close/>
              </a:path>
              <a:path w="9867900" h="3000375">
                <a:moveTo>
                  <a:pt x="9772650" y="2994304"/>
                </a:moveTo>
                <a:lnTo>
                  <a:pt x="9772193" y="2993186"/>
                </a:lnTo>
                <a:lnTo>
                  <a:pt x="9770326" y="2991320"/>
                </a:lnTo>
                <a:lnTo>
                  <a:pt x="9769208" y="2990850"/>
                </a:lnTo>
                <a:lnTo>
                  <a:pt x="9766579" y="2990850"/>
                </a:lnTo>
                <a:lnTo>
                  <a:pt x="9765449" y="2991320"/>
                </a:lnTo>
                <a:lnTo>
                  <a:pt x="9763595" y="2993186"/>
                </a:lnTo>
                <a:lnTo>
                  <a:pt x="9763125" y="2994304"/>
                </a:lnTo>
                <a:lnTo>
                  <a:pt x="9763125" y="2996933"/>
                </a:lnTo>
                <a:lnTo>
                  <a:pt x="9763595" y="2998051"/>
                </a:lnTo>
                <a:lnTo>
                  <a:pt x="9765449" y="2999917"/>
                </a:lnTo>
                <a:lnTo>
                  <a:pt x="9766579" y="3000375"/>
                </a:lnTo>
                <a:lnTo>
                  <a:pt x="9769208" y="3000375"/>
                </a:lnTo>
                <a:lnTo>
                  <a:pt x="9770326" y="2999917"/>
                </a:lnTo>
                <a:lnTo>
                  <a:pt x="9772193" y="2998051"/>
                </a:lnTo>
                <a:lnTo>
                  <a:pt x="9772650" y="2996933"/>
                </a:lnTo>
                <a:lnTo>
                  <a:pt x="9772650" y="2994304"/>
                </a:lnTo>
                <a:close/>
              </a:path>
              <a:path w="9867900" h="3000375">
                <a:moveTo>
                  <a:pt x="9772650" y="2567038"/>
                </a:moveTo>
                <a:lnTo>
                  <a:pt x="9772193" y="2565920"/>
                </a:lnTo>
                <a:lnTo>
                  <a:pt x="9770326" y="2564053"/>
                </a:lnTo>
                <a:lnTo>
                  <a:pt x="9769208" y="2563596"/>
                </a:lnTo>
                <a:lnTo>
                  <a:pt x="9766579" y="2563596"/>
                </a:lnTo>
                <a:lnTo>
                  <a:pt x="9765449" y="2564053"/>
                </a:lnTo>
                <a:lnTo>
                  <a:pt x="9763595" y="2565920"/>
                </a:lnTo>
                <a:lnTo>
                  <a:pt x="9763125" y="2567038"/>
                </a:lnTo>
                <a:lnTo>
                  <a:pt x="9763125" y="2569667"/>
                </a:lnTo>
                <a:lnTo>
                  <a:pt x="9763595" y="2570797"/>
                </a:lnTo>
                <a:lnTo>
                  <a:pt x="9765449" y="2572651"/>
                </a:lnTo>
                <a:lnTo>
                  <a:pt x="9766579" y="2573121"/>
                </a:lnTo>
                <a:lnTo>
                  <a:pt x="9769208" y="2573121"/>
                </a:lnTo>
                <a:lnTo>
                  <a:pt x="9770326" y="2572651"/>
                </a:lnTo>
                <a:lnTo>
                  <a:pt x="9772193" y="2570797"/>
                </a:lnTo>
                <a:lnTo>
                  <a:pt x="9772650" y="2569667"/>
                </a:lnTo>
                <a:lnTo>
                  <a:pt x="9772650" y="2567038"/>
                </a:lnTo>
                <a:close/>
              </a:path>
              <a:path w="9867900" h="3000375">
                <a:moveTo>
                  <a:pt x="9772650" y="2139772"/>
                </a:moveTo>
                <a:lnTo>
                  <a:pt x="9772193" y="2138654"/>
                </a:lnTo>
                <a:lnTo>
                  <a:pt x="9770326" y="2136787"/>
                </a:lnTo>
                <a:lnTo>
                  <a:pt x="9769208" y="2136330"/>
                </a:lnTo>
                <a:lnTo>
                  <a:pt x="9766579" y="2136330"/>
                </a:lnTo>
                <a:lnTo>
                  <a:pt x="9765449" y="2136787"/>
                </a:lnTo>
                <a:lnTo>
                  <a:pt x="9763595" y="2138654"/>
                </a:lnTo>
                <a:lnTo>
                  <a:pt x="9763125" y="2139772"/>
                </a:lnTo>
                <a:lnTo>
                  <a:pt x="9763125" y="2142401"/>
                </a:lnTo>
                <a:lnTo>
                  <a:pt x="9763595" y="2143531"/>
                </a:lnTo>
                <a:lnTo>
                  <a:pt x="9765449" y="2145385"/>
                </a:lnTo>
                <a:lnTo>
                  <a:pt x="9766579" y="2145855"/>
                </a:lnTo>
                <a:lnTo>
                  <a:pt x="9769208" y="2145855"/>
                </a:lnTo>
                <a:lnTo>
                  <a:pt x="9770326" y="2145385"/>
                </a:lnTo>
                <a:lnTo>
                  <a:pt x="9772193" y="2143531"/>
                </a:lnTo>
                <a:lnTo>
                  <a:pt x="9772650" y="2142401"/>
                </a:lnTo>
                <a:lnTo>
                  <a:pt x="9772650" y="2139772"/>
                </a:lnTo>
                <a:close/>
              </a:path>
              <a:path w="9867900" h="3000375">
                <a:moveTo>
                  <a:pt x="9772650" y="1712506"/>
                </a:moveTo>
                <a:lnTo>
                  <a:pt x="9772193" y="1711388"/>
                </a:lnTo>
                <a:lnTo>
                  <a:pt x="9770326" y="1709534"/>
                </a:lnTo>
                <a:lnTo>
                  <a:pt x="9769208" y="1709064"/>
                </a:lnTo>
                <a:lnTo>
                  <a:pt x="9766579" y="1709064"/>
                </a:lnTo>
                <a:lnTo>
                  <a:pt x="9765449" y="1709534"/>
                </a:lnTo>
                <a:lnTo>
                  <a:pt x="9763595" y="1711388"/>
                </a:lnTo>
                <a:lnTo>
                  <a:pt x="9763125" y="1712506"/>
                </a:lnTo>
                <a:lnTo>
                  <a:pt x="9763125" y="1715135"/>
                </a:lnTo>
                <a:lnTo>
                  <a:pt x="9763595" y="1716265"/>
                </a:lnTo>
                <a:lnTo>
                  <a:pt x="9765449" y="1718119"/>
                </a:lnTo>
                <a:lnTo>
                  <a:pt x="9766579" y="1718589"/>
                </a:lnTo>
                <a:lnTo>
                  <a:pt x="9769208" y="1718589"/>
                </a:lnTo>
                <a:lnTo>
                  <a:pt x="9770326" y="1718119"/>
                </a:lnTo>
                <a:lnTo>
                  <a:pt x="9772193" y="1716265"/>
                </a:lnTo>
                <a:lnTo>
                  <a:pt x="9772650" y="1715135"/>
                </a:lnTo>
                <a:lnTo>
                  <a:pt x="9772650" y="1712506"/>
                </a:lnTo>
                <a:close/>
              </a:path>
              <a:path w="9867900" h="3000375">
                <a:moveTo>
                  <a:pt x="9772650" y="1285252"/>
                </a:moveTo>
                <a:lnTo>
                  <a:pt x="9772193" y="1284122"/>
                </a:lnTo>
                <a:lnTo>
                  <a:pt x="9770326" y="1282268"/>
                </a:lnTo>
                <a:lnTo>
                  <a:pt x="9769208" y="1281798"/>
                </a:lnTo>
                <a:lnTo>
                  <a:pt x="9766579" y="1281798"/>
                </a:lnTo>
                <a:lnTo>
                  <a:pt x="9765449" y="1282268"/>
                </a:lnTo>
                <a:lnTo>
                  <a:pt x="9763595" y="1284122"/>
                </a:lnTo>
                <a:lnTo>
                  <a:pt x="9763125" y="1285252"/>
                </a:lnTo>
                <a:lnTo>
                  <a:pt x="9763125" y="1287881"/>
                </a:lnTo>
                <a:lnTo>
                  <a:pt x="9763595" y="1288999"/>
                </a:lnTo>
                <a:lnTo>
                  <a:pt x="9765449" y="1290853"/>
                </a:lnTo>
                <a:lnTo>
                  <a:pt x="9766579" y="1291323"/>
                </a:lnTo>
                <a:lnTo>
                  <a:pt x="9769208" y="1291323"/>
                </a:lnTo>
                <a:lnTo>
                  <a:pt x="9770326" y="1290853"/>
                </a:lnTo>
                <a:lnTo>
                  <a:pt x="9772193" y="1288999"/>
                </a:lnTo>
                <a:lnTo>
                  <a:pt x="9772650" y="1287881"/>
                </a:lnTo>
                <a:lnTo>
                  <a:pt x="9772650" y="1285252"/>
                </a:lnTo>
                <a:close/>
              </a:path>
              <a:path w="9867900" h="3000375">
                <a:moveTo>
                  <a:pt x="9772650" y="857986"/>
                </a:moveTo>
                <a:lnTo>
                  <a:pt x="9772193" y="856856"/>
                </a:lnTo>
                <a:lnTo>
                  <a:pt x="9770326" y="855002"/>
                </a:lnTo>
                <a:lnTo>
                  <a:pt x="9769208" y="854532"/>
                </a:lnTo>
                <a:lnTo>
                  <a:pt x="9766579" y="854532"/>
                </a:lnTo>
                <a:lnTo>
                  <a:pt x="9765449" y="855002"/>
                </a:lnTo>
                <a:lnTo>
                  <a:pt x="9763595" y="856856"/>
                </a:lnTo>
                <a:lnTo>
                  <a:pt x="9763125" y="857986"/>
                </a:lnTo>
                <a:lnTo>
                  <a:pt x="9763125" y="860615"/>
                </a:lnTo>
                <a:lnTo>
                  <a:pt x="9763595" y="861733"/>
                </a:lnTo>
                <a:lnTo>
                  <a:pt x="9765449" y="863600"/>
                </a:lnTo>
                <a:lnTo>
                  <a:pt x="9766579" y="864057"/>
                </a:lnTo>
                <a:lnTo>
                  <a:pt x="9769208" y="864057"/>
                </a:lnTo>
                <a:lnTo>
                  <a:pt x="9770326" y="863600"/>
                </a:lnTo>
                <a:lnTo>
                  <a:pt x="9772193" y="861733"/>
                </a:lnTo>
                <a:lnTo>
                  <a:pt x="9772650" y="860615"/>
                </a:lnTo>
                <a:lnTo>
                  <a:pt x="9772650" y="857986"/>
                </a:lnTo>
                <a:close/>
              </a:path>
              <a:path w="9867900" h="3000375">
                <a:moveTo>
                  <a:pt x="9772650" y="430720"/>
                </a:moveTo>
                <a:lnTo>
                  <a:pt x="9772193" y="429590"/>
                </a:lnTo>
                <a:lnTo>
                  <a:pt x="9770326" y="427736"/>
                </a:lnTo>
                <a:lnTo>
                  <a:pt x="9769208" y="427266"/>
                </a:lnTo>
                <a:lnTo>
                  <a:pt x="9766579" y="427266"/>
                </a:lnTo>
                <a:lnTo>
                  <a:pt x="9765449" y="427736"/>
                </a:lnTo>
                <a:lnTo>
                  <a:pt x="9763595" y="429590"/>
                </a:lnTo>
                <a:lnTo>
                  <a:pt x="9763125" y="430720"/>
                </a:lnTo>
                <a:lnTo>
                  <a:pt x="9763125" y="433349"/>
                </a:lnTo>
                <a:lnTo>
                  <a:pt x="9763595" y="434467"/>
                </a:lnTo>
                <a:lnTo>
                  <a:pt x="9765449" y="436333"/>
                </a:lnTo>
                <a:lnTo>
                  <a:pt x="9766579" y="436791"/>
                </a:lnTo>
                <a:lnTo>
                  <a:pt x="9769208" y="436791"/>
                </a:lnTo>
                <a:lnTo>
                  <a:pt x="9770326" y="436333"/>
                </a:lnTo>
                <a:lnTo>
                  <a:pt x="9772193" y="434467"/>
                </a:lnTo>
                <a:lnTo>
                  <a:pt x="9772650" y="433349"/>
                </a:lnTo>
                <a:lnTo>
                  <a:pt x="9772650" y="430720"/>
                </a:lnTo>
                <a:close/>
              </a:path>
              <a:path w="9867900" h="3000375">
                <a:moveTo>
                  <a:pt x="9772650" y="3454"/>
                </a:moveTo>
                <a:lnTo>
                  <a:pt x="9772193" y="2336"/>
                </a:lnTo>
                <a:lnTo>
                  <a:pt x="9770326" y="469"/>
                </a:lnTo>
                <a:lnTo>
                  <a:pt x="9769208" y="0"/>
                </a:lnTo>
                <a:lnTo>
                  <a:pt x="9766579" y="0"/>
                </a:lnTo>
                <a:lnTo>
                  <a:pt x="9765449" y="469"/>
                </a:lnTo>
                <a:lnTo>
                  <a:pt x="9763595" y="2336"/>
                </a:lnTo>
                <a:lnTo>
                  <a:pt x="9763125" y="3454"/>
                </a:lnTo>
                <a:lnTo>
                  <a:pt x="9763125" y="6083"/>
                </a:lnTo>
                <a:lnTo>
                  <a:pt x="9763595" y="7200"/>
                </a:lnTo>
                <a:lnTo>
                  <a:pt x="9765449" y="9067"/>
                </a:lnTo>
                <a:lnTo>
                  <a:pt x="9766579" y="9525"/>
                </a:lnTo>
                <a:lnTo>
                  <a:pt x="9769208" y="9525"/>
                </a:lnTo>
                <a:lnTo>
                  <a:pt x="9770326" y="9067"/>
                </a:lnTo>
                <a:lnTo>
                  <a:pt x="9772193" y="7200"/>
                </a:lnTo>
                <a:lnTo>
                  <a:pt x="9772650" y="6083"/>
                </a:lnTo>
                <a:lnTo>
                  <a:pt x="9772650" y="3454"/>
                </a:lnTo>
                <a:close/>
              </a:path>
              <a:path w="9867900" h="3000375">
                <a:moveTo>
                  <a:pt x="9820275" y="2994304"/>
                </a:moveTo>
                <a:lnTo>
                  <a:pt x="9819818" y="2993186"/>
                </a:lnTo>
                <a:lnTo>
                  <a:pt x="9817951" y="2991320"/>
                </a:lnTo>
                <a:lnTo>
                  <a:pt x="9816833" y="2990850"/>
                </a:lnTo>
                <a:lnTo>
                  <a:pt x="9814204" y="2990850"/>
                </a:lnTo>
                <a:lnTo>
                  <a:pt x="9813074" y="2991320"/>
                </a:lnTo>
                <a:lnTo>
                  <a:pt x="9811220" y="2993186"/>
                </a:lnTo>
                <a:lnTo>
                  <a:pt x="9810750" y="2994304"/>
                </a:lnTo>
                <a:lnTo>
                  <a:pt x="9810750" y="2996933"/>
                </a:lnTo>
                <a:lnTo>
                  <a:pt x="9811220" y="2998051"/>
                </a:lnTo>
                <a:lnTo>
                  <a:pt x="9813074" y="2999917"/>
                </a:lnTo>
                <a:lnTo>
                  <a:pt x="9814204" y="3000375"/>
                </a:lnTo>
                <a:lnTo>
                  <a:pt x="9816833" y="3000375"/>
                </a:lnTo>
                <a:lnTo>
                  <a:pt x="9817951" y="2999917"/>
                </a:lnTo>
                <a:lnTo>
                  <a:pt x="9819818" y="2998051"/>
                </a:lnTo>
                <a:lnTo>
                  <a:pt x="9820275" y="2996933"/>
                </a:lnTo>
                <a:lnTo>
                  <a:pt x="9820275" y="2994304"/>
                </a:lnTo>
                <a:close/>
              </a:path>
              <a:path w="9867900" h="3000375">
                <a:moveTo>
                  <a:pt x="9820275" y="2567038"/>
                </a:moveTo>
                <a:lnTo>
                  <a:pt x="9819818" y="2565920"/>
                </a:lnTo>
                <a:lnTo>
                  <a:pt x="9817951" y="2564053"/>
                </a:lnTo>
                <a:lnTo>
                  <a:pt x="9816833" y="2563596"/>
                </a:lnTo>
                <a:lnTo>
                  <a:pt x="9814204" y="2563596"/>
                </a:lnTo>
                <a:lnTo>
                  <a:pt x="9813074" y="2564053"/>
                </a:lnTo>
                <a:lnTo>
                  <a:pt x="9811220" y="2565920"/>
                </a:lnTo>
                <a:lnTo>
                  <a:pt x="9810750" y="2567038"/>
                </a:lnTo>
                <a:lnTo>
                  <a:pt x="9810750" y="2569667"/>
                </a:lnTo>
                <a:lnTo>
                  <a:pt x="9811220" y="2570797"/>
                </a:lnTo>
                <a:lnTo>
                  <a:pt x="9813074" y="2572651"/>
                </a:lnTo>
                <a:lnTo>
                  <a:pt x="9814204" y="2573121"/>
                </a:lnTo>
                <a:lnTo>
                  <a:pt x="9816833" y="2573121"/>
                </a:lnTo>
                <a:lnTo>
                  <a:pt x="9817951" y="2572651"/>
                </a:lnTo>
                <a:lnTo>
                  <a:pt x="9819818" y="2570797"/>
                </a:lnTo>
                <a:lnTo>
                  <a:pt x="9820275" y="2569667"/>
                </a:lnTo>
                <a:lnTo>
                  <a:pt x="9820275" y="2567038"/>
                </a:lnTo>
                <a:close/>
              </a:path>
              <a:path w="9867900" h="3000375">
                <a:moveTo>
                  <a:pt x="9820275" y="2139772"/>
                </a:moveTo>
                <a:lnTo>
                  <a:pt x="9819818" y="2138654"/>
                </a:lnTo>
                <a:lnTo>
                  <a:pt x="9817951" y="2136787"/>
                </a:lnTo>
                <a:lnTo>
                  <a:pt x="9816833" y="2136330"/>
                </a:lnTo>
                <a:lnTo>
                  <a:pt x="9814204" y="2136330"/>
                </a:lnTo>
                <a:lnTo>
                  <a:pt x="9813074" y="2136787"/>
                </a:lnTo>
                <a:lnTo>
                  <a:pt x="9811220" y="2138654"/>
                </a:lnTo>
                <a:lnTo>
                  <a:pt x="9810750" y="2139772"/>
                </a:lnTo>
                <a:lnTo>
                  <a:pt x="9810750" y="2142401"/>
                </a:lnTo>
                <a:lnTo>
                  <a:pt x="9811220" y="2143531"/>
                </a:lnTo>
                <a:lnTo>
                  <a:pt x="9813074" y="2145385"/>
                </a:lnTo>
                <a:lnTo>
                  <a:pt x="9814204" y="2145855"/>
                </a:lnTo>
                <a:lnTo>
                  <a:pt x="9816833" y="2145855"/>
                </a:lnTo>
                <a:lnTo>
                  <a:pt x="9817951" y="2145385"/>
                </a:lnTo>
                <a:lnTo>
                  <a:pt x="9819818" y="2143531"/>
                </a:lnTo>
                <a:lnTo>
                  <a:pt x="9820275" y="2142401"/>
                </a:lnTo>
                <a:lnTo>
                  <a:pt x="9820275" y="2139772"/>
                </a:lnTo>
                <a:close/>
              </a:path>
              <a:path w="9867900" h="3000375">
                <a:moveTo>
                  <a:pt x="9820275" y="1712506"/>
                </a:moveTo>
                <a:lnTo>
                  <a:pt x="9819818" y="1711388"/>
                </a:lnTo>
                <a:lnTo>
                  <a:pt x="9817951" y="1709534"/>
                </a:lnTo>
                <a:lnTo>
                  <a:pt x="9816833" y="1709064"/>
                </a:lnTo>
                <a:lnTo>
                  <a:pt x="9814204" y="1709064"/>
                </a:lnTo>
                <a:lnTo>
                  <a:pt x="9813074" y="1709534"/>
                </a:lnTo>
                <a:lnTo>
                  <a:pt x="9811220" y="1711388"/>
                </a:lnTo>
                <a:lnTo>
                  <a:pt x="9810750" y="1712506"/>
                </a:lnTo>
                <a:lnTo>
                  <a:pt x="9810750" y="1715135"/>
                </a:lnTo>
                <a:lnTo>
                  <a:pt x="9811220" y="1716265"/>
                </a:lnTo>
                <a:lnTo>
                  <a:pt x="9813074" y="1718119"/>
                </a:lnTo>
                <a:lnTo>
                  <a:pt x="9814204" y="1718589"/>
                </a:lnTo>
                <a:lnTo>
                  <a:pt x="9816833" y="1718589"/>
                </a:lnTo>
                <a:lnTo>
                  <a:pt x="9817951" y="1718119"/>
                </a:lnTo>
                <a:lnTo>
                  <a:pt x="9819818" y="1716265"/>
                </a:lnTo>
                <a:lnTo>
                  <a:pt x="9820275" y="1715135"/>
                </a:lnTo>
                <a:lnTo>
                  <a:pt x="9820275" y="1712506"/>
                </a:lnTo>
                <a:close/>
              </a:path>
              <a:path w="9867900" h="3000375">
                <a:moveTo>
                  <a:pt x="9820275" y="1285252"/>
                </a:moveTo>
                <a:lnTo>
                  <a:pt x="9819818" y="1284122"/>
                </a:lnTo>
                <a:lnTo>
                  <a:pt x="9817951" y="1282268"/>
                </a:lnTo>
                <a:lnTo>
                  <a:pt x="9816833" y="1281798"/>
                </a:lnTo>
                <a:lnTo>
                  <a:pt x="9814204" y="1281798"/>
                </a:lnTo>
                <a:lnTo>
                  <a:pt x="9813074" y="1282268"/>
                </a:lnTo>
                <a:lnTo>
                  <a:pt x="9811220" y="1284122"/>
                </a:lnTo>
                <a:lnTo>
                  <a:pt x="9810750" y="1285252"/>
                </a:lnTo>
                <a:lnTo>
                  <a:pt x="9810750" y="1287881"/>
                </a:lnTo>
                <a:lnTo>
                  <a:pt x="9811220" y="1288999"/>
                </a:lnTo>
                <a:lnTo>
                  <a:pt x="9813074" y="1290853"/>
                </a:lnTo>
                <a:lnTo>
                  <a:pt x="9814204" y="1291323"/>
                </a:lnTo>
                <a:lnTo>
                  <a:pt x="9816833" y="1291323"/>
                </a:lnTo>
                <a:lnTo>
                  <a:pt x="9817951" y="1290853"/>
                </a:lnTo>
                <a:lnTo>
                  <a:pt x="9819818" y="1288999"/>
                </a:lnTo>
                <a:lnTo>
                  <a:pt x="9820275" y="1287881"/>
                </a:lnTo>
                <a:lnTo>
                  <a:pt x="9820275" y="1285252"/>
                </a:lnTo>
                <a:close/>
              </a:path>
              <a:path w="9867900" h="3000375">
                <a:moveTo>
                  <a:pt x="9820275" y="857986"/>
                </a:moveTo>
                <a:lnTo>
                  <a:pt x="9819818" y="856856"/>
                </a:lnTo>
                <a:lnTo>
                  <a:pt x="9817951" y="855002"/>
                </a:lnTo>
                <a:lnTo>
                  <a:pt x="9816833" y="854532"/>
                </a:lnTo>
                <a:lnTo>
                  <a:pt x="9814204" y="854532"/>
                </a:lnTo>
                <a:lnTo>
                  <a:pt x="9813074" y="855002"/>
                </a:lnTo>
                <a:lnTo>
                  <a:pt x="9811220" y="856856"/>
                </a:lnTo>
                <a:lnTo>
                  <a:pt x="9810750" y="857986"/>
                </a:lnTo>
                <a:lnTo>
                  <a:pt x="9810750" y="860615"/>
                </a:lnTo>
                <a:lnTo>
                  <a:pt x="9811220" y="861733"/>
                </a:lnTo>
                <a:lnTo>
                  <a:pt x="9813074" y="863600"/>
                </a:lnTo>
                <a:lnTo>
                  <a:pt x="9814204" y="864057"/>
                </a:lnTo>
                <a:lnTo>
                  <a:pt x="9816833" y="864057"/>
                </a:lnTo>
                <a:lnTo>
                  <a:pt x="9817951" y="863600"/>
                </a:lnTo>
                <a:lnTo>
                  <a:pt x="9819818" y="861733"/>
                </a:lnTo>
                <a:lnTo>
                  <a:pt x="9820275" y="860615"/>
                </a:lnTo>
                <a:lnTo>
                  <a:pt x="9820275" y="857986"/>
                </a:lnTo>
                <a:close/>
              </a:path>
              <a:path w="9867900" h="3000375">
                <a:moveTo>
                  <a:pt x="9820275" y="430720"/>
                </a:moveTo>
                <a:lnTo>
                  <a:pt x="9819818" y="429590"/>
                </a:lnTo>
                <a:lnTo>
                  <a:pt x="9817951" y="427736"/>
                </a:lnTo>
                <a:lnTo>
                  <a:pt x="9816833" y="427266"/>
                </a:lnTo>
                <a:lnTo>
                  <a:pt x="9814204" y="427266"/>
                </a:lnTo>
                <a:lnTo>
                  <a:pt x="9813074" y="427736"/>
                </a:lnTo>
                <a:lnTo>
                  <a:pt x="9811220" y="429590"/>
                </a:lnTo>
                <a:lnTo>
                  <a:pt x="9810750" y="430720"/>
                </a:lnTo>
                <a:lnTo>
                  <a:pt x="9810750" y="433349"/>
                </a:lnTo>
                <a:lnTo>
                  <a:pt x="9811220" y="434467"/>
                </a:lnTo>
                <a:lnTo>
                  <a:pt x="9813074" y="436333"/>
                </a:lnTo>
                <a:lnTo>
                  <a:pt x="9814204" y="436791"/>
                </a:lnTo>
                <a:lnTo>
                  <a:pt x="9816833" y="436791"/>
                </a:lnTo>
                <a:lnTo>
                  <a:pt x="9817951" y="436333"/>
                </a:lnTo>
                <a:lnTo>
                  <a:pt x="9819818" y="434467"/>
                </a:lnTo>
                <a:lnTo>
                  <a:pt x="9820275" y="433349"/>
                </a:lnTo>
                <a:lnTo>
                  <a:pt x="9820275" y="430720"/>
                </a:lnTo>
                <a:close/>
              </a:path>
              <a:path w="9867900" h="3000375">
                <a:moveTo>
                  <a:pt x="9820275" y="3454"/>
                </a:moveTo>
                <a:lnTo>
                  <a:pt x="9819818" y="2336"/>
                </a:lnTo>
                <a:lnTo>
                  <a:pt x="9817951" y="469"/>
                </a:lnTo>
                <a:lnTo>
                  <a:pt x="9816833" y="0"/>
                </a:lnTo>
                <a:lnTo>
                  <a:pt x="9814204" y="0"/>
                </a:lnTo>
                <a:lnTo>
                  <a:pt x="9813074" y="469"/>
                </a:lnTo>
                <a:lnTo>
                  <a:pt x="9811220" y="2336"/>
                </a:lnTo>
                <a:lnTo>
                  <a:pt x="9810750" y="3454"/>
                </a:lnTo>
                <a:lnTo>
                  <a:pt x="9810750" y="6083"/>
                </a:lnTo>
                <a:lnTo>
                  <a:pt x="9811220" y="7200"/>
                </a:lnTo>
                <a:lnTo>
                  <a:pt x="9813074" y="9067"/>
                </a:lnTo>
                <a:lnTo>
                  <a:pt x="9814204" y="9525"/>
                </a:lnTo>
                <a:lnTo>
                  <a:pt x="9816833" y="9525"/>
                </a:lnTo>
                <a:lnTo>
                  <a:pt x="9817951" y="9067"/>
                </a:lnTo>
                <a:lnTo>
                  <a:pt x="9819818" y="7200"/>
                </a:lnTo>
                <a:lnTo>
                  <a:pt x="9820275" y="6083"/>
                </a:lnTo>
                <a:lnTo>
                  <a:pt x="9820275" y="3454"/>
                </a:lnTo>
                <a:close/>
              </a:path>
              <a:path w="9867900" h="3000375">
                <a:moveTo>
                  <a:pt x="9867900" y="2994304"/>
                </a:moveTo>
                <a:lnTo>
                  <a:pt x="9867443" y="2993186"/>
                </a:lnTo>
                <a:lnTo>
                  <a:pt x="9865576" y="2991320"/>
                </a:lnTo>
                <a:lnTo>
                  <a:pt x="9864458" y="2990850"/>
                </a:lnTo>
                <a:lnTo>
                  <a:pt x="9861829" y="2990850"/>
                </a:lnTo>
                <a:lnTo>
                  <a:pt x="9860699" y="2991320"/>
                </a:lnTo>
                <a:lnTo>
                  <a:pt x="9858845" y="2993186"/>
                </a:lnTo>
                <a:lnTo>
                  <a:pt x="9858375" y="2994304"/>
                </a:lnTo>
                <a:lnTo>
                  <a:pt x="9858375" y="2996933"/>
                </a:lnTo>
                <a:lnTo>
                  <a:pt x="9858845" y="2998051"/>
                </a:lnTo>
                <a:lnTo>
                  <a:pt x="9860699" y="2999917"/>
                </a:lnTo>
                <a:lnTo>
                  <a:pt x="9861829" y="3000375"/>
                </a:lnTo>
                <a:lnTo>
                  <a:pt x="9864458" y="3000375"/>
                </a:lnTo>
                <a:lnTo>
                  <a:pt x="9865576" y="2999917"/>
                </a:lnTo>
                <a:lnTo>
                  <a:pt x="9867443" y="2998051"/>
                </a:lnTo>
                <a:lnTo>
                  <a:pt x="9867900" y="2996933"/>
                </a:lnTo>
                <a:lnTo>
                  <a:pt x="9867900" y="2994304"/>
                </a:lnTo>
                <a:close/>
              </a:path>
              <a:path w="9867900" h="3000375">
                <a:moveTo>
                  <a:pt x="9867900" y="2567038"/>
                </a:moveTo>
                <a:lnTo>
                  <a:pt x="9867443" y="2565920"/>
                </a:lnTo>
                <a:lnTo>
                  <a:pt x="9865576" y="2564053"/>
                </a:lnTo>
                <a:lnTo>
                  <a:pt x="9864458" y="2563596"/>
                </a:lnTo>
                <a:lnTo>
                  <a:pt x="9861829" y="2563596"/>
                </a:lnTo>
                <a:lnTo>
                  <a:pt x="9860699" y="2564053"/>
                </a:lnTo>
                <a:lnTo>
                  <a:pt x="9858845" y="2565920"/>
                </a:lnTo>
                <a:lnTo>
                  <a:pt x="9858375" y="2567038"/>
                </a:lnTo>
                <a:lnTo>
                  <a:pt x="9858375" y="2569667"/>
                </a:lnTo>
                <a:lnTo>
                  <a:pt x="9858845" y="2570797"/>
                </a:lnTo>
                <a:lnTo>
                  <a:pt x="9860699" y="2572651"/>
                </a:lnTo>
                <a:lnTo>
                  <a:pt x="9861829" y="2573121"/>
                </a:lnTo>
                <a:lnTo>
                  <a:pt x="9864458" y="2573121"/>
                </a:lnTo>
                <a:lnTo>
                  <a:pt x="9865576" y="2572651"/>
                </a:lnTo>
                <a:lnTo>
                  <a:pt x="9867443" y="2570797"/>
                </a:lnTo>
                <a:lnTo>
                  <a:pt x="9867900" y="2569667"/>
                </a:lnTo>
                <a:lnTo>
                  <a:pt x="9867900" y="2567038"/>
                </a:lnTo>
                <a:close/>
              </a:path>
              <a:path w="9867900" h="3000375">
                <a:moveTo>
                  <a:pt x="9867900" y="2139772"/>
                </a:moveTo>
                <a:lnTo>
                  <a:pt x="9867443" y="2138654"/>
                </a:lnTo>
                <a:lnTo>
                  <a:pt x="9865576" y="2136787"/>
                </a:lnTo>
                <a:lnTo>
                  <a:pt x="9864458" y="2136330"/>
                </a:lnTo>
                <a:lnTo>
                  <a:pt x="9861829" y="2136330"/>
                </a:lnTo>
                <a:lnTo>
                  <a:pt x="9860699" y="2136787"/>
                </a:lnTo>
                <a:lnTo>
                  <a:pt x="9858845" y="2138654"/>
                </a:lnTo>
                <a:lnTo>
                  <a:pt x="9858375" y="2139772"/>
                </a:lnTo>
                <a:lnTo>
                  <a:pt x="9858375" y="2142401"/>
                </a:lnTo>
                <a:lnTo>
                  <a:pt x="9858845" y="2143531"/>
                </a:lnTo>
                <a:lnTo>
                  <a:pt x="9860699" y="2145385"/>
                </a:lnTo>
                <a:lnTo>
                  <a:pt x="9861829" y="2145855"/>
                </a:lnTo>
                <a:lnTo>
                  <a:pt x="9864458" y="2145855"/>
                </a:lnTo>
                <a:lnTo>
                  <a:pt x="9865576" y="2145385"/>
                </a:lnTo>
                <a:lnTo>
                  <a:pt x="9867443" y="2143531"/>
                </a:lnTo>
                <a:lnTo>
                  <a:pt x="9867900" y="2142401"/>
                </a:lnTo>
                <a:lnTo>
                  <a:pt x="9867900" y="2139772"/>
                </a:lnTo>
                <a:close/>
              </a:path>
              <a:path w="9867900" h="3000375">
                <a:moveTo>
                  <a:pt x="9867900" y="1712506"/>
                </a:moveTo>
                <a:lnTo>
                  <a:pt x="9867443" y="1711388"/>
                </a:lnTo>
                <a:lnTo>
                  <a:pt x="9865576" y="1709534"/>
                </a:lnTo>
                <a:lnTo>
                  <a:pt x="9864458" y="1709064"/>
                </a:lnTo>
                <a:lnTo>
                  <a:pt x="9861829" y="1709064"/>
                </a:lnTo>
                <a:lnTo>
                  <a:pt x="9860699" y="1709534"/>
                </a:lnTo>
                <a:lnTo>
                  <a:pt x="9858845" y="1711388"/>
                </a:lnTo>
                <a:lnTo>
                  <a:pt x="9858375" y="1712506"/>
                </a:lnTo>
                <a:lnTo>
                  <a:pt x="9858375" y="1715135"/>
                </a:lnTo>
                <a:lnTo>
                  <a:pt x="9858845" y="1716265"/>
                </a:lnTo>
                <a:lnTo>
                  <a:pt x="9860699" y="1718119"/>
                </a:lnTo>
                <a:lnTo>
                  <a:pt x="9861829" y="1718589"/>
                </a:lnTo>
                <a:lnTo>
                  <a:pt x="9864458" y="1718589"/>
                </a:lnTo>
                <a:lnTo>
                  <a:pt x="9865576" y="1718119"/>
                </a:lnTo>
                <a:lnTo>
                  <a:pt x="9867443" y="1716265"/>
                </a:lnTo>
                <a:lnTo>
                  <a:pt x="9867900" y="1715135"/>
                </a:lnTo>
                <a:lnTo>
                  <a:pt x="9867900" y="1712506"/>
                </a:lnTo>
                <a:close/>
              </a:path>
              <a:path w="9867900" h="3000375">
                <a:moveTo>
                  <a:pt x="9867900" y="1285252"/>
                </a:moveTo>
                <a:lnTo>
                  <a:pt x="9867443" y="1284122"/>
                </a:lnTo>
                <a:lnTo>
                  <a:pt x="9865576" y="1282268"/>
                </a:lnTo>
                <a:lnTo>
                  <a:pt x="9864458" y="1281798"/>
                </a:lnTo>
                <a:lnTo>
                  <a:pt x="9861829" y="1281798"/>
                </a:lnTo>
                <a:lnTo>
                  <a:pt x="9860699" y="1282268"/>
                </a:lnTo>
                <a:lnTo>
                  <a:pt x="9858845" y="1284122"/>
                </a:lnTo>
                <a:lnTo>
                  <a:pt x="9858375" y="1285252"/>
                </a:lnTo>
                <a:lnTo>
                  <a:pt x="9858375" y="1287881"/>
                </a:lnTo>
                <a:lnTo>
                  <a:pt x="9858845" y="1288999"/>
                </a:lnTo>
                <a:lnTo>
                  <a:pt x="9860699" y="1290853"/>
                </a:lnTo>
                <a:lnTo>
                  <a:pt x="9861829" y="1291323"/>
                </a:lnTo>
                <a:lnTo>
                  <a:pt x="9864458" y="1291323"/>
                </a:lnTo>
                <a:lnTo>
                  <a:pt x="9865576" y="1290853"/>
                </a:lnTo>
                <a:lnTo>
                  <a:pt x="9867443" y="1288999"/>
                </a:lnTo>
                <a:lnTo>
                  <a:pt x="9867900" y="1287881"/>
                </a:lnTo>
                <a:lnTo>
                  <a:pt x="9867900" y="1285252"/>
                </a:lnTo>
                <a:close/>
              </a:path>
              <a:path w="9867900" h="3000375">
                <a:moveTo>
                  <a:pt x="9867900" y="857986"/>
                </a:moveTo>
                <a:lnTo>
                  <a:pt x="9867443" y="856856"/>
                </a:lnTo>
                <a:lnTo>
                  <a:pt x="9865576" y="855002"/>
                </a:lnTo>
                <a:lnTo>
                  <a:pt x="9864458" y="854532"/>
                </a:lnTo>
                <a:lnTo>
                  <a:pt x="9861829" y="854532"/>
                </a:lnTo>
                <a:lnTo>
                  <a:pt x="9860699" y="855002"/>
                </a:lnTo>
                <a:lnTo>
                  <a:pt x="9858845" y="856856"/>
                </a:lnTo>
                <a:lnTo>
                  <a:pt x="9858375" y="857986"/>
                </a:lnTo>
                <a:lnTo>
                  <a:pt x="9858375" y="860615"/>
                </a:lnTo>
                <a:lnTo>
                  <a:pt x="9858845" y="861733"/>
                </a:lnTo>
                <a:lnTo>
                  <a:pt x="9860699" y="863600"/>
                </a:lnTo>
                <a:lnTo>
                  <a:pt x="9861829" y="864057"/>
                </a:lnTo>
                <a:lnTo>
                  <a:pt x="9864458" y="864057"/>
                </a:lnTo>
                <a:lnTo>
                  <a:pt x="9865576" y="863600"/>
                </a:lnTo>
                <a:lnTo>
                  <a:pt x="9867443" y="861733"/>
                </a:lnTo>
                <a:lnTo>
                  <a:pt x="9867900" y="860615"/>
                </a:lnTo>
                <a:lnTo>
                  <a:pt x="9867900" y="857986"/>
                </a:lnTo>
                <a:close/>
              </a:path>
              <a:path w="9867900" h="3000375">
                <a:moveTo>
                  <a:pt x="9867900" y="430720"/>
                </a:moveTo>
                <a:lnTo>
                  <a:pt x="9867443" y="429590"/>
                </a:lnTo>
                <a:lnTo>
                  <a:pt x="9865576" y="427736"/>
                </a:lnTo>
                <a:lnTo>
                  <a:pt x="9864458" y="427266"/>
                </a:lnTo>
                <a:lnTo>
                  <a:pt x="9861829" y="427266"/>
                </a:lnTo>
                <a:lnTo>
                  <a:pt x="9860699" y="427736"/>
                </a:lnTo>
                <a:lnTo>
                  <a:pt x="9858845" y="429590"/>
                </a:lnTo>
                <a:lnTo>
                  <a:pt x="9858375" y="430720"/>
                </a:lnTo>
                <a:lnTo>
                  <a:pt x="9858375" y="433349"/>
                </a:lnTo>
                <a:lnTo>
                  <a:pt x="9858845" y="434467"/>
                </a:lnTo>
                <a:lnTo>
                  <a:pt x="9860699" y="436333"/>
                </a:lnTo>
                <a:lnTo>
                  <a:pt x="9861829" y="436791"/>
                </a:lnTo>
                <a:lnTo>
                  <a:pt x="9864458" y="436791"/>
                </a:lnTo>
                <a:lnTo>
                  <a:pt x="9865576" y="436333"/>
                </a:lnTo>
                <a:lnTo>
                  <a:pt x="9867443" y="434467"/>
                </a:lnTo>
                <a:lnTo>
                  <a:pt x="9867900" y="433349"/>
                </a:lnTo>
                <a:lnTo>
                  <a:pt x="9867900" y="430720"/>
                </a:lnTo>
                <a:close/>
              </a:path>
              <a:path w="9867900" h="3000375">
                <a:moveTo>
                  <a:pt x="9867900" y="3454"/>
                </a:moveTo>
                <a:lnTo>
                  <a:pt x="9867443" y="2336"/>
                </a:lnTo>
                <a:lnTo>
                  <a:pt x="9865576" y="469"/>
                </a:lnTo>
                <a:lnTo>
                  <a:pt x="9864458" y="0"/>
                </a:lnTo>
                <a:lnTo>
                  <a:pt x="9861829" y="0"/>
                </a:lnTo>
                <a:lnTo>
                  <a:pt x="9860699" y="469"/>
                </a:lnTo>
                <a:lnTo>
                  <a:pt x="9858845" y="2336"/>
                </a:lnTo>
                <a:lnTo>
                  <a:pt x="9858375" y="3454"/>
                </a:lnTo>
                <a:lnTo>
                  <a:pt x="9858375" y="6083"/>
                </a:lnTo>
                <a:lnTo>
                  <a:pt x="9858845" y="7200"/>
                </a:lnTo>
                <a:lnTo>
                  <a:pt x="9860699" y="9067"/>
                </a:lnTo>
                <a:lnTo>
                  <a:pt x="9861829" y="9525"/>
                </a:lnTo>
                <a:lnTo>
                  <a:pt x="9864458" y="9525"/>
                </a:lnTo>
                <a:lnTo>
                  <a:pt x="9865576" y="9067"/>
                </a:lnTo>
                <a:lnTo>
                  <a:pt x="9867443" y="7200"/>
                </a:lnTo>
                <a:lnTo>
                  <a:pt x="9867900" y="6083"/>
                </a:lnTo>
                <a:lnTo>
                  <a:pt x="986790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2022375" y="3924399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2022375" y="3497134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105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022375" y="3069870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110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2022375" y="2642606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115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022375" y="2215341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022375" y="1788077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125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022375" y="1360813"/>
            <a:ext cx="372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130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816100" y="583695"/>
            <a:ext cx="2293620" cy="51244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Média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Sale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52423"/>
                </a:solidFill>
                <a:latin typeface="Tahoma"/>
                <a:cs typeface="Tahoma"/>
              </a:rPr>
              <a:t>Price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52423"/>
                </a:solidFill>
                <a:latin typeface="Tahoma"/>
                <a:cs typeface="Tahoma"/>
              </a:rPr>
              <a:t>Product</a:t>
            </a:r>
            <a:endParaRPr sz="1400">
              <a:latin typeface="Tahoma"/>
              <a:cs typeface="Tahoma"/>
            </a:endParaRPr>
          </a:p>
          <a:p>
            <a:pPr marL="218440">
              <a:lnSpc>
                <a:spcPct val="100000"/>
              </a:lnSpc>
              <a:spcBef>
                <a:spcPts val="425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135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7174061" y="4178300"/>
            <a:ext cx="50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>
                <a:solidFill>
                  <a:srgbClr val="252423"/>
                </a:solidFill>
                <a:latin typeface="Tahoma"/>
                <a:cs typeface="Tahoma"/>
              </a:rPr>
              <a:t>Product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821170" y="1905545"/>
            <a:ext cx="177800" cy="12185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70">
                <a:solidFill>
                  <a:srgbClr val="252423"/>
                </a:solidFill>
                <a:latin typeface="Tahoma"/>
                <a:cs typeface="Tahoma"/>
              </a:rPr>
              <a:t>Média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52423"/>
                </a:solidFill>
                <a:latin typeface="Tahoma"/>
                <a:cs typeface="Tahoma"/>
              </a:rPr>
              <a:t>Sale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52423"/>
                </a:solidFill>
                <a:latin typeface="Tahoma"/>
                <a:cs typeface="Tahoma"/>
              </a:rPr>
              <a:t>Price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2940635" y="4035425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Amarilla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620283" y="4035425"/>
            <a:ext cx="4902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Carretera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461261" y="4035425"/>
            <a:ext cx="22097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VTT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8118437" y="4035425"/>
            <a:ext cx="319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Paseo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9744507" y="4035425"/>
            <a:ext cx="4794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Montana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1568668" y="4035425"/>
            <a:ext cx="243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Velo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3144727" y="1031365"/>
            <a:ext cx="8560435" cy="2988310"/>
            <a:chOff x="3144727" y="1031365"/>
            <a:chExt cx="8560435" cy="2988310"/>
          </a:xfrm>
        </p:grpSpPr>
        <p:sp>
          <p:nvSpPr>
            <p:cNvPr id="61" name="object 61" descr=""/>
            <p:cNvSpPr/>
            <p:nvPr/>
          </p:nvSpPr>
          <p:spPr>
            <a:xfrm>
              <a:off x="3159015" y="1045653"/>
              <a:ext cx="8531860" cy="2974340"/>
            </a:xfrm>
            <a:custGeom>
              <a:avLst/>
              <a:gdLst/>
              <a:ahLst/>
              <a:cxnLst/>
              <a:rect l="l" t="t" r="r" b="b"/>
              <a:pathLst>
                <a:path w="8531860" h="2974340">
                  <a:moveTo>
                    <a:pt x="8531443" y="2973896"/>
                  </a:moveTo>
                  <a:lnTo>
                    <a:pt x="0" y="2973896"/>
                  </a:lnTo>
                  <a:lnTo>
                    <a:pt x="0" y="0"/>
                  </a:lnTo>
                  <a:lnTo>
                    <a:pt x="1706288" y="674234"/>
                  </a:lnTo>
                  <a:lnTo>
                    <a:pt x="3412577" y="738377"/>
                  </a:lnTo>
                  <a:lnTo>
                    <a:pt x="5118865" y="1533177"/>
                  </a:lnTo>
                  <a:lnTo>
                    <a:pt x="6825154" y="2307605"/>
                  </a:lnTo>
                  <a:lnTo>
                    <a:pt x="8531443" y="2798676"/>
                  </a:lnTo>
                  <a:lnTo>
                    <a:pt x="8531443" y="2973896"/>
                  </a:lnTo>
                  <a:close/>
                </a:path>
              </a:pathLst>
            </a:custGeom>
            <a:solidFill>
              <a:srgbClr val="893394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159015" y="1045653"/>
              <a:ext cx="8531860" cy="2799080"/>
            </a:xfrm>
            <a:custGeom>
              <a:avLst/>
              <a:gdLst/>
              <a:ahLst/>
              <a:cxnLst/>
              <a:rect l="l" t="t" r="r" b="b"/>
              <a:pathLst>
                <a:path w="8531860" h="2799079">
                  <a:moveTo>
                    <a:pt x="0" y="0"/>
                  </a:moveTo>
                  <a:lnTo>
                    <a:pt x="1706288" y="674235"/>
                  </a:lnTo>
                  <a:lnTo>
                    <a:pt x="3412577" y="738377"/>
                  </a:lnTo>
                  <a:lnTo>
                    <a:pt x="5118866" y="1533177"/>
                  </a:lnTo>
                  <a:lnTo>
                    <a:pt x="6825154" y="2307605"/>
                  </a:lnTo>
                  <a:lnTo>
                    <a:pt x="8531443" y="2798676"/>
                  </a:lnTo>
                </a:path>
              </a:pathLst>
            </a:custGeom>
            <a:ln w="28574">
              <a:solidFill>
                <a:srgbClr val="8933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1530349" y="768350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25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339724" y="640715"/>
            <a:ext cx="1115695" cy="349059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200" spc="-90">
                <a:solidFill>
                  <a:srgbClr val="252423"/>
                </a:solidFill>
                <a:latin typeface="Tahoma"/>
                <a:cs typeface="Tahoma"/>
              </a:rPr>
              <a:t>Ano,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baseline="3086" sz="1350" spc="682">
                <a:solidFill>
                  <a:srgbClr val="787774"/>
                </a:solidFill>
                <a:latin typeface="Lucida Sans Unicode"/>
                <a:cs typeface="Lucida Sans Unicode"/>
              </a:rPr>
              <a:t>*</a:t>
            </a:r>
            <a:r>
              <a:rPr dirty="0" baseline="3086" sz="1350" spc="472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787774"/>
                </a:solidFill>
                <a:latin typeface="Lucida Sans Unicode"/>
                <a:cs typeface="Lucida Sans Unicode"/>
              </a:rPr>
              <a:t></a:t>
            </a:r>
            <a:r>
              <a:rPr dirty="0" sz="900" spc="315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dirty="0" baseline="3086" sz="1350" spc="-30">
                <a:solidFill>
                  <a:srgbClr val="252423"/>
                </a:solidFill>
                <a:latin typeface="Segoe UI"/>
                <a:cs typeface="Segoe UI"/>
              </a:rPr>
              <a:t>2013</a:t>
            </a:r>
            <a:endParaRPr baseline="3086"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baseline="3086" sz="1350">
                <a:solidFill>
                  <a:srgbClr val="787774"/>
                </a:solidFill>
                <a:latin typeface="Lucida Sans Unicode"/>
                <a:cs typeface="Lucida Sans Unicode"/>
              </a:rPr>
              <a:t></a:t>
            </a:r>
            <a:r>
              <a:rPr dirty="0" baseline="3086" sz="1350" spc="472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185">
                <a:solidFill>
                  <a:srgbClr val="202020"/>
                </a:solidFill>
                <a:latin typeface="Lucida Sans Unicode"/>
                <a:cs typeface="Lucida Sans Unicode"/>
              </a:rPr>
              <a:t>■</a:t>
            </a:r>
            <a:r>
              <a:rPr dirty="0" sz="900" spc="315">
                <a:solidFill>
                  <a:srgbClr val="202020"/>
                </a:solidFill>
                <a:latin typeface="Lucida Sans Unicode"/>
                <a:cs typeface="Lucida Sans Unicode"/>
              </a:rPr>
              <a:t> </a:t>
            </a:r>
            <a:r>
              <a:rPr dirty="0" baseline="3086" sz="1350" spc="-30">
                <a:solidFill>
                  <a:srgbClr val="252423"/>
                </a:solidFill>
                <a:latin typeface="Segoe UI"/>
                <a:cs typeface="Segoe UI"/>
              </a:rPr>
              <a:t>2014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janeiro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fevereiro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março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abril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30">
                <a:solidFill>
                  <a:srgbClr val="252423"/>
                </a:solidFill>
                <a:latin typeface="Segoe UI"/>
                <a:cs typeface="Segoe UI"/>
              </a:rPr>
              <a:t>maio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junho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julho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agosto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setembro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outubro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novembro</a:t>
            </a:r>
            <a:endParaRPr baseline="3086" sz="1350">
              <a:latin typeface="Segoe UI"/>
              <a:cs typeface="Segoe UI"/>
            </a:endParaRPr>
          </a:p>
          <a:p>
            <a:pPr marL="584200" indent="-191135">
              <a:lnSpc>
                <a:spcPct val="100000"/>
              </a:lnSpc>
              <a:spcBef>
                <a:spcPts val="720"/>
              </a:spcBef>
              <a:buClr>
                <a:srgbClr val="202020"/>
              </a:buClr>
              <a:buFont typeface="Lucida Sans Unicode"/>
              <a:buChar char="■"/>
              <a:tabLst>
                <a:tab pos="584200" algn="l"/>
              </a:tabLst>
            </a:pPr>
            <a:r>
              <a:rPr dirty="0" baseline="3086" sz="1350" spc="-15">
                <a:solidFill>
                  <a:srgbClr val="252423"/>
                </a:solidFill>
                <a:latin typeface="Segoe UI"/>
                <a:cs typeface="Segoe UI"/>
              </a:rPr>
              <a:t>dezembro</a:t>
            </a:r>
            <a:endParaRPr baseline="3086" sz="1350">
              <a:latin typeface="Segoe UI"/>
              <a:cs typeface="Segoe U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2192000" cy="514350"/>
          </a:xfrm>
          <a:prstGeom prst="rect"/>
          <a:solidFill>
            <a:srgbClr val="12239D"/>
          </a:solidFill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pc="-20" b="0">
                <a:latin typeface="Segoe UI"/>
                <a:cs typeface="Segoe UI"/>
              </a:rPr>
              <a:t>RELATÓRIO</a:t>
            </a:r>
            <a:r>
              <a:rPr dirty="0" spc="-60" b="0">
                <a:latin typeface="Segoe UI"/>
                <a:cs typeface="Segoe UI"/>
              </a:rPr>
              <a:t> </a:t>
            </a:r>
            <a:r>
              <a:rPr dirty="0" b="0">
                <a:latin typeface="Segoe UI"/>
                <a:cs typeface="Segoe UI"/>
              </a:rPr>
              <a:t>DE</a:t>
            </a:r>
            <a:r>
              <a:rPr dirty="0" spc="-60" b="0">
                <a:latin typeface="Segoe UI"/>
                <a:cs typeface="Segoe UI"/>
              </a:rPr>
              <a:t> </a:t>
            </a:r>
            <a:r>
              <a:rPr dirty="0" b="0">
                <a:latin typeface="Segoe UI"/>
                <a:cs typeface="Segoe UI"/>
              </a:rPr>
              <a:t>VENDAS</a:t>
            </a:r>
            <a:r>
              <a:rPr dirty="0" spc="-60" b="0">
                <a:latin typeface="Segoe UI"/>
                <a:cs typeface="Segoe UI"/>
              </a:rPr>
              <a:t> </a:t>
            </a:r>
            <a:r>
              <a:rPr dirty="0" spc="-10" b="0">
                <a:latin typeface="Segoe UI"/>
                <a:cs typeface="Segoe UI"/>
              </a:rPr>
              <a:t>CONSIDERANDO</a:t>
            </a:r>
            <a:r>
              <a:rPr dirty="0" spc="-60" b="0">
                <a:latin typeface="Segoe UI"/>
                <a:cs typeface="Segoe UI"/>
              </a:rPr>
              <a:t> </a:t>
            </a:r>
            <a:r>
              <a:rPr dirty="0" spc="-10" b="0">
                <a:latin typeface="Segoe UI"/>
                <a:cs typeface="Segoe UI"/>
              </a:rPr>
              <a:t>PRODUTOS</a:t>
            </a:r>
            <a:r>
              <a:rPr dirty="0" spc="-60" b="0">
                <a:latin typeface="Segoe UI"/>
                <a:cs typeface="Segoe UI"/>
              </a:rPr>
              <a:t> </a:t>
            </a:r>
            <a:r>
              <a:rPr dirty="0" b="0">
                <a:latin typeface="Segoe UI"/>
                <a:cs typeface="Segoe UI"/>
              </a:rPr>
              <a:t>E</a:t>
            </a:r>
            <a:r>
              <a:rPr dirty="0" spc="-60" b="0">
                <a:latin typeface="Segoe UI"/>
                <a:cs typeface="Segoe UI"/>
              </a:rPr>
              <a:t> </a:t>
            </a:r>
            <a:r>
              <a:rPr dirty="0" spc="-10" b="0">
                <a:latin typeface="Segoe UI"/>
                <a:cs typeface="Segoe UI"/>
              </a:rPr>
              <a:t>SEGMENTO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00" y="548640"/>
            <a:ext cx="12192000" cy="3810"/>
          </a:xfrm>
          <a:custGeom>
            <a:avLst/>
            <a:gdLst/>
            <a:ahLst/>
            <a:cxnLst/>
            <a:rect l="l" t="t" r="r" b="b"/>
            <a:pathLst>
              <a:path w="12192000" h="3809">
                <a:moveTo>
                  <a:pt x="0" y="3809"/>
                </a:moveTo>
                <a:lnTo>
                  <a:pt x="12191999" y="3809"/>
                </a:lnTo>
                <a:lnTo>
                  <a:pt x="12191999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28600" y="552449"/>
            <a:ext cx="12192000" cy="1273810"/>
            <a:chOff x="228600" y="552449"/>
            <a:chExt cx="12192000" cy="1273810"/>
          </a:xfrm>
        </p:grpSpPr>
        <p:sp>
          <p:nvSpPr>
            <p:cNvPr id="4" name="object 4" descr=""/>
            <p:cNvSpPr/>
            <p:nvPr/>
          </p:nvSpPr>
          <p:spPr>
            <a:xfrm>
              <a:off x="228600" y="1762124"/>
              <a:ext cx="12192000" cy="8255"/>
            </a:xfrm>
            <a:custGeom>
              <a:avLst/>
              <a:gdLst/>
              <a:ahLst/>
              <a:cxnLst/>
              <a:rect l="l" t="t" r="r" b="b"/>
              <a:pathLst>
                <a:path w="12192000" h="8255">
                  <a:moveTo>
                    <a:pt x="0" y="8255"/>
                  </a:moveTo>
                  <a:lnTo>
                    <a:pt x="12191999" y="825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8600" y="1762124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5">
                  <a:moveTo>
                    <a:pt x="0" y="64135"/>
                  </a:moveTo>
                  <a:lnTo>
                    <a:pt x="12191999" y="6413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4135"/>
                  </a:lnTo>
                  <a:close/>
                </a:path>
              </a:pathLst>
            </a:custGeom>
            <a:solidFill>
              <a:srgbClr val="000000">
                <a:alpha val="129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8600" y="552449"/>
              <a:ext cx="12192000" cy="1209675"/>
            </a:xfrm>
            <a:custGeom>
              <a:avLst/>
              <a:gdLst/>
              <a:ahLst/>
              <a:cxnLst/>
              <a:rect l="l" t="t" r="r" b="b"/>
              <a:pathLst>
                <a:path w="12192000" h="1209675">
                  <a:moveTo>
                    <a:pt x="12191999" y="1209674"/>
                  </a:moveTo>
                  <a:lnTo>
                    <a:pt x="0" y="12096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2096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28600" y="228600"/>
            <a:ext cx="12192000" cy="6858000"/>
            <a:chOff x="228600" y="228600"/>
            <a:chExt cx="12192000" cy="6858000"/>
          </a:xfrm>
        </p:grpSpPr>
        <p:sp>
          <p:nvSpPr>
            <p:cNvPr id="9" name="object 9" descr=""/>
            <p:cNvSpPr/>
            <p:nvPr/>
          </p:nvSpPr>
          <p:spPr>
            <a:xfrm>
              <a:off x="228600" y="742949"/>
              <a:ext cx="12192000" cy="6343650"/>
            </a:xfrm>
            <a:custGeom>
              <a:avLst/>
              <a:gdLst/>
              <a:ahLst/>
              <a:cxnLst/>
              <a:rect l="l" t="t" r="r" b="b"/>
              <a:pathLst>
                <a:path w="12192000" h="6343650">
                  <a:moveTo>
                    <a:pt x="0" y="6343649"/>
                  </a:moveTo>
                  <a:lnTo>
                    <a:pt x="12191999" y="63436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343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8600" y="228600"/>
              <a:ext cx="12192000" cy="514350"/>
            </a:xfrm>
            <a:custGeom>
              <a:avLst/>
              <a:gdLst/>
              <a:ahLst/>
              <a:cxnLst/>
              <a:rect l="l" t="t" r="r" b="b"/>
              <a:pathLst>
                <a:path w="12192000" h="514350">
                  <a:moveTo>
                    <a:pt x="1219199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514349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2192000" cy="320040"/>
          </a:xfrm>
          <a:prstGeom prst="rect"/>
          <a:solidFill>
            <a:srgbClr val="12239D"/>
          </a:solidFill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ts val="1970"/>
              </a:lnSpc>
              <a:spcBef>
                <a:spcPts val="550"/>
              </a:spcBef>
            </a:pPr>
            <a:r>
              <a:rPr dirty="0" spc="-20"/>
              <a:t>RELATÓRIOS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VENDAS</a:t>
            </a:r>
            <a:r>
              <a:rPr dirty="0" spc="-60"/>
              <a:t> </a:t>
            </a:r>
            <a:r>
              <a:rPr dirty="0"/>
              <a:t>CONSIDERANDO</a:t>
            </a:r>
            <a:r>
              <a:rPr dirty="0" spc="-60"/>
              <a:t> </a:t>
            </a:r>
            <a:r>
              <a:rPr dirty="0" spc="-10"/>
              <a:t>PAÍSES</a:t>
            </a:r>
            <a:r>
              <a:rPr dirty="0" spc="-60"/>
              <a:t> </a:t>
            </a:r>
            <a:r>
              <a:rPr dirty="0"/>
              <a:t>E</a:t>
            </a:r>
            <a:r>
              <a:rPr dirty="0" spc="-60"/>
              <a:t> </a:t>
            </a:r>
            <a:r>
              <a:rPr dirty="0" spc="-10"/>
              <a:t>LUCROS</a:t>
            </a:r>
          </a:p>
        </p:txBody>
      </p:sp>
      <p:grpSp>
        <p:nvGrpSpPr>
          <p:cNvPr id="12" name="object 12" descr=""/>
          <p:cNvGrpSpPr/>
          <p:nvPr/>
        </p:nvGrpSpPr>
        <p:grpSpPr>
          <a:xfrm>
            <a:off x="381000" y="885824"/>
            <a:ext cx="1885950" cy="1143000"/>
            <a:chOff x="381000" y="885824"/>
            <a:chExt cx="1885950" cy="1143000"/>
          </a:xfrm>
        </p:grpSpPr>
        <p:sp>
          <p:nvSpPr>
            <p:cNvPr id="13" name="object 13" descr=""/>
            <p:cNvSpPr/>
            <p:nvPr/>
          </p:nvSpPr>
          <p:spPr>
            <a:xfrm>
              <a:off x="390524" y="895349"/>
              <a:ext cx="1866900" cy="1123950"/>
            </a:xfrm>
            <a:custGeom>
              <a:avLst/>
              <a:gdLst/>
              <a:ahLst/>
              <a:cxnLst/>
              <a:rect l="l" t="t" r="r" b="b"/>
              <a:pathLst>
                <a:path w="1866900" h="1123950">
                  <a:moveTo>
                    <a:pt x="1828799" y="1123949"/>
                  </a:moveTo>
                  <a:lnTo>
                    <a:pt x="38100" y="1123949"/>
                  </a:lnTo>
                  <a:lnTo>
                    <a:pt x="3274" y="1099839"/>
                  </a:lnTo>
                  <a:lnTo>
                    <a:pt x="0" y="1085849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1828799" y="0"/>
                  </a:lnTo>
                  <a:lnTo>
                    <a:pt x="1842789" y="3274"/>
                  </a:lnTo>
                  <a:lnTo>
                    <a:pt x="1854993" y="11906"/>
                  </a:lnTo>
                  <a:lnTo>
                    <a:pt x="1863625" y="24110"/>
                  </a:lnTo>
                  <a:lnTo>
                    <a:pt x="1866899" y="38099"/>
                  </a:lnTo>
                  <a:lnTo>
                    <a:pt x="1866899" y="1085849"/>
                  </a:lnTo>
                  <a:lnTo>
                    <a:pt x="1863625" y="1099839"/>
                  </a:lnTo>
                  <a:lnTo>
                    <a:pt x="1854993" y="1112043"/>
                  </a:lnTo>
                  <a:lnTo>
                    <a:pt x="1842789" y="1120675"/>
                  </a:lnTo>
                  <a:lnTo>
                    <a:pt x="1828799" y="1123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90525" y="895349"/>
              <a:ext cx="1866900" cy="1123950"/>
            </a:xfrm>
            <a:custGeom>
              <a:avLst/>
              <a:gdLst/>
              <a:ahLst/>
              <a:cxnLst/>
              <a:rect l="l" t="t" r="r" b="b"/>
              <a:pathLst>
                <a:path w="1866900" h="112395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828799" y="0"/>
                  </a:lnTo>
                  <a:lnTo>
                    <a:pt x="1863625" y="24110"/>
                  </a:lnTo>
                  <a:lnTo>
                    <a:pt x="1866899" y="1085849"/>
                  </a:lnTo>
                  <a:lnTo>
                    <a:pt x="1863625" y="1099839"/>
                  </a:lnTo>
                  <a:lnTo>
                    <a:pt x="1854993" y="1112043"/>
                  </a:lnTo>
                  <a:lnTo>
                    <a:pt x="1842789" y="1120675"/>
                  </a:lnTo>
                  <a:lnTo>
                    <a:pt x="1828799" y="1123949"/>
                  </a:lnTo>
                  <a:lnTo>
                    <a:pt x="38099" y="1123949"/>
                  </a:lnTo>
                  <a:lnTo>
                    <a:pt x="24110" y="1120675"/>
                  </a:lnTo>
                  <a:lnTo>
                    <a:pt x="11906" y="1112043"/>
                  </a:lnTo>
                  <a:lnTo>
                    <a:pt x="3274" y="1099839"/>
                  </a:lnTo>
                  <a:lnTo>
                    <a:pt x="0" y="108584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00049" y="904874"/>
              <a:ext cx="1847850" cy="1104900"/>
            </a:xfrm>
            <a:custGeom>
              <a:avLst/>
              <a:gdLst/>
              <a:ahLst/>
              <a:cxnLst/>
              <a:rect l="l" t="t" r="r" b="b"/>
              <a:pathLst>
                <a:path w="1847850" h="1104900">
                  <a:moveTo>
                    <a:pt x="1819274" y="1104899"/>
                  </a:moveTo>
                  <a:lnTo>
                    <a:pt x="28574" y="1104899"/>
                  </a:lnTo>
                  <a:lnTo>
                    <a:pt x="18082" y="1102444"/>
                  </a:lnTo>
                  <a:lnTo>
                    <a:pt x="8929" y="1095970"/>
                  </a:lnTo>
                  <a:lnTo>
                    <a:pt x="2455" y="1086817"/>
                  </a:lnTo>
                  <a:lnTo>
                    <a:pt x="0" y="1076324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819274" y="0"/>
                  </a:lnTo>
                  <a:lnTo>
                    <a:pt x="1829767" y="2455"/>
                  </a:lnTo>
                  <a:lnTo>
                    <a:pt x="1838920" y="8929"/>
                  </a:lnTo>
                  <a:lnTo>
                    <a:pt x="1845394" y="18082"/>
                  </a:lnTo>
                  <a:lnTo>
                    <a:pt x="1847849" y="28574"/>
                  </a:lnTo>
                  <a:lnTo>
                    <a:pt x="1847849" y="1076324"/>
                  </a:lnTo>
                  <a:lnTo>
                    <a:pt x="1845394" y="1086817"/>
                  </a:lnTo>
                  <a:lnTo>
                    <a:pt x="1838920" y="1095970"/>
                  </a:lnTo>
                  <a:lnTo>
                    <a:pt x="1829767" y="1102444"/>
                  </a:lnTo>
                  <a:lnTo>
                    <a:pt x="1819274" y="110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01650" y="1080769"/>
            <a:ext cx="1291590" cy="7054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252423"/>
                </a:solidFill>
                <a:latin typeface="Segoe UI Semibold"/>
                <a:cs typeface="Segoe UI Semibold"/>
              </a:rPr>
              <a:t>118,73</a:t>
            </a:r>
            <a:r>
              <a:rPr dirty="0" sz="2400" spc="-65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dirty="0" sz="2400" spc="-25">
                <a:solidFill>
                  <a:srgbClr val="252423"/>
                </a:solidFill>
                <a:latin typeface="Segoe UI Semibold"/>
                <a:cs typeface="Segoe UI Semibold"/>
              </a:rPr>
              <a:t>Mi</a:t>
            </a:r>
            <a:endParaRPr sz="2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 spc="-10">
                <a:solidFill>
                  <a:srgbClr val="605D5C"/>
                </a:solidFill>
                <a:latin typeface="Segoe UI"/>
                <a:cs typeface="Segoe UI"/>
              </a:rPr>
              <a:t>C_Sales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119925" y="4124325"/>
            <a:ext cx="5248275" cy="2362200"/>
          </a:xfrm>
          <a:custGeom>
            <a:avLst/>
            <a:gdLst/>
            <a:ahLst/>
            <a:cxnLst/>
            <a:rect l="l" t="t" r="r" b="b"/>
            <a:pathLst>
              <a:path w="5248275" h="2362200">
                <a:moveTo>
                  <a:pt x="9525" y="2356129"/>
                </a:moveTo>
                <a:lnTo>
                  <a:pt x="9067" y="2355011"/>
                </a:lnTo>
                <a:lnTo>
                  <a:pt x="7200" y="2353145"/>
                </a:lnTo>
                <a:lnTo>
                  <a:pt x="6083" y="2352675"/>
                </a:lnTo>
                <a:lnTo>
                  <a:pt x="3454" y="2352675"/>
                </a:lnTo>
                <a:lnTo>
                  <a:pt x="2336" y="2353145"/>
                </a:lnTo>
                <a:lnTo>
                  <a:pt x="469" y="2355011"/>
                </a:lnTo>
                <a:lnTo>
                  <a:pt x="0" y="2356129"/>
                </a:lnTo>
                <a:lnTo>
                  <a:pt x="0" y="2358758"/>
                </a:lnTo>
                <a:lnTo>
                  <a:pt x="469" y="2359876"/>
                </a:lnTo>
                <a:lnTo>
                  <a:pt x="2336" y="2361742"/>
                </a:lnTo>
                <a:lnTo>
                  <a:pt x="3454" y="2362200"/>
                </a:lnTo>
                <a:lnTo>
                  <a:pt x="6083" y="2362200"/>
                </a:lnTo>
                <a:lnTo>
                  <a:pt x="7200" y="2361742"/>
                </a:lnTo>
                <a:lnTo>
                  <a:pt x="9067" y="2359876"/>
                </a:lnTo>
                <a:lnTo>
                  <a:pt x="9525" y="2358758"/>
                </a:lnTo>
                <a:lnTo>
                  <a:pt x="9525" y="2356129"/>
                </a:lnTo>
                <a:close/>
              </a:path>
              <a:path w="5248275" h="2362200">
                <a:moveTo>
                  <a:pt x="9525" y="1571904"/>
                </a:moveTo>
                <a:lnTo>
                  <a:pt x="9067" y="1570786"/>
                </a:lnTo>
                <a:lnTo>
                  <a:pt x="7200" y="1568919"/>
                </a:lnTo>
                <a:lnTo>
                  <a:pt x="6083" y="1568450"/>
                </a:lnTo>
                <a:lnTo>
                  <a:pt x="3454" y="1568450"/>
                </a:lnTo>
                <a:lnTo>
                  <a:pt x="2336" y="1568919"/>
                </a:lnTo>
                <a:lnTo>
                  <a:pt x="469" y="1570786"/>
                </a:lnTo>
                <a:lnTo>
                  <a:pt x="0" y="1571904"/>
                </a:lnTo>
                <a:lnTo>
                  <a:pt x="0" y="1574533"/>
                </a:lnTo>
                <a:lnTo>
                  <a:pt x="469" y="1575650"/>
                </a:lnTo>
                <a:lnTo>
                  <a:pt x="2336" y="1577517"/>
                </a:lnTo>
                <a:lnTo>
                  <a:pt x="3454" y="1577975"/>
                </a:lnTo>
                <a:lnTo>
                  <a:pt x="6083" y="1577975"/>
                </a:lnTo>
                <a:lnTo>
                  <a:pt x="7200" y="1577517"/>
                </a:lnTo>
                <a:lnTo>
                  <a:pt x="9067" y="1575650"/>
                </a:lnTo>
                <a:lnTo>
                  <a:pt x="9525" y="1574533"/>
                </a:lnTo>
                <a:lnTo>
                  <a:pt x="9525" y="1571904"/>
                </a:lnTo>
                <a:close/>
              </a:path>
              <a:path w="5248275" h="2362200">
                <a:moveTo>
                  <a:pt x="9525" y="787679"/>
                </a:moveTo>
                <a:lnTo>
                  <a:pt x="9067" y="786561"/>
                </a:lnTo>
                <a:lnTo>
                  <a:pt x="7200" y="784694"/>
                </a:lnTo>
                <a:lnTo>
                  <a:pt x="6083" y="784225"/>
                </a:lnTo>
                <a:lnTo>
                  <a:pt x="3454" y="784225"/>
                </a:lnTo>
                <a:lnTo>
                  <a:pt x="2336" y="784694"/>
                </a:lnTo>
                <a:lnTo>
                  <a:pt x="469" y="786561"/>
                </a:lnTo>
                <a:lnTo>
                  <a:pt x="0" y="787679"/>
                </a:lnTo>
                <a:lnTo>
                  <a:pt x="0" y="790308"/>
                </a:lnTo>
                <a:lnTo>
                  <a:pt x="469" y="791425"/>
                </a:lnTo>
                <a:lnTo>
                  <a:pt x="2336" y="793292"/>
                </a:lnTo>
                <a:lnTo>
                  <a:pt x="3454" y="793750"/>
                </a:lnTo>
                <a:lnTo>
                  <a:pt x="6083" y="793750"/>
                </a:lnTo>
                <a:lnTo>
                  <a:pt x="7200" y="793292"/>
                </a:lnTo>
                <a:lnTo>
                  <a:pt x="9067" y="791425"/>
                </a:lnTo>
                <a:lnTo>
                  <a:pt x="9525" y="790308"/>
                </a:lnTo>
                <a:lnTo>
                  <a:pt x="9525" y="787679"/>
                </a:lnTo>
                <a:close/>
              </a:path>
              <a:path w="5248275" h="2362200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5248275" h="2362200">
                <a:moveTo>
                  <a:pt x="57150" y="2356129"/>
                </a:moveTo>
                <a:lnTo>
                  <a:pt x="56692" y="2355011"/>
                </a:lnTo>
                <a:lnTo>
                  <a:pt x="54825" y="2353145"/>
                </a:lnTo>
                <a:lnTo>
                  <a:pt x="53708" y="2352675"/>
                </a:lnTo>
                <a:lnTo>
                  <a:pt x="51079" y="2352675"/>
                </a:lnTo>
                <a:lnTo>
                  <a:pt x="49961" y="2353145"/>
                </a:lnTo>
                <a:lnTo>
                  <a:pt x="48094" y="2355011"/>
                </a:lnTo>
                <a:lnTo>
                  <a:pt x="47625" y="2356129"/>
                </a:lnTo>
                <a:lnTo>
                  <a:pt x="47625" y="2358758"/>
                </a:lnTo>
                <a:lnTo>
                  <a:pt x="48094" y="2359876"/>
                </a:lnTo>
                <a:lnTo>
                  <a:pt x="49961" y="2361742"/>
                </a:lnTo>
                <a:lnTo>
                  <a:pt x="51079" y="2362200"/>
                </a:lnTo>
                <a:lnTo>
                  <a:pt x="53708" y="2362200"/>
                </a:lnTo>
                <a:lnTo>
                  <a:pt x="54825" y="2361742"/>
                </a:lnTo>
                <a:lnTo>
                  <a:pt x="56692" y="2359876"/>
                </a:lnTo>
                <a:lnTo>
                  <a:pt x="57150" y="2358758"/>
                </a:lnTo>
                <a:lnTo>
                  <a:pt x="57150" y="2356129"/>
                </a:lnTo>
                <a:close/>
              </a:path>
              <a:path w="5248275" h="2362200">
                <a:moveTo>
                  <a:pt x="57150" y="1571904"/>
                </a:moveTo>
                <a:lnTo>
                  <a:pt x="56692" y="1570786"/>
                </a:lnTo>
                <a:lnTo>
                  <a:pt x="54825" y="1568919"/>
                </a:lnTo>
                <a:lnTo>
                  <a:pt x="53708" y="1568450"/>
                </a:lnTo>
                <a:lnTo>
                  <a:pt x="51079" y="1568450"/>
                </a:lnTo>
                <a:lnTo>
                  <a:pt x="49961" y="1568919"/>
                </a:lnTo>
                <a:lnTo>
                  <a:pt x="48094" y="1570786"/>
                </a:lnTo>
                <a:lnTo>
                  <a:pt x="47625" y="1571904"/>
                </a:lnTo>
                <a:lnTo>
                  <a:pt x="47625" y="1574533"/>
                </a:lnTo>
                <a:lnTo>
                  <a:pt x="48094" y="1575650"/>
                </a:lnTo>
                <a:lnTo>
                  <a:pt x="49961" y="1577517"/>
                </a:lnTo>
                <a:lnTo>
                  <a:pt x="51079" y="1577975"/>
                </a:lnTo>
                <a:lnTo>
                  <a:pt x="53708" y="1577975"/>
                </a:lnTo>
                <a:lnTo>
                  <a:pt x="54825" y="1577517"/>
                </a:lnTo>
                <a:lnTo>
                  <a:pt x="56692" y="1575650"/>
                </a:lnTo>
                <a:lnTo>
                  <a:pt x="57150" y="1574533"/>
                </a:lnTo>
                <a:lnTo>
                  <a:pt x="57150" y="1571904"/>
                </a:lnTo>
                <a:close/>
              </a:path>
              <a:path w="5248275" h="2362200">
                <a:moveTo>
                  <a:pt x="57150" y="787679"/>
                </a:moveTo>
                <a:lnTo>
                  <a:pt x="56692" y="786561"/>
                </a:lnTo>
                <a:lnTo>
                  <a:pt x="54825" y="784694"/>
                </a:lnTo>
                <a:lnTo>
                  <a:pt x="53708" y="784225"/>
                </a:lnTo>
                <a:lnTo>
                  <a:pt x="51079" y="784225"/>
                </a:lnTo>
                <a:lnTo>
                  <a:pt x="49961" y="784694"/>
                </a:lnTo>
                <a:lnTo>
                  <a:pt x="48094" y="786561"/>
                </a:lnTo>
                <a:lnTo>
                  <a:pt x="47625" y="787679"/>
                </a:lnTo>
                <a:lnTo>
                  <a:pt x="47625" y="790308"/>
                </a:lnTo>
                <a:lnTo>
                  <a:pt x="48094" y="791425"/>
                </a:lnTo>
                <a:lnTo>
                  <a:pt x="49961" y="793292"/>
                </a:lnTo>
                <a:lnTo>
                  <a:pt x="51079" y="793750"/>
                </a:lnTo>
                <a:lnTo>
                  <a:pt x="53708" y="793750"/>
                </a:lnTo>
                <a:lnTo>
                  <a:pt x="54825" y="793292"/>
                </a:lnTo>
                <a:lnTo>
                  <a:pt x="56692" y="791425"/>
                </a:lnTo>
                <a:lnTo>
                  <a:pt x="57150" y="790308"/>
                </a:lnTo>
                <a:lnTo>
                  <a:pt x="57150" y="787679"/>
                </a:lnTo>
                <a:close/>
              </a:path>
              <a:path w="5248275" h="2362200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5248275" h="2362200">
                <a:moveTo>
                  <a:pt x="104775" y="2356129"/>
                </a:moveTo>
                <a:lnTo>
                  <a:pt x="104317" y="2355011"/>
                </a:lnTo>
                <a:lnTo>
                  <a:pt x="102450" y="2353145"/>
                </a:lnTo>
                <a:lnTo>
                  <a:pt x="101333" y="2352675"/>
                </a:lnTo>
                <a:lnTo>
                  <a:pt x="98704" y="2352675"/>
                </a:lnTo>
                <a:lnTo>
                  <a:pt x="97586" y="2353145"/>
                </a:lnTo>
                <a:lnTo>
                  <a:pt x="95719" y="2355011"/>
                </a:lnTo>
                <a:lnTo>
                  <a:pt x="95250" y="2356129"/>
                </a:lnTo>
                <a:lnTo>
                  <a:pt x="95250" y="2358758"/>
                </a:lnTo>
                <a:lnTo>
                  <a:pt x="95719" y="2359876"/>
                </a:lnTo>
                <a:lnTo>
                  <a:pt x="97586" y="2361742"/>
                </a:lnTo>
                <a:lnTo>
                  <a:pt x="98704" y="2362200"/>
                </a:lnTo>
                <a:lnTo>
                  <a:pt x="101333" y="2362200"/>
                </a:lnTo>
                <a:lnTo>
                  <a:pt x="102450" y="2361742"/>
                </a:lnTo>
                <a:lnTo>
                  <a:pt x="104317" y="2359876"/>
                </a:lnTo>
                <a:lnTo>
                  <a:pt x="104775" y="2358758"/>
                </a:lnTo>
                <a:lnTo>
                  <a:pt x="104775" y="2356129"/>
                </a:lnTo>
                <a:close/>
              </a:path>
              <a:path w="5248275" h="2362200">
                <a:moveTo>
                  <a:pt x="104775" y="1571904"/>
                </a:moveTo>
                <a:lnTo>
                  <a:pt x="104317" y="1570786"/>
                </a:lnTo>
                <a:lnTo>
                  <a:pt x="102450" y="1568919"/>
                </a:lnTo>
                <a:lnTo>
                  <a:pt x="101333" y="1568450"/>
                </a:lnTo>
                <a:lnTo>
                  <a:pt x="98704" y="1568450"/>
                </a:lnTo>
                <a:lnTo>
                  <a:pt x="97586" y="1568919"/>
                </a:lnTo>
                <a:lnTo>
                  <a:pt x="95719" y="1570786"/>
                </a:lnTo>
                <a:lnTo>
                  <a:pt x="95250" y="1571904"/>
                </a:lnTo>
                <a:lnTo>
                  <a:pt x="95250" y="1574533"/>
                </a:lnTo>
                <a:lnTo>
                  <a:pt x="95719" y="1575650"/>
                </a:lnTo>
                <a:lnTo>
                  <a:pt x="97586" y="1577517"/>
                </a:lnTo>
                <a:lnTo>
                  <a:pt x="98704" y="1577975"/>
                </a:lnTo>
                <a:lnTo>
                  <a:pt x="101333" y="1577975"/>
                </a:lnTo>
                <a:lnTo>
                  <a:pt x="102450" y="1577517"/>
                </a:lnTo>
                <a:lnTo>
                  <a:pt x="104317" y="1575650"/>
                </a:lnTo>
                <a:lnTo>
                  <a:pt x="104775" y="1574533"/>
                </a:lnTo>
                <a:lnTo>
                  <a:pt x="104775" y="1571904"/>
                </a:lnTo>
                <a:close/>
              </a:path>
              <a:path w="5248275" h="2362200">
                <a:moveTo>
                  <a:pt x="104775" y="787679"/>
                </a:moveTo>
                <a:lnTo>
                  <a:pt x="104317" y="786561"/>
                </a:lnTo>
                <a:lnTo>
                  <a:pt x="102450" y="784694"/>
                </a:lnTo>
                <a:lnTo>
                  <a:pt x="101333" y="784225"/>
                </a:lnTo>
                <a:lnTo>
                  <a:pt x="98704" y="784225"/>
                </a:lnTo>
                <a:lnTo>
                  <a:pt x="97586" y="784694"/>
                </a:lnTo>
                <a:lnTo>
                  <a:pt x="95719" y="786561"/>
                </a:lnTo>
                <a:lnTo>
                  <a:pt x="95250" y="787679"/>
                </a:lnTo>
                <a:lnTo>
                  <a:pt x="95250" y="790308"/>
                </a:lnTo>
                <a:lnTo>
                  <a:pt x="95719" y="791425"/>
                </a:lnTo>
                <a:lnTo>
                  <a:pt x="97586" y="793292"/>
                </a:lnTo>
                <a:lnTo>
                  <a:pt x="98704" y="793750"/>
                </a:lnTo>
                <a:lnTo>
                  <a:pt x="101333" y="793750"/>
                </a:lnTo>
                <a:lnTo>
                  <a:pt x="102450" y="793292"/>
                </a:lnTo>
                <a:lnTo>
                  <a:pt x="104317" y="791425"/>
                </a:lnTo>
                <a:lnTo>
                  <a:pt x="104775" y="790308"/>
                </a:lnTo>
                <a:lnTo>
                  <a:pt x="104775" y="787679"/>
                </a:lnTo>
                <a:close/>
              </a:path>
              <a:path w="5248275" h="2362200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5248275" h="2362200">
                <a:moveTo>
                  <a:pt x="152400" y="2356129"/>
                </a:moveTo>
                <a:lnTo>
                  <a:pt x="151942" y="2355011"/>
                </a:lnTo>
                <a:lnTo>
                  <a:pt x="150075" y="2353145"/>
                </a:lnTo>
                <a:lnTo>
                  <a:pt x="148958" y="2352675"/>
                </a:lnTo>
                <a:lnTo>
                  <a:pt x="146329" y="2352675"/>
                </a:lnTo>
                <a:lnTo>
                  <a:pt x="145211" y="2353145"/>
                </a:lnTo>
                <a:lnTo>
                  <a:pt x="143344" y="2355011"/>
                </a:lnTo>
                <a:lnTo>
                  <a:pt x="142875" y="2356129"/>
                </a:lnTo>
                <a:lnTo>
                  <a:pt x="142875" y="2358758"/>
                </a:lnTo>
                <a:lnTo>
                  <a:pt x="143344" y="2359876"/>
                </a:lnTo>
                <a:lnTo>
                  <a:pt x="145211" y="2361742"/>
                </a:lnTo>
                <a:lnTo>
                  <a:pt x="146329" y="2362200"/>
                </a:lnTo>
                <a:lnTo>
                  <a:pt x="148958" y="2362200"/>
                </a:lnTo>
                <a:lnTo>
                  <a:pt x="150075" y="2361742"/>
                </a:lnTo>
                <a:lnTo>
                  <a:pt x="151942" y="2359876"/>
                </a:lnTo>
                <a:lnTo>
                  <a:pt x="152400" y="2358758"/>
                </a:lnTo>
                <a:lnTo>
                  <a:pt x="152400" y="2356129"/>
                </a:lnTo>
                <a:close/>
              </a:path>
              <a:path w="5248275" h="2362200">
                <a:moveTo>
                  <a:pt x="152400" y="1571904"/>
                </a:moveTo>
                <a:lnTo>
                  <a:pt x="151942" y="1570786"/>
                </a:lnTo>
                <a:lnTo>
                  <a:pt x="150075" y="1568919"/>
                </a:lnTo>
                <a:lnTo>
                  <a:pt x="148958" y="1568450"/>
                </a:lnTo>
                <a:lnTo>
                  <a:pt x="146329" y="1568450"/>
                </a:lnTo>
                <a:lnTo>
                  <a:pt x="145211" y="1568919"/>
                </a:lnTo>
                <a:lnTo>
                  <a:pt x="143344" y="1570786"/>
                </a:lnTo>
                <a:lnTo>
                  <a:pt x="142875" y="1571904"/>
                </a:lnTo>
                <a:lnTo>
                  <a:pt x="142875" y="1574533"/>
                </a:lnTo>
                <a:lnTo>
                  <a:pt x="143344" y="1575650"/>
                </a:lnTo>
                <a:lnTo>
                  <a:pt x="145211" y="1577517"/>
                </a:lnTo>
                <a:lnTo>
                  <a:pt x="146329" y="1577975"/>
                </a:lnTo>
                <a:lnTo>
                  <a:pt x="148958" y="1577975"/>
                </a:lnTo>
                <a:lnTo>
                  <a:pt x="150075" y="1577517"/>
                </a:lnTo>
                <a:lnTo>
                  <a:pt x="151942" y="1575650"/>
                </a:lnTo>
                <a:lnTo>
                  <a:pt x="152400" y="1574533"/>
                </a:lnTo>
                <a:lnTo>
                  <a:pt x="152400" y="1571904"/>
                </a:lnTo>
                <a:close/>
              </a:path>
              <a:path w="5248275" h="2362200">
                <a:moveTo>
                  <a:pt x="152400" y="787679"/>
                </a:moveTo>
                <a:lnTo>
                  <a:pt x="151942" y="786561"/>
                </a:lnTo>
                <a:lnTo>
                  <a:pt x="150075" y="784694"/>
                </a:lnTo>
                <a:lnTo>
                  <a:pt x="148958" y="784225"/>
                </a:lnTo>
                <a:lnTo>
                  <a:pt x="146329" y="784225"/>
                </a:lnTo>
                <a:lnTo>
                  <a:pt x="145211" y="784694"/>
                </a:lnTo>
                <a:lnTo>
                  <a:pt x="143344" y="786561"/>
                </a:lnTo>
                <a:lnTo>
                  <a:pt x="142875" y="787679"/>
                </a:lnTo>
                <a:lnTo>
                  <a:pt x="142875" y="790308"/>
                </a:lnTo>
                <a:lnTo>
                  <a:pt x="143344" y="791425"/>
                </a:lnTo>
                <a:lnTo>
                  <a:pt x="145211" y="793292"/>
                </a:lnTo>
                <a:lnTo>
                  <a:pt x="146329" y="793750"/>
                </a:lnTo>
                <a:lnTo>
                  <a:pt x="148958" y="793750"/>
                </a:lnTo>
                <a:lnTo>
                  <a:pt x="150075" y="793292"/>
                </a:lnTo>
                <a:lnTo>
                  <a:pt x="151942" y="791425"/>
                </a:lnTo>
                <a:lnTo>
                  <a:pt x="152400" y="790308"/>
                </a:lnTo>
                <a:lnTo>
                  <a:pt x="152400" y="787679"/>
                </a:lnTo>
                <a:close/>
              </a:path>
              <a:path w="5248275" h="2362200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5248275" h="2362200">
                <a:moveTo>
                  <a:pt x="200025" y="2356129"/>
                </a:moveTo>
                <a:lnTo>
                  <a:pt x="199567" y="2355011"/>
                </a:lnTo>
                <a:lnTo>
                  <a:pt x="197700" y="2353145"/>
                </a:lnTo>
                <a:lnTo>
                  <a:pt x="196583" y="2352675"/>
                </a:lnTo>
                <a:lnTo>
                  <a:pt x="193954" y="2352675"/>
                </a:lnTo>
                <a:lnTo>
                  <a:pt x="192836" y="2353145"/>
                </a:lnTo>
                <a:lnTo>
                  <a:pt x="190969" y="2355011"/>
                </a:lnTo>
                <a:lnTo>
                  <a:pt x="190500" y="2356129"/>
                </a:lnTo>
                <a:lnTo>
                  <a:pt x="190500" y="2358758"/>
                </a:lnTo>
                <a:lnTo>
                  <a:pt x="190969" y="2359876"/>
                </a:lnTo>
                <a:lnTo>
                  <a:pt x="192836" y="2361742"/>
                </a:lnTo>
                <a:lnTo>
                  <a:pt x="193954" y="2362200"/>
                </a:lnTo>
                <a:lnTo>
                  <a:pt x="196583" y="2362200"/>
                </a:lnTo>
                <a:lnTo>
                  <a:pt x="197700" y="2361742"/>
                </a:lnTo>
                <a:lnTo>
                  <a:pt x="199567" y="2359876"/>
                </a:lnTo>
                <a:lnTo>
                  <a:pt x="200025" y="2358758"/>
                </a:lnTo>
                <a:lnTo>
                  <a:pt x="200025" y="2356129"/>
                </a:lnTo>
                <a:close/>
              </a:path>
              <a:path w="5248275" h="2362200">
                <a:moveTo>
                  <a:pt x="200025" y="1571904"/>
                </a:moveTo>
                <a:lnTo>
                  <a:pt x="199567" y="1570786"/>
                </a:lnTo>
                <a:lnTo>
                  <a:pt x="197700" y="1568919"/>
                </a:lnTo>
                <a:lnTo>
                  <a:pt x="196583" y="1568450"/>
                </a:lnTo>
                <a:lnTo>
                  <a:pt x="193954" y="1568450"/>
                </a:lnTo>
                <a:lnTo>
                  <a:pt x="192836" y="1568919"/>
                </a:lnTo>
                <a:lnTo>
                  <a:pt x="190969" y="1570786"/>
                </a:lnTo>
                <a:lnTo>
                  <a:pt x="190500" y="1571904"/>
                </a:lnTo>
                <a:lnTo>
                  <a:pt x="190500" y="1574533"/>
                </a:lnTo>
                <a:lnTo>
                  <a:pt x="190969" y="1575650"/>
                </a:lnTo>
                <a:lnTo>
                  <a:pt x="192836" y="1577517"/>
                </a:lnTo>
                <a:lnTo>
                  <a:pt x="193954" y="1577975"/>
                </a:lnTo>
                <a:lnTo>
                  <a:pt x="196583" y="1577975"/>
                </a:lnTo>
                <a:lnTo>
                  <a:pt x="197700" y="1577517"/>
                </a:lnTo>
                <a:lnTo>
                  <a:pt x="199567" y="1575650"/>
                </a:lnTo>
                <a:lnTo>
                  <a:pt x="200025" y="1574533"/>
                </a:lnTo>
                <a:lnTo>
                  <a:pt x="200025" y="1571904"/>
                </a:lnTo>
                <a:close/>
              </a:path>
              <a:path w="5248275" h="2362200">
                <a:moveTo>
                  <a:pt x="200025" y="787679"/>
                </a:moveTo>
                <a:lnTo>
                  <a:pt x="199567" y="786561"/>
                </a:lnTo>
                <a:lnTo>
                  <a:pt x="197700" y="784694"/>
                </a:lnTo>
                <a:lnTo>
                  <a:pt x="196583" y="784225"/>
                </a:lnTo>
                <a:lnTo>
                  <a:pt x="193954" y="784225"/>
                </a:lnTo>
                <a:lnTo>
                  <a:pt x="192836" y="784694"/>
                </a:lnTo>
                <a:lnTo>
                  <a:pt x="190969" y="786561"/>
                </a:lnTo>
                <a:lnTo>
                  <a:pt x="190500" y="787679"/>
                </a:lnTo>
                <a:lnTo>
                  <a:pt x="190500" y="790308"/>
                </a:lnTo>
                <a:lnTo>
                  <a:pt x="190969" y="791425"/>
                </a:lnTo>
                <a:lnTo>
                  <a:pt x="192836" y="793292"/>
                </a:lnTo>
                <a:lnTo>
                  <a:pt x="193954" y="793750"/>
                </a:lnTo>
                <a:lnTo>
                  <a:pt x="196583" y="793750"/>
                </a:lnTo>
                <a:lnTo>
                  <a:pt x="197700" y="793292"/>
                </a:lnTo>
                <a:lnTo>
                  <a:pt x="199567" y="791425"/>
                </a:lnTo>
                <a:lnTo>
                  <a:pt x="200025" y="790308"/>
                </a:lnTo>
                <a:lnTo>
                  <a:pt x="200025" y="787679"/>
                </a:lnTo>
                <a:close/>
              </a:path>
              <a:path w="5248275" h="2362200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5248275" h="2362200">
                <a:moveTo>
                  <a:pt x="247650" y="2356129"/>
                </a:moveTo>
                <a:lnTo>
                  <a:pt x="247192" y="2355011"/>
                </a:lnTo>
                <a:lnTo>
                  <a:pt x="245325" y="2353145"/>
                </a:lnTo>
                <a:lnTo>
                  <a:pt x="244208" y="2352675"/>
                </a:lnTo>
                <a:lnTo>
                  <a:pt x="241579" y="2352675"/>
                </a:lnTo>
                <a:lnTo>
                  <a:pt x="240461" y="2353145"/>
                </a:lnTo>
                <a:lnTo>
                  <a:pt x="238594" y="2355011"/>
                </a:lnTo>
                <a:lnTo>
                  <a:pt x="238125" y="2356129"/>
                </a:lnTo>
                <a:lnTo>
                  <a:pt x="238125" y="2358758"/>
                </a:lnTo>
                <a:lnTo>
                  <a:pt x="238594" y="2359876"/>
                </a:lnTo>
                <a:lnTo>
                  <a:pt x="240461" y="2361742"/>
                </a:lnTo>
                <a:lnTo>
                  <a:pt x="241579" y="2362200"/>
                </a:lnTo>
                <a:lnTo>
                  <a:pt x="244208" y="2362200"/>
                </a:lnTo>
                <a:lnTo>
                  <a:pt x="245325" y="2361742"/>
                </a:lnTo>
                <a:lnTo>
                  <a:pt x="247192" y="2359876"/>
                </a:lnTo>
                <a:lnTo>
                  <a:pt x="247650" y="2358758"/>
                </a:lnTo>
                <a:lnTo>
                  <a:pt x="247650" y="2356129"/>
                </a:lnTo>
                <a:close/>
              </a:path>
              <a:path w="5248275" h="2362200">
                <a:moveTo>
                  <a:pt x="247650" y="1571904"/>
                </a:moveTo>
                <a:lnTo>
                  <a:pt x="247192" y="1570786"/>
                </a:lnTo>
                <a:lnTo>
                  <a:pt x="245325" y="1568919"/>
                </a:lnTo>
                <a:lnTo>
                  <a:pt x="244208" y="1568450"/>
                </a:lnTo>
                <a:lnTo>
                  <a:pt x="241579" y="1568450"/>
                </a:lnTo>
                <a:lnTo>
                  <a:pt x="240461" y="1568919"/>
                </a:lnTo>
                <a:lnTo>
                  <a:pt x="238594" y="1570786"/>
                </a:lnTo>
                <a:lnTo>
                  <a:pt x="238125" y="1571904"/>
                </a:lnTo>
                <a:lnTo>
                  <a:pt x="238125" y="1574533"/>
                </a:lnTo>
                <a:lnTo>
                  <a:pt x="238594" y="1575650"/>
                </a:lnTo>
                <a:lnTo>
                  <a:pt x="240461" y="1577517"/>
                </a:lnTo>
                <a:lnTo>
                  <a:pt x="241579" y="1577975"/>
                </a:lnTo>
                <a:lnTo>
                  <a:pt x="244208" y="1577975"/>
                </a:lnTo>
                <a:lnTo>
                  <a:pt x="245325" y="1577517"/>
                </a:lnTo>
                <a:lnTo>
                  <a:pt x="247192" y="1575650"/>
                </a:lnTo>
                <a:lnTo>
                  <a:pt x="247650" y="1574533"/>
                </a:lnTo>
                <a:lnTo>
                  <a:pt x="247650" y="1571904"/>
                </a:lnTo>
                <a:close/>
              </a:path>
              <a:path w="5248275" h="2362200">
                <a:moveTo>
                  <a:pt x="247650" y="787679"/>
                </a:moveTo>
                <a:lnTo>
                  <a:pt x="247192" y="786561"/>
                </a:lnTo>
                <a:lnTo>
                  <a:pt x="245325" y="784694"/>
                </a:lnTo>
                <a:lnTo>
                  <a:pt x="244208" y="784225"/>
                </a:lnTo>
                <a:lnTo>
                  <a:pt x="241579" y="784225"/>
                </a:lnTo>
                <a:lnTo>
                  <a:pt x="240461" y="784694"/>
                </a:lnTo>
                <a:lnTo>
                  <a:pt x="238594" y="786561"/>
                </a:lnTo>
                <a:lnTo>
                  <a:pt x="238125" y="787679"/>
                </a:lnTo>
                <a:lnTo>
                  <a:pt x="238125" y="790308"/>
                </a:lnTo>
                <a:lnTo>
                  <a:pt x="238594" y="791425"/>
                </a:lnTo>
                <a:lnTo>
                  <a:pt x="240461" y="793292"/>
                </a:lnTo>
                <a:lnTo>
                  <a:pt x="241579" y="793750"/>
                </a:lnTo>
                <a:lnTo>
                  <a:pt x="244208" y="793750"/>
                </a:lnTo>
                <a:lnTo>
                  <a:pt x="245325" y="793292"/>
                </a:lnTo>
                <a:lnTo>
                  <a:pt x="247192" y="791425"/>
                </a:lnTo>
                <a:lnTo>
                  <a:pt x="247650" y="790308"/>
                </a:lnTo>
                <a:lnTo>
                  <a:pt x="247650" y="787679"/>
                </a:lnTo>
                <a:close/>
              </a:path>
              <a:path w="5248275" h="2362200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5248275" h="2362200">
                <a:moveTo>
                  <a:pt x="295275" y="2356129"/>
                </a:moveTo>
                <a:lnTo>
                  <a:pt x="294817" y="2355011"/>
                </a:lnTo>
                <a:lnTo>
                  <a:pt x="292950" y="2353145"/>
                </a:lnTo>
                <a:lnTo>
                  <a:pt x="291833" y="2352675"/>
                </a:lnTo>
                <a:lnTo>
                  <a:pt x="289204" y="2352675"/>
                </a:lnTo>
                <a:lnTo>
                  <a:pt x="288086" y="2353145"/>
                </a:lnTo>
                <a:lnTo>
                  <a:pt x="286219" y="2355011"/>
                </a:lnTo>
                <a:lnTo>
                  <a:pt x="285750" y="2356129"/>
                </a:lnTo>
                <a:lnTo>
                  <a:pt x="285750" y="2358758"/>
                </a:lnTo>
                <a:lnTo>
                  <a:pt x="286219" y="2359876"/>
                </a:lnTo>
                <a:lnTo>
                  <a:pt x="288086" y="2361742"/>
                </a:lnTo>
                <a:lnTo>
                  <a:pt x="289204" y="2362200"/>
                </a:lnTo>
                <a:lnTo>
                  <a:pt x="291833" y="2362200"/>
                </a:lnTo>
                <a:lnTo>
                  <a:pt x="292950" y="2361742"/>
                </a:lnTo>
                <a:lnTo>
                  <a:pt x="294817" y="2359876"/>
                </a:lnTo>
                <a:lnTo>
                  <a:pt x="295275" y="2358758"/>
                </a:lnTo>
                <a:lnTo>
                  <a:pt x="295275" y="2356129"/>
                </a:lnTo>
                <a:close/>
              </a:path>
              <a:path w="5248275" h="2362200">
                <a:moveTo>
                  <a:pt x="295275" y="1571904"/>
                </a:moveTo>
                <a:lnTo>
                  <a:pt x="294817" y="1570786"/>
                </a:lnTo>
                <a:lnTo>
                  <a:pt x="292950" y="1568919"/>
                </a:lnTo>
                <a:lnTo>
                  <a:pt x="291833" y="1568450"/>
                </a:lnTo>
                <a:lnTo>
                  <a:pt x="289204" y="1568450"/>
                </a:lnTo>
                <a:lnTo>
                  <a:pt x="288086" y="1568919"/>
                </a:lnTo>
                <a:lnTo>
                  <a:pt x="286219" y="1570786"/>
                </a:lnTo>
                <a:lnTo>
                  <a:pt x="285750" y="1571904"/>
                </a:lnTo>
                <a:lnTo>
                  <a:pt x="285750" y="1574533"/>
                </a:lnTo>
                <a:lnTo>
                  <a:pt x="286219" y="1575650"/>
                </a:lnTo>
                <a:lnTo>
                  <a:pt x="288086" y="1577517"/>
                </a:lnTo>
                <a:lnTo>
                  <a:pt x="289204" y="1577975"/>
                </a:lnTo>
                <a:lnTo>
                  <a:pt x="291833" y="1577975"/>
                </a:lnTo>
                <a:lnTo>
                  <a:pt x="292950" y="1577517"/>
                </a:lnTo>
                <a:lnTo>
                  <a:pt x="294817" y="1575650"/>
                </a:lnTo>
                <a:lnTo>
                  <a:pt x="295275" y="1574533"/>
                </a:lnTo>
                <a:lnTo>
                  <a:pt x="295275" y="1571904"/>
                </a:lnTo>
                <a:close/>
              </a:path>
              <a:path w="5248275" h="2362200">
                <a:moveTo>
                  <a:pt x="295275" y="787679"/>
                </a:moveTo>
                <a:lnTo>
                  <a:pt x="294817" y="786561"/>
                </a:lnTo>
                <a:lnTo>
                  <a:pt x="292950" y="784694"/>
                </a:lnTo>
                <a:lnTo>
                  <a:pt x="291833" y="784225"/>
                </a:lnTo>
                <a:lnTo>
                  <a:pt x="289204" y="784225"/>
                </a:lnTo>
                <a:lnTo>
                  <a:pt x="288086" y="784694"/>
                </a:lnTo>
                <a:lnTo>
                  <a:pt x="286219" y="786561"/>
                </a:lnTo>
                <a:lnTo>
                  <a:pt x="285750" y="787679"/>
                </a:lnTo>
                <a:lnTo>
                  <a:pt x="285750" y="790308"/>
                </a:lnTo>
                <a:lnTo>
                  <a:pt x="286219" y="791425"/>
                </a:lnTo>
                <a:lnTo>
                  <a:pt x="288086" y="793292"/>
                </a:lnTo>
                <a:lnTo>
                  <a:pt x="289204" y="793750"/>
                </a:lnTo>
                <a:lnTo>
                  <a:pt x="291833" y="793750"/>
                </a:lnTo>
                <a:lnTo>
                  <a:pt x="292950" y="793292"/>
                </a:lnTo>
                <a:lnTo>
                  <a:pt x="294817" y="791425"/>
                </a:lnTo>
                <a:lnTo>
                  <a:pt x="295275" y="790308"/>
                </a:lnTo>
                <a:lnTo>
                  <a:pt x="295275" y="787679"/>
                </a:lnTo>
                <a:close/>
              </a:path>
              <a:path w="5248275" h="2362200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5248275" h="2362200">
                <a:moveTo>
                  <a:pt x="342900" y="2356129"/>
                </a:moveTo>
                <a:lnTo>
                  <a:pt x="342442" y="2355011"/>
                </a:lnTo>
                <a:lnTo>
                  <a:pt x="340575" y="2353145"/>
                </a:lnTo>
                <a:lnTo>
                  <a:pt x="339458" y="2352675"/>
                </a:lnTo>
                <a:lnTo>
                  <a:pt x="336829" y="2352675"/>
                </a:lnTo>
                <a:lnTo>
                  <a:pt x="335711" y="2353145"/>
                </a:lnTo>
                <a:lnTo>
                  <a:pt x="333844" y="2355011"/>
                </a:lnTo>
                <a:lnTo>
                  <a:pt x="333375" y="2356129"/>
                </a:lnTo>
                <a:lnTo>
                  <a:pt x="333375" y="2358758"/>
                </a:lnTo>
                <a:lnTo>
                  <a:pt x="333844" y="2359876"/>
                </a:lnTo>
                <a:lnTo>
                  <a:pt x="335711" y="2361742"/>
                </a:lnTo>
                <a:lnTo>
                  <a:pt x="336829" y="2362200"/>
                </a:lnTo>
                <a:lnTo>
                  <a:pt x="339458" y="2362200"/>
                </a:lnTo>
                <a:lnTo>
                  <a:pt x="340575" y="2361742"/>
                </a:lnTo>
                <a:lnTo>
                  <a:pt x="342442" y="2359876"/>
                </a:lnTo>
                <a:lnTo>
                  <a:pt x="342900" y="2358758"/>
                </a:lnTo>
                <a:lnTo>
                  <a:pt x="342900" y="2356129"/>
                </a:lnTo>
                <a:close/>
              </a:path>
              <a:path w="5248275" h="2362200">
                <a:moveTo>
                  <a:pt x="342900" y="1571904"/>
                </a:moveTo>
                <a:lnTo>
                  <a:pt x="342442" y="1570786"/>
                </a:lnTo>
                <a:lnTo>
                  <a:pt x="340575" y="1568919"/>
                </a:lnTo>
                <a:lnTo>
                  <a:pt x="339458" y="1568450"/>
                </a:lnTo>
                <a:lnTo>
                  <a:pt x="336829" y="1568450"/>
                </a:lnTo>
                <a:lnTo>
                  <a:pt x="335711" y="1568919"/>
                </a:lnTo>
                <a:lnTo>
                  <a:pt x="333844" y="1570786"/>
                </a:lnTo>
                <a:lnTo>
                  <a:pt x="333375" y="1571904"/>
                </a:lnTo>
                <a:lnTo>
                  <a:pt x="333375" y="1574533"/>
                </a:lnTo>
                <a:lnTo>
                  <a:pt x="333844" y="1575650"/>
                </a:lnTo>
                <a:lnTo>
                  <a:pt x="335711" y="1577517"/>
                </a:lnTo>
                <a:lnTo>
                  <a:pt x="336829" y="1577975"/>
                </a:lnTo>
                <a:lnTo>
                  <a:pt x="339458" y="1577975"/>
                </a:lnTo>
                <a:lnTo>
                  <a:pt x="340575" y="1577517"/>
                </a:lnTo>
                <a:lnTo>
                  <a:pt x="342442" y="1575650"/>
                </a:lnTo>
                <a:lnTo>
                  <a:pt x="342900" y="1574533"/>
                </a:lnTo>
                <a:lnTo>
                  <a:pt x="342900" y="1571904"/>
                </a:lnTo>
                <a:close/>
              </a:path>
              <a:path w="5248275" h="2362200">
                <a:moveTo>
                  <a:pt x="342900" y="787679"/>
                </a:moveTo>
                <a:lnTo>
                  <a:pt x="342442" y="786561"/>
                </a:lnTo>
                <a:lnTo>
                  <a:pt x="340575" y="784694"/>
                </a:lnTo>
                <a:lnTo>
                  <a:pt x="339458" y="784225"/>
                </a:lnTo>
                <a:lnTo>
                  <a:pt x="336829" y="784225"/>
                </a:lnTo>
                <a:lnTo>
                  <a:pt x="335711" y="784694"/>
                </a:lnTo>
                <a:lnTo>
                  <a:pt x="333844" y="786561"/>
                </a:lnTo>
                <a:lnTo>
                  <a:pt x="333375" y="787679"/>
                </a:lnTo>
                <a:lnTo>
                  <a:pt x="333375" y="790308"/>
                </a:lnTo>
                <a:lnTo>
                  <a:pt x="333844" y="791425"/>
                </a:lnTo>
                <a:lnTo>
                  <a:pt x="335711" y="793292"/>
                </a:lnTo>
                <a:lnTo>
                  <a:pt x="336829" y="793750"/>
                </a:lnTo>
                <a:lnTo>
                  <a:pt x="339458" y="793750"/>
                </a:lnTo>
                <a:lnTo>
                  <a:pt x="340575" y="793292"/>
                </a:lnTo>
                <a:lnTo>
                  <a:pt x="342442" y="791425"/>
                </a:lnTo>
                <a:lnTo>
                  <a:pt x="342900" y="790308"/>
                </a:lnTo>
                <a:lnTo>
                  <a:pt x="342900" y="787679"/>
                </a:lnTo>
                <a:close/>
              </a:path>
              <a:path w="5248275" h="2362200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5248275" h="2362200">
                <a:moveTo>
                  <a:pt x="390525" y="2356129"/>
                </a:moveTo>
                <a:lnTo>
                  <a:pt x="390067" y="2355011"/>
                </a:lnTo>
                <a:lnTo>
                  <a:pt x="388200" y="2353145"/>
                </a:lnTo>
                <a:lnTo>
                  <a:pt x="387083" y="2352675"/>
                </a:lnTo>
                <a:lnTo>
                  <a:pt x="384454" y="2352675"/>
                </a:lnTo>
                <a:lnTo>
                  <a:pt x="383336" y="2353145"/>
                </a:lnTo>
                <a:lnTo>
                  <a:pt x="381469" y="2355011"/>
                </a:lnTo>
                <a:lnTo>
                  <a:pt x="381000" y="2356129"/>
                </a:lnTo>
                <a:lnTo>
                  <a:pt x="381000" y="2358758"/>
                </a:lnTo>
                <a:lnTo>
                  <a:pt x="381469" y="2359876"/>
                </a:lnTo>
                <a:lnTo>
                  <a:pt x="383336" y="2361742"/>
                </a:lnTo>
                <a:lnTo>
                  <a:pt x="384454" y="2362200"/>
                </a:lnTo>
                <a:lnTo>
                  <a:pt x="387083" y="2362200"/>
                </a:lnTo>
                <a:lnTo>
                  <a:pt x="388200" y="2361742"/>
                </a:lnTo>
                <a:lnTo>
                  <a:pt x="390067" y="2359876"/>
                </a:lnTo>
                <a:lnTo>
                  <a:pt x="390525" y="2358758"/>
                </a:lnTo>
                <a:lnTo>
                  <a:pt x="390525" y="2356129"/>
                </a:lnTo>
                <a:close/>
              </a:path>
              <a:path w="5248275" h="2362200">
                <a:moveTo>
                  <a:pt x="390525" y="1571904"/>
                </a:moveTo>
                <a:lnTo>
                  <a:pt x="390067" y="1570786"/>
                </a:lnTo>
                <a:lnTo>
                  <a:pt x="388200" y="1568919"/>
                </a:lnTo>
                <a:lnTo>
                  <a:pt x="387083" y="1568450"/>
                </a:lnTo>
                <a:lnTo>
                  <a:pt x="384454" y="1568450"/>
                </a:lnTo>
                <a:lnTo>
                  <a:pt x="383336" y="1568919"/>
                </a:lnTo>
                <a:lnTo>
                  <a:pt x="381469" y="1570786"/>
                </a:lnTo>
                <a:lnTo>
                  <a:pt x="381000" y="1571904"/>
                </a:lnTo>
                <a:lnTo>
                  <a:pt x="381000" y="1574533"/>
                </a:lnTo>
                <a:lnTo>
                  <a:pt x="381469" y="1575650"/>
                </a:lnTo>
                <a:lnTo>
                  <a:pt x="383336" y="1577517"/>
                </a:lnTo>
                <a:lnTo>
                  <a:pt x="384454" y="1577975"/>
                </a:lnTo>
                <a:lnTo>
                  <a:pt x="387083" y="1577975"/>
                </a:lnTo>
                <a:lnTo>
                  <a:pt x="388200" y="1577517"/>
                </a:lnTo>
                <a:lnTo>
                  <a:pt x="390067" y="1575650"/>
                </a:lnTo>
                <a:lnTo>
                  <a:pt x="390525" y="1574533"/>
                </a:lnTo>
                <a:lnTo>
                  <a:pt x="390525" y="1571904"/>
                </a:lnTo>
                <a:close/>
              </a:path>
              <a:path w="5248275" h="2362200">
                <a:moveTo>
                  <a:pt x="390525" y="787679"/>
                </a:moveTo>
                <a:lnTo>
                  <a:pt x="390067" y="786561"/>
                </a:lnTo>
                <a:lnTo>
                  <a:pt x="388200" y="784694"/>
                </a:lnTo>
                <a:lnTo>
                  <a:pt x="387083" y="784225"/>
                </a:lnTo>
                <a:lnTo>
                  <a:pt x="384454" y="784225"/>
                </a:lnTo>
                <a:lnTo>
                  <a:pt x="383336" y="784694"/>
                </a:lnTo>
                <a:lnTo>
                  <a:pt x="381469" y="786561"/>
                </a:lnTo>
                <a:lnTo>
                  <a:pt x="381000" y="787679"/>
                </a:lnTo>
                <a:lnTo>
                  <a:pt x="381000" y="790308"/>
                </a:lnTo>
                <a:lnTo>
                  <a:pt x="381469" y="791425"/>
                </a:lnTo>
                <a:lnTo>
                  <a:pt x="383336" y="793292"/>
                </a:lnTo>
                <a:lnTo>
                  <a:pt x="384454" y="793750"/>
                </a:lnTo>
                <a:lnTo>
                  <a:pt x="387083" y="793750"/>
                </a:lnTo>
                <a:lnTo>
                  <a:pt x="388200" y="793292"/>
                </a:lnTo>
                <a:lnTo>
                  <a:pt x="390067" y="791425"/>
                </a:lnTo>
                <a:lnTo>
                  <a:pt x="390525" y="790308"/>
                </a:lnTo>
                <a:lnTo>
                  <a:pt x="390525" y="787679"/>
                </a:lnTo>
                <a:close/>
              </a:path>
              <a:path w="5248275" h="2362200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5248275" h="2362200">
                <a:moveTo>
                  <a:pt x="438150" y="2356129"/>
                </a:moveTo>
                <a:lnTo>
                  <a:pt x="437692" y="2355011"/>
                </a:lnTo>
                <a:lnTo>
                  <a:pt x="435825" y="2353145"/>
                </a:lnTo>
                <a:lnTo>
                  <a:pt x="434708" y="2352675"/>
                </a:lnTo>
                <a:lnTo>
                  <a:pt x="432079" y="2352675"/>
                </a:lnTo>
                <a:lnTo>
                  <a:pt x="430961" y="2353145"/>
                </a:lnTo>
                <a:lnTo>
                  <a:pt x="429094" y="2355011"/>
                </a:lnTo>
                <a:lnTo>
                  <a:pt x="428625" y="2356129"/>
                </a:lnTo>
                <a:lnTo>
                  <a:pt x="428625" y="2358758"/>
                </a:lnTo>
                <a:lnTo>
                  <a:pt x="429094" y="2359876"/>
                </a:lnTo>
                <a:lnTo>
                  <a:pt x="430961" y="2361742"/>
                </a:lnTo>
                <a:lnTo>
                  <a:pt x="432079" y="2362200"/>
                </a:lnTo>
                <a:lnTo>
                  <a:pt x="434708" y="2362200"/>
                </a:lnTo>
                <a:lnTo>
                  <a:pt x="435825" y="2361742"/>
                </a:lnTo>
                <a:lnTo>
                  <a:pt x="437692" y="2359876"/>
                </a:lnTo>
                <a:lnTo>
                  <a:pt x="438150" y="2358758"/>
                </a:lnTo>
                <a:lnTo>
                  <a:pt x="438150" y="2356129"/>
                </a:lnTo>
                <a:close/>
              </a:path>
              <a:path w="5248275" h="2362200">
                <a:moveTo>
                  <a:pt x="438150" y="1571904"/>
                </a:moveTo>
                <a:lnTo>
                  <a:pt x="437692" y="1570786"/>
                </a:lnTo>
                <a:lnTo>
                  <a:pt x="435825" y="1568919"/>
                </a:lnTo>
                <a:lnTo>
                  <a:pt x="434708" y="1568450"/>
                </a:lnTo>
                <a:lnTo>
                  <a:pt x="432079" y="1568450"/>
                </a:lnTo>
                <a:lnTo>
                  <a:pt x="430961" y="1568919"/>
                </a:lnTo>
                <a:lnTo>
                  <a:pt x="429094" y="1570786"/>
                </a:lnTo>
                <a:lnTo>
                  <a:pt x="428625" y="1571904"/>
                </a:lnTo>
                <a:lnTo>
                  <a:pt x="428625" y="1574533"/>
                </a:lnTo>
                <a:lnTo>
                  <a:pt x="429094" y="1575650"/>
                </a:lnTo>
                <a:lnTo>
                  <a:pt x="430961" y="1577517"/>
                </a:lnTo>
                <a:lnTo>
                  <a:pt x="432079" y="1577975"/>
                </a:lnTo>
                <a:lnTo>
                  <a:pt x="434708" y="1577975"/>
                </a:lnTo>
                <a:lnTo>
                  <a:pt x="435825" y="1577517"/>
                </a:lnTo>
                <a:lnTo>
                  <a:pt x="437692" y="1575650"/>
                </a:lnTo>
                <a:lnTo>
                  <a:pt x="438150" y="1574533"/>
                </a:lnTo>
                <a:lnTo>
                  <a:pt x="438150" y="1571904"/>
                </a:lnTo>
                <a:close/>
              </a:path>
              <a:path w="5248275" h="2362200">
                <a:moveTo>
                  <a:pt x="438150" y="787679"/>
                </a:moveTo>
                <a:lnTo>
                  <a:pt x="437692" y="786561"/>
                </a:lnTo>
                <a:lnTo>
                  <a:pt x="435825" y="784694"/>
                </a:lnTo>
                <a:lnTo>
                  <a:pt x="434708" y="784225"/>
                </a:lnTo>
                <a:lnTo>
                  <a:pt x="432079" y="784225"/>
                </a:lnTo>
                <a:lnTo>
                  <a:pt x="430961" y="784694"/>
                </a:lnTo>
                <a:lnTo>
                  <a:pt x="429094" y="786561"/>
                </a:lnTo>
                <a:lnTo>
                  <a:pt x="428625" y="787679"/>
                </a:lnTo>
                <a:lnTo>
                  <a:pt x="428625" y="790308"/>
                </a:lnTo>
                <a:lnTo>
                  <a:pt x="429094" y="791425"/>
                </a:lnTo>
                <a:lnTo>
                  <a:pt x="430961" y="793292"/>
                </a:lnTo>
                <a:lnTo>
                  <a:pt x="432079" y="793750"/>
                </a:lnTo>
                <a:lnTo>
                  <a:pt x="434708" y="793750"/>
                </a:lnTo>
                <a:lnTo>
                  <a:pt x="435825" y="793292"/>
                </a:lnTo>
                <a:lnTo>
                  <a:pt x="437692" y="791425"/>
                </a:lnTo>
                <a:lnTo>
                  <a:pt x="438150" y="790308"/>
                </a:lnTo>
                <a:lnTo>
                  <a:pt x="438150" y="787679"/>
                </a:lnTo>
                <a:close/>
              </a:path>
              <a:path w="5248275" h="2362200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5248275" h="2362200">
                <a:moveTo>
                  <a:pt x="485775" y="2356129"/>
                </a:moveTo>
                <a:lnTo>
                  <a:pt x="485317" y="2355011"/>
                </a:lnTo>
                <a:lnTo>
                  <a:pt x="483450" y="2353145"/>
                </a:lnTo>
                <a:lnTo>
                  <a:pt x="482333" y="2352675"/>
                </a:lnTo>
                <a:lnTo>
                  <a:pt x="479704" y="2352675"/>
                </a:lnTo>
                <a:lnTo>
                  <a:pt x="478586" y="2353145"/>
                </a:lnTo>
                <a:lnTo>
                  <a:pt x="476719" y="2355011"/>
                </a:lnTo>
                <a:lnTo>
                  <a:pt x="476250" y="2356129"/>
                </a:lnTo>
                <a:lnTo>
                  <a:pt x="476250" y="2358758"/>
                </a:lnTo>
                <a:lnTo>
                  <a:pt x="476719" y="2359876"/>
                </a:lnTo>
                <a:lnTo>
                  <a:pt x="478586" y="2361742"/>
                </a:lnTo>
                <a:lnTo>
                  <a:pt x="479704" y="2362200"/>
                </a:lnTo>
                <a:lnTo>
                  <a:pt x="482333" y="2362200"/>
                </a:lnTo>
                <a:lnTo>
                  <a:pt x="483450" y="2361742"/>
                </a:lnTo>
                <a:lnTo>
                  <a:pt x="485317" y="2359876"/>
                </a:lnTo>
                <a:lnTo>
                  <a:pt x="485775" y="2358758"/>
                </a:lnTo>
                <a:lnTo>
                  <a:pt x="485775" y="2356129"/>
                </a:lnTo>
                <a:close/>
              </a:path>
              <a:path w="5248275" h="2362200">
                <a:moveTo>
                  <a:pt x="485775" y="1571904"/>
                </a:moveTo>
                <a:lnTo>
                  <a:pt x="485317" y="1570786"/>
                </a:lnTo>
                <a:lnTo>
                  <a:pt x="483450" y="1568919"/>
                </a:lnTo>
                <a:lnTo>
                  <a:pt x="482333" y="1568450"/>
                </a:lnTo>
                <a:lnTo>
                  <a:pt x="479704" y="1568450"/>
                </a:lnTo>
                <a:lnTo>
                  <a:pt x="478586" y="1568919"/>
                </a:lnTo>
                <a:lnTo>
                  <a:pt x="476719" y="1570786"/>
                </a:lnTo>
                <a:lnTo>
                  <a:pt x="476250" y="1571904"/>
                </a:lnTo>
                <a:lnTo>
                  <a:pt x="476250" y="1574533"/>
                </a:lnTo>
                <a:lnTo>
                  <a:pt x="476719" y="1575650"/>
                </a:lnTo>
                <a:lnTo>
                  <a:pt x="478586" y="1577517"/>
                </a:lnTo>
                <a:lnTo>
                  <a:pt x="479704" y="1577975"/>
                </a:lnTo>
                <a:lnTo>
                  <a:pt x="482333" y="1577975"/>
                </a:lnTo>
                <a:lnTo>
                  <a:pt x="483450" y="1577517"/>
                </a:lnTo>
                <a:lnTo>
                  <a:pt x="485317" y="1575650"/>
                </a:lnTo>
                <a:lnTo>
                  <a:pt x="485775" y="1574533"/>
                </a:lnTo>
                <a:lnTo>
                  <a:pt x="485775" y="1571904"/>
                </a:lnTo>
                <a:close/>
              </a:path>
              <a:path w="5248275" h="2362200">
                <a:moveTo>
                  <a:pt x="485775" y="787679"/>
                </a:moveTo>
                <a:lnTo>
                  <a:pt x="485317" y="786561"/>
                </a:lnTo>
                <a:lnTo>
                  <a:pt x="483450" y="784694"/>
                </a:lnTo>
                <a:lnTo>
                  <a:pt x="482333" y="784225"/>
                </a:lnTo>
                <a:lnTo>
                  <a:pt x="479704" y="784225"/>
                </a:lnTo>
                <a:lnTo>
                  <a:pt x="478586" y="784694"/>
                </a:lnTo>
                <a:lnTo>
                  <a:pt x="476719" y="786561"/>
                </a:lnTo>
                <a:lnTo>
                  <a:pt x="476250" y="787679"/>
                </a:lnTo>
                <a:lnTo>
                  <a:pt x="476250" y="790308"/>
                </a:lnTo>
                <a:lnTo>
                  <a:pt x="476719" y="791425"/>
                </a:lnTo>
                <a:lnTo>
                  <a:pt x="478586" y="793292"/>
                </a:lnTo>
                <a:lnTo>
                  <a:pt x="479704" y="793750"/>
                </a:lnTo>
                <a:lnTo>
                  <a:pt x="482333" y="793750"/>
                </a:lnTo>
                <a:lnTo>
                  <a:pt x="483450" y="793292"/>
                </a:lnTo>
                <a:lnTo>
                  <a:pt x="485317" y="791425"/>
                </a:lnTo>
                <a:lnTo>
                  <a:pt x="485775" y="790308"/>
                </a:lnTo>
                <a:lnTo>
                  <a:pt x="485775" y="787679"/>
                </a:lnTo>
                <a:close/>
              </a:path>
              <a:path w="5248275" h="2362200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5248275" h="2362200">
                <a:moveTo>
                  <a:pt x="533400" y="2356129"/>
                </a:moveTo>
                <a:lnTo>
                  <a:pt x="532942" y="2355011"/>
                </a:lnTo>
                <a:lnTo>
                  <a:pt x="531075" y="2353145"/>
                </a:lnTo>
                <a:lnTo>
                  <a:pt x="529958" y="2352675"/>
                </a:lnTo>
                <a:lnTo>
                  <a:pt x="527329" y="2352675"/>
                </a:lnTo>
                <a:lnTo>
                  <a:pt x="526211" y="2353145"/>
                </a:lnTo>
                <a:lnTo>
                  <a:pt x="524344" y="2355011"/>
                </a:lnTo>
                <a:lnTo>
                  <a:pt x="523875" y="2356129"/>
                </a:lnTo>
                <a:lnTo>
                  <a:pt x="523875" y="2358758"/>
                </a:lnTo>
                <a:lnTo>
                  <a:pt x="524344" y="2359876"/>
                </a:lnTo>
                <a:lnTo>
                  <a:pt x="526211" y="2361742"/>
                </a:lnTo>
                <a:lnTo>
                  <a:pt x="527329" y="2362200"/>
                </a:lnTo>
                <a:lnTo>
                  <a:pt x="529958" y="2362200"/>
                </a:lnTo>
                <a:lnTo>
                  <a:pt x="531075" y="2361742"/>
                </a:lnTo>
                <a:lnTo>
                  <a:pt x="532942" y="2359876"/>
                </a:lnTo>
                <a:lnTo>
                  <a:pt x="533400" y="2358758"/>
                </a:lnTo>
                <a:lnTo>
                  <a:pt x="533400" y="2356129"/>
                </a:lnTo>
                <a:close/>
              </a:path>
              <a:path w="5248275" h="2362200">
                <a:moveTo>
                  <a:pt x="533400" y="1571904"/>
                </a:moveTo>
                <a:lnTo>
                  <a:pt x="532942" y="1570786"/>
                </a:lnTo>
                <a:lnTo>
                  <a:pt x="531075" y="1568919"/>
                </a:lnTo>
                <a:lnTo>
                  <a:pt x="529958" y="1568450"/>
                </a:lnTo>
                <a:lnTo>
                  <a:pt x="527329" y="1568450"/>
                </a:lnTo>
                <a:lnTo>
                  <a:pt x="526211" y="1568919"/>
                </a:lnTo>
                <a:lnTo>
                  <a:pt x="524344" y="1570786"/>
                </a:lnTo>
                <a:lnTo>
                  <a:pt x="523875" y="1571904"/>
                </a:lnTo>
                <a:lnTo>
                  <a:pt x="523875" y="1574533"/>
                </a:lnTo>
                <a:lnTo>
                  <a:pt x="524344" y="1575650"/>
                </a:lnTo>
                <a:lnTo>
                  <a:pt x="526211" y="1577517"/>
                </a:lnTo>
                <a:lnTo>
                  <a:pt x="527329" y="1577975"/>
                </a:lnTo>
                <a:lnTo>
                  <a:pt x="529958" y="1577975"/>
                </a:lnTo>
                <a:lnTo>
                  <a:pt x="531075" y="1577517"/>
                </a:lnTo>
                <a:lnTo>
                  <a:pt x="532942" y="1575650"/>
                </a:lnTo>
                <a:lnTo>
                  <a:pt x="533400" y="1574533"/>
                </a:lnTo>
                <a:lnTo>
                  <a:pt x="533400" y="1571904"/>
                </a:lnTo>
                <a:close/>
              </a:path>
              <a:path w="5248275" h="2362200">
                <a:moveTo>
                  <a:pt x="533400" y="787679"/>
                </a:moveTo>
                <a:lnTo>
                  <a:pt x="532942" y="786561"/>
                </a:lnTo>
                <a:lnTo>
                  <a:pt x="531075" y="784694"/>
                </a:lnTo>
                <a:lnTo>
                  <a:pt x="529958" y="784225"/>
                </a:lnTo>
                <a:lnTo>
                  <a:pt x="527329" y="784225"/>
                </a:lnTo>
                <a:lnTo>
                  <a:pt x="526211" y="784694"/>
                </a:lnTo>
                <a:lnTo>
                  <a:pt x="524344" y="786561"/>
                </a:lnTo>
                <a:lnTo>
                  <a:pt x="523875" y="787679"/>
                </a:lnTo>
                <a:lnTo>
                  <a:pt x="523875" y="790308"/>
                </a:lnTo>
                <a:lnTo>
                  <a:pt x="524344" y="791425"/>
                </a:lnTo>
                <a:lnTo>
                  <a:pt x="526211" y="793292"/>
                </a:lnTo>
                <a:lnTo>
                  <a:pt x="527329" y="793750"/>
                </a:lnTo>
                <a:lnTo>
                  <a:pt x="529958" y="793750"/>
                </a:lnTo>
                <a:lnTo>
                  <a:pt x="531075" y="793292"/>
                </a:lnTo>
                <a:lnTo>
                  <a:pt x="532942" y="791425"/>
                </a:lnTo>
                <a:lnTo>
                  <a:pt x="533400" y="790308"/>
                </a:lnTo>
                <a:lnTo>
                  <a:pt x="533400" y="787679"/>
                </a:lnTo>
                <a:close/>
              </a:path>
              <a:path w="5248275" h="2362200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5248275" h="2362200">
                <a:moveTo>
                  <a:pt x="581025" y="2356129"/>
                </a:moveTo>
                <a:lnTo>
                  <a:pt x="580567" y="2355011"/>
                </a:lnTo>
                <a:lnTo>
                  <a:pt x="578700" y="2353145"/>
                </a:lnTo>
                <a:lnTo>
                  <a:pt x="577583" y="2352675"/>
                </a:lnTo>
                <a:lnTo>
                  <a:pt x="574954" y="2352675"/>
                </a:lnTo>
                <a:lnTo>
                  <a:pt x="573836" y="2353145"/>
                </a:lnTo>
                <a:lnTo>
                  <a:pt x="571969" y="2355011"/>
                </a:lnTo>
                <a:lnTo>
                  <a:pt x="571500" y="2356129"/>
                </a:lnTo>
                <a:lnTo>
                  <a:pt x="571500" y="2358758"/>
                </a:lnTo>
                <a:lnTo>
                  <a:pt x="571969" y="2359876"/>
                </a:lnTo>
                <a:lnTo>
                  <a:pt x="573836" y="2361742"/>
                </a:lnTo>
                <a:lnTo>
                  <a:pt x="574954" y="2362200"/>
                </a:lnTo>
                <a:lnTo>
                  <a:pt x="577583" y="2362200"/>
                </a:lnTo>
                <a:lnTo>
                  <a:pt x="578700" y="2361742"/>
                </a:lnTo>
                <a:lnTo>
                  <a:pt x="580567" y="2359876"/>
                </a:lnTo>
                <a:lnTo>
                  <a:pt x="581025" y="2358758"/>
                </a:lnTo>
                <a:lnTo>
                  <a:pt x="581025" y="2356129"/>
                </a:lnTo>
                <a:close/>
              </a:path>
              <a:path w="5248275" h="2362200">
                <a:moveTo>
                  <a:pt x="581025" y="1571904"/>
                </a:moveTo>
                <a:lnTo>
                  <a:pt x="580567" y="1570786"/>
                </a:lnTo>
                <a:lnTo>
                  <a:pt x="578700" y="1568919"/>
                </a:lnTo>
                <a:lnTo>
                  <a:pt x="577583" y="1568450"/>
                </a:lnTo>
                <a:lnTo>
                  <a:pt x="574954" y="1568450"/>
                </a:lnTo>
                <a:lnTo>
                  <a:pt x="573836" y="1568919"/>
                </a:lnTo>
                <a:lnTo>
                  <a:pt x="571969" y="1570786"/>
                </a:lnTo>
                <a:lnTo>
                  <a:pt x="571500" y="1571904"/>
                </a:lnTo>
                <a:lnTo>
                  <a:pt x="571500" y="1574533"/>
                </a:lnTo>
                <a:lnTo>
                  <a:pt x="571969" y="1575650"/>
                </a:lnTo>
                <a:lnTo>
                  <a:pt x="573836" y="1577517"/>
                </a:lnTo>
                <a:lnTo>
                  <a:pt x="574954" y="1577975"/>
                </a:lnTo>
                <a:lnTo>
                  <a:pt x="577583" y="1577975"/>
                </a:lnTo>
                <a:lnTo>
                  <a:pt x="578700" y="1577517"/>
                </a:lnTo>
                <a:lnTo>
                  <a:pt x="580567" y="1575650"/>
                </a:lnTo>
                <a:lnTo>
                  <a:pt x="581025" y="1574533"/>
                </a:lnTo>
                <a:lnTo>
                  <a:pt x="581025" y="1571904"/>
                </a:lnTo>
                <a:close/>
              </a:path>
              <a:path w="5248275" h="2362200">
                <a:moveTo>
                  <a:pt x="581025" y="787679"/>
                </a:moveTo>
                <a:lnTo>
                  <a:pt x="580567" y="786561"/>
                </a:lnTo>
                <a:lnTo>
                  <a:pt x="578700" y="784694"/>
                </a:lnTo>
                <a:lnTo>
                  <a:pt x="577583" y="784225"/>
                </a:lnTo>
                <a:lnTo>
                  <a:pt x="574954" y="784225"/>
                </a:lnTo>
                <a:lnTo>
                  <a:pt x="573836" y="784694"/>
                </a:lnTo>
                <a:lnTo>
                  <a:pt x="571969" y="786561"/>
                </a:lnTo>
                <a:lnTo>
                  <a:pt x="571500" y="787679"/>
                </a:lnTo>
                <a:lnTo>
                  <a:pt x="571500" y="790308"/>
                </a:lnTo>
                <a:lnTo>
                  <a:pt x="571969" y="791425"/>
                </a:lnTo>
                <a:lnTo>
                  <a:pt x="573836" y="793292"/>
                </a:lnTo>
                <a:lnTo>
                  <a:pt x="574954" y="793750"/>
                </a:lnTo>
                <a:lnTo>
                  <a:pt x="577583" y="793750"/>
                </a:lnTo>
                <a:lnTo>
                  <a:pt x="578700" y="793292"/>
                </a:lnTo>
                <a:lnTo>
                  <a:pt x="580567" y="791425"/>
                </a:lnTo>
                <a:lnTo>
                  <a:pt x="581025" y="790308"/>
                </a:lnTo>
                <a:lnTo>
                  <a:pt x="581025" y="787679"/>
                </a:lnTo>
                <a:close/>
              </a:path>
              <a:path w="5248275" h="2362200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5248275" h="2362200">
                <a:moveTo>
                  <a:pt x="628650" y="2356129"/>
                </a:moveTo>
                <a:lnTo>
                  <a:pt x="628192" y="2355011"/>
                </a:lnTo>
                <a:lnTo>
                  <a:pt x="626325" y="2353145"/>
                </a:lnTo>
                <a:lnTo>
                  <a:pt x="625208" y="2352675"/>
                </a:lnTo>
                <a:lnTo>
                  <a:pt x="622579" y="2352675"/>
                </a:lnTo>
                <a:lnTo>
                  <a:pt x="621461" y="2353145"/>
                </a:lnTo>
                <a:lnTo>
                  <a:pt x="619594" y="2355011"/>
                </a:lnTo>
                <a:lnTo>
                  <a:pt x="619125" y="2356129"/>
                </a:lnTo>
                <a:lnTo>
                  <a:pt x="619125" y="2358758"/>
                </a:lnTo>
                <a:lnTo>
                  <a:pt x="619594" y="2359876"/>
                </a:lnTo>
                <a:lnTo>
                  <a:pt x="621461" y="2361742"/>
                </a:lnTo>
                <a:lnTo>
                  <a:pt x="622579" y="2362200"/>
                </a:lnTo>
                <a:lnTo>
                  <a:pt x="625208" y="2362200"/>
                </a:lnTo>
                <a:lnTo>
                  <a:pt x="626325" y="2361742"/>
                </a:lnTo>
                <a:lnTo>
                  <a:pt x="628192" y="2359876"/>
                </a:lnTo>
                <a:lnTo>
                  <a:pt x="628650" y="2358758"/>
                </a:lnTo>
                <a:lnTo>
                  <a:pt x="628650" y="2356129"/>
                </a:lnTo>
                <a:close/>
              </a:path>
              <a:path w="5248275" h="2362200">
                <a:moveTo>
                  <a:pt x="628650" y="1571904"/>
                </a:moveTo>
                <a:lnTo>
                  <a:pt x="628192" y="1570786"/>
                </a:lnTo>
                <a:lnTo>
                  <a:pt x="626325" y="1568919"/>
                </a:lnTo>
                <a:lnTo>
                  <a:pt x="625208" y="1568450"/>
                </a:lnTo>
                <a:lnTo>
                  <a:pt x="622579" y="1568450"/>
                </a:lnTo>
                <a:lnTo>
                  <a:pt x="621461" y="1568919"/>
                </a:lnTo>
                <a:lnTo>
                  <a:pt x="619594" y="1570786"/>
                </a:lnTo>
                <a:lnTo>
                  <a:pt x="619125" y="1571904"/>
                </a:lnTo>
                <a:lnTo>
                  <a:pt x="619125" y="1574533"/>
                </a:lnTo>
                <a:lnTo>
                  <a:pt x="619594" y="1575650"/>
                </a:lnTo>
                <a:lnTo>
                  <a:pt x="621461" y="1577517"/>
                </a:lnTo>
                <a:lnTo>
                  <a:pt x="622579" y="1577975"/>
                </a:lnTo>
                <a:lnTo>
                  <a:pt x="625208" y="1577975"/>
                </a:lnTo>
                <a:lnTo>
                  <a:pt x="626325" y="1577517"/>
                </a:lnTo>
                <a:lnTo>
                  <a:pt x="628192" y="1575650"/>
                </a:lnTo>
                <a:lnTo>
                  <a:pt x="628650" y="1574533"/>
                </a:lnTo>
                <a:lnTo>
                  <a:pt x="628650" y="1571904"/>
                </a:lnTo>
                <a:close/>
              </a:path>
              <a:path w="5248275" h="2362200">
                <a:moveTo>
                  <a:pt x="628650" y="787679"/>
                </a:moveTo>
                <a:lnTo>
                  <a:pt x="628192" y="786561"/>
                </a:lnTo>
                <a:lnTo>
                  <a:pt x="626325" y="784694"/>
                </a:lnTo>
                <a:lnTo>
                  <a:pt x="625208" y="784225"/>
                </a:lnTo>
                <a:lnTo>
                  <a:pt x="622579" y="784225"/>
                </a:lnTo>
                <a:lnTo>
                  <a:pt x="621461" y="784694"/>
                </a:lnTo>
                <a:lnTo>
                  <a:pt x="619594" y="786561"/>
                </a:lnTo>
                <a:lnTo>
                  <a:pt x="619125" y="787679"/>
                </a:lnTo>
                <a:lnTo>
                  <a:pt x="619125" y="790308"/>
                </a:lnTo>
                <a:lnTo>
                  <a:pt x="619594" y="791425"/>
                </a:lnTo>
                <a:lnTo>
                  <a:pt x="621461" y="793292"/>
                </a:lnTo>
                <a:lnTo>
                  <a:pt x="622579" y="793750"/>
                </a:lnTo>
                <a:lnTo>
                  <a:pt x="625208" y="793750"/>
                </a:lnTo>
                <a:lnTo>
                  <a:pt x="626325" y="793292"/>
                </a:lnTo>
                <a:lnTo>
                  <a:pt x="628192" y="791425"/>
                </a:lnTo>
                <a:lnTo>
                  <a:pt x="628650" y="790308"/>
                </a:lnTo>
                <a:lnTo>
                  <a:pt x="628650" y="787679"/>
                </a:lnTo>
                <a:close/>
              </a:path>
              <a:path w="5248275" h="2362200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5248275" h="2362200">
                <a:moveTo>
                  <a:pt x="676275" y="2356129"/>
                </a:moveTo>
                <a:lnTo>
                  <a:pt x="675817" y="2355011"/>
                </a:lnTo>
                <a:lnTo>
                  <a:pt x="673950" y="2353145"/>
                </a:lnTo>
                <a:lnTo>
                  <a:pt x="672833" y="2352675"/>
                </a:lnTo>
                <a:lnTo>
                  <a:pt x="670204" y="2352675"/>
                </a:lnTo>
                <a:lnTo>
                  <a:pt x="669086" y="2353145"/>
                </a:lnTo>
                <a:lnTo>
                  <a:pt x="667219" y="2355011"/>
                </a:lnTo>
                <a:lnTo>
                  <a:pt x="666750" y="2356129"/>
                </a:lnTo>
                <a:lnTo>
                  <a:pt x="666750" y="2358758"/>
                </a:lnTo>
                <a:lnTo>
                  <a:pt x="667219" y="2359876"/>
                </a:lnTo>
                <a:lnTo>
                  <a:pt x="669086" y="2361742"/>
                </a:lnTo>
                <a:lnTo>
                  <a:pt x="670204" y="2362200"/>
                </a:lnTo>
                <a:lnTo>
                  <a:pt x="672833" y="2362200"/>
                </a:lnTo>
                <a:lnTo>
                  <a:pt x="673950" y="2361742"/>
                </a:lnTo>
                <a:lnTo>
                  <a:pt x="675817" y="2359876"/>
                </a:lnTo>
                <a:lnTo>
                  <a:pt x="676275" y="2358758"/>
                </a:lnTo>
                <a:lnTo>
                  <a:pt x="676275" y="2356129"/>
                </a:lnTo>
                <a:close/>
              </a:path>
              <a:path w="5248275" h="2362200">
                <a:moveTo>
                  <a:pt x="676275" y="1571904"/>
                </a:moveTo>
                <a:lnTo>
                  <a:pt x="675817" y="1570786"/>
                </a:lnTo>
                <a:lnTo>
                  <a:pt x="673950" y="1568919"/>
                </a:lnTo>
                <a:lnTo>
                  <a:pt x="672833" y="1568450"/>
                </a:lnTo>
                <a:lnTo>
                  <a:pt x="670204" y="1568450"/>
                </a:lnTo>
                <a:lnTo>
                  <a:pt x="669086" y="1568919"/>
                </a:lnTo>
                <a:lnTo>
                  <a:pt x="667219" y="1570786"/>
                </a:lnTo>
                <a:lnTo>
                  <a:pt x="666750" y="1571904"/>
                </a:lnTo>
                <a:lnTo>
                  <a:pt x="666750" y="1574533"/>
                </a:lnTo>
                <a:lnTo>
                  <a:pt x="667219" y="1575650"/>
                </a:lnTo>
                <a:lnTo>
                  <a:pt x="669086" y="1577517"/>
                </a:lnTo>
                <a:lnTo>
                  <a:pt x="670204" y="1577975"/>
                </a:lnTo>
                <a:lnTo>
                  <a:pt x="672833" y="1577975"/>
                </a:lnTo>
                <a:lnTo>
                  <a:pt x="673950" y="1577517"/>
                </a:lnTo>
                <a:lnTo>
                  <a:pt x="675817" y="1575650"/>
                </a:lnTo>
                <a:lnTo>
                  <a:pt x="676275" y="1574533"/>
                </a:lnTo>
                <a:lnTo>
                  <a:pt x="676275" y="1571904"/>
                </a:lnTo>
                <a:close/>
              </a:path>
              <a:path w="5248275" h="2362200">
                <a:moveTo>
                  <a:pt x="676275" y="787679"/>
                </a:moveTo>
                <a:lnTo>
                  <a:pt x="675817" y="786561"/>
                </a:lnTo>
                <a:lnTo>
                  <a:pt x="673950" y="784694"/>
                </a:lnTo>
                <a:lnTo>
                  <a:pt x="672833" y="784225"/>
                </a:lnTo>
                <a:lnTo>
                  <a:pt x="670204" y="784225"/>
                </a:lnTo>
                <a:lnTo>
                  <a:pt x="669086" y="784694"/>
                </a:lnTo>
                <a:lnTo>
                  <a:pt x="667219" y="786561"/>
                </a:lnTo>
                <a:lnTo>
                  <a:pt x="666750" y="787679"/>
                </a:lnTo>
                <a:lnTo>
                  <a:pt x="666750" y="790308"/>
                </a:lnTo>
                <a:lnTo>
                  <a:pt x="667219" y="791425"/>
                </a:lnTo>
                <a:lnTo>
                  <a:pt x="669086" y="793292"/>
                </a:lnTo>
                <a:lnTo>
                  <a:pt x="670204" y="793750"/>
                </a:lnTo>
                <a:lnTo>
                  <a:pt x="672833" y="793750"/>
                </a:lnTo>
                <a:lnTo>
                  <a:pt x="673950" y="793292"/>
                </a:lnTo>
                <a:lnTo>
                  <a:pt x="675817" y="791425"/>
                </a:lnTo>
                <a:lnTo>
                  <a:pt x="676275" y="790308"/>
                </a:lnTo>
                <a:lnTo>
                  <a:pt x="676275" y="787679"/>
                </a:lnTo>
                <a:close/>
              </a:path>
              <a:path w="5248275" h="2362200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5248275" h="2362200">
                <a:moveTo>
                  <a:pt x="723900" y="2356129"/>
                </a:moveTo>
                <a:lnTo>
                  <a:pt x="723442" y="2355011"/>
                </a:lnTo>
                <a:lnTo>
                  <a:pt x="721575" y="2353145"/>
                </a:lnTo>
                <a:lnTo>
                  <a:pt x="720458" y="2352675"/>
                </a:lnTo>
                <a:lnTo>
                  <a:pt x="717829" y="2352675"/>
                </a:lnTo>
                <a:lnTo>
                  <a:pt x="716711" y="2353145"/>
                </a:lnTo>
                <a:lnTo>
                  <a:pt x="714844" y="2355011"/>
                </a:lnTo>
                <a:lnTo>
                  <a:pt x="714375" y="2356129"/>
                </a:lnTo>
                <a:lnTo>
                  <a:pt x="714375" y="2358758"/>
                </a:lnTo>
                <a:lnTo>
                  <a:pt x="714844" y="2359876"/>
                </a:lnTo>
                <a:lnTo>
                  <a:pt x="716711" y="2361742"/>
                </a:lnTo>
                <a:lnTo>
                  <a:pt x="717829" y="2362200"/>
                </a:lnTo>
                <a:lnTo>
                  <a:pt x="720458" y="2362200"/>
                </a:lnTo>
                <a:lnTo>
                  <a:pt x="721575" y="2361742"/>
                </a:lnTo>
                <a:lnTo>
                  <a:pt x="723442" y="2359876"/>
                </a:lnTo>
                <a:lnTo>
                  <a:pt x="723900" y="2358758"/>
                </a:lnTo>
                <a:lnTo>
                  <a:pt x="723900" y="2356129"/>
                </a:lnTo>
                <a:close/>
              </a:path>
              <a:path w="5248275" h="2362200">
                <a:moveTo>
                  <a:pt x="723900" y="1571904"/>
                </a:moveTo>
                <a:lnTo>
                  <a:pt x="723442" y="1570786"/>
                </a:lnTo>
                <a:lnTo>
                  <a:pt x="721575" y="1568919"/>
                </a:lnTo>
                <a:lnTo>
                  <a:pt x="720458" y="1568450"/>
                </a:lnTo>
                <a:lnTo>
                  <a:pt x="717829" y="1568450"/>
                </a:lnTo>
                <a:lnTo>
                  <a:pt x="716711" y="1568919"/>
                </a:lnTo>
                <a:lnTo>
                  <a:pt x="714844" y="1570786"/>
                </a:lnTo>
                <a:lnTo>
                  <a:pt x="714375" y="1571904"/>
                </a:lnTo>
                <a:lnTo>
                  <a:pt x="714375" y="1574533"/>
                </a:lnTo>
                <a:lnTo>
                  <a:pt x="714844" y="1575650"/>
                </a:lnTo>
                <a:lnTo>
                  <a:pt x="716711" y="1577517"/>
                </a:lnTo>
                <a:lnTo>
                  <a:pt x="717829" y="1577975"/>
                </a:lnTo>
                <a:lnTo>
                  <a:pt x="720458" y="1577975"/>
                </a:lnTo>
                <a:lnTo>
                  <a:pt x="721575" y="1577517"/>
                </a:lnTo>
                <a:lnTo>
                  <a:pt x="723442" y="1575650"/>
                </a:lnTo>
                <a:lnTo>
                  <a:pt x="723900" y="1574533"/>
                </a:lnTo>
                <a:lnTo>
                  <a:pt x="723900" y="1571904"/>
                </a:lnTo>
                <a:close/>
              </a:path>
              <a:path w="5248275" h="2362200">
                <a:moveTo>
                  <a:pt x="723900" y="787679"/>
                </a:moveTo>
                <a:lnTo>
                  <a:pt x="723442" y="786561"/>
                </a:lnTo>
                <a:lnTo>
                  <a:pt x="721575" y="784694"/>
                </a:lnTo>
                <a:lnTo>
                  <a:pt x="720458" y="784225"/>
                </a:lnTo>
                <a:lnTo>
                  <a:pt x="717829" y="784225"/>
                </a:lnTo>
                <a:lnTo>
                  <a:pt x="716711" y="784694"/>
                </a:lnTo>
                <a:lnTo>
                  <a:pt x="714844" y="786561"/>
                </a:lnTo>
                <a:lnTo>
                  <a:pt x="714375" y="787679"/>
                </a:lnTo>
                <a:lnTo>
                  <a:pt x="714375" y="790308"/>
                </a:lnTo>
                <a:lnTo>
                  <a:pt x="714844" y="791425"/>
                </a:lnTo>
                <a:lnTo>
                  <a:pt x="716711" y="793292"/>
                </a:lnTo>
                <a:lnTo>
                  <a:pt x="717829" y="793750"/>
                </a:lnTo>
                <a:lnTo>
                  <a:pt x="720458" y="793750"/>
                </a:lnTo>
                <a:lnTo>
                  <a:pt x="721575" y="793292"/>
                </a:lnTo>
                <a:lnTo>
                  <a:pt x="723442" y="791425"/>
                </a:lnTo>
                <a:lnTo>
                  <a:pt x="723900" y="790308"/>
                </a:lnTo>
                <a:lnTo>
                  <a:pt x="723900" y="787679"/>
                </a:lnTo>
                <a:close/>
              </a:path>
              <a:path w="5248275" h="2362200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5248275" h="2362200">
                <a:moveTo>
                  <a:pt x="771525" y="2356129"/>
                </a:moveTo>
                <a:lnTo>
                  <a:pt x="771067" y="2355011"/>
                </a:lnTo>
                <a:lnTo>
                  <a:pt x="769200" y="2353145"/>
                </a:lnTo>
                <a:lnTo>
                  <a:pt x="768083" y="2352675"/>
                </a:lnTo>
                <a:lnTo>
                  <a:pt x="765454" y="2352675"/>
                </a:lnTo>
                <a:lnTo>
                  <a:pt x="764336" y="2353145"/>
                </a:lnTo>
                <a:lnTo>
                  <a:pt x="762469" y="2355011"/>
                </a:lnTo>
                <a:lnTo>
                  <a:pt x="762000" y="2356129"/>
                </a:lnTo>
                <a:lnTo>
                  <a:pt x="762000" y="2358758"/>
                </a:lnTo>
                <a:lnTo>
                  <a:pt x="762469" y="2359876"/>
                </a:lnTo>
                <a:lnTo>
                  <a:pt x="764336" y="2361742"/>
                </a:lnTo>
                <a:lnTo>
                  <a:pt x="765454" y="2362200"/>
                </a:lnTo>
                <a:lnTo>
                  <a:pt x="768083" y="2362200"/>
                </a:lnTo>
                <a:lnTo>
                  <a:pt x="769200" y="2361742"/>
                </a:lnTo>
                <a:lnTo>
                  <a:pt x="771067" y="2359876"/>
                </a:lnTo>
                <a:lnTo>
                  <a:pt x="771525" y="2358758"/>
                </a:lnTo>
                <a:lnTo>
                  <a:pt x="771525" y="2356129"/>
                </a:lnTo>
                <a:close/>
              </a:path>
              <a:path w="5248275" h="2362200">
                <a:moveTo>
                  <a:pt x="771525" y="1571904"/>
                </a:moveTo>
                <a:lnTo>
                  <a:pt x="771067" y="1570786"/>
                </a:lnTo>
                <a:lnTo>
                  <a:pt x="769200" y="1568919"/>
                </a:lnTo>
                <a:lnTo>
                  <a:pt x="768083" y="1568450"/>
                </a:lnTo>
                <a:lnTo>
                  <a:pt x="765454" y="1568450"/>
                </a:lnTo>
                <a:lnTo>
                  <a:pt x="764336" y="1568919"/>
                </a:lnTo>
                <a:lnTo>
                  <a:pt x="762469" y="1570786"/>
                </a:lnTo>
                <a:lnTo>
                  <a:pt x="762000" y="1571904"/>
                </a:lnTo>
                <a:lnTo>
                  <a:pt x="762000" y="1574533"/>
                </a:lnTo>
                <a:lnTo>
                  <a:pt x="762469" y="1575650"/>
                </a:lnTo>
                <a:lnTo>
                  <a:pt x="764336" y="1577517"/>
                </a:lnTo>
                <a:lnTo>
                  <a:pt x="765454" y="1577975"/>
                </a:lnTo>
                <a:lnTo>
                  <a:pt x="768083" y="1577975"/>
                </a:lnTo>
                <a:lnTo>
                  <a:pt x="769200" y="1577517"/>
                </a:lnTo>
                <a:lnTo>
                  <a:pt x="771067" y="1575650"/>
                </a:lnTo>
                <a:lnTo>
                  <a:pt x="771525" y="1574533"/>
                </a:lnTo>
                <a:lnTo>
                  <a:pt x="771525" y="1571904"/>
                </a:lnTo>
                <a:close/>
              </a:path>
              <a:path w="5248275" h="2362200">
                <a:moveTo>
                  <a:pt x="771525" y="787679"/>
                </a:moveTo>
                <a:lnTo>
                  <a:pt x="771067" y="786561"/>
                </a:lnTo>
                <a:lnTo>
                  <a:pt x="769200" y="784694"/>
                </a:lnTo>
                <a:lnTo>
                  <a:pt x="768083" y="784225"/>
                </a:lnTo>
                <a:lnTo>
                  <a:pt x="765454" y="784225"/>
                </a:lnTo>
                <a:lnTo>
                  <a:pt x="764336" y="784694"/>
                </a:lnTo>
                <a:lnTo>
                  <a:pt x="762469" y="786561"/>
                </a:lnTo>
                <a:lnTo>
                  <a:pt x="762000" y="787679"/>
                </a:lnTo>
                <a:lnTo>
                  <a:pt x="762000" y="790308"/>
                </a:lnTo>
                <a:lnTo>
                  <a:pt x="762469" y="791425"/>
                </a:lnTo>
                <a:lnTo>
                  <a:pt x="764336" y="793292"/>
                </a:lnTo>
                <a:lnTo>
                  <a:pt x="765454" y="793750"/>
                </a:lnTo>
                <a:lnTo>
                  <a:pt x="768083" y="793750"/>
                </a:lnTo>
                <a:lnTo>
                  <a:pt x="769200" y="793292"/>
                </a:lnTo>
                <a:lnTo>
                  <a:pt x="771067" y="791425"/>
                </a:lnTo>
                <a:lnTo>
                  <a:pt x="771525" y="790308"/>
                </a:lnTo>
                <a:lnTo>
                  <a:pt x="771525" y="787679"/>
                </a:lnTo>
                <a:close/>
              </a:path>
              <a:path w="5248275" h="2362200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5248275" h="2362200">
                <a:moveTo>
                  <a:pt x="819150" y="2356129"/>
                </a:moveTo>
                <a:lnTo>
                  <a:pt x="818692" y="2355011"/>
                </a:lnTo>
                <a:lnTo>
                  <a:pt x="816825" y="2353145"/>
                </a:lnTo>
                <a:lnTo>
                  <a:pt x="815708" y="2352675"/>
                </a:lnTo>
                <a:lnTo>
                  <a:pt x="813079" y="2352675"/>
                </a:lnTo>
                <a:lnTo>
                  <a:pt x="811961" y="2353145"/>
                </a:lnTo>
                <a:lnTo>
                  <a:pt x="810094" y="2355011"/>
                </a:lnTo>
                <a:lnTo>
                  <a:pt x="809625" y="2356129"/>
                </a:lnTo>
                <a:lnTo>
                  <a:pt x="809625" y="2358758"/>
                </a:lnTo>
                <a:lnTo>
                  <a:pt x="810094" y="2359876"/>
                </a:lnTo>
                <a:lnTo>
                  <a:pt x="811961" y="2361742"/>
                </a:lnTo>
                <a:lnTo>
                  <a:pt x="813079" y="2362200"/>
                </a:lnTo>
                <a:lnTo>
                  <a:pt x="815708" y="2362200"/>
                </a:lnTo>
                <a:lnTo>
                  <a:pt x="816825" y="2361742"/>
                </a:lnTo>
                <a:lnTo>
                  <a:pt x="818692" y="2359876"/>
                </a:lnTo>
                <a:lnTo>
                  <a:pt x="819150" y="2358758"/>
                </a:lnTo>
                <a:lnTo>
                  <a:pt x="819150" y="2356129"/>
                </a:lnTo>
                <a:close/>
              </a:path>
              <a:path w="5248275" h="2362200">
                <a:moveTo>
                  <a:pt x="819150" y="1571904"/>
                </a:moveTo>
                <a:lnTo>
                  <a:pt x="818692" y="1570786"/>
                </a:lnTo>
                <a:lnTo>
                  <a:pt x="816825" y="1568919"/>
                </a:lnTo>
                <a:lnTo>
                  <a:pt x="815708" y="1568450"/>
                </a:lnTo>
                <a:lnTo>
                  <a:pt x="813079" y="1568450"/>
                </a:lnTo>
                <a:lnTo>
                  <a:pt x="811961" y="1568919"/>
                </a:lnTo>
                <a:lnTo>
                  <a:pt x="810094" y="1570786"/>
                </a:lnTo>
                <a:lnTo>
                  <a:pt x="809625" y="1571904"/>
                </a:lnTo>
                <a:lnTo>
                  <a:pt x="809625" y="1574533"/>
                </a:lnTo>
                <a:lnTo>
                  <a:pt x="810094" y="1575650"/>
                </a:lnTo>
                <a:lnTo>
                  <a:pt x="811961" y="1577517"/>
                </a:lnTo>
                <a:lnTo>
                  <a:pt x="813079" y="1577975"/>
                </a:lnTo>
                <a:lnTo>
                  <a:pt x="815708" y="1577975"/>
                </a:lnTo>
                <a:lnTo>
                  <a:pt x="816825" y="1577517"/>
                </a:lnTo>
                <a:lnTo>
                  <a:pt x="818692" y="1575650"/>
                </a:lnTo>
                <a:lnTo>
                  <a:pt x="819150" y="1574533"/>
                </a:lnTo>
                <a:lnTo>
                  <a:pt x="819150" y="1571904"/>
                </a:lnTo>
                <a:close/>
              </a:path>
              <a:path w="5248275" h="2362200">
                <a:moveTo>
                  <a:pt x="819150" y="787679"/>
                </a:moveTo>
                <a:lnTo>
                  <a:pt x="818692" y="786561"/>
                </a:lnTo>
                <a:lnTo>
                  <a:pt x="816825" y="784694"/>
                </a:lnTo>
                <a:lnTo>
                  <a:pt x="815708" y="784225"/>
                </a:lnTo>
                <a:lnTo>
                  <a:pt x="813079" y="784225"/>
                </a:lnTo>
                <a:lnTo>
                  <a:pt x="811961" y="784694"/>
                </a:lnTo>
                <a:lnTo>
                  <a:pt x="810094" y="786561"/>
                </a:lnTo>
                <a:lnTo>
                  <a:pt x="809625" y="787679"/>
                </a:lnTo>
                <a:lnTo>
                  <a:pt x="809625" y="790308"/>
                </a:lnTo>
                <a:lnTo>
                  <a:pt x="810094" y="791425"/>
                </a:lnTo>
                <a:lnTo>
                  <a:pt x="811961" y="793292"/>
                </a:lnTo>
                <a:lnTo>
                  <a:pt x="813079" y="793750"/>
                </a:lnTo>
                <a:lnTo>
                  <a:pt x="815708" y="793750"/>
                </a:lnTo>
                <a:lnTo>
                  <a:pt x="816825" y="793292"/>
                </a:lnTo>
                <a:lnTo>
                  <a:pt x="818692" y="791425"/>
                </a:lnTo>
                <a:lnTo>
                  <a:pt x="819150" y="790308"/>
                </a:lnTo>
                <a:lnTo>
                  <a:pt x="819150" y="787679"/>
                </a:lnTo>
                <a:close/>
              </a:path>
              <a:path w="5248275" h="2362200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5248275" h="2362200">
                <a:moveTo>
                  <a:pt x="866775" y="2356129"/>
                </a:moveTo>
                <a:lnTo>
                  <a:pt x="866317" y="2355011"/>
                </a:lnTo>
                <a:lnTo>
                  <a:pt x="864450" y="2353145"/>
                </a:lnTo>
                <a:lnTo>
                  <a:pt x="863333" y="2352675"/>
                </a:lnTo>
                <a:lnTo>
                  <a:pt x="860704" y="2352675"/>
                </a:lnTo>
                <a:lnTo>
                  <a:pt x="859586" y="2353145"/>
                </a:lnTo>
                <a:lnTo>
                  <a:pt x="857719" y="2355011"/>
                </a:lnTo>
                <a:lnTo>
                  <a:pt x="857250" y="2356129"/>
                </a:lnTo>
                <a:lnTo>
                  <a:pt x="857250" y="2358758"/>
                </a:lnTo>
                <a:lnTo>
                  <a:pt x="857719" y="2359876"/>
                </a:lnTo>
                <a:lnTo>
                  <a:pt x="859586" y="2361742"/>
                </a:lnTo>
                <a:lnTo>
                  <a:pt x="860704" y="2362200"/>
                </a:lnTo>
                <a:lnTo>
                  <a:pt x="863333" y="2362200"/>
                </a:lnTo>
                <a:lnTo>
                  <a:pt x="864450" y="2361742"/>
                </a:lnTo>
                <a:lnTo>
                  <a:pt x="866317" y="2359876"/>
                </a:lnTo>
                <a:lnTo>
                  <a:pt x="866775" y="2358758"/>
                </a:lnTo>
                <a:lnTo>
                  <a:pt x="866775" y="2356129"/>
                </a:lnTo>
                <a:close/>
              </a:path>
              <a:path w="5248275" h="2362200">
                <a:moveTo>
                  <a:pt x="866775" y="1571904"/>
                </a:moveTo>
                <a:lnTo>
                  <a:pt x="866317" y="1570786"/>
                </a:lnTo>
                <a:lnTo>
                  <a:pt x="864450" y="1568919"/>
                </a:lnTo>
                <a:lnTo>
                  <a:pt x="863333" y="1568450"/>
                </a:lnTo>
                <a:lnTo>
                  <a:pt x="860704" y="1568450"/>
                </a:lnTo>
                <a:lnTo>
                  <a:pt x="859586" y="1568919"/>
                </a:lnTo>
                <a:lnTo>
                  <a:pt x="857719" y="1570786"/>
                </a:lnTo>
                <a:lnTo>
                  <a:pt x="857250" y="1571904"/>
                </a:lnTo>
                <a:lnTo>
                  <a:pt x="857250" y="1574533"/>
                </a:lnTo>
                <a:lnTo>
                  <a:pt x="857719" y="1575650"/>
                </a:lnTo>
                <a:lnTo>
                  <a:pt x="859586" y="1577517"/>
                </a:lnTo>
                <a:lnTo>
                  <a:pt x="860704" y="1577975"/>
                </a:lnTo>
                <a:lnTo>
                  <a:pt x="863333" y="1577975"/>
                </a:lnTo>
                <a:lnTo>
                  <a:pt x="864450" y="1577517"/>
                </a:lnTo>
                <a:lnTo>
                  <a:pt x="866317" y="1575650"/>
                </a:lnTo>
                <a:lnTo>
                  <a:pt x="866775" y="1574533"/>
                </a:lnTo>
                <a:lnTo>
                  <a:pt x="866775" y="1571904"/>
                </a:lnTo>
                <a:close/>
              </a:path>
              <a:path w="5248275" h="2362200">
                <a:moveTo>
                  <a:pt x="866775" y="787679"/>
                </a:moveTo>
                <a:lnTo>
                  <a:pt x="866317" y="786561"/>
                </a:lnTo>
                <a:lnTo>
                  <a:pt x="864450" y="784694"/>
                </a:lnTo>
                <a:lnTo>
                  <a:pt x="863333" y="784225"/>
                </a:lnTo>
                <a:lnTo>
                  <a:pt x="860704" y="784225"/>
                </a:lnTo>
                <a:lnTo>
                  <a:pt x="859586" y="784694"/>
                </a:lnTo>
                <a:lnTo>
                  <a:pt x="857719" y="786561"/>
                </a:lnTo>
                <a:lnTo>
                  <a:pt x="857250" y="787679"/>
                </a:lnTo>
                <a:lnTo>
                  <a:pt x="857250" y="790308"/>
                </a:lnTo>
                <a:lnTo>
                  <a:pt x="857719" y="791425"/>
                </a:lnTo>
                <a:lnTo>
                  <a:pt x="859586" y="793292"/>
                </a:lnTo>
                <a:lnTo>
                  <a:pt x="860704" y="793750"/>
                </a:lnTo>
                <a:lnTo>
                  <a:pt x="863333" y="793750"/>
                </a:lnTo>
                <a:lnTo>
                  <a:pt x="864450" y="793292"/>
                </a:lnTo>
                <a:lnTo>
                  <a:pt x="866317" y="791425"/>
                </a:lnTo>
                <a:lnTo>
                  <a:pt x="866775" y="790308"/>
                </a:lnTo>
                <a:lnTo>
                  <a:pt x="866775" y="787679"/>
                </a:lnTo>
                <a:close/>
              </a:path>
              <a:path w="5248275" h="2362200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5248275" h="2362200">
                <a:moveTo>
                  <a:pt x="914400" y="2356129"/>
                </a:moveTo>
                <a:lnTo>
                  <a:pt x="913942" y="2355011"/>
                </a:lnTo>
                <a:lnTo>
                  <a:pt x="912075" y="2353145"/>
                </a:lnTo>
                <a:lnTo>
                  <a:pt x="910958" y="2352675"/>
                </a:lnTo>
                <a:lnTo>
                  <a:pt x="908329" y="2352675"/>
                </a:lnTo>
                <a:lnTo>
                  <a:pt x="907211" y="2353145"/>
                </a:lnTo>
                <a:lnTo>
                  <a:pt x="905344" y="2355011"/>
                </a:lnTo>
                <a:lnTo>
                  <a:pt x="904875" y="2356129"/>
                </a:lnTo>
                <a:lnTo>
                  <a:pt x="904875" y="2358758"/>
                </a:lnTo>
                <a:lnTo>
                  <a:pt x="905344" y="2359876"/>
                </a:lnTo>
                <a:lnTo>
                  <a:pt x="907211" y="2361742"/>
                </a:lnTo>
                <a:lnTo>
                  <a:pt x="908329" y="2362200"/>
                </a:lnTo>
                <a:lnTo>
                  <a:pt x="910958" y="2362200"/>
                </a:lnTo>
                <a:lnTo>
                  <a:pt x="912075" y="2361742"/>
                </a:lnTo>
                <a:lnTo>
                  <a:pt x="913942" y="2359876"/>
                </a:lnTo>
                <a:lnTo>
                  <a:pt x="914400" y="2358758"/>
                </a:lnTo>
                <a:lnTo>
                  <a:pt x="914400" y="2356129"/>
                </a:lnTo>
                <a:close/>
              </a:path>
              <a:path w="5248275" h="2362200">
                <a:moveTo>
                  <a:pt x="914400" y="1571904"/>
                </a:moveTo>
                <a:lnTo>
                  <a:pt x="913942" y="1570786"/>
                </a:lnTo>
                <a:lnTo>
                  <a:pt x="912075" y="1568919"/>
                </a:lnTo>
                <a:lnTo>
                  <a:pt x="910958" y="1568450"/>
                </a:lnTo>
                <a:lnTo>
                  <a:pt x="908329" y="1568450"/>
                </a:lnTo>
                <a:lnTo>
                  <a:pt x="907211" y="1568919"/>
                </a:lnTo>
                <a:lnTo>
                  <a:pt x="905344" y="1570786"/>
                </a:lnTo>
                <a:lnTo>
                  <a:pt x="904875" y="1571904"/>
                </a:lnTo>
                <a:lnTo>
                  <a:pt x="904875" y="1574533"/>
                </a:lnTo>
                <a:lnTo>
                  <a:pt x="905344" y="1575650"/>
                </a:lnTo>
                <a:lnTo>
                  <a:pt x="907211" y="1577517"/>
                </a:lnTo>
                <a:lnTo>
                  <a:pt x="908329" y="1577975"/>
                </a:lnTo>
                <a:lnTo>
                  <a:pt x="910958" y="1577975"/>
                </a:lnTo>
                <a:lnTo>
                  <a:pt x="912075" y="1577517"/>
                </a:lnTo>
                <a:lnTo>
                  <a:pt x="913942" y="1575650"/>
                </a:lnTo>
                <a:lnTo>
                  <a:pt x="914400" y="1574533"/>
                </a:lnTo>
                <a:lnTo>
                  <a:pt x="914400" y="1571904"/>
                </a:lnTo>
                <a:close/>
              </a:path>
              <a:path w="5248275" h="2362200">
                <a:moveTo>
                  <a:pt x="914400" y="787679"/>
                </a:moveTo>
                <a:lnTo>
                  <a:pt x="913942" y="786561"/>
                </a:lnTo>
                <a:lnTo>
                  <a:pt x="912075" y="784694"/>
                </a:lnTo>
                <a:lnTo>
                  <a:pt x="910958" y="784225"/>
                </a:lnTo>
                <a:lnTo>
                  <a:pt x="908329" y="784225"/>
                </a:lnTo>
                <a:lnTo>
                  <a:pt x="907211" y="784694"/>
                </a:lnTo>
                <a:lnTo>
                  <a:pt x="905344" y="786561"/>
                </a:lnTo>
                <a:lnTo>
                  <a:pt x="904875" y="787679"/>
                </a:lnTo>
                <a:lnTo>
                  <a:pt x="904875" y="790308"/>
                </a:lnTo>
                <a:lnTo>
                  <a:pt x="905344" y="791425"/>
                </a:lnTo>
                <a:lnTo>
                  <a:pt x="907211" y="793292"/>
                </a:lnTo>
                <a:lnTo>
                  <a:pt x="908329" y="793750"/>
                </a:lnTo>
                <a:lnTo>
                  <a:pt x="910958" y="793750"/>
                </a:lnTo>
                <a:lnTo>
                  <a:pt x="912075" y="793292"/>
                </a:lnTo>
                <a:lnTo>
                  <a:pt x="913942" y="791425"/>
                </a:lnTo>
                <a:lnTo>
                  <a:pt x="914400" y="790308"/>
                </a:lnTo>
                <a:lnTo>
                  <a:pt x="914400" y="787679"/>
                </a:lnTo>
                <a:close/>
              </a:path>
              <a:path w="5248275" h="2362200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5248275" h="2362200">
                <a:moveTo>
                  <a:pt x="962025" y="2356129"/>
                </a:moveTo>
                <a:lnTo>
                  <a:pt x="961567" y="2355011"/>
                </a:lnTo>
                <a:lnTo>
                  <a:pt x="959700" y="2353145"/>
                </a:lnTo>
                <a:lnTo>
                  <a:pt x="958583" y="2352675"/>
                </a:lnTo>
                <a:lnTo>
                  <a:pt x="955954" y="2352675"/>
                </a:lnTo>
                <a:lnTo>
                  <a:pt x="954836" y="2353145"/>
                </a:lnTo>
                <a:lnTo>
                  <a:pt x="952969" y="2355011"/>
                </a:lnTo>
                <a:lnTo>
                  <a:pt x="952500" y="2356129"/>
                </a:lnTo>
                <a:lnTo>
                  <a:pt x="952500" y="2358758"/>
                </a:lnTo>
                <a:lnTo>
                  <a:pt x="952969" y="2359876"/>
                </a:lnTo>
                <a:lnTo>
                  <a:pt x="954836" y="2361742"/>
                </a:lnTo>
                <a:lnTo>
                  <a:pt x="955954" y="2362200"/>
                </a:lnTo>
                <a:lnTo>
                  <a:pt x="958583" y="2362200"/>
                </a:lnTo>
                <a:lnTo>
                  <a:pt x="959700" y="2361742"/>
                </a:lnTo>
                <a:lnTo>
                  <a:pt x="961567" y="2359876"/>
                </a:lnTo>
                <a:lnTo>
                  <a:pt x="962025" y="2358758"/>
                </a:lnTo>
                <a:lnTo>
                  <a:pt x="962025" y="2356129"/>
                </a:lnTo>
                <a:close/>
              </a:path>
              <a:path w="5248275" h="2362200">
                <a:moveTo>
                  <a:pt x="962025" y="1571904"/>
                </a:moveTo>
                <a:lnTo>
                  <a:pt x="961567" y="1570786"/>
                </a:lnTo>
                <a:lnTo>
                  <a:pt x="959700" y="1568919"/>
                </a:lnTo>
                <a:lnTo>
                  <a:pt x="958583" y="1568450"/>
                </a:lnTo>
                <a:lnTo>
                  <a:pt x="955954" y="1568450"/>
                </a:lnTo>
                <a:lnTo>
                  <a:pt x="954836" y="1568919"/>
                </a:lnTo>
                <a:lnTo>
                  <a:pt x="952969" y="1570786"/>
                </a:lnTo>
                <a:lnTo>
                  <a:pt x="952500" y="1571904"/>
                </a:lnTo>
                <a:lnTo>
                  <a:pt x="952500" y="1574533"/>
                </a:lnTo>
                <a:lnTo>
                  <a:pt x="952969" y="1575650"/>
                </a:lnTo>
                <a:lnTo>
                  <a:pt x="954836" y="1577517"/>
                </a:lnTo>
                <a:lnTo>
                  <a:pt x="955954" y="1577975"/>
                </a:lnTo>
                <a:lnTo>
                  <a:pt x="958583" y="1577975"/>
                </a:lnTo>
                <a:lnTo>
                  <a:pt x="959700" y="1577517"/>
                </a:lnTo>
                <a:lnTo>
                  <a:pt x="961567" y="1575650"/>
                </a:lnTo>
                <a:lnTo>
                  <a:pt x="962025" y="1574533"/>
                </a:lnTo>
                <a:lnTo>
                  <a:pt x="962025" y="1571904"/>
                </a:lnTo>
                <a:close/>
              </a:path>
              <a:path w="5248275" h="2362200">
                <a:moveTo>
                  <a:pt x="962025" y="787679"/>
                </a:moveTo>
                <a:lnTo>
                  <a:pt x="961567" y="786561"/>
                </a:lnTo>
                <a:lnTo>
                  <a:pt x="959700" y="784694"/>
                </a:lnTo>
                <a:lnTo>
                  <a:pt x="958583" y="784225"/>
                </a:lnTo>
                <a:lnTo>
                  <a:pt x="955954" y="784225"/>
                </a:lnTo>
                <a:lnTo>
                  <a:pt x="954836" y="784694"/>
                </a:lnTo>
                <a:lnTo>
                  <a:pt x="952969" y="786561"/>
                </a:lnTo>
                <a:lnTo>
                  <a:pt x="952500" y="787679"/>
                </a:lnTo>
                <a:lnTo>
                  <a:pt x="952500" y="790308"/>
                </a:lnTo>
                <a:lnTo>
                  <a:pt x="952969" y="791425"/>
                </a:lnTo>
                <a:lnTo>
                  <a:pt x="954836" y="793292"/>
                </a:lnTo>
                <a:lnTo>
                  <a:pt x="955954" y="793750"/>
                </a:lnTo>
                <a:lnTo>
                  <a:pt x="958583" y="793750"/>
                </a:lnTo>
                <a:lnTo>
                  <a:pt x="959700" y="793292"/>
                </a:lnTo>
                <a:lnTo>
                  <a:pt x="961567" y="791425"/>
                </a:lnTo>
                <a:lnTo>
                  <a:pt x="962025" y="790308"/>
                </a:lnTo>
                <a:lnTo>
                  <a:pt x="962025" y="787679"/>
                </a:lnTo>
                <a:close/>
              </a:path>
              <a:path w="5248275" h="2362200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5248275" h="2362200">
                <a:moveTo>
                  <a:pt x="1009650" y="2356129"/>
                </a:moveTo>
                <a:lnTo>
                  <a:pt x="1009192" y="2355011"/>
                </a:lnTo>
                <a:lnTo>
                  <a:pt x="1007325" y="2353145"/>
                </a:lnTo>
                <a:lnTo>
                  <a:pt x="1006208" y="2352675"/>
                </a:lnTo>
                <a:lnTo>
                  <a:pt x="1003579" y="2352675"/>
                </a:lnTo>
                <a:lnTo>
                  <a:pt x="1002461" y="2353145"/>
                </a:lnTo>
                <a:lnTo>
                  <a:pt x="1000594" y="2355011"/>
                </a:lnTo>
                <a:lnTo>
                  <a:pt x="1000125" y="2356129"/>
                </a:lnTo>
                <a:lnTo>
                  <a:pt x="1000125" y="2358758"/>
                </a:lnTo>
                <a:lnTo>
                  <a:pt x="1000594" y="2359876"/>
                </a:lnTo>
                <a:lnTo>
                  <a:pt x="1002461" y="2361742"/>
                </a:lnTo>
                <a:lnTo>
                  <a:pt x="1003579" y="2362200"/>
                </a:lnTo>
                <a:lnTo>
                  <a:pt x="1006208" y="2362200"/>
                </a:lnTo>
                <a:lnTo>
                  <a:pt x="1007325" y="2361742"/>
                </a:lnTo>
                <a:lnTo>
                  <a:pt x="1009192" y="2359876"/>
                </a:lnTo>
                <a:lnTo>
                  <a:pt x="1009650" y="2358758"/>
                </a:lnTo>
                <a:lnTo>
                  <a:pt x="1009650" y="2356129"/>
                </a:lnTo>
                <a:close/>
              </a:path>
              <a:path w="5248275" h="2362200">
                <a:moveTo>
                  <a:pt x="1009650" y="1571904"/>
                </a:moveTo>
                <a:lnTo>
                  <a:pt x="1009192" y="1570786"/>
                </a:lnTo>
                <a:lnTo>
                  <a:pt x="1007325" y="1568919"/>
                </a:lnTo>
                <a:lnTo>
                  <a:pt x="1006208" y="1568450"/>
                </a:lnTo>
                <a:lnTo>
                  <a:pt x="1003579" y="1568450"/>
                </a:lnTo>
                <a:lnTo>
                  <a:pt x="1002461" y="1568919"/>
                </a:lnTo>
                <a:lnTo>
                  <a:pt x="1000594" y="1570786"/>
                </a:lnTo>
                <a:lnTo>
                  <a:pt x="1000125" y="1571904"/>
                </a:lnTo>
                <a:lnTo>
                  <a:pt x="1000125" y="1574533"/>
                </a:lnTo>
                <a:lnTo>
                  <a:pt x="1000594" y="1575650"/>
                </a:lnTo>
                <a:lnTo>
                  <a:pt x="1002461" y="1577517"/>
                </a:lnTo>
                <a:lnTo>
                  <a:pt x="1003579" y="1577975"/>
                </a:lnTo>
                <a:lnTo>
                  <a:pt x="1006208" y="1577975"/>
                </a:lnTo>
                <a:lnTo>
                  <a:pt x="1007325" y="1577517"/>
                </a:lnTo>
                <a:lnTo>
                  <a:pt x="1009192" y="1575650"/>
                </a:lnTo>
                <a:lnTo>
                  <a:pt x="1009650" y="1574533"/>
                </a:lnTo>
                <a:lnTo>
                  <a:pt x="1009650" y="1571904"/>
                </a:lnTo>
                <a:close/>
              </a:path>
              <a:path w="5248275" h="2362200">
                <a:moveTo>
                  <a:pt x="1009650" y="787679"/>
                </a:moveTo>
                <a:lnTo>
                  <a:pt x="1009192" y="786561"/>
                </a:lnTo>
                <a:lnTo>
                  <a:pt x="1007325" y="784694"/>
                </a:lnTo>
                <a:lnTo>
                  <a:pt x="1006208" y="784225"/>
                </a:lnTo>
                <a:lnTo>
                  <a:pt x="1003579" y="784225"/>
                </a:lnTo>
                <a:lnTo>
                  <a:pt x="1002461" y="784694"/>
                </a:lnTo>
                <a:lnTo>
                  <a:pt x="1000594" y="786561"/>
                </a:lnTo>
                <a:lnTo>
                  <a:pt x="1000125" y="787679"/>
                </a:lnTo>
                <a:lnTo>
                  <a:pt x="1000125" y="790308"/>
                </a:lnTo>
                <a:lnTo>
                  <a:pt x="1000594" y="791425"/>
                </a:lnTo>
                <a:lnTo>
                  <a:pt x="1002461" y="793292"/>
                </a:lnTo>
                <a:lnTo>
                  <a:pt x="1003579" y="793750"/>
                </a:lnTo>
                <a:lnTo>
                  <a:pt x="1006208" y="793750"/>
                </a:lnTo>
                <a:lnTo>
                  <a:pt x="1007325" y="793292"/>
                </a:lnTo>
                <a:lnTo>
                  <a:pt x="1009192" y="791425"/>
                </a:lnTo>
                <a:lnTo>
                  <a:pt x="1009650" y="790308"/>
                </a:lnTo>
                <a:lnTo>
                  <a:pt x="1009650" y="787679"/>
                </a:lnTo>
                <a:close/>
              </a:path>
              <a:path w="5248275" h="2362200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5248275" h="2362200">
                <a:moveTo>
                  <a:pt x="1057275" y="2356129"/>
                </a:moveTo>
                <a:lnTo>
                  <a:pt x="1056817" y="2355011"/>
                </a:lnTo>
                <a:lnTo>
                  <a:pt x="1054950" y="2353145"/>
                </a:lnTo>
                <a:lnTo>
                  <a:pt x="1053833" y="2352675"/>
                </a:lnTo>
                <a:lnTo>
                  <a:pt x="1051204" y="2352675"/>
                </a:lnTo>
                <a:lnTo>
                  <a:pt x="1050086" y="2353145"/>
                </a:lnTo>
                <a:lnTo>
                  <a:pt x="1048219" y="2355011"/>
                </a:lnTo>
                <a:lnTo>
                  <a:pt x="1047750" y="2356129"/>
                </a:lnTo>
                <a:lnTo>
                  <a:pt x="1047750" y="2358758"/>
                </a:lnTo>
                <a:lnTo>
                  <a:pt x="1048219" y="2359876"/>
                </a:lnTo>
                <a:lnTo>
                  <a:pt x="1050086" y="2361742"/>
                </a:lnTo>
                <a:lnTo>
                  <a:pt x="1051204" y="2362200"/>
                </a:lnTo>
                <a:lnTo>
                  <a:pt x="1053833" y="2362200"/>
                </a:lnTo>
                <a:lnTo>
                  <a:pt x="1054950" y="2361742"/>
                </a:lnTo>
                <a:lnTo>
                  <a:pt x="1056817" y="2359876"/>
                </a:lnTo>
                <a:lnTo>
                  <a:pt x="1057275" y="2358758"/>
                </a:lnTo>
                <a:lnTo>
                  <a:pt x="1057275" y="2356129"/>
                </a:lnTo>
                <a:close/>
              </a:path>
              <a:path w="5248275" h="2362200">
                <a:moveTo>
                  <a:pt x="1057275" y="1571904"/>
                </a:moveTo>
                <a:lnTo>
                  <a:pt x="1056817" y="1570786"/>
                </a:lnTo>
                <a:lnTo>
                  <a:pt x="1054950" y="1568919"/>
                </a:lnTo>
                <a:lnTo>
                  <a:pt x="1053833" y="1568450"/>
                </a:lnTo>
                <a:lnTo>
                  <a:pt x="1051204" y="1568450"/>
                </a:lnTo>
                <a:lnTo>
                  <a:pt x="1050086" y="1568919"/>
                </a:lnTo>
                <a:lnTo>
                  <a:pt x="1048219" y="1570786"/>
                </a:lnTo>
                <a:lnTo>
                  <a:pt x="1047750" y="1571904"/>
                </a:lnTo>
                <a:lnTo>
                  <a:pt x="1047750" y="1574533"/>
                </a:lnTo>
                <a:lnTo>
                  <a:pt x="1048219" y="1575650"/>
                </a:lnTo>
                <a:lnTo>
                  <a:pt x="1050086" y="1577517"/>
                </a:lnTo>
                <a:lnTo>
                  <a:pt x="1051204" y="1577975"/>
                </a:lnTo>
                <a:lnTo>
                  <a:pt x="1053833" y="1577975"/>
                </a:lnTo>
                <a:lnTo>
                  <a:pt x="1054950" y="1577517"/>
                </a:lnTo>
                <a:lnTo>
                  <a:pt x="1056817" y="1575650"/>
                </a:lnTo>
                <a:lnTo>
                  <a:pt x="1057275" y="1574533"/>
                </a:lnTo>
                <a:lnTo>
                  <a:pt x="1057275" y="1571904"/>
                </a:lnTo>
                <a:close/>
              </a:path>
              <a:path w="5248275" h="2362200">
                <a:moveTo>
                  <a:pt x="1057275" y="787679"/>
                </a:moveTo>
                <a:lnTo>
                  <a:pt x="1056817" y="786561"/>
                </a:lnTo>
                <a:lnTo>
                  <a:pt x="1054950" y="784694"/>
                </a:lnTo>
                <a:lnTo>
                  <a:pt x="1053833" y="784225"/>
                </a:lnTo>
                <a:lnTo>
                  <a:pt x="1051204" y="784225"/>
                </a:lnTo>
                <a:lnTo>
                  <a:pt x="1050086" y="784694"/>
                </a:lnTo>
                <a:lnTo>
                  <a:pt x="1048219" y="786561"/>
                </a:lnTo>
                <a:lnTo>
                  <a:pt x="1047750" y="787679"/>
                </a:lnTo>
                <a:lnTo>
                  <a:pt x="1047750" y="790308"/>
                </a:lnTo>
                <a:lnTo>
                  <a:pt x="1048219" y="791425"/>
                </a:lnTo>
                <a:lnTo>
                  <a:pt x="1050086" y="793292"/>
                </a:lnTo>
                <a:lnTo>
                  <a:pt x="1051204" y="793750"/>
                </a:lnTo>
                <a:lnTo>
                  <a:pt x="1053833" y="793750"/>
                </a:lnTo>
                <a:lnTo>
                  <a:pt x="1054950" y="793292"/>
                </a:lnTo>
                <a:lnTo>
                  <a:pt x="1056817" y="791425"/>
                </a:lnTo>
                <a:lnTo>
                  <a:pt x="1057275" y="790308"/>
                </a:lnTo>
                <a:lnTo>
                  <a:pt x="1057275" y="787679"/>
                </a:lnTo>
                <a:close/>
              </a:path>
              <a:path w="5248275" h="2362200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5248275" h="2362200">
                <a:moveTo>
                  <a:pt x="1104900" y="2356129"/>
                </a:moveTo>
                <a:lnTo>
                  <a:pt x="1104442" y="2355011"/>
                </a:lnTo>
                <a:lnTo>
                  <a:pt x="1102575" y="2353145"/>
                </a:lnTo>
                <a:lnTo>
                  <a:pt x="1101458" y="2352675"/>
                </a:lnTo>
                <a:lnTo>
                  <a:pt x="1098829" y="2352675"/>
                </a:lnTo>
                <a:lnTo>
                  <a:pt x="1097711" y="2353145"/>
                </a:lnTo>
                <a:lnTo>
                  <a:pt x="1095844" y="2355011"/>
                </a:lnTo>
                <a:lnTo>
                  <a:pt x="1095375" y="2356129"/>
                </a:lnTo>
                <a:lnTo>
                  <a:pt x="1095375" y="2358758"/>
                </a:lnTo>
                <a:lnTo>
                  <a:pt x="1095844" y="2359876"/>
                </a:lnTo>
                <a:lnTo>
                  <a:pt x="1097711" y="2361742"/>
                </a:lnTo>
                <a:lnTo>
                  <a:pt x="1098829" y="2362200"/>
                </a:lnTo>
                <a:lnTo>
                  <a:pt x="1101458" y="2362200"/>
                </a:lnTo>
                <a:lnTo>
                  <a:pt x="1102575" y="2361742"/>
                </a:lnTo>
                <a:lnTo>
                  <a:pt x="1104442" y="2359876"/>
                </a:lnTo>
                <a:lnTo>
                  <a:pt x="1104900" y="2358758"/>
                </a:lnTo>
                <a:lnTo>
                  <a:pt x="1104900" y="2356129"/>
                </a:lnTo>
                <a:close/>
              </a:path>
              <a:path w="5248275" h="2362200">
                <a:moveTo>
                  <a:pt x="1104900" y="1571904"/>
                </a:moveTo>
                <a:lnTo>
                  <a:pt x="1104442" y="1570786"/>
                </a:lnTo>
                <a:lnTo>
                  <a:pt x="1102575" y="1568919"/>
                </a:lnTo>
                <a:lnTo>
                  <a:pt x="1101458" y="1568450"/>
                </a:lnTo>
                <a:lnTo>
                  <a:pt x="1098829" y="1568450"/>
                </a:lnTo>
                <a:lnTo>
                  <a:pt x="1097711" y="1568919"/>
                </a:lnTo>
                <a:lnTo>
                  <a:pt x="1095844" y="1570786"/>
                </a:lnTo>
                <a:lnTo>
                  <a:pt x="1095375" y="1571904"/>
                </a:lnTo>
                <a:lnTo>
                  <a:pt x="1095375" y="1574533"/>
                </a:lnTo>
                <a:lnTo>
                  <a:pt x="1095844" y="1575650"/>
                </a:lnTo>
                <a:lnTo>
                  <a:pt x="1097711" y="1577517"/>
                </a:lnTo>
                <a:lnTo>
                  <a:pt x="1098829" y="1577975"/>
                </a:lnTo>
                <a:lnTo>
                  <a:pt x="1101458" y="1577975"/>
                </a:lnTo>
                <a:lnTo>
                  <a:pt x="1102575" y="1577517"/>
                </a:lnTo>
                <a:lnTo>
                  <a:pt x="1104442" y="1575650"/>
                </a:lnTo>
                <a:lnTo>
                  <a:pt x="1104900" y="1574533"/>
                </a:lnTo>
                <a:lnTo>
                  <a:pt x="1104900" y="1571904"/>
                </a:lnTo>
                <a:close/>
              </a:path>
              <a:path w="5248275" h="2362200">
                <a:moveTo>
                  <a:pt x="1104900" y="787679"/>
                </a:moveTo>
                <a:lnTo>
                  <a:pt x="1104442" y="786561"/>
                </a:lnTo>
                <a:lnTo>
                  <a:pt x="1102575" y="784694"/>
                </a:lnTo>
                <a:lnTo>
                  <a:pt x="1101458" y="784225"/>
                </a:lnTo>
                <a:lnTo>
                  <a:pt x="1098829" y="784225"/>
                </a:lnTo>
                <a:lnTo>
                  <a:pt x="1097711" y="784694"/>
                </a:lnTo>
                <a:lnTo>
                  <a:pt x="1095844" y="786561"/>
                </a:lnTo>
                <a:lnTo>
                  <a:pt x="1095375" y="787679"/>
                </a:lnTo>
                <a:lnTo>
                  <a:pt x="1095375" y="790308"/>
                </a:lnTo>
                <a:lnTo>
                  <a:pt x="1095844" y="791425"/>
                </a:lnTo>
                <a:lnTo>
                  <a:pt x="1097711" y="793292"/>
                </a:lnTo>
                <a:lnTo>
                  <a:pt x="1098829" y="793750"/>
                </a:lnTo>
                <a:lnTo>
                  <a:pt x="1101458" y="793750"/>
                </a:lnTo>
                <a:lnTo>
                  <a:pt x="1102575" y="793292"/>
                </a:lnTo>
                <a:lnTo>
                  <a:pt x="1104442" y="791425"/>
                </a:lnTo>
                <a:lnTo>
                  <a:pt x="1104900" y="790308"/>
                </a:lnTo>
                <a:lnTo>
                  <a:pt x="1104900" y="787679"/>
                </a:lnTo>
                <a:close/>
              </a:path>
              <a:path w="5248275" h="2362200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5248275" h="2362200">
                <a:moveTo>
                  <a:pt x="1152525" y="2356129"/>
                </a:moveTo>
                <a:lnTo>
                  <a:pt x="1152067" y="2355011"/>
                </a:lnTo>
                <a:lnTo>
                  <a:pt x="1150200" y="2353145"/>
                </a:lnTo>
                <a:lnTo>
                  <a:pt x="1149083" y="2352675"/>
                </a:lnTo>
                <a:lnTo>
                  <a:pt x="1146454" y="2352675"/>
                </a:lnTo>
                <a:lnTo>
                  <a:pt x="1145336" y="2353145"/>
                </a:lnTo>
                <a:lnTo>
                  <a:pt x="1143469" y="2355011"/>
                </a:lnTo>
                <a:lnTo>
                  <a:pt x="1143000" y="2356129"/>
                </a:lnTo>
                <a:lnTo>
                  <a:pt x="1143000" y="2358758"/>
                </a:lnTo>
                <a:lnTo>
                  <a:pt x="1143469" y="2359876"/>
                </a:lnTo>
                <a:lnTo>
                  <a:pt x="1145336" y="2361742"/>
                </a:lnTo>
                <a:lnTo>
                  <a:pt x="1146454" y="2362200"/>
                </a:lnTo>
                <a:lnTo>
                  <a:pt x="1149083" y="2362200"/>
                </a:lnTo>
                <a:lnTo>
                  <a:pt x="1150200" y="2361742"/>
                </a:lnTo>
                <a:lnTo>
                  <a:pt x="1152067" y="2359876"/>
                </a:lnTo>
                <a:lnTo>
                  <a:pt x="1152525" y="2358758"/>
                </a:lnTo>
                <a:lnTo>
                  <a:pt x="1152525" y="2356129"/>
                </a:lnTo>
                <a:close/>
              </a:path>
              <a:path w="5248275" h="2362200">
                <a:moveTo>
                  <a:pt x="1152525" y="1571904"/>
                </a:moveTo>
                <a:lnTo>
                  <a:pt x="1152067" y="1570786"/>
                </a:lnTo>
                <a:lnTo>
                  <a:pt x="1150200" y="1568919"/>
                </a:lnTo>
                <a:lnTo>
                  <a:pt x="1149083" y="1568450"/>
                </a:lnTo>
                <a:lnTo>
                  <a:pt x="1146454" y="1568450"/>
                </a:lnTo>
                <a:lnTo>
                  <a:pt x="1145336" y="1568919"/>
                </a:lnTo>
                <a:lnTo>
                  <a:pt x="1143469" y="1570786"/>
                </a:lnTo>
                <a:lnTo>
                  <a:pt x="1143000" y="1571904"/>
                </a:lnTo>
                <a:lnTo>
                  <a:pt x="1143000" y="1574533"/>
                </a:lnTo>
                <a:lnTo>
                  <a:pt x="1143469" y="1575650"/>
                </a:lnTo>
                <a:lnTo>
                  <a:pt x="1145336" y="1577517"/>
                </a:lnTo>
                <a:lnTo>
                  <a:pt x="1146454" y="1577975"/>
                </a:lnTo>
                <a:lnTo>
                  <a:pt x="1149083" y="1577975"/>
                </a:lnTo>
                <a:lnTo>
                  <a:pt x="1150200" y="1577517"/>
                </a:lnTo>
                <a:lnTo>
                  <a:pt x="1152067" y="1575650"/>
                </a:lnTo>
                <a:lnTo>
                  <a:pt x="1152525" y="1574533"/>
                </a:lnTo>
                <a:lnTo>
                  <a:pt x="1152525" y="1571904"/>
                </a:lnTo>
                <a:close/>
              </a:path>
              <a:path w="5248275" h="2362200">
                <a:moveTo>
                  <a:pt x="1152525" y="787679"/>
                </a:moveTo>
                <a:lnTo>
                  <a:pt x="1152067" y="786561"/>
                </a:lnTo>
                <a:lnTo>
                  <a:pt x="1150200" y="784694"/>
                </a:lnTo>
                <a:lnTo>
                  <a:pt x="1149083" y="784225"/>
                </a:lnTo>
                <a:lnTo>
                  <a:pt x="1146454" y="784225"/>
                </a:lnTo>
                <a:lnTo>
                  <a:pt x="1145336" y="784694"/>
                </a:lnTo>
                <a:lnTo>
                  <a:pt x="1143469" y="786561"/>
                </a:lnTo>
                <a:lnTo>
                  <a:pt x="1143000" y="787679"/>
                </a:lnTo>
                <a:lnTo>
                  <a:pt x="1143000" y="790308"/>
                </a:lnTo>
                <a:lnTo>
                  <a:pt x="1143469" y="791425"/>
                </a:lnTo>
                <a:lnTo>
                  <a:pt x="1145336" y="793292"/>
                </a:lnTo>
                <a:lnTo>
                  <a:pt x="1146454" y="793750"/>
                </a:lnTo>
                <a:lnTo>
                  <a:pt x="1149083" y="793750"/>
                </a:lnTo>
                <a:lnTo>
                  <a:pt x="1150200" y="793292"/>
                </a:lnTo>
                <a:lnTo>
                  <a:pt x="1152067" y="791425"/>
                </a:lnTo>
                <a:lnTo>
                  <a:pt x="1152525" y="790308"/>
                </a:lnTo>
                <a:lnTo>
                  <a:pt x="1152525" y="787679"/>
                </a:lnTo>
                <a:close/>
              </a:path>
              <a:path w="5248275" h="2362200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5248275" h="2362200">
                <a:moveTo>
                  <a:pt x="1200150" y="2356129"/>
                </a:moveTo>
                <a:lnTo>
                  <a:pt x="1199692" y="2355011"/>
                </a:lnTo>
                <a:lnTo>
                  <a:pt x="1197825" y="2353145"/>
                </a:lnTo>
                <a:lnTo>
                  <a:pt x="1196708" y="2352675"/>
                </a:lnTo>
                <a:lnTo>
                  <a:pt x="1194079" y="2352675"/>
                </a:lnTo>
                <a:lnTo>
                  <a:pt x="1192961" y="2353145"/>
                </a:lnTo>
                <a:lnTo>
                  <a:pt x="1191094" y="2355011"/>
                </a:lnTo>
                <a:lnTo>
                  <a:pt x="1190625" y="2356129"/>
                </a:lnTo>
                <a:lnTo>
                  <a:pt x="1190625" y="2358758"/>
                </a:lnTo>
                <a:lnTo>
                  <a:pt x="1191094" y="2359876"/>
                </a:lnTo>
                <a:lnTo>
                  <a:pt x="1192961" y="2361742"/>
                </a:lnTo>
                <a:lnTo>
                  <a:pt x="1194079" y="2362200"/>
                </a:lnTo>
                <a:lnTo>
                  <a:pt x="1196708" y="2362200"/>
                </a:lnTo>
                <a:lnTo>
                  <a:pt x="1197825" y="2361742"/>
                </a:lnTo>
                <a:lnTo>
                  <a:pt x="1199692" y="2359876"/>
                </a:lnTo>
                <a:lnTo>
                  <a:pt x="1200150" y="2358758"/>
                </a:lnTo>
                <a:lnTo>
                  <a:pt x="1200150" y="2356129"/>
                </a:lnTo>
                <a:close/>
              </a:path>
              <a:path w="5248275" h="2362200">
                <a:moveTo>
                  <a:pt x="1200150" y="1571904"/>
                </a:moveTo>
                <a:lnTo>
                  <a:pt x="1199692" y="1570786"/>
                </a:lnTo>
                <a:lnTo>
                  <a:pt x="1197825" y="1568919"/>
                </a:lnTo>
                <a:lnTo>
                  <a:pt x="1196708" y="1568450"/>
                </a:lnTo>
                <a:lnTo>
                  <a:pt x="1194079" y="1568450"/>
                </a:lnTo>
                <a:lnTo>
                  <a:pt x="1192961" y="1568919"/>
                </a:lnTo>
                <a:lnTo>
                  <a:pt x="1191094" y="1570786"/>
                </a:lnTo>
                <a:lnTo>
                  <a:pt x="1190625" y="1571904"/>
                </a:lnTo>
                <a:lnTo>
                  <a:pt x="1190625" y="1574533"/>
                </a:lnTo>
                <a:lnTo>
                  <a:pt x="1191094" y="1575650"/>
                </a:lnTo>
                <a:lnTo>
                  <a:pt x="1192961" y="1577517"/>
                </a:lnTo>
                <a:lnTo>
                  <a:pt x="1194079" y="1577975"/>
                </a:lnTo>
                <a:lnTo>
                  <a:pt x="1196708" y="1577975"/>
                </a:lnTo>
                <a:lnTo>
                  <a:pt x="1197825" y="1577517"/>
                </a:lnTo>
                <a:lnTo>
                  <a:pt x="1199692" y="1575650"/>
                </a:lnTo>
                <a:lnTo>
                  <a:pt x="1200150" y="1574533"/>
                </a:lnTo>
                <a:lnTo>
                  <a:pt x="1200150" y="1571904"/>
                </a:lnTo>
                <a:close/>
              </a:path>
              <a:path w="5248275" h="2362200">
                <a:moveTo>
                  <a:pt x="1200150" y="787679"/>
                </a:moveTo>
                <a:lnTo>
                  <a:pt x="1199692" y="786561"/>
                </a:lnTo>
                <a:lnTo>
                  <a:pt x="1197825" y="784694"/>
                </a:lnTo>
                <a:lnTo>
                  <a:pt x="1196708" y="784225"/>
                </a:lnTo>
                <a:lnTo>
                  <a:pt x="1194079" y="784225"/>
                </a:lnTo>
                <a:lnTo>
                  <a:pt x="1192961" y="784694"/>
                </a:lnTo>
                <a:lnTo>
                  <a:pt x="1191094" y="786561"/>
                </a:lnTo>
                <a:lnTo>
                  <a:pt x="1190625" y="787679"/>
                </a:lnTo>
                <a:lnTo>
                  <a:pt x="1190625" y="790308"/>
                </a:lnTo>
                <a:lnTo>
                  <a:pt x="1191094" y="791425"/>
                </a:lnTo>
                <a:lnTo>
                  <a:pt x="1192961" y="793292"/>
                </a:lnTo>
                <a:lnTo>
                  <a:pt x="1194079" y="793750"/>
                </a:lnTo>
                <a:lnTo>
                  <a:pt x="1196708" y="793750"/>
                </a:lnTo>
                <a:lnTo>
                  <a:pt x="1197825" y="793292"/>
                </a:lnTo>
                <a:lnTo>
                  <a:pt x="1199692" y="791425"/>
                </a:lnTo>
                <a:lnTo>
                  <a:pt x="1200150" y="790308"/>
                </a:lnTo>
                <a:lnTo>
                  <a:pt x="1200150" y="787679"/>
                </a:lnTo>
                <a:close/>
              </a:path>
              <a:path w="5248275" h="2362200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5248275" h="2362200">
                <a:moveTo>
                  <a:pt x="1247775" y="2356129"/>
                </a:moveTo>
                <a:lnTo>
                  <a:pt x="1247317" y="2355011"/>
                </a:lnTo>
                <a:lnTo>
                  <a:pt x="1245450" y="2353145"/>
                </a:lnTo>
                <a:lnTo>
                  <a:pt x="1244333" y="2352675"/>
                </a:lnTo>
                <a:lnTo>
                  <a:pt x="1241704" y="2352675"/>
                </a:lnTo>
                <a:lnTo>
                  <a:pt x="1240586" y="2353145"/>
                </a:lnTo>
                <a:lnTo>
                  <a:pt x="1238719" y="2355011"/>
                </a:lnTo>
                <a:lnTo>
                  <a:pt x="1238250" y="2356129"/>
                </a:lnTo>
                <a:lnTo>
                  <a:pt x="1238250" y="2358758"/>
                </a:lnTo>
                <a:lnTo>
                  <a:pt x="1238719" y="2359876"/>
                </a:lnTo>
                <a:lnTo>
                  <a:pt x="1240586" y="2361742"/>
                </a:lnTo>
                <a:lnTo>
                  <a:pt x="1241704" y="2362200"/>
                </a:lnTo>
                <a:lnTo>
                  <a:pt x="1244333" y="2362200"/>
                </a:lnTo>
                <a:lnTo>
                  <a:pt x="1245450" y="2361742"/>
                </a:lnTo>
                <a:lnTo>
                  <a:pt x="1247317" y="2359876"/>
                </a:lnTo>
                <a:lnTo>
                  <a:pt x="1247775" y="2358758"/>
                </a:lnTo>
                <a:lnTo>
                  <a:pt x="1247775" y="2356129"/>
                </a:lnTo>
                <a:close/>
              </a:path>
              <a:path w="5248275" h="2362200">
                <a:moveTo>
                  <a:pt x="1247775" y="1571904"/>
                </a:moveTo>
                <a:lnTo>
                  <a:pt x="1247317" y="1570786"/>
                </a:lnTo>
                <a:lnTo>
                  <a:pt x="1245450" y="1568919"/>
                </a:lnTo>
                <a:lnTo>
                  <a:pt x="1244333" y="1568450"/>
                </a:lnTo>
                <a:lnTo>
                  <a:pt x="1241704" y="1568450"/>
                </a:lnTo>
                <a:lnTo>
                  <a:pt x="1240586" y="1568919"/>
                </a:lnTo>
                <a:lnTo>
                  <a:pt x="1238719" y="1570786"/>
                </a:lnTo>
                <a:lnTo>
                  <a:pt x="1238250" y="1571904"/>
                </a:lnTo>
                <a:lnTo>
                  <a:pt x="1238250" y="1574533"/>
                </a:lnTo>
                <a:lnTo>
                  <a:pt x="1238719" y="1575650"/>
                </a:lnTo>
                <a:lnTo>
                  <a:pt x="1240586" y="1577517"/>
                </a:lnTo>
                <a:lnTo>
                  <a:pt x="1241704" y="1577975"/>
                </a:lnTo>
                <a:lnTo>
                  <a:pt x="1244333" y="1577975"/>
                </a:lnTo>
                <a:lnTo>
                  <a:pt x="1245450" y="1577517"/>
                </a:lnTo>
                <a:lnTo>
                  <a:pt x="1247317" y="1575650"/>
                </a:lnTo>
                <a:lnTo>
                  <a:pt x="1247775" y="1574533"/>
                </a:lnTo>
                <a:lnTo>
                  <a:pt x="1247775" y="1571904"/>
                </a:lnTo>
                <a:close/>
              </a:path>
              <a:path w="5248275" h="2362200">
                <a:moveTo>
                  <a:pt x="1247775" y="787679"/>
                </a:moveTo>
                <a:lnTo>
                  <a:pt x="1247317" y="786561"/>
                </a:lnTo>
                <a:lnTo>
                  <a:pt x="1245450" y="784694"/>
                </a:lnTo>
                <a:lnTo>
                  <a:pt x="1244333" y="784225"/>
                </a:lnTo>
                <a:lnTo>
                  <a:pt x="1241704" y="784225"/>
                </a:lnTo>
                <a:lnTo>
                  <a:pt x="1240586" y="784694"/>
                </a:lnTo>
                <a:lnTo>
                  <a:pt x="1238719" y="786561"/>
                </a:lnTo>
                <a:lnTo>
                  <a:pt x="1238250" y="787679"/>
                </a:lnTo>
                <a:lnTo>
                  <a:pt x="1238250" y="790308"/>
                </a:lnTo>
                <a:lnTo>
                  <a:pt x="1238719" y="791425"/>
                </a:lnTo>
                <a:lnTo>
                  <a:pt x="1240586" y="793292"/>
                </a:lnTo>
                <a:lnTo>
                  <a:pt x="1241704" y="793750"/>
                </a:lnTo>
                <a:lnTo>
                  <a:pt x="1244333" y="793750"/>
                </a:lnTo>
                <a:lnTo>
                  <a:pt x="1245450" y="793292"/>
                </a:lnTo>
                <a:lnTo>
                  <a:pt x="1247317" y="791425"/>
                </a:lnTo>
                <a:lnTo>
                  <a:pt x="1247775" y="790308"/>
                </a:lnTo>
                <a:lnTo>
                  <a:pt x="1247775" y="787679"/>
                </a:lnTo>
                <a:close/>
              </a:path>
              <a:path w="5248275" h="2362200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5248275" h="2362200">
                <a:moveTo>
                  <a:pt x="1295400" y="2356129"/>
                </a:moveTo>
                <a:lnTo>
                  <a:pt x="1294942" y="2355011"/>
                </a:lnTo>
                <a:lnTo>
                  <a:pt x="1293075" y="2353145"/>
                </a:lnTo>
                <a:lnTo>
                  <a:pt x="1291958" y="2352675"/>
                </a:lnTo>
                <a:lnTo>
                  <a:pt x="1289329" y="2352675"/>
                </a:lnTo>
                <a:lnTo>
                  <a:pt x="1288211" y="2353145"/>
                </a:lnTo>
                <a:lnTo>
                  <a:pt x="1286344" y="2355011"/>
                </a:lnTo>
                <a:lnTo>
                  <a:pt x="1285875" y="2356129"/>
                </a:lnTo>
                <a:lnTo>
                  <a:pt x="1285875" y="2358758"/>
                </a:lnTo>
                <a:lnTo>
                  <a:pt x="1286344" y="2359876"/>
                </a:lnTo>
                <a:lnTo>
                  <a:pt x="1288211" y="2361742"/>
                </a:lnTo>
                <a:lnTo>
                  <a:pt x="1289329" y="2362200"/>
                </a:lnTo>
                <a:lnTo>
                  <a:pt x="1291958" y="2362200"/>
                </a:lnTo>
                <a:lnTo>
                  <a:pt x="1293075" y="2361742"/>
                </a:lnTo>
                <a:lnTo>
                  <a:pt x="1294942" y="2359876"/>
                </a:lnTo>
                <a:lnTo>
                  <a:pt x="1295400" y="2358758"/>
                </a:lnTo>
                <a:lnTo>
                  <a:pt x="1295400" y="2356129"/>
                </a:lnTo>
                <a:close/>
              </a:path>
              <a:path w="5248275" h="2362200">
                <a:moveTo>
                  <a:pt x="1295400" y="1571904"/>
                </a:moveTo>
                <a:lnTo>
                  <a:pt x="1294942" y="1570786"/>
                </a:lnTo>
                <a:lnTo>
                  <a:pt x="1293075" y="1568919"/>
                </a:lnTo>
                <a:lnTo>
                  <a:pt x="1291958" y="1568450"/>
                </a:lnTo>
                <a:lnTo>
                  <a:pt x="1289329" y="1568450"/>
                </a:lnTo>
                <a:lnTo>
                  <a:pt x="1288211" y="1568919"/>
                </a:lnTo>
                <a:lnTo>
                  <a:pt x="1286344" y="1570786"/>
                </a:lnTo>
                <a:lnTo>
                  <a:pt x="1285875" y="1571904"/>
                </a:lnTo>
                <a:lnTo>
                  <a:pt x="1285875" y="1574533"/>
                </a:lnTo>
                <a:lnTo>
                  <a:pt x="1286344" y="1575650"/>
                </a:lnTo>
                <a:lnTo>
                  <a:pt x="1288211" y="1577517"/>
                </a:lnTo>
                <a:lnTo>
                  <a:pt x="1289329" y="1577975"/>
                </a:lnTo>
                <a:lnTo>
                  <a:pt x="1291958" y="1577975"/>
                </a:lnTo>
                <a:lnTo>
                  <a:pt x="1293075" y="1577517"/>
                </a:lnTo>
                <a:lnTo>
                  <a:pt x="1294942" y="1575650"/>
                </a:lnTo>
                <a:lnTo>
                  <a:pt x="1295400" y="1574533"/>
                </a:lnTo>
                <a:lnTo>
                  <a:pt x="1295400" y="1571904"/>
                </a:lnTo>
                <a:close/>
              </a:path>
              <a:path w="5248275" h="2362200">
                <a:moveTo>
                  <a:pt x="1295400" y="787679"/>
                </a:moveTo>
                <a:lnTo>
                  <a:pt x="1294942" y="786561"/>
                </a:lnTo>
                <a:lnTo>
                  <a:pt x="1293075" y="784694"/>
                </a:lnTo>
                <a:lnTo>
                  <a:pt x="1291958" y="784225"/>
                </a:lnTo>
                <a:lnTo>
                  <a:pt x="1289329" y="784225"/>
                </a:lnTo>
                <a:lnTo>
                  <a:pt x="1288211" y="784694"/>
                </a:lnTo>
                <a:lnTo>
                  <a:pt x="1286344" y="786561"/>
                </a:lnTo>
                <a:lnTo>
                  <a:pt x="1285875" y="787679"/>
                </a:lnTo>
                <a:lnTo>
                  <a:pt x="1285875" y="790308"/>
                </a:lnTo>
                <a:lnTo>
                  <a:pt x="1286344" y="791425"/>
                </a:lnTo>
                <a:lnTo>
                  <a:pt x="1288211" y="793292"/>
                </a:lnTo>
                <a:lnTo>
                  <a:pt x="1289329" y="793750"/>
                </a:lnTo>
                <a:lnTo>
                  <a:pt x="1291958" y="793750"/>
                </a:lnTo>
                <a:lnTo>
                  <a:pt x="1293075" y="793292"/>
                </a:lnTo>
                <a:lnTo>
                  <a:pt x="1294942" y="791425"/>
                </a:lnTo>
                <a:lnTo>
                  <a:pt x="1295400" y="790308"/>
                </a:lnTo>
                <a:lnTo>
                  <a:pt x="1295400" y="787679"/>
                </a:lnTo>
                <a:close/>
              </a:path>
              <a:path w="5248275" h="2362200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5248275" h="2362200">
                <a:moveTo>
                  <a:pt x="1343025" y="2356129"/>
                </a:moveTo>
                <a:lnTo>
                  <a:pt x="1342567" y="2355011"/>
                </a:lnTo>
                <a:lnTo>
                  <a:pt x="1340700" y="2353145"/>
                </a:lnTo>
                <a:lnTo>
                  <a:pt x="1339583" y="2352675"/>
                </a:lnTo>
                <a:lnTo>
                  <a:pt x="1336954" y="2352675"/>
                </a:lnTo>
                <a:lnTo>
                  <a:pt x="1335836" y="2353145"/>
                </a:lnTo>
                <a:lnTo>
                  <a:pt x="1333969" y="2355011"/>
                </a:lnTo>
                <a:lnTo>
                  <a:pt x="1333500" y="2356129"/>
                </a:lnTo>
                <a:lnTo>
                  <a:pt x="1333500" y="2358758"/>
                </a:lnTo>
                <a:lnTo>
                  <a:pt x="1333969" y="2359876"/>
                </a:lnTo>
                <a:lnTo>
                  <a:pt x="1335836" y="2361742"/>
                </a:lnTo>
                <a:lnTo>
                  <a:pt x="1336954" y="2362200"/>
                </a:lnTo>
                <a:lnTo>
                  <a:pt x="1339583" y="2362200"/>
                </a:lnTo>
                <a:lnTo>
                  <a:pt x="1340700" y="2361742"/>
                </a:lnTo>
                <a:lnTo>
                  <a:pt x="1342567" y="2359876"/>
                </a:lnTo>
                <a:lnTo>
                  <a:pt x="1343025" y="2358758"/>
                </a:lnTo>
                <a:lnTo>
                  <a:pt x="1343025" y="2356129"/>
                </a:lnTo>
                <a:close/>
              </a:path>
              <a:path w="5248275" h="2362200">
                <a:moveTo>
                  <a:pt x="1343025" y="1571904"/>
                </a:moveTo>
                <a:lnTo>
                  <a:pt x="1342567" y="1570786"/>
                </a:lnTo>
                <a:lnTo>
                  <a:pt x="1340700" y="1568919"/>
                </a:lnTo>
                <a:lnTo>
                  <a:pt x="1339583" y="1568450"/>
                </a:lnTo>
                <a:lnTo>
                  <a:pt x="1336954" y="1568450"/>
                </a:lnTo>
                <a:lnTo>
                  <a:pt x="1335836" y="1568919"/>
                </a:lnTo>
                <a:lnTo>
                  <a:pt x="1333969" y="1570786"/>
                </a:lnTo>
                <a:lnTo>
                  <a:pt x="1333500" y="1571904"/>
                </a:lnTo>
                <a:lnTo>
                  <a:pt x="1333500" y="1574533"/>
                </a:lnTo>
                <a:lnTo>
                  <a:pt x="1333969" y="1575650"/>
                </a:lnTo>
                <a:lnTo>
                  <a:pt x="1335836" y="1577517"/>
                </a:lnTo>
                <a:lnTo>
                  <a:pt x="1336954" y="1577975"/>
                </a:lnTo>
                <a:lnTo>
                  <a:pt x="1339583" y="1577975"/>
                </a:lnTo>
                <a:lnTo>
                  <a:pt x="1340700" y="1577517"/>
                </a:lnTo>
                <a:lnTo>
                  <a:pt x="1342567" y="1575650"/>
                </a:lnTo>
                <a:lnTo>
                  <a:pt x="1343025" y="1574533"/>
                </a:lnTo>
                <a:lnTo>
                  <a:pt x="1343025" y="1571904"/>
                </a:lnTo>
                <a:close/>
              </a:path>
              <a:path w="5248275" h="2362200">
                <a:moveTo>
                  <a:pt x="1343025" y="787679"/>
                </a:moveTo>
                <a:lnTo>
                  <a:pt x="1342567" y="786561"/>
                </a:lnTo>
                <a:lnTo>
                  <a:pt x="1340700" y="784694"/>
                </a:lnTo>
                <a:lnTo>
                  <a:pt x="1339583" y="784225"/>
                </a:lnTo>
                <a:lnTo>
                  <a:pt x="1336954" y="784225"/>
                </a:lnTo>
                <a:lnTo>
                  <a:pt x="1335836" y="784694"/>
                </a:lnTo>
                <a:lnTo>
                  <a:pt x="1333969" y="786561"/>
                </a:lnTo>
                <a:lnTo>
                  <a:pt x="1333500" y="787679"/>
                </a:lnTo>
                <a:lnTo>
                  <a:pt x="1333500" y="790308"/>
                </a:lnTo>
                <a:lnTo>
                  <a:pt x="1333969" y="791425"/>
                </a:lnTo>
                <a:lnTo>
                  <a:pt x="1335836" y="793292"/>
                </a:lnTo>
                <a:lnTo>
                  <a:pt x="1336954" y="793750"/>
                </a:lnTo>
                <a:lnTo>
                  <a:pt x="1339583" y="793750"/>
                </a:lnTo>
                <a:lnTo>
                  <a:pt x="1340700" y="793292"/>
                </a:lnTo>
                <a:lnTo>
                  <a:pt x="1342567" y="791425"/>
                </a:lnTo>
                <a:lnTo>
                  <a:pt x="1343025" y="790308"/>
                </a:lnTo>
                <a:lnTo>
                  <a:pt x="1343025" y="787679"/>
                </a:lnTo>
                <a:close/>
              </a:path>
              <a:path w="5248275" h="2362200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5248275" h="2362200">
                <a:moveTo>
                  <a:pt x="1390650" y="2356129"/>
                </a:moveTo>
                <a:lnTo>
                  <a:pt x="1390192" y="2355011"/>
                </a:lnTo>
                <a:lnTo>
                  <a:pt x="1388325" y="2353145"/>
                </a:lnTo>
                <a:lnTo>
                  <a:pt x="1387208" y="2352675"/>
                </a:lnTo>
                <a:lnTo>
                  <a:pt x="1384579" y="2352675"/>
                </a:lnTo>
                <a:lnTo>
                  <a:pt x="1383461" y="2353145"/>
                </a:lnTo>
                <a:lnTo>
                  <a:pt x="1381594" y="2355011"/>
                </a:lnTo>
                <a:lnTo>
                  <a:pt x="1381125" y="2356129"/>
                </a:lnTo>
                <a:lnTo>
                  <a:pt x="1381125" y="2358758"/>
                </a:lnTo>
                <a:lnTo>
                  <a:pt x="1381594" y="2359876"/>
                </a:lnTo>
                <a:lnTo>
                  <a:pt x="1383461" y="2361742"/>
                </a:lnTo>
                <a:lnTo>
                  <a:pt x="1384579" y="2362200"/>
                </a:lnTo>
                <a:lnTo>
                  <a:pt x="1387208" y="2362200"/>
                </a:lnTo>
                <a:lnTo>
                  <a:pt x="1388325" y="2361742"/>
                </a:lnTo>
                <a:lnTo>
                  <a:pt x="1390192" y="2359876"/>
                </a:lnTo>
                <a:lnTo>
                  <a:pt x="1390650" y="2358758"/>
                </a:lnTo>
                <a:lnTo>
                  <a:pt x="1390650" y="2356129"/>
                </a:lnTo>
                <a:close/>
              </a:path>
              <a:path w="5248275" h="2362200">
                <a:moveTo>
                  <a:pt x="1390650" y="1571904"/>
                </a:moveTo>
                <a:lnTo>
                  <a:pt x="1390192" y="1570786"/>
                </a:lnTo>
                <a:lnTo>
                  <a:pt x="1388325" y="1568919"/>
                </a:lnTo>
                <a:lnTo>
                  <a:pt x="1387208" y="1568450"/>
                </a:lnTo>
                <a:lnTo>
                  <a:pt x="1384579" y="1568450"/>
                </a:lnTo>
                <a:lnTo>
                  <a:pt x="1383461" y="1568919"/>
                </a:lnTo>
                <a:lnTo>
                  <a:pt x="1381594" y="1570786"/>
                </a:lnTo>
                <a:lnTo>
                  <a:pt x="1381125" y="1571904"/>
                </a:lnTo>
                <a:lnTo>
                  <a:pt x="1381125" y="1574533"/>
                </a:lnTo>
                <a:lnTo>
                  <a:pt x="1381594" y="1575650"/>
                </a:lnTo>
                <a:lnTo>
                  <a:pt x="1383461" y="1577517"/>
                </a:lnTo>
                <a:lnTo>
                  <a:pt x="1384579" y="1577975"/>
                </a:lnTo>
                <a:lnTo>
                  <a:pt x="1387208" y="1577975"/>
                </a:lnTo>
                <a:lnTo>
                  <a:pt x="1388325" y="1577517"/>
                </a:lnTo>
                <a:lnTo>
                  <a:pt x="1390192" y="1575650"/>
                </a:lnTo>
                <a:lnTo>
                  <a:pt x="1390650" y="1574533"/>
                </a:lnTo>
                <a:lnTo>
                  <a:pt x="1390650" y="1571904"/>
                </a:lnTo>
                <a:close/>
              </a:path>
              <a:path w="5248275" h="2362200">
                <a:moveTo>
                  <a:pt x="1390650" y="787679"/>
                </a:moveTo>
                <a:lnTo>
                  <a:pt x="1390192" y="786561"/>
                </a:lnTo>
                <a:lnTo>
                  <a:pt x="1388325" y="784694"/>
                </a:lnTo>
                <a:lnTo>
                  <a:pt x="1387208" y="784225"/>
                </a:lnTo>
                <a:lnTo>
                  <a:pt x="1384579" y="784225"/>
                </a:lnTo>
                <a:lnTo>
                  <a:pt x="1383461" y="784694"/>
                </a:lnTo>
                <a:lnTo>
                  <a:pt x="1381594" y="786561"/>
                </a:lnTo>
                <a:lnTo>
                  <a:pt x="1381125" y="787679"/>
                </a:lnTo>
                <a:lnTo>
                  <a:pt x="1381125" y="790308"/>
                </a:lnTo>
                <a:lnTo>
                  <a:pt x="1381594" y="791425"/>
                </a:lnTo>
                <a:lnTo>
                  <a:pt x="1383461" y="793292"/>
                </a:lnTo>
                <a:lnTo>
                  <a:pt x="1384579" y="793750"/>
                </a:lnTo>
                <a:lnTo>
                  <a:pt x="1387208" y="793750"/>
                </a:lnTo>
                <a:lnTo>
                  <a:pt x="1388325" y="793292"/>
                </a:lnTo>
                <a:lnTo>
                  <a:pt x="1390192" y="791425"/>
                </a:lnTo>
                <a:lnTo>
                  <a:pt x="1390650" y="790308"/>
                </a:lnTo>
                <a:lnTo>
                  <a:pt x="1390650" y="787679"/>
                </a:lnTo>
                <a:close/>
              </a:path>
              <a:path w="5248275" h="2362200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5248275" h="2362200">
                <a:moveTo>
                  <a:pt x="1438275" y="2356129"/>
                </a:moveTo>
                <a:lnTo>
                  <a:pt x="1437817" y="2355011"/>
                </a:lnTo>
                <a:lnTo>
                  <a:pt x="1435950" y="2353145"/>
                </a:lnTo>
                <a:lnTo>
                  <a:pt x="1434833" y="2352675"/>
                </a:lnTo>
                <a:lnTo>
                  <a:pt x="1432204" y="2352675"/>
                </a:lnTo>
                <a:lnTo>
                  <a:pt x="1431086" y="2353145"/>
                </a:lnTo>
                <a:lnTo>
                  <a:pt x="1429219" y="2355011"/>
                </a:lnTo>
                <a:lnTo>
                  <a:pt x="1428750" y="2356129"/>
                </a:lnTo>
                <a:lnTo>
                  <a:pt x="1428750" y="2358758"/>
                </a:lnTo>
                <a:lnTo>
                  <a:pt x="1429219" y="2359876"/>
                </a:lnTo>
                <a:lnTo>
                  <a:pt x="1431086" y="2361742"/>
                </a:lnTo>
                <a:lnTo>
                  <a:pt x="1432204" y="2362200"/>
                </a:lnTo>
                <a:lnTo>
                  <a:pt x="1434833" y="2362200"/>
                </a:lnTo>
                <a:lnTo>
                  <a:pt x="1435950" y="2361742"/>
                </a:lnTo>
                <a:lnTo>
                  <a:pt x="1437817" y="2359876"/>
                </a:lnTo>
                <a:lnTo>
                  <a:pt x="1438275" y="2358758"/>
                </a:lnTo>
                <a:lnTo>
                  <a:pt x="1438275" y="2356129"/>
                </a:lnTo>
                <a:close/>
              </a:path>
              <a:path w="5248275" h="2362200">
                <a:moveTo>
                  <a:pt x="1438275" y="1571904"/>
                </a:moveTo>
                <a:lnTo>
                  <a:pt x="1437817" y="1570786"/>
                </a:lnTo>
                <a:lnTo>
                  <a:pt x="1435950" y="1568919"/>
                </a:lnTo>
                <a:lnTo>
                  <a:pt x="1434833" y="1568450"/>
                </a:lnTo>
                <a:lnTo>
                  <a:pt x="1432204" y="1568450"/>
                </a:lnTo>
                <a:lnTo>
                  <a:pt x="1431086" y="1568919"/>
                </a:lnTo>
                <a:lnTo>
                  <a:pt x="1429219" y="1570786"/>
                </a:lnTo>
                <a:lnTo>
                  <a:pt x="1428750" y="1571904"/>
                </a:lnTo>
                <a:lnTo>
                  <a:pt x="1428750" y="1574533"/>
                </a:lnTo>
                <a:lnTo>
                  <a:pt x="1429219" y="1575650"/>
                </a:lnTo>
                <a:lnTo>
                  <a:pt x="1431086" y="1577517"/>
                </a:lnTo>
                <a:lnTo>
                  <a:pt x="1432204" y="1577975"/>
                </a:lnTo>
                <a:lnTo>
                  <a:pt x="1434833" y="1577975"/>
                </a:lnTo>
                <a:lnTo>
                  <a:pt x="1435950" y="1577517"/>
                </a:lnTo>
                <a:lnTo>
                  <a:pt x="1437817" y="1575650"/>
                </a:lnTo>
                <a:lnTo>
                  <a:pt x="1438275" y="1574533"/>
                </a:lnTo>
                <a:lnTo>
                  <a:pt x="1438275" y="1571904"/>
                </a:lnTo>
                <a:close/>
              </a:path>
              <a:path w="5248275" h="2362200">
                <a:moveTo>
                  <a:pt x="1438275" y="787679"/>
                </a:moveTo>
                <a:lnTo>
                  <a:pt x="1437817" y="786561"/>
                </a:lnTo>
                <a:lnTo>
                  <a:pt x="1435950" y="784694"/>
                </a:lnTo>
                <a:lnTo>
                  <a:pt x="1434833" y="784225"/>
                </a:lnTo>
                <a:lnTo>
                  <a:pt x="1432204" y="784225"/>
                </a:lnTo>
                <a:lnTo>
                  <a:pt x="1431086" y="784694"/>
                </a:lnTo>
                <a:lnTo>
                  <a:pt x="1429219" y="786561"/>
                </a:lnTo>
                <a:lnTo>
                  <a:pt x="1428750" y="787679"/>
                </a:lnTo>
                <a:lnTo>
                  <a:pt x="1428750" y="790308"/>
                </a:lnTo>
                <a:lnTo>
                  <a:pt x="1429219" y="791425"/>
                </a:lnTo>
                <a:lnTo>
                  <a:pt x="1431086" y="793292"/>
                </a:lnTo>
                <a:lnTo>
                  <a:pt x="1432204" y="793750"/>
                </a:lnTo>
                <a:lnTo>
                  <a:pt x="1434833" y="793750"/>
                </a:lnTo>
                <a:lnTo>
                  <a:pt x="1435950" y="793292"/>
                </a:lnTo>
                <a:lnTo>
                  <a:pt x="1437817" y="791425"/>
                </a:lnTo>
                <a:lnTo>
                  <a:pt x="1438275" y="790308"/>
                </a:lnTo>
                <a:lnTo>
                  <a:pt x="1438275" y="787679"/>
                </a:lnTo>
                <a:close/>
              </a:path>
              <a:path w="5248275" h="2362200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5248275" h="2362200">
                <a:moveTo>
                  <a:pt x="1485900" y="2356129"/>
                </a:moveTo>
                <a:lnTo>
                  <a:pt x="1485442" y="2355011"/>
                </a:lnTo>
                <a:lnTo>
                  <a:pt x="1483575" y="2353145"/>
                </a:lnTo>
                <a:lnTo>
                  <a:pt x="1482458" y="2352675"/>
                </a:lnTo>
                <a:lnTo>
                  <a:pt x="1479829" y="2352675"/>
                </a:lnTo>
                <a:lnTo>
                  <a:pt x="1478711" y="2353145"/>
                </a:lnTo>
                <a:lnTo>
                  <a:pt x="1476844" y="2355011"/>
                </a:lnTo>
                <a:lnTo>
                  <a:pt x="1476375" y="2356129"/>
                </a:lnTo>
                <a:lnTo>
                  <a:pt x="1476375" y="2358758"/>
                </a:lnTo>
                <a:lnTo>
                  <a:pt x="1476844" y="2359876"/>
                </a:lnTo>
                <a:lnTo>
                  <a:pt x="1478711" y="2361742"/>
                </a:lnTo>
                <a:lnTo>
                  <a:pt x="1479829" y="2362200"/>
                </a:lnTo>
                <a:lnTo>
                  <a:pt x="1482458" y="2362200"/>
                </a:lnTo>
                <a:lnTo>
                  <a:pt x="1483575" y="2361742"/>
                </a:lnTo>
                <a:lnTo>
                  <a:pt x="1485442" y="2359876"/>
                </a:lnTo>
                <a:lnTo>
                  <a:pt x="1485900" y="2358758"/>
                </a:lnTo>
                <a:lnTo>
                  <a:pt x="1485900" y="2356129"/>
                </a:lnTo>
                <a:close/>
              </a:path>
              <a:path w="5248275" h="2362200">
                <a:moveTo>
                  <a:pt x="1485900" y="1571904"/>
                </a:moveTo>
                <a:lnTo>
                  <a:pt x="1485442" y="1570786"/>
                </a:lnTo>
                <a:lnTo>
                  <a:pt x="1483575" y="1568919"/>
                </a:lnTo>
                <a:lnTo>
                  <a:pt x="1482458" y="1568450"/>
                </a:lnTo>
                <a:lnTo>
                  <a:pt x="1479829" y="1568450"/>
                </a:lnTo>
                <a:lnTo>
                  <a:pt x="1478711" y="1568919"/>
                </a:lnTo>
                <a:lnTo>
                  <a:pt x="1476844" y="1570786"/>
                </a:lnTo>
                <a:lnTo>
                  <a:pt x="1476375" y="1571904"/>
                </a:lnTo>
                <a:lnTo>
                  <a:pt x="1476375" y="1574533"/>
                </a:lnTo>
                <a:lnTo>
                  <a:pt x="1476844" y="1575650"/>
                </a:lnTo>
                <a:lnTo>
                  <a:pt x="1478711" y="1577517"/>
                </a:lnTo>
                <a:lnTo>
                  <a:pt x="1479829" y="1577975"/>
                </a:lnTo>
                <a:lnTo>
                  <a:pt x="1482458" y="1577975"/>
                </a:lnTo>
                <a:lnTo>
                  <a:pt x="1483575" y="1577517"/>
                </a:lnTo>
                <a:lnTo>
                  <a:pt x="1485442" y="1575650"/>
                </a:lnTo>
                <a:lnTo>
                  <a:pt x="1485900" y="1574533"/>
                </a:lnTo>
                <a:lnTo>
                  <a:pt x="1485900" y="1571904"/>
                </a:lnTo>
                <a:close/>
              </a:path>
              <a:path w="5248275" h="2362200">
                <a:moveTo>
                  <a:pt x="1485900" y="787679"/>
                </a:moveTo>
                <a:lnTo>
                  <a:pt x="1485442" y="786561"/>
                </a:lnTo>
                <a:lnTo>
                  <a:pt x="1483575" y="784694"/>
                </a:lnTo>
                <a:lnTo>
                  <a:pt x="1482458" y="784225"/>
                </a:lnTo>
                <a:lnTo>
                  <a:pt x="1479829" y="784225"/>
                </a:lnTo>
                <a:lnTo>
                  <a:pt x="1478711" y="784694"/>
                </a:lnTo>
                <a:lnTo>
                  <a:pt x="1476844" y="786561"/>
                </a:lnTo>
                <a:lnTo>
                  <a:pt x="1476375" y="787679"/>
                </a:lnTo>
                <a:lnTo>
                  <a:pt x="1476375" y="790308"/>
                </a:lnTo>
                <a:lnTo>
                  <a:pt x="1476844" y="791425"/>
                </a:lnTo>
                <a:lnTo>
                  <a:pt x="1478711" y="793292"/>
                </a:lnTo>
                <a:lnTo>
                  <a:pt x="1479829" y="793750"/>
                </a:lnTo>
                <a:lnTo>
                  <a:pt x="1482458" y="793750"/>
                </a:lnTo>
                <a:lnTo>
                  <a:pt x="1483575" y="793292"/>
                </a:lnTo>
                <a:lnTo>
                  <a:pt x="1485442" y="791425"/>
                </a:lnTo>
                <a:lnTo>
                  <a:pt x="1485900" y="790308"/>
                </a:lnTo>
                <a:lnTo>
                  <a:pt x="1485900" y="787679"/>
                </a:lnTo>
                <a:close/>
              </a:path>
              <a:path w="5248275" h="2362200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5248275" h="2362200">
                <a:moveTo>
                  <a:pt x="1533525" y="2356129"/>
                </a:moveTo>
                <a:lnTo>
                  <a:pt x="1533067" y="2355011"/>
                </a:lnTo>
                <a:lnTo>
                  <a:pt x="1531200" y="2353145"/>
                </a:lnTo>
                <a:lnTo>
                  <a:pt x="1530083" y="2352675"/>
                </a:lnTo>
                <a:lnTo>
                  <a:pt x="1527454" y="2352675"/>
                </a:lnTo>
                <a:lnTo>
                  <a:pt x="1526336" y="2353145"/>
                </a:lnTo>
                <a:lnTo>
                  <a:pt x="1524469" y="2355011"/>
                </a:lnTo>
                <a:lnTo>
                  <a:pt x="1524000" y="2356129"/>
                </a:lnTo>
                <a:lnTo>
                  <a:pt x="1524000" y="2358758"/>
                </a:lnTo>
                <a:lnTo>
                  <a:pt x="1524469" y="2359876"/>
                </a:lnTo>
                <a:lnTo>
                  <a:pt x="1526336" y="2361742"/>
                </a:lnTo>
                <a:lnTo>
                  <a:pt x="1527454" y="2362200"/>
                </a:lnTo>
                <a:lnTo>
                  <a:pt x="1530083" y="2362200"/>
                </a:lnTo>
                <a:lnTo>
                  <a:pt x="1531200" y="2361742"/>
                </a:lnTo>
                <a:lnTo>
                  <a:pt x="1533067" y="2359876"/>
                </a:lnTo>
                <a:lnTo>
                  <a:pt x="1533525" y="2358758"/>
                </a:lnTo>
                <a:lnTo>
                  <a:pt x="1533525" y="2356129"/>
                </a:lnTo>
                <a:close/>
              </a:path>
              <a:path w="5248275" h="2362200">
                <a:moveTo>
                  <a:pt x="1533525" y="1571904"/>
                </a:moveTo>
                <a:lnTo>
                  <a:pt x="1533067" y="1570786"/>
                </a:lnTo>
                <a:lnTo>
                  <a:pt x="1531200" y="1568919"/>
                </a:lnTo>
                <a:lnTo>
                  <a:pt x="1530083" y="1568450"/>
                </a:lnTo>
                <a:lnTo>
                  <a:pt x="1527454" y="1568450"/>
                </a:lnTo>
                <a:lnTo>
                  <a:pt x="1526336" y="1568919"/>
                </a:lnTo>
                <a:lnTo>
                  <a:pt x="1524469" y="1570786"/>
                </a:lnTo>
                <a:lnTo>
                  <a:pt x="1524000" y="1571904"/>
                </a:lnTo>
                <a:lnTo>
                  <a:pt x="1524000" y="1574533"/>
                </a:lnTo>
                <a:lnTo>
                  <a:pt x="1524469" y="1575650"/>
                </a:lnTo>
                <a:lnTo>
                  <a:pt x="1526336" y="1577517"/>
                </a:lnTo>
                <a:lnTo>
                  <a:pt x="1527454" y="1577975"/>
                </a:lnTo>
                <a:lnTo>
                  <a:pt x="1530083" y="1577975"/>
                </a:lnTo>
                <a:lnTo>
                  <a:pt x="1531200" y="1577517"/>
                </a:lnTo>
                <a:lnTo>
                  <a:pt x="1533067" y="1575650"/>
                </a:lnTo>
                <a:lnTo>
                  <a:pt x="1533525" y="1574533"/>
                </a:lnTo>
                <a:lnTo>
                  <a:pt x="1533525" y="1571904"/>
                </a:lnTo>
                <a:close/>
              </a:path>
              <a:path w="5248275" h="2362200">
                <a:moveTo>
                  <a:pt x="1533525" y="787679"/>
                </a:moveTo>
                <a:lnTo>
                  <a:pt x="1533067" y="786561"/>
                </a:lnTo>
                <a:lnTo>
                  <a:pt x="1531200" y="784694"/>
                </a:lnTo>
                <a:lnTo>
                  <a:pt x="1530083" y="784225"/>
                </a:lnTo>
                <a:lnTo>
                  <a:pt x="1527454" y="784225"/>
                </a:lnTo>
                <a:lnTo>
                  <a:pt x="1526336" y="784694"/>
                </a:lnTo>
                <a:lnTo>
                  <a:pt x="1524469" y="786561"/>
                </a:lnTo>
                <a:lnTo>
                  <a:pt x="1524000" y="787679"/>
                </a:lnTo>
                <a:lnTo>
                  <a:pt x="1524000" y="790308"/>
                </a:lnTo>
                <a:lnTo>
                  <a:pt x="1524469" y="791425"/>
                </a:lnTo>
                <a:lnTo>
                  <a:pt x="1526336" y="793292"/>
                </a:lnTo>
                <a:lnTo>
                  <a:pt x="1527454" y="793750"/>
                </a:lnTo>
                <a:lnTo>
                  <a:pt x="1530083" y="793750"/>
                </a:lnTo>
                <a:lnTo>
                  <a:pt x="1531200" y="793292"/>
                </a:lnTo>
                <a:lnTo>
                  <a:pt x="1533067" y="791425"/>
                </a:lnTo>
                <a:lnTo>
                  <a:pt x="1533525" y="790308"/>
                </a:lnTo>
                <a:lnTo>
                  <a:pt x="1533525" y="787679"/>
                </a:lnTo>
                <a:close/>
              </a:path>
              <a:path w="5248275" h="2362200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5248275" h="2362200">
                <a:moveTo>
                  <a:pt x="1581150" y="2356129"/>
                </a:moveTo>
                <a:lnTo>
                  <a:pt x="1580692" y="2355011"/>
                </a:lnTo>
                <a:lnTo>
                  <a:pt x="1578825" y="2353145"/>
                </a:lnTo>
                <a:lnTo>
                  <a:pt x="1577708" y="2352675"/>
                </a:lnTo>
                <a:lnTo>
                  <a:pt x="1575079" y="2352675"/>
                </a:lnTo>
                <a:lnTo>
                  <a:pt x="1573961" y="2353145"/>
                </a:lnTo>
                <a:lnTo>
                  <a:pt x="1572094" y="2355011"/>
                </a:lnTo>
                <a:lnTo>
                  <a:pt x="1571625" y="2356129"/>
                </a:lnTo>
                <a:lnTo>
                  <a:pt x="1571625" y="2358758"/>
                </a:lnTo>
                <a:lnTo>
                  <a:pt x="1572094" y="2359876"/>
                </a:lnTo>
                <a:lnTo>
                  <a:pt x="1573961" y="2361742"/>
                </a:lnTo>
                <a:lnTo>
                  <a:pt x="1575079" y="2362200"/>
                </a:lnTo>
                <a:lnTo>
                  <a:pt x="1577708" y="2362200"/>
                </a:lnTo>
                <a:lnTo>
                  <a:pt x="1578825" y="2361742"/>
                </a:lnTo>
                <a:lnTo>
                  <a:pt x="1580692" y="2359876"/>
                </a:lnTo>
                <a:lnTo>
                  <a:pt x="1581150" y="2358758"/>
                </a:lnTo>
                <a:lnTo>
                  <a:pt x="1581150" y="2356129"/>
                </a:lnTo>
                <a:close/>
              </a:path>
              <a:path w="5248275" h="2362200">
                <a:moveTo>
                  <a:pt x="1581150" y="1571904"/>
                </a:moveTo>
                <a:lnTo>
                  <a:pt x="1580692" y="1570786"/>
                </a:lnTo>
                <a:lnTo>
                  <a:pt x="1578825" y="1568919"/>
                </a:lnTo>
                <a:lnTo>
                  <a:pt x="1577708" y="1568450"/>
                </a:lnTo>
                <a:lnTo>
                  <a:pt x="1575079" y="1568450"/>
                </a:lnTo>
                <a:lnTo>
                  <a:pt x="1573961" y="1568919"/>
                </a:lnTo>
                <a:lnTo>
                  <a:pt x="1572094" y="1570786"/>
                </a:lnTo>
                <a:lnTo>
                  <a:pt x="1571625" y="1571904"/>
                </a:lnTo>
                <a:lnTo>
                  <a:pt x="1571625" y="1574533"/>
                </a:lnTo>
                <a:lnTo>
                  <a:pt x="1572094" y="1575650"/>
                </a:lnTo>
                <a:lnTo>
                  <a:pt x="1573961" y="1577517"/>
                </a:lnTo>
                <a:lnTo>
                  <a:pt x="1575079" y="1577975"/>
                </a:lnTo>
                <a:lnTo>
                  <a:pt x="1577708" y="1577975"/>
                </a:lnTo>
                <a:lnTo>
                  <a:pt x="1578825" y="1577517"/>
                </a:lnTo>
                <a:lnTo>
                  <a:pt x="1580692" y="1575650"/>
                </a:lnTo>
                <a:lnTo>
                  <a:pt x="1581150" y="1574533"/>
                </a:lnTo>
                <a:lnTo>
                  <a:pt x="1581150" y="1571904"/>
                </a:lnTo>
                <a:close/>
              </a:path>
              <a:path w="5248275" h="2362200">
                <a:moveTo>
                  <a:pt x="1581150" y="787679"/>
                </a:moveTo>
                <a:lnTo>
                  <a:pt x="1580692" y="786561"/>
                </a:lnTo>
                <a:lnTo>
                  <a:pt x="1578825" y="784694"/>
                </a:lnTo>
                <a:lnTo>
                  <a:pt x="1577708" y="784225"/>
                </a:lnTo>
                <a:lnTo>
                  <a:pt x="1575079" y="784225"/>
                </a:lnTo>
                <a:lnTo>
                  <a:pt x="1573961" y="784694"/>
                </a:lnTo>
                <a:lnTo>
                  <a:pt x="1572094" y="786561"/>
                </a:lnTo>
                <a:lnTo>
                  <a:pt x="1571625" y="787679"/>
                </a:lnTo>
                <a:lnTo>
                  <a:pt x="1571625" y="790308"/>
                </a:lnTo>
                <a:lnTo>
                  <a:pt x="1572094" y="791425"/>
                </a:lnTo>
                <a:lnTo>
                  <a:pt x="1573961" y="793292"/>
                </a:lnTo>
                <a:lnTo>
                  <a:pt x="1575079" y="793750"/>
                </a:lnTo>
                <a:lnTo>
                  <a:pt x="1577708" y="793750"/>
                </a:lnTo>
                <a:lnTo>
                  <a:pt x="1578825" y="793292"/>
                </a:lnTo>
                <a:lnTo>
                  <a:pt x="1580692" y="791425"/>
                </a:lnTo>
                <a:lnTo>
                  <a:pt x="1581150" y="790308"/>
                </a:lnTo>
                <a:lnTo>
                  <a:pt x="1581150" y="787679"/>
                </a:lnTo>
                <a:close/>
              </a:path>
              <a:path w="5248275" h="2362200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5248275" h="2362200">
                <a:moveTo>
                  <a:pt x="1628775" y="2356129"/>
                </a:moveTo>
                <a:lnTo>
                  <a:pt x="1628317" y="2355011"/>
                </a:lnTo>
                <a:lnTo>
                  <a:pt x="1626450" y="2353145"/>
                </a:lnTo>
                <a:lnTo>
                  <a:pt x="1625333" y="2352675"/>
                </a:lnTo>
                <a:lnTo>
                  <a:pt x="1622704" y="2352675"/>
                </a:lnTo>
                <a:lnTo>
                  <a:pt x="1621586" y="2353145"/>
                </a:lnTo>
                <a:lnTo>
                  <a:pt x="1619719" y="2355011"/>
                </a:lnTo>
                <a:lnTo>
                  <a:pt x="1619250" y="2356129"/>
                </a:lnTo>
                <a:lnTo>
                  <a:pt x="1619250" y="2358758"/>
                </a:lnTo>
                <a:lnTo>
                  <a:pt x="1619719" y="2359876"/>
                </a:lnTo>
                <a:lnTo>
                  <a:pt x="1621586" y="2361742"/>
                </a:lnTo>
                <a:lnTo>
                  <a:pt x="1622704" y="2362200"/>
                </a:lnTo>
                <a:lnTo>
                  <a:pt x="1625333" y="2362200"/>
                </a:lnTo>
                <a:lnTo>
                  <a:pt x="1626450" y="2361742"/>
                </a:lnTo>
                <a:lnTo>
                  <a:pt x="1628317" y="2359876"/>
                </a:lnTo>
                <a:lnTo>
                  <a:pt x="1628775" y="2358758"/>
                </a:lnTo>
                <a:lnTo>
                  <a:pt x="1628775" y="2356129"/>
                </a:lnTo>
                <a:close/>
              </a:path>
              <a:path w="5248275" h="2362200">
                <a:moveTo>
                  <a:pt x="1628775" y="1571904"/>
                </a:moveTo>
                <a:lnTo>
                  <a:pt x="1628317" y="1570786"/>
                </a:lnTo>
                <a:lnTo>
                  <a:pt x="1626450" y="1568919"/>
                </a:lnTo>
                <a:lnTo>
                  <a:pt x="1625333" y="1568450"/>
                </a:lnTo>
                <a:lnTo>
                  <a:pt x="1622704" y="1568450"/>
                </a:lnTo>
                <a:lnTo>
                  <a:pt x="1621586" y="1568919"/>
                </a:lnTo>
                <a:lnTo>
                  <a:pt x="1619719" y="1570786"/>
                </a:lnTo>
                <a:lnTo>
                  <a:pt x="1619250" y="1571904"/>
                </a:lnTo>
                <a:lnTo>
                  <a:pt x="1619250" y="1574533"/>
                </a:lnTo>
                <a:lnTo>
                  <a:pt x="1619719" y="1575650"/>
                </a:lnTo>
                <a:lnTo>
                  <a:pt x="1621586" y="1577517"/>
                </a:lnTo>
                <a:lnTo>
                  <a:pt x="1622704" y="1577975"/>
                </a:lnTo>
                <a:lnTo>
                  <a:pt x="1625333" y="1577975"/>
                </a:lnTo>
                <a:lnTo>
                  <a:pt x="1626450" y="1577517"/>
                </a:lnTo>
                <a:lnTo>
                  <a:pt x="1628317" y="1575650"/>
                </a:lnTo>
                <a:lnTo>
                  <a:pt x="1628775" y="1574533"/>
                </a:lnTo>
                <a:lnTo>
                  <a:pt x="1628775" y="1571904"/>
                </a:lnTo>
                <a:close/>
              </a:path>
              <a:path w="5248275" h="2362200">
                <a:moveTo>
                  <a:pt x="1628775" y="787679"/>
                </a:moveTo>
                <a:lnTo>
                  <a:pt x="1628317" y="786561"/>
                </a:lnTo>
                <a:lnTo>
                  <a:pt x="1626450" y="784694"/>
                </a:lnTo>
                <a:lnTo>
                  <a:pt x="1625333" y="784225"/>
                </a:lnTo>
                <a:lnTo>
                  <a:pt x="1622704" y="784225"/>
                </a:lnTo>
                <a:lnTo>
                  <a:pt x="1621586" y="784694"/>
                </a:lnTo>
                <a:lnTo>
                  <a:pt x="1619719" y="786561"/>
                </a:lnTo>
                <a:lnTo>
                  <a:pt x="1619250" y="787679"/>
                </a:lnTo>
                <a:lnTo>
                  <a:pt x="1619250" y="790308"/>
                </a:lnTo>
                <a:lnTo>
                  <a:pt x="1619719" y="791425"/>
                </a:lnTo>
                <a:lnTo>
                  <a:pt x="1621586" y="793292"/>
                </a:lnTo>
                <a:lnTo>
                  <a:pt x="1622704" y="793750"/>
                </a:lnTo>
                <a:lnTo>
                  <a:pt x="1625333" y="793750"/>
                </a:lnTo>
                <a:lnTo>
                  <a:pt x="1626450" y="793292"/>
                </a:lnTo>
                <a:lnTo>
                  <a:pt x="1628317" y="791425"/>
                </a:lnTo>
                <a:lnTo>
                  <a:pt x="1628775" y="790308"/>
                </a:lnTo>
                <a:lnTo>
                  <a:pt x="1628775" y="787679"/>
                </a:lnTo>
                <a:close/>
              </a:path>
              <a:path w="5248275" h="2362200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5248275" h="2362200">
                <a:moveTo>
                  <a:pt x="1676400" y="2356129"/>
                </a:moveTo>
                <a:lnTo>
                  <a:pt x="1675942" y="2355011"/>
                </a:lnTo>
                <a:lnTo>
                  <a:pt x="1674075" y="2353145"/>
                </a:lnTo>
                <a:lnTo>
                  <a:pt x="1672958" y="2352675"/>
                </a:lnTo>
                <a:lnTo>
                  <a:pt x="1670329" y="2352675"/>
                </a:lnTo>
                <a:lnTo>
                  <a:pt x="1669211" y="2353145"/>
                </a:lnTo>
                <a:lnTo>
                  <a:pt x="1667344" y="2355011"/>
                </a:lnTo>
                <a:lnTo>
                  <a:pt x="1666875" y="2356129"/>
                </a:lnTo>
                <a:lnTo>
                  <a:pt x="1666875" y="2358758"/>
                </a:lnTo>
                <a:lnTo>
                  <a:pt x="1667344" y="2359876"/>
                </a:lnTo>
                <a:lnTo>
                  <a:pt x="1669211" y="2361742"/>
                </a:lnTo>
                <a:lnTo>
                  <a:pt x="1670329" y="2362200"/>
                </a:lnTo>
                <a:lnTo>
                  <a:pt x="1672958" y="2362200"/>
                </a:lnTo>
                <a:lnTo>
                  <a:pt x="1674075" y="2361742"/>
                </a:lnTo>
                <a:lnTo>
                  <a:pt x="1675942" y="2359876"/>
                </a:lnTo>
                <a:lnTo>
                  <a:pt x="1676400" y="2358758"/>
                </a:lnTo>
                <a:lnTo>
                  <a:pt x="1676400" y="2356129"/>
                </a:lnTo>
                <a:close/>
              </a:path>
              <a:path w="5248275" h="2362200">
                <a:moveTo>
                  <a:pt x="1676400" y="1571904"/>
                </a:moveTo>
                <a:lnTo>
                  <a:pt x="1675942" y="1570786"/>
                </a:lnTo>
                <a:lnTo>
                  <a:pt x="1674075" y="1568919"/>
                </a:lnTo>
                <a:lnTo>
                  <a:pt x="1672958" y="1568450"/>
                </a:lnTo>
                <a:lnTo>
                  <a:pt x="1670329" y="1568450"/>
                </a:lnTo>
                <a:lnTo>
                  <a:pt x="1669211" y="1568919"/>
                </a:lnTo>
                <a:lnTo>
                  <a:pt x="1667344" y="1570786"/>
                </a:lnTo>
                <a:lnTo>
                  <a:pt x="1666875" y="1571904"/>
                </a:lnTo>
                <a:lnTo>
                  <a:pt x="1666875" y="1574533"/>
                </a:lnTo>
                <a:lnTo>
                  <a:pt x="1667344" y="1575650"/>
                </a:lnTo>
                <a:lnTo>
                  <a:pt x="1669211" y="1577517"/>
                </a:lnTo>
                <a:lnTo>
                  <a:pt x="1670329" y="1577975"/>
                </a:lnTo>
                <a:lnTo>
                  <a:pt x="1672958" y="1577975"/>
                </a:lnTo>
                <a:lnTo>
                  <a:pt x="1674075" y="1577517"/>
                </a:lnTo>
                <a:lnTo>
                  <a:pt x="1675942" y="1575650"/>
                </a:lnTo>
                <a:lnTo>
                  <a:pt x="1676400" y="1574533"/>
                </a:lnTo>
                <a:lnTo>
                  <a:pt x="1676400" y="1571904"/>
                </a:lnTo>
                <a:close/>
              </a:path>
              <a:path w="5248275" h="2362200">
                <a:moveTo>
                  <a:pt x="1676400" y="787679"/>
                </a:moveTo>
                <a:lnTo>
                  <a:pt x="1675942" y="786561"/>
                </a:lnTo>
                <a:lnTo>
                  <a:pt x="1674075" y="784694"/>
                </a:lnTo>
                <a:lnTo>
                  <a:pt x="1672958" y="784225"/>
                </a:lnTo>
                <a:lnTo>
                  <a:pt x="1670329" y="784225"/>
                </a:lnTo>
                <a:lnTo>
                  <a:pt x="1669211" y="784694"/>
                </a:lnTo>
                <a:lnTo>
                  <a:pt x="1667344" y="786561"/>
                </a:lnTo>
                <a:lnTo>
                  <a:pt x="1666875" y="787679"/>
                </a:lnTo>
                <a:lnTo>
                  <a:pt x="1666875" y="790308"/>
                </a:lnTo>
                <a:lnTo>
                  <a:pt x="1667344" y="791425"/>
                </a:lnTo>
                <a:lnTo>
                  <a:pt x="1669211" y="793292"/>
                </a:lnTo>
                <a:lnTo>
                  <a:pt x="1670329" y="793750"/>
                </a:lnTo>
                <a:lnTo>
                  <a:pt x="1672958" y="793750"/>
                </a:lnTo>
                <a:lnTo>
                  <a:pt x="1674075" y="793292"/>
                </a:lnTo>
                <a:lnTo>
                  <a:pt x="1675942" y="791425"/>
                </a:lnTo>
                <a:lnTo>
                  <a:pt x="1676400" y="790308"/>
                </a:lnTo>
                <a:lnTo>
                  <a:pt x="1676400" y="787679"/>
                </a:lnTo>
                <a:close/>
              </a:path>
              <a:path w="5248275" h="2362200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5248275" h="2362200">
                <a:moveTo>
                  <a:pt x="1724025" y="2356129"/>
                </a:moveTo>
                <a:lnTo>
                  <a:pt x="1723567" y="2355011"/>
                </a:lnTo>
                <a:lnTo>
                  <a:pt x="1721700" y="2353145"/>
                </a:lnTo>
                <a:lnTo>
                  <a:pt x="1720583" y="2352675"/>
                </a:lnTo>
                <a:lnTo>
                  <a:pt x="1717954" y="2352675"/>
                </a:lnTo>
                <a:lnTo>
                  <a:pt x="1716836" y="2353145"/>
                </a:lnTo>
                <a:lnTo>
                  <a:pt x="1714969" y="2355011"/>
                </a:lnTo>
                <a:lnTo>
                  <a:pt x="1714500" y="2356129"/>
                </a:lnTo>
                <a:lnTo>
                  <a:pt x="1714500" y="2358758"/>
                </a:lnTo>
                <a:lnTo>
                  <a:pt x="1714969" y="2359876"/>
                </a:lnTo>
                <a:lnTo>
                  <a:pt x="1716836" y="2361742"/>
                </a:lnTo>
                <a:lnTo>
                  <a:pt x="1717954" y="2362200"/>
                </a:lnTo>
                <a:lnTo>
                  <a:pt x="1720583" y="2362200"/>
                </a:lnTo>
                <a:lnTo>
                  <a:pt x="1721700" y="2361742"/>
                </a:lnTo>
                <a:lnTo>
                  <a:pt x="1723567" y="2359876"/>
                </a:lnTo>
                <a:lnTo>
                  <a:pt x="1724025" y="2358758"/>
                </a:lnTo>
                <a:lnTo>
                  <a:pt x="1724025" y="2356129"/>
                </a:lnTo>
                <a:close/>
              </a:path>
              <a:path w="5248275" h="2362200">
                <a:moveTo>
                  <a:pt x="1724025" y="1571904"/>
                </a:moveTo>
                <a:lnTo>
                  <a:pt x="1723567" y="1570786"/>
                </a:lnTo>
                <a:lnTo>
                  <a:pt x="1721700" y="1568919"/>
                </a:lnTo>
                <a:lnTo>
                  <a:pt x="1720583" y="1568450"/>
                </a:lnTo>
                <a:lnTo>
                  <a:pt x="1717954" y="1568450"/>
                </a:lnTo>
                <a:lnTo>
                  <a:pt x="1716836" y="1568919"/>
                </a:lnTo>
                <a:lnTo>
                  <a:pt x="1714969" y="1570786"/>
                </a:lnTo>
                <a:lnTo>
                  <a:pt x="1714500" y="1571904"/>
                </a:lnTo>
                <a:lnTo>
                  <a:pt x="1714500" y="1574533"/>
                </a:lnTo>
                <a:lnTo>
                  <a:pt x="1714969" y="1575650"/>
                </a:lnTo>
                <a:lnTo>
                  <a:pt x="1716836" y="1577517"/>
                </a:lnTo>
                <a:lnTo>
                  <a:pt x="1717954" y="1577975"/>
                </a:lnTo>
                <a:lnTo>
                  <a:pt x="1720583" y="1577975"/>
                </a:lnTo>
                <a:lnTo>
                  <a:pt x="1721700" y="1577517"/>
                </a:lnTo>
                <a:lnTo>
                  <a:pt x="1723567" y="1575650"/>
                </a:lnTo>
                <a:lnTo>
                  <a:pt x="1724025" y="1574533"/>
                </a:lnTo>
                <a:lnTo>
                  <a:pt x="1724025" y="1571904"/>
                </a:lnTo>
                <a:close/>
              </a:path>
              <a:path w="5248275" h="2362200">
                <a:moveTo>
                  <a:pt x="1724025" y="787679"/>
                </a:moveTo>
                <a:lnTo>
                  <a:pt x="1723567" y="786561"/>
                </a:lnTo>
                <a:lnTo>
                  <a:pt x="1721700" y="784694"/>
                </a:lnTo>
                <a:lnTo>
                  <a:pt x="1720583" y="784225"/>
                </a:lnTo>
                <a:lnTo>
                  <a:pt x="1717954" y="784225"/>
                </a:lnTo>
                <a:lnTo>
                  <a:pt x="1716836" y="784694"/>
                </a:lnTo>
                <a:lnTo>
                  <a:pt x="1714969" y="786561"/>
                </a:lnTo>
                <a:lnTo>
                  <a:pt x="1714500" y="787679"/>
                </a:lnTo>
                <a:lnTo>
                  <a:pt x="1714500" y="790308"/>
                </a:lnTo>
                <a:lnTo>
                  <a:pt x="1714969" y="791425"/>
                </a:lnTo>
                <a:lnTo>
                  <a:pt x="1716836" y="793292"/>
                </a:lnTo>
                <a:lnTo>
                  <a:pt x="1717954" y="793750"/>
                </a:lnTo>
                <a:lnTo>
                  <a:pt x="1720583" y="793750"/>
                </a:lnTo>
                <a:lnTo>
                  <a:pt x="1721700" y="793292"/>
                </a:lnTo>
                <a:lnTo>
                  <a:pt x="1723567" y="791425"/>
                </a:lnTo>
                <a:lnTo>
                  <a:pt x="1724025" y="790308"/>
                </a:lnTo>
                <a:lnTo>
                  <a:pt x="1724025" y="787679"/>
                </a:lnTo>
                <a:close/>
              </a:path>
              <a:path w="5248275" h="2362200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5248275" h="2362200">
                <a:moveTo>
                  <a:pt x="1771650" y="2356129"/>
                </a:moveTo>
                <a:lnTo>
                  <a:pt x="1771192" y="2355011"/>
                </a:lnTo>
                <a:lnTo>
                  <a:pt x="1769325" y="2353145"/>
                </a:lnTo>
                <a:lnTo>
                  <a:pt x="1768208" y="2352675"/>
                </a:lnTo>
                <a:lnTo>
                  <a:pt x="1765579" y="2352675"/>
                </a:lnTo>
                <a:lnTo>
                  <a:pt x="1764461" y="2353145"/>
                </a:lnTo>
                <a:lnTo>
                  <a:pt x="1762594" y="2355011"/>
                </a:lnTo>
                <a:lnTo>
                  <a:pt x="1762125" y="2356129"/>
                </a:lnTo>
                <a:lnTo>
                  <a:pt x="1762125" y="2358758"/>
                </a:lnTo>
                <a:lnTo>
                  <a:pt x="1762594" y="2359876"/>
                </a:lnTo>
                <a:lnTo>
                  <a:pt x="1764461" y="2361742"/>
                </a:lnTo>
                <a:lnTo>
                  <a:pt x="1765579" y="2362200"/>
                </a:lnTo>
                <a:lnTo>
                  <a:pt x="1768208" y="2362200"/>
                </a:lnTo>
                <a:lnTo>
                  <a:pt x="1769325" y="2361742"/>
                </a:lnTo>
                <a:lnTo>
                  <a:pt x="1771192" y="2359876"/>
                </a:lnTo>
                <a:lnTo>
                  <a:pt x="1771650" y="2358758"/>
                </a:lnTo>
                <a:lnTo>
                  <a:pt x="1771650" y="2356129"/>
                </a:lnTo>
                <a:close/>
              </a:path>
              <a:path w="5248275" h="2362200">
                <a:moveTo>
                  <a:pt x="1771650" y="1571904"/>
                </a:moveTo>
                <a:lnTo>
                  <a:pt x="1771192" y="1570786"/>
                </a:lnTo>
                <a:lnTo>
                  <a:pt x="1769325" y="1568919"/>
                </a:lnTo>
                <a:lnTo>
                  <a:pt x="1768208" y="1568450"/>
                </a:lnTo>
                <a:lnTo>
                  <a:pt x="1765579" y="1568450"/>
                </a:lnTo>
                <a:lnTo>
                  <a:pt x="1764461" y="1568919"/>
                </a:lnTo>
                <a:lnTo>
                  <a:pt x="1762594" y="1570786"/>
                </a:lnTo>
                <a:lnTo>
                  <a:pt x="1762125" y="1571904"/>
                </a:lnTo>
                <a:lnTo>
                  <a:pt x="1762125" y="1574533"/>
                </a:lnTo>
                <a:lnTo>
                  <a:pt x="1762594" y="1575650"/>
                </a:lnTo>
                <a:lnTo>
                  <a:pt x="1764461" y="1577517"/>
                </a:lnTo>
                <a:lnTo>
                  <a:pt x="1765579" y="1577975"/>
                </a:lnTo>
                <a:lnTo>
                  <a:pt x="1768208" y="1577975"/>
                </a:lnTo>
                <a:lnTo>
                  <a:pt x="1769325" y="1577517"/>
                </a:lnTo>
                <a:lnTo>
                  <a:pt x="1771192" y="1575650"/>
                </a:lnTo>
                <a:lnTo>
                  <a:pt x="1771650" y="1574533"/>
                </a:lnTo>
                <a:lnTo>
                  <a:pt x="1771650" y="1571904"/>
                </a:lnTo>
                <a:close/>
              </a:path>
              <a:path w="5248275" h="2362200">
                <a:moveTo>
                  <a:pt x="1771650" y="787679"/>
                </a:moveTo>
                <a:lnTo>
                  <a:pt x="1771192" y="786561"/>
                </a:lnTo>
                <a:lnTo>
                  <a:pt x="1769325" y="784694"/>
                </a:lnTo>
                <a:lnTo>
                  <a:pt x="1768208" y="784225"/>
                </a:lnTo>
                <a:lnTo>
                  <a:pt x="1765579" y="784225"/>
                </a:lnTo>
                <a:lnTo>
                  <a:pt x="1764461" y="784694"/>
                </a:lnTo>
                <a:lnTo>
                  <a:pt x="1762594" y="786561"/>
                </a:lnTo>
                <a:lnTo>
                  <a:pt x="1762125" y="787679"/>
                </a:lnTo>
                <a:lnTo>
                  <a:pt x="1762125" y="790308"/>
                </a:lnTo>
                <a:lnTo>
                  <a:pt x="1762594" y="791425"/>
                </a:lnTo>
                <a:lnTo>
                  <a:pt x="1764461" y="793292"/>
                </a:lnTo>
                <a:lnTo>
                  <a:pt x="1765579" y="793750"/>
                </a:lnTo>
                <a:lnTo>
                  <a:pt x="1768208" y="793750"/>
                </a:lnTo>
                <a:lnTo>
                  <a:pt x="1769325" y="793292"/>
                </a:lnTo>
                <a:lnTo>
                  <a:pt x="1771192" y="791425"/>
                </a:lnTo>
                <a:lnTo>
                  <a:pt x="1771650" y="790308"/>
                </a:lnTo>
                <a:lnTo>
                  <a:pt x="1771650" y="787679"/>
                </a:lnTo>
                <a:close/>
              </a:path>
              <a:path w="5248275" h="2362200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5248275" h="2362200">
                <a:moveTo>
                  <a:pt x="1819275" y="2356129"/>
                </a:moveTo>
                <a:lnTo>
                  <a:pt x="1818817" y="2355011"/>
                </a:lnTo>
                <a:lnTo>
                  <a:pt x="1816950" y="2353145"/>
                </a:lnTo>
                <a:lnTo>
                  <a:pt x="1815833" y="2352675"/>
                </a:lnTo>
                <a:lnTo>
                  <a:pt x="1813204" y="2352675"/>
                </a:lnTo>
                <a:lnTo>
                  <a:pt x="1812086" y="2353145"/>
                </a:lnTo>
                <a:lnTo>
                  <a:pt x="1810219" y="2355011"/>
                </a:lnTo>
                <a:lnTo>
                  <a:pt x="1809750" y="2356129"/>
                </a:lnTo>
                <a:lnTo>
                  <a:pt x="1809750" y="2358758"/>
                </a:lnTo>
                <a:lnTo>
                  <a:pt x="1810219" y="2359876"/>
                </a:lnTo>
                <a:lnTo>
                  <a:pt x="1812086" y="2361742"/>
                </a:lnTo>
                <a:lnTo>
                  <a:pt x="1813204" y="2362200"/>
                </a:lnTo>
                <a:lnTo>
                  <a:pt x="1815833" y="2362200"/>
                </a:lnTo>
                <a:lnTo>
                  <a:pt x="1816950" y="2361742"/>
                </a:lnTo>
                <a:lnTo>
                  <a:pt x="1818817" y="2359876"/>
                </a:lnTo>
                <a:lnTo>
                  <a:pt x="1819275" y="2358758"/>
                </a:lnTo>
                <a:lnTo>
                  <a:pt x="1819275" y="2356129"/>
                </a:lnTo>
                <a:close/>
              </a:path>
              <a:path w="5248275" h="2362200">
                <a:moveTo>
                  <a:pt x="1819275" y="1571904"/>
                </a:moveTo>
                <a:lnTo>
                  <a:pt x="1818817" y="1570786"/>
                </a:lnTo>
                <a:lnTo>
                  <a:pt x="1816950" y="1568919"/>
                </a:lnTo>
                <a:lnTo>
                  <a:pt x="1815833" y="1568450"/>
                </a:lnTo>
                <a:lnTo>
                  <a:pt x="1813204" y="1568450"/>
                </a:lnTo>
                <a:lnTo>
                  <a:pt x="1812086" y="1568919"/>
                </a:lnTo>
                <a:lnTo>
                  <a:pt x="1810219" y="1570786"/>
                </a:lnTo>
                <a:lnTo>
                  <a:pt x="1809750" y="1571904"/>
                </a:lnTo>
                <a:lnTo>
                  <a:pt x="1809750" y="1574533"/>
                </a:lnTo>
                <a:lnTo>
                  <a:pt x="1810219" y="1575650"/>
                </a:lnTo>
                <a:lnTo>
                  <a:pt x="1812086" y="1577517"/>
                </a:lnTo>
                <a:lnTo>
                  <a:pt x="1813204" y="1577975"/>
                </a:lnTo>
                <a:lnTo>
                  <a:pt x="1815833" y="1577975"/>
                </a:lnTo>
                <a:lnTo>
                  <a:pt x="1816950" y="1577517"/>
                </a:lnTo>
                <a:lnTo>
                  <a:pt x="1818817" y="1575650"/>
                </a:lnTo>
                <a:lnTo>
                  <a:pt x="1819275" y="1574533"/>
                </a:lnTo>
                <a:lnTo>
                  <a:pt x="1819275" y="1571904"/>
                </a:lnTo>
                <a:close/>
              </a:path>
              <a:path w="5248275" h="2362200">
                <a:moveTo>
                  <a:pt x="1819275" y="787679"/>
                </a:moveTo>
                <a:lnTo>
                  <a:pt x="1818817" y="786561"/>
                </a:lnTo>
                <a:lnTo>
                  <a:pt x="1816950" y="784694"/>
                </a:lnTo>
                <a:lnTo>
                  <a:pt x="1815833" y="784225"/>
                </a:lnTo>
                <a:lnTo>
                  <a:pt x="1813204" y="784225"/>
                </a:lnTo>
                <a:lnTo>
                  <a:pt x="1812086" y="784694"/>
                </a:lnTo>
                <a:lnTo>
                  <a:pt x="1810219" y="786561"/>
                </a:lnTo>
                <a:lnTo>
                  <a:pt x="1809750" y="787679"/>
                </a:lnTo>
                <a:lnTo>
                  <a:pt x="1809750" y="790308"/>
                </a:lnTo>
                <a:lnTo>
                  <a:pt x="1810219" y="791425"/>
                </a:lnTo>
                <a:lnTo>
                  <a:pt x="1812086" y="793292"/>
                </a:lnTo>
                <a:lnTo>
                  <a:pt x="1813204" y="793750"/>
                </a:lnTo>
                <a:lnTo>
                  <a:pt x="1815833" y="793750"/>
                </a:lnTo>
                <a:lnTo>
                  <a:pt x="1816950" y="793292"/>
                </a:lnTo>
                <a:lnTo>
                  <a:pt x="1818817" y="791425"/>
                </a:lnTo>
                <a:lnTo>
                  <a:pt x="1819275" y="790308"/>
                </a:lnTo>
                <a:lnTo>
                  <a:pt x="1819275" y="787679"/>
                </a:lnTo>
                <a:close/>
              </a:path>
              <a:path w="5248275" h="2362200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5248275" h="2362200">
                <a:moveTo>
                  <a:pt x="1866900" y="2356129"/>
                </a:moveTo>
                <a:lnTo>
                  <a:pt x="1866442" y="2355011"/>
                </a:lnTo>
                <a:lnTo>
                  <a:pt x="1864575" y="2353145"/>
                </a:lnTo>
                <a:lnTo>
                  <a:pt x="1863458" y="2352675"/>
                </a:lnTo>
                <a:lnTo>
                  <a:pt x="1860829" y="2352675"/>
                </a:lnTo>
                <a:lnTo>
                  <a:pt x="1859711" y="2353145"/>
                </a:lnTo>
                <a:lnTo>
                  <a:pt x="1857844" y="2355011"/>
                </a:lnTo>
                <a:lnTo>
                  <a:pt x="1857375" y="2356129"/>
                </a:lnTo>
                <a:lnTo>
                  <a:pt x="1857375" y="2358758"/>
                </a:lnTo>
                <a:lnTo>
                  <a:pt x="1857844" y="2359876"/>
                </a:lnTo>
                <a:lnTo>
                  <a:pt x="1859711" y="2361742"/>
                </a:lnTo>
                <a:lnTo>
                  <a:pt x="1860829" y="2362200"/>
                </a:lnTo>
                <a:lnTo>
                  <a:pt x="1863458" y="2362200"/>
                </a:lnTo>
                <a:lnTo>
                  <a:pt x="1864575" y="2361742"/>
                </a:lnTo>
                <a:lnTo>
                  <a:pt x="1866442" y="2359876"/>
                </a:lnTo>
                <a:lnTo>
                  <a:pt x="1866900" y="2358758"/>
                </a:lnTo>
                <a:lnTo>
                  <a:pt x="1866900" y="2356129"/>
                </a:lnTo>
                <a:close/>
              </a:path>
              <a:path w="5248275" h="2362200">
                <a:moveTo>
                  <a:pt x="1866900" y="1571904"/>
                </a:moveTo>
                <a:lnTo>
                  <a:pt x="1866442" y="1570786"/>
                </a:lnTo>
                <a:lnTo>
                  <a:pt x="1864575" y="1568919"/>
                </a:lnTo>
                <a:lnTo>
                  <a:pt x="1863458" y="1568450"/>
                </a:lnTo>
                <a:lnTo>
                  <a:pt x="1860829" y="1568450"/>
                </a:lnTo>
                <a:lnTo>
                  <a:pt x="1859711" y="1568919"/>
                </a:lnTo>
                <a:lnTo>
                  <a:pt x="1857844" y="1570786"/>
                </a:lnTo>
                <a:lnTo>
                  <a:pt x="1857375" y="1571904"/>
                </a:lnTo>
                <a:lnTo>
                  <a:pt x="1857375" y="1574533"/>
                </a:lnTo>
                <a:lnTo>
                  <a:pt x="1857844" y="1575650"/>
                </a:lnTo>
                <a:lnTo>
                  <a:pt x="1859711" y="1577517"/>
                </a:lnTo>
                <a:lnTo>
                  <a:pt x="1860829" y="1577975"/>
                </a:lnTo>
                <a:lnTo>
                  <a:pt x="1863458" y="1577975"/>
                </a:lnTo>
                <a:lnTo>
                  <a:pt x="1864575" y="1577517"/>
                </a:lnTo>
                <a:lnTo>
                  <a:pt x="1866442" y="1575650"/>
                </a:lnTo>
                <a:lnTo>
                  <a:pt x="1866900" y="1574533"/>
                </a:lnTo>
                <a:lnTo>
                  <a:pt x="1866900" y="1571904"/>
                </a:lnTo>
                <a:close/>
              </a:path>
              <a:path w="5248275" h="2362200">
                <a:moveTo>
                  <a:pt x="1866900" y="787679"/>
                </a:moveTo>
                <a:lnTo>
                  <a:pt x="1866442" y="786561"/>
                </a:lnTo>
                <a:lnTo>
                  <a:pt x="1864575" y="784694"/>
                </a:lnTo>
                <a:lnTo>
                  <a:pt x="1863458" y="784225"/>
                </a:lnTo>
                <a:lnTo>
                  <a:pt x="1860829" y="784225"/>
                </a:lnTo>
                <a:lnTo>
                  <a:pt x="1859711" y="784694"/>
                </a:lnTo>
                <a:lnTo>
                  <a:pt x="1857844" y="786561"/>
                </a:lnTo>
                <a:lnTo>
                  <a:pt x="1857375" y="787679"/>
                </a:lnTo>
                <a:lnTo>
                  <a:pt x="1857375" y="790308"/>
                </a:lnTo>
                <a:lnTo>
                  <a:pt x="1857844" y="791425"/>
                </a:lnTo>
                <a:lnTo>
                  <a:pt x="1859711" y="793292"/>
                </a:lnTo>
                <a:lnTo>
                  <a:pt x="1860829" y="793750"/>
                </a:lnTo>
                <a:lnTo>
                  <a:pt x="1863458" y="793750"/>
                </a:lnTo>
                <a:lnTo>
                  <a:pt x="1864575" y="793292"/>
                </a:lnTo>
                <a:lnTo>
                  <a:pt x="1866442" y="791425"/>
                </a:lnTo>
                <a:lnTo>
                  <a:pt x="1866900" y="790308"/>
                </a:lnTo>
                <a:lnTo>
                  <a:pt x="1866900" y="787679"/>
                </a:lnTo>
                <a:close/>
              </a:path>
              <a:path w="5248275" h="2362200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5248275" h="2362200">
                <a:moveTo>
                  <a:pt x="1914525" y="2356129"/>
                </a:moveTo>
                <a:lnTo>
                  <a:pt x="1914067" y="2355011"/>
                </a:lnTo>
                <a:lnTo>
                  <a:pt x="1912200" y="2353145"/>
                </a:lnTo>
                <a:lnTo>
                  <a:pt x="1911083" y="2352675"/>
                </a:lnTo>
                <a:lnTo>
                  <a:pt x="1908454" y="2352675"/>
                </a:lnTo>
                <a:lnTo>
                  <a:pt x="1907336" y="2353145"/>
                </a:lnTo>
                <a:lnTo>
                  <a:pt x="1905469" y="2355011"/>
                </a:lnTo>
                <a:lnTo>
                  <a:pt x="1905000" y="2356129"/>
                </a:lnTo>
                <a:lnTo>
                  <a:pt x="1905000" y="2358758"/>
                </a:lnTo>
                <a:lnTo>
                  <a:pt x="1905469" y="2359876"/>
                </a:lnTo>
                <a:lnTo>
                  <a:pt x="1907336" y="2361742"/>
                </a:lnTo>
                <a:lnTo>
                  <a:pt x="1908454" y="2362200"/>
                </a:lnTo>
                <a:lnTo>
                  <a:pt x="1911083" y="2362200"/>
                </a:lnTo>
                <a:lnTo>
                  <a:pt x="1912200" y="2361742"/>
                </a:lnTo>
                <a:lnTo>
                  <a:pt x="1914067" y="2359876"/>
                </a:lnTo>
                <a:lnTo>
                  <a:pt x="1914525" y="2358758"/>
                </a:lnTo>
                <a:lnTo>
                  <a:pt x="1914525" y="2356129"/>
                </a:lnTo>
                <a:close/>
              </a:path>
              <a:path w="5248275" h="2362200">
                <a:moveTo>
                  <a:pt x="1914525" y="1571904"/>
                </a:moveTo>
                <a:lnTo>
                  <a:pt x="1914067" y="1570786"/>
                </a:lnTo>
                <a:lnTo>
                  <a:pt x="1912200" y="1568919"/>
                </a:lnTo>
                <a:lnTo>
                  <a:pt x="1911083" y="1568450"/>
                </a:lnTo>
                <a:lnTo>
                  <a:pt x="1908454" y="1568450"/>
                </a:lnTo>
                <a:lnTo>
                  <a:pt x="1907336" y="1568919"/>
                </a:lnTo>
                <a:lnTo>
                  <a:pt x="1905469" y="1570786"/>
                </a:lnTo>
                <a:lnTo>
                  <a:pt x="1905000" y="1571904"/>
                </a:lnTo>
                <a:lnTo>
                  <a:pt x="1905000" y="1574533"/>
                </a:lnTo>
                <a:lnTo>
                  <a:pt x="1905469" y="1575650"/>
                </a:lnTo>
                <a:lnTo>
                  <a:pt x="1907336" y="1577517"/>
                </a:lnTo>
                <a:lnTo>
                  <a:pt x="1908454" y="1577975"/>
                </a:lnTo>
                <a:lnTo>
                  <a:pt x="1911083" y="1577975"/>
                </a:lnTo>
                <a:lnTo>
                  <a:pt x="1912200" y="1577517"/>
                </a:lnTo>
                <a:lnTo>
                  <a:pt x="1914067" y="1575650"/>
                </a:lnTo>
                <a:lnTo>
                  <a:pt x="1914525" y="1574533"/>
                </a:lnTo>
                <a:lnTo>
                  <a:pt x="1914525" y="1571904"/>
                </a:lnTo>
                <a:close/>
              </a:path>
              <a:path w="5248275" h="2362200">
                <a:moveTo>
                  <a:pt x="1914525" y="787679"/>
                </a:moveTo>
                <a:lnTo>
                  <a:pt x="1914067" y="786561"/>
                </a:lnTo>
                <a:lnTo>
                  <a:pt x="1912200" y="784694"/>
                </a:lnTo>
                <a:lnTo>
                  <a:pt x="1911083" y="784225"/>
                </a:lnTo>
                <a:lnTo>
                  <a:pt x="1908454" y="784225"/>
                </a:lnTo>
                <a:lnTo>
                  <a:pt x="1907336" y="784694"/>
                </a:lnTo>
                <a:lnTo>
                  <a:pt x="1905469" y="786561"/>
                </a:lnTo>
                <a:lnTo>
                  <a:pt x="1905000" y="787679"/>
                </a:lnTo>
                <a:lnTo>
                  <a:pt x="1905000" y="790308"/>
                </a:lnTo>
                <a:lnTo>
                  <a:pt x="1905469" y="791425"/>
                </a:lnTo>
                <a:lnTo>
                  <a:pt x="1907336" y="793292"/>
                </a:lnTo>
                <a:lnTo>
                  <a:pt x="1908454" y="793750"/>
                </a:lnTo>
                <a:lnTo>
                  <a:pt x="1911083" y="793750"/>
                </a:lnTo>
                <a:lnTo>
                  <a:pt x="1912200" y="793292"/>
                </a:lnTo>
                <a:lnTo>
                  <a:pt x="1914067" y="791425"/>
                </a:lnTo>
                <a:lnTo>
                  <a:pt x="1914525" y="790308"/>
                </a:lnTo>
                <a:lnTo>
                  <a:pt x="1914525" y="787679"/>
                </a:lnTo>
                <a:close/>
              </a:path>
              <a:path w="5248275" h="2362200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5248275" h="2362200">
                <a:moveTo>
                  <a:pt x="1962150" y="2356129"/>
                </a:moveTo>
                <a:lnTo>
                  <a:pt x="1961692" y="2355011"/>
                </a:lnTo>
                <a:lnTo>
                  <a:pt x="1959825" y="2353145"/>
                </a:lnTo>
                <a:lnTo>
                  <a:pt x="1958708" y="2352675"/>
                </a:lnTo>
                <a:lnTo>
                  <a:pt x="1956079" y="2352675"/>
                </a:lnTo>
                <a:lnTo>
                  <a:pt x="1954961" y="2353145"/>
                </a:lnTo>
                <a:lnTo>
                  <a:pt x="1953094" y="2355011"/>
                </a:lnTo>
                <a:lnTo>
                  <a:pt x="1952625" y="2356129"/>
                </a:lnTo>
                <a:lnTo>
                  <a:pt x="1952625" y="2358758"/>
                </a:lnTo>
                <a:lnTo>
                  <a:pt x="1953094" y="2359876"/>
                </a:lnTo>
                <a:lnTo>
                  <a:pt x="1954961" y="2361742"/>
                </a:lnTo>
                <a:lnTo>
                  <a:pt x="1956079" y="2362200"/>
                </a:lnTo>
                <a:lnTo>
                  <a:pt x="1958708" y="2362200"/>
                </a:lnTo>
                <a:lnTo>
                  <a:pt x="1959825" y="2361742"/>
                </a:lnTo>
                <a:lnTo>
                  <a:pt x="1961692" y="2359876"/>
                </a:lnTo>
                <a:lnTo>
                  <a:pt x="1962150" y="2358758"/>
                </a:lnTo>
                <a:lnTo>
                  <a:pt x="1962150" y="2356129"/>
                </a:lnTo>
                <a:close/>
              </a:path>
              <a:path w="5248275" h="2362200">
                <a:moveTo>
                  <a:pt x="1962150" y="1571904"/>
                </a:moveTo>
                <a:lnTo>
                  <a:pt x="1961692" y="1570786"/>
                </a:lnTo>
                <a:lnTo>
                  <a:pt x="1959825" y="1568919"/>
                </a:lnTo>
                <a:lnTo>
                  <a:pt x="1958708" y="1568450"/>
                </a:lnTo>
                <a:lnTo>
                  <a:pt x="1956079" y="1568450"/>
                </a:lnTo>
                <a:lnTo>
                  <a:pt x="1954961" y="1568919"/>
                </a:lnTo>
                <a:lnTo>
                  <a:pt x="1953094" y="1570786"/>
                </a:lnTo>
                <a:lnTo>
                  <a:pt x="1952625" y="1571904"/>
                </a:lnTo>
                <a:lnTo>
                  <a:pt x="1952625" y="1574533"/>
                </a:lnTo>
                <a:lnTo>
                  <a:pt x="1953094" y="1575650"/>
                </a:lnTo>
                <a:lnTo>
                  <a:pt x="1954961" y="1577517"/>
                </a:lnTo>
                <a:lnTo>
                  <a:pt x="1956079" y="1577975"/>
                </a:lnTo>
                <a:lnTo>
                  <a:pt x="1958708" y="1577975"/>
                </a:lnTo>
                <a:lnTo>
                  <a:pt x="1959825" y="1577517"/>
                </a:lnTo>
                <a:lnTo>
                  <a:pt x="1961692" y="1575650"/>
                </a:lnTo>
                <a:lnTo>
                  <a:pt x="1962150" y="1574533"/>
                </a:lnTo>
                <a:lnTo>
                  <a:pt x="1962150" y="1571904"/>
                </a:lnTo>
                <a:close/>
              </a:path>
              <a:path w="5248275" h="2362200">
                <a:moveTo>
                  <a:pt x="1962150" y="787679"/>
                </a:moveTo>
                <a:lnTo>
                  <a:pt x="1961692" y="786561"/>
                </a:lnTo>
                <a:lnTo>
                  <a:pt x="1959825" y="784694"/>
                </a:lnTo>
                <a:lnTo>
                  <a:pt x="1958708" y="784225"/>
                </a:lnTo>
                <a:lnTo>
                  <a:pt x="1956079" y="784225"/>
                </a:lnTo>
                <a:lnTo>
                  <a:pt x="1954961" y="784694"/>
                </a:lnTo>
                <a:lnTo>
                  <a:pt x="1953094" y="786561"/>
                </a:lnTo>
                <a:lnTo>
                  <a:pt x="1952625" y="787679"/>
                </a:lnTo>
                <a:lnTo>
                  <a:pt x="1952625" y="790308"/>
                </a:lnTo>
                <a:lnTo>
                  <a:pt x="1953094" y="791425"/>
                </a:lnTo>
                <a:lnTo>
                  <a:pt x="1954961" y="793292"/>
                </a:lnTo>
                <a:lnTo>
                  <a:pt x="1956079" y="793750"/>
                </a:lnTo>
                <a:lnTo>
                  <a:pt x="1958708" y="793750"/>
                </a:lnTo>
                <a:lnTo>
                  <a:pt x="1959825" y="793292"/>
                </a:lnTo>
                <a:lnTo>
                  <a:pt x="1961692" y="791425"/>
                </a:lnTo>
                <a:lnTo>
                  <a:pt x="1962150" y="790308"/>
                </a:lnTo>
                <a:lnTo>
                  <a:pt x="1962150" y="787679"/>
                </a:lnTo>
                <a:close/>
              </a:path>
              <a:path w="5248275" h="2362200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5248275" h="2362200">
                <a:moveTo>
                  <a:pt x="2009775" y="2356129"/>
                </a:moveTo>
                <a:lnTo>
                  <a:pt x="2009317" y="2355011"/>
                </a:lnTo>
                <a:lnTo>
                  <a:pt x="2007450" y="2353145"/>
                </a:lnTo>
                <a:lnTo>
                  <a:pt x="2006333" y="2352675"/>
                </a:lnTo>
                <a:lnTo>
                  <a:pt x="2003704" y="2352675"/>
                </a:lnTo>
                <a:lnTo>
                  <a:pt x="2002586" y="2353145"/>
                </a:lnTo>
                <a:lnTo>
                  <a:pt x="2000719" y="2355011"/>
                </a:lnTo>
                <a:lnTo>
                  <a:pt x="2000250" y="2356129"/>
                </a:lnTo>
                <a:lnTo>
                  <a:pt x="2000250" y="2358758"/>
                </a:lnTo>
                <a:lnTo>
                  <a:pt x="2000719" y="2359876"/>
                </a:lnTo>
                <a:lnTo>
                  <a:pt x="2002586" y="2361742"/>
                </a:lnTo>
                <a:lnTo>
                  <a:pt x="2003704" y="2362200"/>
                </a:lnTo>
                <a:lnTo>
                  <a:pt x="2006333" y="2362200"/>
                </a:lnTo>
                <a:lnTo>
                  <a:pt x="2007450" y="2361742"/>
                </a:lnTo>
                <a:lnTo>
                  <a:pt x="2009317" y="2359876"/>
                </a:lnTo>
                <a:lnTo>
                  <a:pt x="2009775" y="2358758"/>
                </a:lnTo>
                <a:lnTo>
                  <a:pt x="2009775" y="2356129"/>
                </a:lnTo>
                <a:close/>
              </a:path>
              <a:path w="5248275" h="2362200">
                <a:moveTo>
                  <a:pt x="2009775" y="1571904"/>
                </a:moveTo>
                <a:lnTo>
                  <a:pt x="2009317" y="1570786"/>
                </a:lnTo>
                <a:lnTo>
                  <a:pt x="2007450" y="1568919"/>
                </a:lnTo>
                <a:lnTo>
                  <a:pt x="2006333" y="1568450"/>
                </a:lnTo>
                <a:lnTo>
                  <a:pt x="2003704" y="1568450"/>
                </a:lnTo>
                <a:lnTo>
                  <a:pt x="2002586" y="1568919"/>
                </a:lnTo>
                <a:lnTo>
                  <a:pt x="2000719" y="1570786"/>
                </a:lnTo>
                <a:lnTo>
                  <a:pt x="2000250" y="1571904"/>
                </a:lnTo>
                <a:lnTo>
                  <a:pt x="2000250" y="1574533"/>
                </a:lnTo>
                <a:lnTo>
                  <a:pt x="2000719" y="1575650"/>
                </a:lnTo>
                <a:lnTo>
                  <a:pt x="2002586" y="1577517"/>
                </a:lnTo>
                <a:lnTo>
                  <a:pt x="2003704" y="1577975"/>
                </a:lnTo>
                <a:lnTo>
                  <a:pt x="2006333" y="1577975"/>
                </a:lnTo>
                <a:lnTo>
                  <a:pt x="2007450" y="1577517"/>
                </a:lnTo>
                <a:lnTo>
                  <a:pt x="2009317" y="1575650"/>
                </a:lnTo>
                <a:lnTo>
                  <a:pt x="2009775" y="1574533"/>
                </a:lnTo>
                <a:lnTo>
                  <a:pt x="2009775" y="1571904"/>
                </a:lnTo>
                <a:close/>
              </a:path>
              <a:path w="5248275" h="2362200">
                <a:moveTo>
                  <a:pt x="2009775" y="787679"/>
                </a:moveTo>
                <a:lnTo>
                  <a:pt x="2009317" y="786561"/>
                </a:lnTo>
                <a:lnTo>
                  <a:pt x="2007450" y="784694"/>
                </a:lnTo>
                <a:lnTo>
                  <a:pt x="2006333" y="784225"/>
                </a:lnTo>
                <a:lnTo>
                  <a:pt x="2003704" y="784225"/>
                </a:lnTo>
                <a:lnTo>
                  <a:pt x="2002586" y="784694"/>
                </a:lnTo>
                <a:lnTo>
                  <a:pt x="2000719" y="786561"/>
                </a:lnTo>
                <a:lnTo>
                  <a:pt x="2000250" y="787679"/>
                </a:lnTo>
                <a:lnTo>
                  <a:pt x="2000250" y="790308"/>
                </a:lnTo>
                <a:lnTo>
                  <a:pt x="2000719" y="791425"/>
                </a:lnTo>
                <a:lnTo>
                  <a:pt x="2002586" y="793292"/>
                </a:lnTo>
                <a:lnTo>
                  <a:pt x="2003704" y="793750"/>
                </a:lnTo>
                <a:lnTo>
                  <a:pt x="2006333" y="793750"/>
                </a:lnTo>
                <a:lnTo>
                  <a:pt x="2007450" y="793292"/>
                </a:lnTo>
                <a:lnTo>
                  <a:pt x="2009317" y="791425"/>
                </a:lnTo>
                <a:lnTo>
                  <a:pt x="2009775" y="790308"/>
                </a:lnTo>
                <a:lnTo>
                  <a:pt x="2009775" y="787679"/>
                </a:lnTo>
                <a:close/>
              </a:path>
              <a:path w="5248275" h="2362200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5248275" h="2362200">
                <a:moveTo>
                  <a:pt x="2057400" y="2356129"/>
                </a:moveTo>
                <a:lnTo>
                  <a:pt x="2056942" y="2355011"/>
                </a:lnTo>
                <a:lnTo>
                  <a:pt x="2055075" y="2353145"/>
                </a:lnTo>
                <a:lnTo>
                  <a:pt x="2053958" y="2352675"/>
                </a:lnTo>
                <a:lnTo>
                  <a:pt x="2051329" y="2352675"/>
                </a:lnTo>
                <a:lnTo>
                  <a:pt x="2050211" y="2353145"/>
                </a:lnTo>
                <a:lnTo>
                  <a:pt x="2048344" y="2355011"/>
                </a:lnTo>
                <a:lnTo>
                  <a:pt x="2047875" y="2356129"/>
                </a:lnTo>
                <a:lnTo>
                  <a:pt x="2047875" y="2358758"/>
                </a:lnTo>
                <a:lnTo>
                  <a:pt x="2048344" y="2359876"/>
                </a:lnTo>
                <a:lnTo>
                  <a:pt x="2050211" y="2361742"/>
                </a:lnTo>
                <a:lnTo>
                  <a:pt x="2051329" y="2362200"/>
                </a:lnTo>
                <a:lnTo>
                  <a:pt x="2053958" y="2362200"/>
                </a:lnTo>
                <a:lnTo>
                  <a:pt x="2055075" y="2361742"/>
                </a:lnTo>
                <a:lnTo>
                  <a:pt x="2056942" y="2359876"/>
                </a:lnTo>
                <a:lnTo>
                  <a:pt x="2057400" y="2358758"/>
                </a:lnTo>
                <a:lnTo>
                  <a:pt x="2057400" y="2356129"/>
                </a:lnTo>
                <a:close/>
              </a:path>
              <a:path w="5248275" h="2362200">
                <a:moveTo>
                  <a:pt x="2057400" y="1571904"/>
                </a:moveTo>
                <a:lnTo>
                  <a:pt x="2056942" y="1570786"/>
                </a:lnTo>
                <a:lnTo>
                  <a:pt x="2055075" y="1568919"/>
                </a:lnTo>
                <a:lnTo>
                  <a:pt x="2053958" y="1568450"/>
                </a:lnTo>
                <a:lnTo>
                  <a:pt x="2051329" y="1568450"/>
                </a:lnTo>
                <a:lnTo>
                  <a:pt x="2050211" y="1568919"/>
                </a:lnTo>
                <a:lnTo>
                  <a:pt x="2048344" y="1570786"/>
                </a:lnTo>
                <a:lnTo>
                  <a:pt x="2047875" y="1571904"/>
                </a:lnTo>
                <a:lnTo>
                  <a:pt x="2047875" y="1574533"/>
                </a:lnTo>
                <a:lnTo>
                  <a:pt x="2048344" y="1575650"/>
                </a:lnTo>
                <a:lnTo>
                  <a:pt x="2050211" y="1577517"/>
                </a:lnTo>
                <a:lnTo>
                  <a:pt x="2051329" y="1577975"/>
                </a:lnTo>
                <a:lnTo>
                  <a:pt x="2053958" y="1577975"/>
                </a:lnTo>
                <a:lnTo>
                  <a:pt x="2055075" y="1577517"/>
                </a:lnTo>
                <a:lnTo>
                  <a:pt x="2056942" y="1575650"/>
                </a:lnTo>
                <a:lnTo>
                  <a:pt x="2057400" y="1574533"/>
                </a:lnTo>
                <a:lnTo>
                  <a:pt x="2057400" y="1571904"/>
                </a:lnTo>
                <a:close/>
              </a:path>
              <a:path w="5248275" h="2362200">
                <a:moveTo>
                  <a:pt x="2057400" y="787679"/>
                </a:moveTo>
                <a:lnTo>
                  <a:pt x="2056942" y="786561"/>
                </a:lnTo>
                <a:lnTo>
                  <a:pt x="2055075" y="784694"/>
                </a:lnTo>
                <a:lnTo>
                  <a:pt x="2053958" y="784225"/>
                </a:lnTo>
                <a:lnTo>
                  <a:pt x="2051329" y="784225"/>
                </a:lnTo>
                <a:lnTo>
                  <a:pt x="2050211" y="784694"/>
                </a:lnTo>
                <a:lnTo>
                  <a:pt x="2048344" y="786561"/>
                </a:lnTo>
                <a:lnTo>
                  <a:pt x="2047875" y="787679"/>
                </a:lnTo>
                <a:lnTo>
                  <a:pt x="2047875" y="790308"/>
                </a:lnTo>
                <a:lnTo>
                  <a:pt x="2048344" y="791425"/>
                </a:lnTo>
                <a:lnTo>
                  <a:pt x="2050211" y="793292"/>
                </a:lnTo>
                <a:lnTo>
                  <a:pt x="2051329" y="793750"/>
                </a:lnTo>
                <a:lnTo>
                  <a:pt x="2053958" y="793750"/>
                </a:lnTo>
                <a:lnTo>
                  <a:pt x="2055075" y="793292"/>
                </a:lnTo>
                <a:lnTo>
                  <a:pt x="2056942" y="791425"/>
                </a:lnTo>
                <a:lnTo>
                  <a:pt x="2057400" y="790308"/>
                </a:lnTo>
                <a:lnTo>
                  <a:pt x="2057400" y="787679"/>
                </a:lnTo>
                <a:close/>
              </a:path>
              <a:path w="5248275" h="2362200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5248275" h="2362200">
                <a:moveTo>
                  <a:pt x="2105025" y="2356129"/>
                </a:moveTo>
                <a:lnTo>
                  <a:pt x="2104567" y="2355011"/>
                </a:lnTo>
                <a:lnTo>
                  <a:pt x="2102700" y="2353145"/>
                </a:lnTo>
                <a:lnTo>
                  <a:pt x="2101583" y="2352675"/>
                </a:lnTo>
                <a:lnTo>
                  <a:pt x="2098954" y="2352675"/>
                </a:lnTo>
                <a:lnTo>
                  <a:pt x="2097836" y="2353145"/>
                </a:lnTo>
                <a:lnTo>
                  <a:pt x="2095969" y="2355011"/>
                </a:lnTo>
                <a:lnTo>
                  <a:pt x="2095500" y="2356129"/>
                </a:lnTo>
                <a:lnTo>
                  <a:pt x="2095500" y="2358758"/>
                </a:lnTo>
                <a:lnTo>
                  <a:pt x="2095969" y="2359876"/>
                </a:lnTo>
                <a:lnTo>
                  <a:pt x="2097836" y="2361742"/>
                </a:lnTo>
                <a:lnTo>
                  <a:pt x="2098954" y="2362200"/>
                </a:lnTo>
                <a:lnTo>
                  <a:pt x="2101583" y="2362200"/>
                </a:lnTo>
                <a:lnTo>
                  <a:pt x="2102700" y="2361742"/>
                </a:lnTo>
                <a:lnTo>
                  <a:pt x="2104567" y="2359876"/>
                </a:lnTo>
                <a:lnTo>
                  <a:pt x="2105025" y="2358758"/>
                </a:lnTo>
                <a:lnTo>
                  <a:pt x="2105025" y="2356129"/>
                </a:lnTo>
                <a:close/>
              </a:path>
              <a:path w="5248275" h="2362200">
                <a:moveTo>
                  <a:pt x="2105025" y="1571904"/>
                </a:moveTo>
                <a:lnTo>
                  <a:pt x="2104567" y="1570786"/>
                </a:lnTo>
                <a:lnTo>
                  <a:pt x="2102700" y="1568919"/>
                </a:lnTo>
                <a:lnTo>
                  <a:pt x="2101583" y="1568450"/>
                </a:lnTo>
                <a:lnTo>
                  <a:pt x="2098954" y="1568450"/>
                </a:lnTo>
                <a:lnTo>
                  <a:pt x="2097836" y="1568919"/>
                </a:lnTo>
                <a:lnTo>
                  <a:pt x="2095969" y="1570786"/>
                </a:lnTo>
                <a:lnTo>
                  <a:pt x="2095500" y="1571904"/>
                </a:lnTo>
                <a:lnTo>
                  <a:pt x="2095500" y="1574533"/>
                </a:lnTo>
                <a:lnTo>
                  <a:pt x="2095969" y="1575650"/>
                </a:lnTo>
                <a:lnTo>
                  <a:pt x="2097836" y="1577517"/>
                </a:lnTo>
                <a:lnTo>
                  <a:pt x="2098954" y="1577975"/>
                </a:lnTo>
                <a:lnTo>
                  <a:pt x="2101583" y="1577975"/>
                </a:lnTo>
                <a:lnTo>
                  <a:pt x="2102700" y="1577517"/>
                </a:lnTo>
                <a:lnTo>
                  <a:pt x="2104567" y="1575650"/>
                </a:lnTo>
                <a:lnTo>
                  <a:pt x="2105025" y="1574533"/>
                </a:lnTo>
                <a:lnTo>
                  <a:pt x="2105025" y="1571904"/>
                </a:lnTo>
                <a:close/>
              </a:path>
              <a:path w="5248275" h="2362200">
                <a:moveTo>
                  <a:pt x="2105025" y="787679"/>
                </a:moveTo>
                <a:lnTo>
                  <a:pt x="2104567" y="786561"/>
                </a:lnTo>
                <a:lnTo>
                  <a:pt x="2102700" y="784694"/>
                </a:lnTo>
                <a:lnTo>
                  <a:pt x="2101583" y="784225"/>
                </a:lnTo>
                <a:lnTo>
                  <a:pt x="2098954" y="784225"/>
                </a:lnTo>
                <a:lnTo>
                  <a:pt x="2097836" y="784694"/>
                </a:lnTo>
                <a:lnTo>
                  <a:pt x="2095969" y="786561"/>
                </a:lnTo>
                <a:lnTo>
                  <a:pt x="2095500" y="787679"/>
                </a:lnTo>
                <a:lnTo>
                  <a:pt x="2095500" y="790308"/>
                </a:lnTo>
                <a:lnTo>
                  <a:pt x="2095969" y="791425"/>
                </a:lnTo>
                <a:lnTo>
                  <a:pt x="2097836" y="793292"/>
                </a:lnTo>
                <a:lnTo>
                  <a:pt x="2098954" y="793750"/>
                </a:lnTo>
                <a:lnTo>
                  <a:pt x="2101583" y="793750"/>
                </a:lnTo>
                <a:lnTo>
                  <a:pt x="2102700" y="793292"/>
                </a:lnTo>
                <a:lnTo>
                  <a:pt x="2104567" y="791425"/>
                </a:lnTo>
                <a:lnTo>
                  <a:pt x="2105025" y="790308"/>
                </a:lnTo>
                <a:lnTo>
                  <a:pt x="2105025" y="787679"/>
                </a:lnTo>
                <a:close/>
              </a:path>
              <a:path w="5248275" h="2362200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5248275" h="2362200">
                <a:moveTo>
                  <a:pt x="2152650" y="2356129"/>
                </a:moveTo>
                <a:lnTo>
                  <a:pt x="2152192" y="2355011"/>
                </a:lnTo>
                <a:lnTo>
                  <a:pt x="2150326" y="2353145"/>
                </a:lnTo>
                <a:lnTo>
                  <a:pt x="2149208" y="2352675"/>
                </a:lnTo>
                <a:lnTo>
                  <a:pt x="2146579" y="2352675"/>
                </a:lnTo>
                <a:lnTo>
                  <a:pt x="2145461" y="2353145"/>
                </a:lnTo>
                <a:lnTo>
                  <a:pt x="2143595" y="2355011"/>
                </a:lnTo>
                <a:lnTo>
                  <a:pt x="2143125" y="2356129"/>
                </a:lnTo>
                <a:lnTo>
                  <a:pt x="2143125" y="2358758"/>
                </a:lnTo>
                <a:lnTo>
                  <a:pt x="2143595" y="2359876"/>
                </a:lnTo>
                <a:lnTo>
                  <a:pt x="2145461" y="2361742"/>
                </a:lnTo>
                <a:lnTo>
                  <a:pt x="2146579" y="2362200"/>
                </a:lnTo>
                <a:lnTo>
                  <a:pt x="2149208" y="2362200"/>
                </a:lnTo>
                <a:lnTo>
                  <a:pt x="2150326" y="2361742"/>
                </a:lnTo>
                <a:lnTo>
                  <a:pt x="2152192" y="2359876"/>
                </a:lnTo>
                <a:lnTo>
                  <a:pt x="2152650" y="2358758"/>
                </a:lnTo>
                <a:lnTo>
                  <a:pt x="2152650" y="2356129"/>
                </a:lnTo>
                <a:close/>
              </a:path>
              <a:path w="5248275" h="2362200">
                <a:moveTo>
                  <a:pt x="2152650" y="1571904"/>
                </a:moveTo>
                <a:lnTo>
                  <a:pt x="2152192" y="1570786"/>
                </a:lnTo>
                <a:lnTo>
                  <a:pt x="2150326" y="1568919"/>
                </a:lnTo>
                <a:lnTo>
                  <a:pt x="2149208" y="1568450"/>
                </a:lnTo>
                <a:lnTo>
                  <a:pt x="2146579" y="1568450"/>
                </a:lnTo>
                <a:lnTo>
                  <a:pt x="2145461" y="1568919"/>
                </a:lnTo>
                <a:lnTo>
                  <a:pt x="2143595" y="1570786"/>
                </a:lnTo>
                <a:lnTo>
                  <a:pt x="2143125" y="1571904"/>
                </a:lnTo>
                <a:lnTo>
                  <a:pt x="2143125" y="1574533"/>
                </a:lnTo>
                <a:lnTo>
                  <a:pt x="2143595" y="1575650"/>
                </a:lnTo>
                <a:lnTo>
                  <a:pt x="2145461" y="1577517"/>
                </a:lnTo>
                <a:lnTo>
                  <a:pt x="2146579" y="1577975"/>
                </a:lnTo>
                <a:lnTo>
                  <a:pt x="2149208" y="1577975"/>
                </a:lnTo>
                <a:lnTo>
                  <a:pt x="2150326" y="1577517"/>
                </a:lnTo>
                <a:lnTo>
                  <a:pt x="2152192" y="1575650"/>
                </a:lnTo>
                <a:lnTo>
                  <a:pt x="2152650" y="1574533"/>
                </a:lnTo>
                <a:lnTo>
                  <a:pt x="2152650" y="1571904"/>
                </a:lnTo>
                <a:close/>
              </a:path>
              <a:path w="5248275" h="2362200">
                <a:moveTo>
                  <a:pt x="2152650" y="787679"/>
                </a:moveTo>
                <a:lnTo>
                  <a:pt x="2152192" y="786561"/>
                </a:lnTo>
                <a:lnTo>
                  <a:pt x="2150326" y="784694"/>
                </a:lnTo>
                <a:lnTo>
                  <a:pt x="2149208" y="784225"/>
                </a:lnTo>
                <a:lnTo>
                  <a:pt x="2146579" y="784225"/>
                </a:lnTo>
                <a:lnTo>
                  <a:pt x="2145461" y="784694"/>
                </a:lnTo>
                <a:lnTo>
                  <a:pt x="2143595" y="786561"/>
                </a:lnTo>
                <a:lnTo>
                  <a:pt x="2143125" y="787679"/>
                </a:lnTo>
                <a:lnTo>
                  <a:pt x="2143125" y="790308"/>
                </a:lnTo>
                <a:lnTo>
                  <a:pt x="2143595" y="791425"/>
                </a:lnTo>
                <a:lnTo>
                  <a:pt x="2145461" y="793292"/>
                </a:lnTo>
                <a:lnTo>
                  <a:pt x="2146579" y="793750"/>
                </a:lnTo>
                <a:lnTo>
                  <a:pt x="2149208" y="793750"/>
                </a:lnTo>
                <a:lnTo>
                  <a:pt x="2150326" y="793292"/>
                </a:lnTo>
                <a:lnTo>
                  <a:pt x="2152192" y="791425"/>
                </a:lnTo>
                <a:lnTo>
                  <a:pt x="2152650" y="790308"/>
                </a:lnTo>
                <a:lnTo>
                  <a:pt x="2152650" y="787679"/>
                </a:lnTo>
                <a:close/>
              </a:path>
              <a:path w="5248275" h="2362200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5248275" h="2362200">
                <a:moveTo>
                  <a:pt x="2200275" y="2356129"/>
                </a:moveTo>
                <a:lnTo>
                  <a:pt x="2199817" y="2355011"/>
                </a:lnTo>
                <a:lnTo>
                  <a:pt x="2197951" y="2353145"/>
                </a:lnTo>
                <a:lnTo>
                  <a:pt x="2196833" y="2352675"/>
                </a:lnTo>
                <a:lnTo>
                  <a:pt x="2194204" y="2352675"/>
                </a:lnTo>
                <a:lnTo>
                  <a:pt x="2193086" y="2353145"/>
                </a:lnTo>
                <a:lnTo>
                  <a:pt x="2191220" y="2355011"/>
                </a:lnTo>
                <a:lnTo>
                  <a:pt x="2190750" y="2356129"/>
                </a:lnTo>
                <a:lnTo>
                  <a:pt x="2190750" y="2358758"/>
                </a:lnTo>
                <a:lnTo>
                  <a:pt x="2191220" y="2359876"/>
                </a:lnTo>
                <a:lnTo>
                  <a:pt x="2193086" y="2361742"/>
                </a:lnTo>
                <a:lnTo>
                  <a:pt x="2194204" y="2362200"/>
                </a:lnTo>
                <a:lnTo>
                  <a:pt x="2196833" y="2362200"/>
                </a:lnTo>
                <a:lnTo>
                  <a:pt x="2197951" y="2361742"/>
                </a:lnTo>
                <a:lnTo>
                  <a:pt x="2199817" y="2359876"/>
                </a:lnTo>
                <a:lnTo>
                  <a:pt x="2200275" y="2358758"/>
                </a:lnTo>
                <a:lnTo>
                  <a:pt x="2200275" y="2356129"/>
                </a:lnTo>
                <a:close/>
              </a:path>
              <a:path w="5248275" h="2362200">
                <a:moveTo>
                  <a:pt x="2200275" y="1571904"/>
                </a:moveTo>
                <a:lnTo>
                  <a:pt x="2199817" y="1570786"/>
                </a:lnTo>
                <a:lnTo>
                  <a:pt x="2197951" y="1568919"/>
                </a:lnTo>
                <a:lnTo>
                  <a:pt x="2196833" y="1568450"/>
                </a:lnTo>
                <a:lnTo>
                  <a:pt x="2194204" y="1568450"/>
                </a:lnTo>
                <a:lnTo>
                  <a:pt x="2193086" y="1568919"/>
                </a:lnTo>
                <a:lnTo>
                  <a:pt x="2191220" y="1570786"/>
                </a:lnTo>
                <a:lnTo>
                  <a:pt x="2190750" y="1571904"/>
                </a:lnTo>
                <a:lnTo>
                  <a:pt x="2190750" y="1574533"/>
                </a:lnTo>
                <a:lnTo>
                  <a:pt x="2191220" y="1575650"/>
                </a:lnTo>
                <a:lnTo>
                  <a:pt x="2193086" y="1577517"/>
                </a:lnTo>
                <a:lnTo>
                  <a:pt x="2194204" y="1577975"/>
                </a:lnTo>
                <a:lnTo>
                  <a:pt x="2196833" y="1577975"/>
                </a:lnTo>
                <a:lnTo>
                  <a:pt x="2197951" y="1577517"/>
                </a:lnTo>
                <a:lnTo>
                  <a:pt x="2199817" y="1575650"/>
                </a:lnTo>
                <a:lnTo>
                  <a:pt x="2200275" y="1574533"/>
                </a:lnTo>
                <a:lnTo>
                  <a:pt x="2200275" y="1571904"/>
                </a:lnTo>
                <a:close/>
              </a:path>
              <a:path w="5248275" h="2362200">
                <a:moveTo>
                  <a:pt x="2200275" y="787679"/>
                </a:moveTo>
                <a:lnTo>
                  <a:pt x="2199817" y="786561"/>
                </a:lnTo>
                <a:lnTo>
                  <a:pt x="2197951" y="784694"/>
                </a:lnTo>
                <a:lnTo>
                  <a:pt x="2196833" y="784225"/>
                </a:lnTo>
                <a:lnTo>
                  <a:pt x="2194204" y="784225"/>
                </a:lnTo>
                <a:lnTo>
                  <a:pt x="2193086" y="784694"/>
                </a:lnTo>
                <a:lnTo>
                  <a:pt x="2191220" y="786561"/>
                </a:lnTo>
                <a:lnTo>
                  <a:pt x="2190750" y="787679"/>
                </a:lnTo>
                <a:lnTo>
                  <a:pt x="2190750" y="790308"/>
                </a:lnTo>
                <a:lnTo>
                  <a:pt x="2191220" y="791425"/>
                </a:lnTo>
                <a:lnTo>
                  <a:pt x="2193086" y="793292"/>
                </a:lnTo>
                <a:lnTo>
                  <a:pt x="2194204" y="793750"/>
                </a:lnTo>
                <a:lnTo>
                  <a:pt x="2196833" y="793750"/>
                </a:lnTo>
                <a:lnTo>
                  <a:pt x="2197951" y="793292"/>
                </a:lnTo>
                <a:lnTo>
                  <a:pt x="2199817" y="791425"/>
                </a:lnTo>
                <a:lnTo>
                  <a:pt x="2200275" y="790308"/>
                </a:lnTo>
                <a:lnTo>
                  <a:pt x="2200275" y="787679"/>
                </a:lnTo>
                <a:close/>
              </a:path>
              <a:path w="5248275" h="2362200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5248275" h="2362200">
                <a:moveTo>
                  <a:pt x="2247900" y="2356129"/>
                </a:moveTo>
                <a:lnTo>
                  <a:pt x="2247442" y="2355011"/>
                </a:lnTo>
                <a:lnTo>
                  <a:pt x="2245576" y="2353145"/>
                </a:lnTo>
                <a:lnTo>
                  <a:pt x="2244458" y="2352675"/>
                </a:lnTo>
                <a:lnTo>
                  <a:pt x="2241829" y="2352675"/>
                </a:lnTo>
                <a:lnTo>
                  <a:pt x="2240711" y="2353145"/>
                </a:lnTo>
                <a:lnTo>
                  <a:pt x="2238845" y="2355011"/>
                </a:lnTo>
                <a:lnTo>
                  <a:pt x="2238375" y="2356129"/>
                </a:lnTo>
                <a:lnTo>
                  <a:pt x="2238375" y="2358758"/>
                </a:lnTo>
                <a:lnTo>
                  <a:pt x="2238845" y="2359876"/>
                </a:lnTo>
                <a:lnTo>
                  <a:pt x="2240711" y="2361742"/>
                </a:lnTo>
                <a:lnTo>
                  <a:pt x="2241829" y="2362200"/>
                </a:lnTo>
                <a:lnTo>
                  <a:pt x="2244458" y="2362200"/>
                </a:lnTo>
                <a:lnTo>
                  <a:pt x="2245576" y="2361742"/>
                </a:lnTo>
                <a:lnTo>
                  <a:pt x="2247442" y="2359876"/>
                </a:lnTo>
                <a:lnTo>
                  <a:pt x="2247900" y="2358758"/>
                </a:lnTo>
                <a:lnTo>
                  <a:pt x="2247900" y="2356129"/>
                </a:lnTo>
                <a:close/>
              </a:path>
              <a:path w="5248275" h="2362200">
                <a:moveTo>
                  <a:pt x="2247900" y="1571904"/>
                </a:moveTo>
                <a:lnTo>
                  <a:pt x="2247442" y="1570786"/>
                </a:lnTo>
                <a:lnTo>
                  <a:pt x="2245576" y="1568919"/>
                </a:lnTo>
                <a:lnTo>
                  <a:pt x="2244458" y="1568450"/>
                </a:lnTo>
                <a:lnTo>
                  <a:pt x="2241829" y="1568450"/>
                </a:lnTo>
                <a:lnTo>
                  <a:pt x="2240711" y="1568919"/>
                </a:lnTo>
                <a:lnTo>
                  <a:pt x="2238845" y="1570786"/>
                </a:lnTo>
                <a:lnTo>
                  <a:pt x="2238375" y="1571904"/>
                </a:lnTo>
                <a:lnTo>
                  <a:pt x="2238375" y="1574533"/>
                </a:lnTo>
                <a:lnTo>
                  <a:pt x="2238845" y="1575650"/>
                </a:lnTo>
                <a:lnTo>
                  <a:pt x="2240711" y="1577517"/>
                </a:lnTo>
                <a:lnTo>
                  <a:pt x="2241829" y="1577975"/>
                </a:lnTo>
                <a:lnTo>
                  <a:pt x="2244458" y="1577975"/>
                </a:lnTo>
                <a:lnTo>
                  <a:pt x="2245576" y="1577517"/>
                </a:lnTo>
                <a:lnTo>
                  <a:pt x="2247442" y="1575650"/>
                </a:lnTo>
                <a:lnTo>
                  <a:pt x="2247900" y="1574533"/>
                </a:lnTo>
                <a:lnTo>
                  <a:pt x="2247900" y="1571904"/>
                </a:lnTo>
                <a:close/>
              </a:path>
              <a:path w="5248275" h="2362200">
                <a:moveTo>
                  <a:pt x="2247900" y="787679"/>
                </a:moveTo>
                <a:lnTo>
                  <a:pt x="2247442" y="786561"/>
                </a:lnTo>
                <a:lnTo>
                  <a:pt x="2245576" y="784694"/>
                </a:lnTo>
                <a:lnTo>
                  <a:pt x="2244458" y="784225"/>
                </a:lnTo>
                <a:lnTo>
                  <a:pt x="2241829" y="784225"/>
                </a:lnTo>
                <a:lnTo>
                  <a:pt x="2240711" y="784694"/>
                </a:lnTo>
                <a:lnTo>
                  <a:pt x="2238845" y="786561"/>
                </a:lnTo>
                <a:lnTo>
                  <a:pt x="2238375" y="787679"/>
                </a:lnTo>
                <a:lnTo>
                  <a:pt x="2238375" y="790308"/>
                </a:lnTo>
                <a:lnTo>
                  <a:pt x="2238845" y="791425"/>
                </a:lnTo>
                <a:lnTo>
                  <a:pt x="2240711" y="793292"/>
                </a:lnTo>
                <a:lnTo>
                  <a:pt x="2241829" y="793750"/>
                </a:lnTo>
                <a:lnTo>
                  <a:pt x="2244458" y="793750"/>
                </a:lnTo>
                <a:lnTo>
                  <a:pt x="2245576" y="793292"/>
                </a:lnTo>
                <a:lnTo>
                  <a:pt x="2247442" y="791425"/>
                </a:lnTo>
                <a:lnTo>
                  <a:pt x="2247900" y="790308"/>
                </a:lnTo>
                <a:lnTo>
                  <a:pt x="2247900" y="787679"/>
                </a:lnTo>
                <a:close/>
              </a:path>
              <a:path w="5248275" h="2362200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5248275" h="2362200">
                <a:moveTo>
                  <a:pt x="2295525" y="2356129"/>
                </a:moveTo>
                <a:lnTo>
                  <a:pt x="2295067" y="2355011"/>
                </a:lnTo>
                <a:lnTo>
                  <a:pt x="2293201" y="2353145"/>
                </a:lnTo>
                <a:lnTo>
                  <a:pt x="2292083" y="2352675"/>
                </a:lnTo>
                <a:lnTo>
                  <a:pt x="2289454" y="2352675"/>
                </a:lnTo>
                <a:lnTo>
                  <a:pt x="2288336" y="2353145"/>
                </a:lnTo>
                <a:lnTo>
                  <a:pt x="2286470" y="2355011"/>
                </a:lnTo>
                <a:lnTo>
                  <a:pt x="2286000" y="2356129"/>
                </a:lnTo>
                <a:lnTo>
                  <a:pt x="2286000" y="2358758"/>
                </a:lnTo>
                <a:lnTo>
                  <a:pt x="2286470" y="2359876"/>
                </a:lnTo>
                <a:lnTo>
                  <a:pt x="2288336" y="2361742"/>
                </a:lnTo>
                <a:lnTo>
                  <a:pt x="2289454" y="2362200"/>
                </a:lnTo>
                <a:lnTo>
                  <a:pt x="2292083" y="2362200"/>
                </a:lnTo>
                <a:lnTo>
                  <a:pt x="2293201" y="2361742"/>
                </a:lnTo>
                <a:lnTo>
                  <a:pt x="2295067" y="2359876"/>
                </a:lnTo>
                <a:lnTo>
                  <a:pt x="2295525" y="2358758"/>
                </a:lnTo>
                <a:lnTo>
                  <a:pt x="2295525" y="2356129"/>
                </a:lnTo>
                <a:close/>
              </a:path>
              <a:path w="5248275" h="2362200">
                <a:moveTo>
                  <a:pt x="2295525" y="1571904"/>
                </a:moveTo>
                <a:lnTo>
                  <a:pt x="2295067" y="1570786"/>
                </a:lnTo>
                <a:lnTo>
                  <a:pt x="2293201" y="1568919"/>
                </a:lnTo>
                <a:lnTo>
                  <a:pt x="2292083" y="1568450"/>
                </a:lnTo>
                <a:lnTo>
                  <a:pt x="2289454" y="1568450"/>
                </a:lnTo>
                <a:lnTo>
                  <a:pt x="2288336" y="1568919"/>
                </a:lnTo>
                <a:lnTo>
                  <a:pt x="2286470" y="1570786"/>
                </a:lnTo>
                <a:lnTo>
                  <a:pt x="2286000" y="1571904"/>
                </a:lnTo>
                <a:lnTo>
                  <a:pt x="2286000" y="1574533"/>
                </a:lnTo>
                <a:lnTo>
                  <a:pt x="2286470" y="1575650"/>
                </a:lnTo>
                <a:lnTo>
                  <a:pt x="2288336" y="1577517"/>
                </a:lnTo>
                <a:lnTo>
                  <a:pt x="2289454" y="1577975"/>
                </a:lnTo>
                <a:lnTo>
                  <a:pt x="2292083" y="1577975"/>
                </a:lnTo>
                <a:lnTo>
                  <a:pt x="2293201" y="1577517"/>
                </a:lnTo>
                <a:lnTo>
                  <a:pt x="2295067" y="1575650"/>
                </a:lnTo>
                <a:lnTo>
                  <a:pt x="2295525" y="1574533"/>
                </a:lnTo>
                <a:lnTo>
                  <a:pt x="2295525" y="1571904"/>
                </a:lnTo>
                <a:close/>
              </a:path>
              <a:path w="5248275" h="2362200">
                <a:moveTo>
                  <a:pt x="2295525" y="787679"/>
                </a:moveTo>
                <a:lnTo>
                  <a:pt x="2295067" y="786561"/>
                </a:lnTo>
                <a:lnTo>
                  <a:pt x="2293201" y="784694"/>
                </a:lnTo>
                <a:lnTo>
                  <a:pt x="2292083" y="784225"/>
                </a:lnTo>
                <a:lnTo>
                  <a:pt x="2289454" y="784225"/>
                </a:lnTo>
                <a:lnTo>
                  <a:pt x="2288336" y="784694"/>
                </a:lnTo>
                <a:lnTo>
                  <a:pt x="2286470" y="786561"/>
                </a:lnTo>
                <a:lnTo>
                  <a:pt x="2286000" y="787679"/>
                </a:lnTo>
                <a:lnTo>
                  <a:pt x="2286000" y="790308"/>
                </a:lnTo>
                <a:lnTo>
                  <a:pt x="2286470" y="791425"/>
                </a:lnTo>
                <a:lnTo>
                  <a:pt x="2288336" y="793292"/>
                </a:lnTo>
                <a:lnTo>
                  <a:pt x="2289454" y="793750"/>
                </a:lnTo>
                <a:lnTo>
                  <a:pt x="2292083" y="793750"/>
                </a:lnTo>
                <a:lnTo>
                  <a:pt x="2293201" y="793292"/>
                </a:lnTo>
                <a:lnTo>
                  <a:pt x="2295067" y="791425"/>
                </a:lnTo>
                <a:lnTo>
                  <a:pt x="2295525" y="790308"/>
                </a:lnTo>
                <a:lnTo>
                  <a:pt x="2295525" y="787679"/>
                </a:lnTo>
                <a:close/>
              </a:path>
              <a:path w="5248275" h="2362200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5248275" h="2362200">
                <a:moveTo>
                  <a:pt x="2343150" y="2356129"/>
                </a:moveTo>
                <a:lnTo>
                  <a:pt x="2342692" y="2355011"/>
                </a:lnTo>
                <a:lnTo>
                  <a:pt x="2340826" y="2353145"/>
                </a:lnTo>
                <a:lnTo>
                  <a:pt x="2339708" y="2352675"/>
                </a:lnTo>
                <a:lnTo>
                  <a:pt x="2337079" y="2352675"/>
                </a:lnTo>
                <a:lnTo>
                  <a:pt x="2335961" y="2353145"/>
                </a:lnTo>
                <a:lnTo>
                  <a:pt x="2334095" y="2355011"/>
                </a:lnTo>
                <a:lnTo>
                  <a:pt x="2333625" y="2356129"/>
                </a:lnTo>
                <a:lnTo>
                  <a:pt x="2333625" y="2358758"/>
                </a:lnTo>
                <a:lnTo>
                  <a:pt x="2334095" y="2359876"/>
                </a:lnTo>
                <a:lnTo>
                  <a:pt x="2335961" y="2361742"/>
                </a:lnTo>
                <a:lnTo>
                  <a:pt x="2337079" y="2362200"/>
                </a:lnTo>
                <a:lnTo>
                  <a:pt x="2339708" y="2362200"/>
                </a:lnTo>
                <a:lnTo>
                  <a:pt x="2340826" y="2361742"/>
                </a:lnTo>
                <a:lnTo>
                  <a:pt x="2342692" y="2359876"/>
                </a:lnTo>
                <a:lnTo>
                  <a:pt x="2343150" y="2358758"/>
                </a:lnTo>
                <a:lnTo>
                  <a:pt x="2343150" y="2356129"/>
                </a:lnTo>
                <a:close/>
              </a:path>
              <a:path w="5248275" h="2362200">
                <a:moveTo>
                  <a:pt x="2343150" y="1571904"/>
                </a:moveTo>
                <a:lnTo>
                  <a:pt x="2342692" y="1570786"/>
                </a:lnTo>
                <a:lnTo>
                  <a:pt x="2340826" y="1568919"/>
                </a:lnTo>
                <a:lnTo>
                  <a:pt x="2339708" y="1568450"/>
                </a:lnTo>
                <a:lnTo>
                  <a:pt x="2337079" y="1568450"/>
                </a:lnTo>
                <a:lnTo>
                  <a:pt x="2335961" y="1568919"/>
                </a:lnTo>
                <a:lnTo>
                  <a:pt x="2334095" y="1570786"/>
                </a:lnTo>
                <a:lnTo>
                  <a:pt x="2333625" y="1571904"/>
                </a:lnTo>
                <a:lnTo>
                  <a:pt x="2333625" y="1574533"/>
                </a:lnTo>
                <a:lnTo>
                  <a:pt x="2334095" y="1575650"/>
                </a:lnTo>
                <a:lnTo>
                  <a:pt x="2335961" y="1577517"/>
                </a:lnTo>
                <a:lnTo>
                  <a:pt x="2337079" y="1577975"/>
                </a:lnTo>
                <a:lnTo>
                  <a:pt x="2339708" y="1577975"/>
                </a:lnTo>
                <a:lnTo>
                  <a:pt x="2340826" y="1577517"/>
                </a:lnTo>
                <a:lnTo>
                  <a:pt x="2342692" y="1575650"/>
                </a:lnTo>
                <a:lnTo>
                  <a:pt x="2343150" y="1574533"/>
                </a:lnTo>
                <a:lnTo>
                  <a:pt x="2343150" y="1571904"/>
                </a:lnTo>
                <a:close/>
              </a:path>
              <a:path w="5248275" h="2362200">
                <a:moveTo>
                  <a:pt x="2343150" y="787679"/>
                </a:moveTo>
                <a:lnTo>
                  <a:pt x="2342692" y="786561"/>
                </a:lnTo>
                <a:lnTo>
                  <a:pt x="2340826" y="784694"/>
                </a:lnTo>
                <a:lnTo>
                  <a:pt x="2339708" y="784225"/>
                </a:lnTo>
                <a:lnTo>
                  <a:pt x="2337079" y="784225"/>
                </a:lnTo>
                <a:lnTo>
                  <a:pt x="2335961" y="784694"/>
                </a:lnTo>
                <a:lnTo>
                  <a:pt x="2334095" y="786561"/>
                </a:lnTo>
                <a:lnTo>
                  <a:pt x="2333625" y="787679"/>
                </a:lnTo>
                <a:lnTo>
                  <a:pt x="2333625" y="790308"/>
                </a:lnTo>
                <a:lnTo>
                  <a:pt x="2334095" y="791425"/>
                </a:lnTo>
                <a:lnTo>
                  <a:pt x="2335961" y="793292"/>
                </a:lnTo>
                <a:lnTo>
                  <a:pt x="2337079" y="793750"/>
                </a:lnTo>
                <a:lnTo>
                  <a:pt x="2339708" y="793750"/>
                </a:lnTo>
                <a:lnTo>
                  <a:pt x="2340826" y="793292"/>
                </a:lnTo>
                <a:lnTo>
                  <a:pt x="2342692" y="791425"/>
                </a:lnTo>
                <a:lnTo>
                  <a:pt x="2343150" y="790308"/>
                </a:lnTo>
                <a:lnTo>
                  <a:pt x="2343150" y="787679"/>
                </a:lnTo>
                <a:close/>
              </a:path>
              <a:path w="5248275" h="2362200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5248275" h="2362200">
                <a:moveTo>
                  <a:pt x="2390775" y="2356129"/>
                </a:moveTo>
                <a:lnTo>
                  <a:pt x="2390317" y="2355011"/>
                </a:lnTo>
                <a:lnTo>
                  <a:pt x="2388451" y="2353145"/>
                </a:lnTo>
                <a:lnTo>
                  <a:pt x="2387333" y="2352675"/>
                </a:lnTo>
                <a:lnTo>
                  <a:pt x="2384704" y="2352675"/>
                </a:lnTo>
                <a:lnTo>
                  <a:pt x="2383586" y="2353145"/>
                </a:lnTo>
                <a:lnTo>
                  <a:pt x="2381720" y="2355011"/>
                </a:lnTo>
                <a:lnTo>
                  <a:pt x="2381250" y="2356129"/>
                </a:lnTo>
                <a:lnTo>
                  <a:pt x="2381250" y="2358758"/>
                </a:lnTo>
                <a:lnTo>
                  <a:pt x="2381720" y="2359876"/>
                </a:lnTo>
                <a:lnTo>
                  <a:pt x="2383586" y="2361742"/>
                </a:lnTo>
                <a:lnTo>
                  <a:pt x="2384704" y="2362200"/>
                </a:lnTo>
                <a:lnTo>
                  <a:pt x="2387333" y="2362200"/>
                </a:lnTo>
                <a:lnTo>
                  <a:pt x="2388451" y="2361742"/>
                </a:lnTo>
                <a:lnTo>
                  <a:pt x="2390317" y="2359876"/>
                </a:lnTo>
                <a:lnTo>
                  <a:pt x="2390775" y="2358758"/>
                </a:lnTo>
                <a:lnTo>
                  <a:pt x="2390775" y="2356129"/>
                </a:lnTo>
                <a:close/>
              </a:path>
              <a:path w="5248275" h="2362200">
                <a:moveTo>
                  <a:pt x="2390775" y="1571904"/>
                </a:moveTo>
                <a:lnTo>
                  <a:pt x="2390317" y="1570786"/>
                </a:lnTo>
                <a:lnTo>
                  <a:pt x="2388451" y="1568919"/>
                </a:lnTo>
                <a:lnTo>
                  <a:pt x="2387333" y="1568450"/>
                </a:lnTo>
                <a:lnTo>
                  <a:pt x="2384704" y="1568450"/>
                </a:lnTo>
                <a:lnTo>
                  <a:pt x="2383586" y="1568919"/>
                </a:lnTo>
                <a:lnTo>
                  <a:pt x="2381720" y="1570786"/>
                </a:lnTo>
                <a:lnTo>
                  <a:pt x="2381250" y="1571904"/>
                </a:lnTo>
                <a:lnTo>
                  <a:pt x="2381250" y="1574533"/>
                </a:lnTo>
                <a:lnTo>
                  <a:pt x="2381720" y="1575650"/>
                </a:lnTo>
                <a:lnTo>
                  <a:pt x="2383586" y="1577517"/>
                </a:lnTo>
                <a:lnTo>
                  <a:pt x="2384704" y="1577975"/>
                </a:lnTo>
                <a:lnTo>
                  <a:pt x="2387333" y="1577975"/>
                </a:lnTo>
                <a:lnTo>
                  <a:pt x="2388451" y="1577517"/>
                </a:lnTo>
                <a:lnTo>
                  <a:pt x="2390317" y="1575650"/>
                </a:lnTo>
                <a:lnTo>
                  <a:pt x="2390775" y="1574533"/>
                </a:lnTo>
                <a:lnTo>
                  <a:pt x="2390775" y="1571904"/>
                </a:lnTo>
                <a:close/>
              </a:path>
              <a:path w="5248275" h="2362200">
                <a:moveTo>
                  <a:pt x="2390775" y="787679"/>
                </a:moveTo>
                <a:lnTo>
                  <a:pt x="2390317" y="786561"/>
                </a:lnTo>
                <a:lnTo>
                  <a:pt x="2388451" y="784694"/>
                </a:lnTo>
                <a:lnTo>
                  <a:pt x="2387333" y="784225"/>
                </a:lnTo>
                <a:lnTo>
                  <a:pt x="2384704" y="784225"/>
                </a:lnTo>
                <a:lnTo>
                  <a:pt x="2383586" y="784694"/>
                </a:lnTo>
                <a:lnTo>
                  <a:pt x="2381720" y="786561"/>
                </a:lnTo>
                <a:lnTo>
                  <a:pt x="2381250" y="787679"/>
                </a:lnTo>
                <a:lnTo>
                  <a:pt x="2381250" y="790308"/>
                </a:lnTo>
                <a:lnTo>
                  <a:pt x="2381720" y="791425"/>
                </a:lnTo>
                <a:lnTo>
                  <a:pt x="2383586" y="793292"/>
                </a:lnTo>
                <a:lnTo>
                  <a:pt x="2384704" y="793750"/>
                </a:lnTo>
                <a:lnTo>
                  <a:pt x="2387333" y="793750"/>
                </a:lnTo>
                <a:lnTo>
                  <a:pt x="2388451" y="793292"/>
                </a:lnTo>
                <a:lnTo>
                  <a:pt x="2390317" y="791425"/>
                </a:lnTo>
                <a:lnTo>
                  <a:pt x="2390775" y="790308"/>
                </a:lnTo>
                <a:lnTo>
                  <a:pt x="2390775" y="787679"/>
                </a:lnTo>
                <a:close/>
              </a:path>
              <a:path w="5248275" h="2362200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5248275" h="2362200">
                <a:moveTo>
                  <a:pt x="2438400" y="2356129"/>
                </a:moveTo>
                <a:lnTo>
                  <a:pt x="2437942" y="2355011"/>
                </a:lnTo>
                <a:lnTo>
                  <a:pt x="2436076" y="2353145"/>
                </a:lnTo>
                <a:lnTo>
                  <a:pt x="2434958" y="2352675"/>
                </a:lnTo>
                <a:lnTo>
                  <a:pt x="2432329" y="2352675"/>
                </a:lnTo>
                <a:lnTo>
                  <a:pt x="2431211" y="2353145"/>
                </a:lnTo>
                <a:lnTo>
                  <a:pt x="2429345" y="2355011"/>
                </a:lnTo>
                <a:lnTo>
                  <a:pt x="2428875" y="2356129"/>
                </a:lnTo>
                <a:lnTo>
                  <a:pt x="2428875" y="2358758"/>
                </a:lnTo>
                <a:lnTo>
                  <a:pt x="2429345" y="2359876"/>
                </a:lnTo>
                <a:lnTo>
                  <a:pt x="2431211" y="2361742"/>
                </a:lnTo>
                <a:lnTo>
                  <a:pt x="2432329" y="2362200"/>
                </a:lnTo>
                <a:lnTo>
                  <a:pt x="2434958" y="2362200"/>
                </a:lnTo>
                <a:lnTo>
                  <a:pt x="2436076" y="2361742"/>
                </a:lnTo>
                <a:lnTo>
                  <a:pt x="2437942" y="2359876"/>
                </a:lnTo>
                <a:lnTo>
                  <a:pt x="2438400" y="2358758"/>
                </a:lnTo>
                <a:lnTo>
                  <a:pt x="2438400" y="2356129"/>
                </a:lnTo>
                <a:close/>
              </a:path>
              <a:path w="5248275" h="2362200">
                <a:moveTo>
                  <a:pt x="2438400" y="1571904"/>
                </a:moveTo>
                <a:lnTo>
                  <a:pt x="2437942" y="1570786"/>
                </a:lnTo>
                <a:lnTo>
                  <a:pt x="2436076" y="1568919"/>
                </a:lnTo>
                <a:lnTo>
                  <a:pt x="2434958" y="1568450"/>
                </a:lnTo>
                <a:lnTo>
                  <a:pt x="2432329" y="1568450"/>
                </a:lnTo>
                <a:lnTo>
                  <a:pt x="2431211" y="1568919"/>
                </a:lnTo>
                <a:lnTo>
                  <a:pt x="2429345" y="1570786"/>
                </a:lnTo>
                <a:lnTo>
                  <a:pt x="2428875" y="1571904"/>
                </a:lnTo>
                <a:lnTo>
                  <a:pt x="2428875" y="1574533"/>
                </a:lnTo>
                <a:lnTo>
                  <a:pt x="2429345" y="1575650"/>
                </a:lnTo>
                <a:lnTo>
                  <a:pt x="2431211" y="1577517"/>
                </a:lnTo>
                <a:lnTo>
                  <a:pt x="2432329" y="1577975"/>
                </a:lnTo>
                <a:lnTo>
                  <a:pt x="2434958" y="1577975"/>
                </a:lnTo>
                <a:lnTo>
                  <a:pt x="2436076" y="1577517"/>
                </a:lnTo>
                <a:lnTo>
                  <a:pt x="2437942" y="1575650"/>
                </a:lnTo>
                <a:lnTo>
                  <a:pt x="2438400" y="1574533"/>
                </a:lnTo>
                <a:lnTo>
                  <a:pt x="2438400" y="1571904"/>
                </a:lnTo>
                <a:close/>
              </a:path>
              <a:path w="5248275" h="2362200">
                <a:moveTo>
                  <a:pt x="2438400" y="787679"/>
                </a:moveTo>
                <a:lnTo>
                  <a:pt x="2437942" y="786561"/>
                </a:lnTo>
                <a:lnTo>
                  <a:pt x="2436076" y="784694"/>
                </a:lnTo>
                <a:lnTo>
                  <a:pt x="2434958" y="784225"/>
                </a:lnTo>
                <a:lnTo>
                  <a:pt x="2432329" y="784225"/>
                </a:lnTo>
                <a:lnTo>
                  <a:pt x="2431211" y="784694"/>
                </a:lnTo>
                <a:lnTo>
                  <a:pt x="2429345" y="786561"/>
                </a:lnTo>
                <a:lnTo>
                  <a:pt x="2428875" y="787679"/>
                </a:lnTo>
                <a:lnTo>
                  <a:pt x="2428875" y="790308"/>
                </a:lnTo>
                <a:lnTo>
                  <a:pt x="2429345" y="791425"/>
                </a:lnTo>
                <a:lnTo>
                  <a:pt x="2431211" y="793292"/>
                </a:lnTo>
                <a:lnTo>
                  <a:pt x="2432329" y="793750"/>
                </a:lnTo>
                <a:lnTo>
                  <a:pt x="2434958" y="793750"/>
                </a:lnTo>
                <a:lnTo>
                  <a:pt x="2436076" y="793292"/>
                </a:lnTo>
                <a:lnTo>
                  <a:pt x="2437942" y="791425"/>
                </a:lnTo>
                <a:lnTo>
                  <a:pt x="2438400" y="790308"/>
                </a:lnTo>
                <a:lnTo>
                  <a:pt x="2438400" y="787679"/>
                </a:lnTo>
                <a:close/>
              </a:path>
              <a:path w="5248275" h="2362200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5248275" h="2362200">
                <a:moveTo>
                  <a:pt x="2486025" y="2356129"/>
                </a:moveTo>
                <a:lnTo>
                  <a:pt x="2485567" y="2355011"/>
                </a:lnTo>
                <a:lnTo>
                  <a:pt x="2483701" y="2353145"/>
                </a:lnTo>
                <a:lnTo>
                  <a:pt x="2482583" y="2352675"/>
                </a:lnTo>
                <a:lnTo>
                  <a:pt x="2479954" y="2352675"/>
                </a:lnTo>
                <a:lnTo>
                  <a:pt x="2478836" y="2353145"/>
                </a:lnTo>
                <a:lnTo>
                  <a:pt x="2476970" y="2355011"/>
                </a:lnTo>
                <a:lnTo>
                  <a:pt x="2476500" y="2356129"/>
                </a:lnTo>
                <a:lnTo>
                  <a:pt x="2476500" y="2358758"/>
                </a:lnTo>
                <a:lnTo>
                  <a:pt x="2476970" y="2359876"/>
                </a:lnTo>
                <a:lnTo>
                  <a:pt x="2478836" y="2361742"/>
                </a:lnTo>
                <a:lnTo>
                  <a:pt x="2479954" y="2362200"/>
                </a:lnTo>
                <a:lnTo>
                  <a:pt x="2482583" y="2362200"/>
                </a:lnTo>
                <a:lnTo>
                  <a:pt x="2483701" y="2361742"/>
                </a:lnTo>
                <a:lnTo>
                  <a:pt x="2485567" y="2359876"/>
                </a:lnTo>
                <a:lnTo>
                  <a:pt x="2486025" y="2358758"/>
                </a:lnTo>
                <a:lnTo>
                  <a:pt x="2486025" y="2356129"/>
                </a:lnTo>
                <a:close/>
              </a:path>
              <a:path w="5248275" h="2362200">
                <a:moveTo>
                  <a:pt x="2486025" y="1571904"/>
                </a:moveTo>
                <a:lnTo>
                  <a:pt x="2485567" y="1570786"/>
                </a:lnTo>
                <a:lnTo>
                  <a:pt x="2483701" y="1568919"/>
                </a:lnTo>
                <a:lnTo>
                  <a:pt x="2482583" y="1568450"/>
                </a:lnTo>
                <a:lnTo>
                  <a:pt x="2479954" y="1568450"/>
                </a:lnTo>
                <a:lnTo>
                  <a:pt x="2478836" y="1568919"/>
                </a:lnTo>
                <a:lnTo>
                  <a:pt x="2476970" y="1570786"/>
                </a:lnTo>
                <a:lnTo>
                  <a:pt x="2476500" y="1571904"/>
                </a:lnTo>
                <a:lnTo>
                  <a:pt x="2476500" y="1574533"/>
                </a:lnTo>
                <a:lnTo>
                  <a:pt x="2476970" y="1575650"/>
                </a:lnTo>
                <a:lnTo>
                  <a:pt x="2478836" y="1577517"/>
                </a:lnTo>
                <a:lnTo>
                  <a:pt x="2479954" y="1577975"/>
                </a:lnTo>
                <a:lnTo>
                  <a:pt x="2482583" y="1577975"/>
                </a:lnTo>
                <a:lnTo>
                  <a:pt x="2483701" y="1577517"/>
                </a:lnTo>
                <a:lnTo>
                  <a:pt x="2485567" y="1575650"/>
                </a:lnTo>
                <a:lnTo>
                  <a:pt x="2486025" y="1574533"/>
                </a:lnTo>
                <a:lnTo>
                  <a:pt x="2486025" y="1571904"/>
                </a:lnTo>
                <a:close/>
              </a:path>
              <a:path w="5248275" h="2362200">
                <a:moveTo>
                  <a:pt x="2486025" y="787679"/>
                </a:moveTo>
                <a:lnTo>
                  <a:pt x="2485567" y="786561"/>
                </a:lnTo>
                <a:lnTo>
                  <a:pt x="2483701" y="784694"/>
                </a:lnTo>
                <a:lnTo>
                  <a:pt x="2482583" y="784225"/>
                </a:lnTo>
                <a:lnTo>
                  <a:pt x="2479954" y="784225"/>
                </a:lnTo>
                <a:lnTo>
                  <a:pt x="2478836" y="784694"/>
                </a:lnTo>
                <a:lnTo>
                  <a:pt x="2476970" y="786561"/>
                </a:lnTo>
                <a:lnTo>
                  <a:pt x="2476500" y="787679"/>
                </a:lnTo>
                <a:lnTo>
                  <a:pt x="2476500" y="790308"/>
                </a:lnTo>
                <a:lnTo>
                  <a:pt x="2476970" y="791425"/>
                </a:lnTo>
                <a:lnTo>
                  <a:pt x="2478836" y="793292"/>
                </a:lnTo>
                <a:lnTo>
                  <a:pt x="2479954" y="793750"/>
                </a:lnTo>
                <a:lnTo>
                  <a:pt x="2482583" y="793750"/>
                </a:lnTo>
                <a:lnTo>
                  <a:pt x="2483701" y="793292"/>
                </a:lnTo>
                <a:lnTo>
                  <a:pt x="2485567" y="791425"/>
                </a:lnTo>
                <a:lnTo>
                  <a:pt x="2486025" y="790308"/>
                </a:lnTo>
                <a:lnTo>
                  <a:pt x="2486025" y="787679"/>
                </a:lnTo>
                <a:close/>
              </a:path>
              <a:path w="5248275" h="2362200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5248275" h="2362200">
                <a:moveTo>
                  <a:pt x="2533650" y="2356129"/>
                </a:moveTo>
                <a:lnTo>
                  <a:pt x="2533192" y="2355011"/>
                </a:lnTo>
                <a:lnTo>
                  <a:pt x="2531326" y="2353145"/>
                </a:lnTo>
                <a:lnTo>
                  <a:pt x="2530208" y="2352675"/>
                </a:lnTo>
                <a:lnTo>
                  <a:pt x="2527579" y="2352675"/>
                </a:lnTo>
                <a:lnTo>
                  <a:pt x="2526461" y="2353145"/>
                </a:lnTo>
                <a:lnTo>
                  <a:pt x="2524595" y="2355011"/>
                </a:lnTo>
                <a:lnTo>
                  <a:pt x="2524125" y="2356129"/>
                </a:lnTo>
                <a:lnTo>
                  <a:pt x="2524125" y="2358758"/>
                </a:lnTo>
                <a:lnTo>
                  <a:pt x="2524595" y="2359876"/>
                </a:lnTo>
                <a:lnTo>
                  <a:pt x="2526461" y="2361742"/>
                </a:lnTo>
                <a:lnTo>
                  <a:pt x="2527579" y="2362200"/>
                </a:lnTo>
                <a:lnTo>
                  <a:pt x="2530208" y="2362200"/>
                </a:lnTo>
                <a:lnTo>
                  <a:pt x="2531326" y="2361742"/>
                </a:lnTo>
                <a:lnTo>
                  <a:pt x="2533192" y="2359876"/>
                </a:lnTo>
                <a:lnTo>
                  <a:pt x="2533650" y="2358758"/>
                </a:lnTo>
                <a:lnTo>
                  <a:pt x="2533650" y="2356129"/>
                </a:lnTo>
                <a:close/>
              </a:path>
              <a:path w="5248275" h="2362200">
                <a:moveTo>
                  <a:pt x="2533650" y="1571904"/>
                </a:moveTo>
                <a:lnTo>
                  <a:pt x="2533192" y="1570786"/>
                </a:lnTo>
                <a:lnTo>
                  <a:pt x="2531326" y="1568919"/>
                </a:lnTo>
                <a:lnTo>
                  <a:pt x="2530208" y="1568450"/>
                </a:lnTo>
                <a:lnTo>
                  <a:pt x="2527579" y="1568450"/>
                </a:lnTo>
                <a:lnTo>
                  <a:pt x="2526461" y="1568919"/>
                </a:lnTo>
                <a:lnTo>
                  <a:pt x="2524595" y="1570786"/>
                </a:lnTo>
                <a:lnTo>
                  <a:pt x="2524125" y="1571904"/>
                </a:lnTo>
                <a:lnTo>
                  <a:pt x="2524125" y="1574533"/>
                </a:lnTo>
                <a:lnTo>
                  <a:pt x="2524595" y="1575650"/>
                </a:lnTo>
                <a:lnTo>
                  <a:pt x="2526461" y="1577517"/>
                </a:lnTo>
                <a:lnTo>
                  <a:pt x="2527579" y="1577975"/>
                </a:lnTo>
                <a:lnTo>
                  <a:pt x="2530208" y="1577975"/>
                </a:lnTo>
                <a:lnTo>
                  <a:pt x="2531326" y="1577517"/>
                </a:lnTo>
                <a:lnTo>
                  <a:pt x="2533192" y="1575650"/>
                </a:lnTo>
                <a:lnTo>
                  <a:pt x="2533650" y="1574533"/>
                </a:lnTo>
                <a:lnTo>
                  <a:pt x="2533650" y="1571904"/>
                </a:lnTo>
                <a:close/>
              </a:path>
              <a:path w="5248275" h="2362200">
                <a:moveTo>
                  <a:pt x="2533650" y="787679"/>
                </a:moveTo>
                <a:lnTo>
                  <a:pt x="2533192" y="786561"/>
                </a:lnTo>
                <a:lnTo>
                  <a:pt x="2531326" y="784694"/>
                </a:lnTo>
                <a:lnTo>
                  <a:pt x="2530208" y="784225"/>
                </a:lnTo>
                <a:lnTo>
                  <a:pt x="2527579" y="784225"/>
                </a:lnTo>
                <a:lnTo>
                  <a:pt x="2526461" y="784694"/>
                </a:lnTo>
                <a:lnTo>
                  <a:pt x="2524595" y="786561"/>
                </a:lnTo>
                <a:lnTo>
                  <a:pt x="2524125" y="787679"/>
                </a:lnTo>
                <a:lnTo>
                  <a:pt x="2524125" y="790308"/>
                </a:lnTo>
                <a:lnTo>
                  <a:pt x="2524595" y="791425"/>
                </a:lnTo>
                <a:lnTo>
                  <a:pt x="2526461" y="793292"/>
                </a:lnTo>
                <a:lnTo>
                  <a:pt x="2527579" y="793750"/>
                </a:lnTo>
                <a:lnTo>
                  <a:pt x="2530208" y="793750"/>
                </a:lnTo>
                <a:lnTo>
                  <a:pt x="2531326" y="793292"/>
                </a:lnTo>
                <a:lnTo>
                  <a:pt x="2533192" y="791425"/>
                </a:lnTo>
                <a:lnTo>
                  <a:pt x="2533650" y="790308"/>
                </a:lnTo>
                <a:lnTo>
                  <a:pt x="2533650" y="787679"/>
                </a:lnTo>
                <a:close/>
              </a:path>
              <a:path w="5248275" h="2362200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5248275" h="2362200">
                <a:moveTo>
                  <a:pt x="2581275" y="2356129"/>
                </a:moveTo>
                <a:lnTo>
                  <a:pt x="2580817" y="2355011"/>
                </a:lnTo>
                <a:lnTo>
                  <a:pt x="2578951" y="2353145"/>
                </a:lnTo>
                <a:lnTo>
                  <a:pt x="2577833" y="2352675"/>
                </a:lnTo>
                <a:lnTo>
                  <a:pt x="2575204" y="2352675"/>
                </a:lnTo>
                <a:lnTo>
                  <a:pt x="2574086" y="2353145"/>
                </a:lnTo>
                <a:lnTo>
                  <a:pt x="2572220" y="2355011"/>
                </a:lnTo>
                <a:lnTo>
                  <a:pt x="2571750" y="2356129"/>
                </a:lnTo>
                <a:lnTo>
                  <a:pt x="2571750" y="2358758"/>
                </a:lnTo>
                <a:lnTo>
                  <a:pt x="2572220" y="2359876"/>
                </a:lnTo>
                <a:lnTo>
                  <a:pt x="2574086" y="2361742"/>
                </a:lnTo>
                <a:lnTo>
                  <a:pt x="2575204" y="2362200"/>
                </a:lnTo>
                <a:lnTo>
                  <a:pt x="2577833" y="2362200"/>
                </a:lnTo>
                <a:lnTo>
                  <a:pt x="2578951" y="2361742"/>
                </a:lnTo>
                <a:lnTo>
                  <a:pt x="2580817" y="2359876"/>
                </a:lnTo>
                <a:lnTo>
                  <a:pt x="2581275" y="2358758"/>
                </a:lnTo>
                <a:lnTo>
                  <a:pt x="2581275" y="2356129"/>
                </a:lnTo>
                <a:close/>
              </a:path>
              <a:path w="5248275" h="2362200">
                <a:moveTo>
                  <a:pt x="2581275" y="1571904"/>
                </a:moveTo>
                <a:lnTo>
                  <a:pt x="2580817" y="1570786"/>
                </a:lnTo>
                <a:lnTo>
                  <a:pt x="2578951" y="1568919"/>
                </a:lnTo>
                <a:lnTo>
                  <a:pt x="2577833" y="1568450"/>
                </a:lnTo>
                <a:lnTo>
                  <a:pt x="2575204" y="1568450"/>
                </a:lnTo>
                <a:lnTo>
                  <a:pt x="2574086" y="1568919"/>
                </a:lnTo>
                <a:lnTo>
                  <a:pt x="2572220" y="1570786"/>
                </a:lnTo>
                <a:lnTo>
                  <a:pt x="2571750" y="1571904"/>
                </a:lnTo>
                <a:lnTo>
                  <a:pt x="2571750" y="1574533"/>
                </a:lnTo>
                <a:lnTo>
                  <a:pt x="2572220" y="1575650"/>
                </a:lnTo>
                <a:lnTo>
                  <a:pt x="2574086" y="1577517"/>
                </a:lnTo>
                <a:lnTo>
                  <a:pt x="2575204" y="1577975"/>
                </a:lnTo>
                <a:lnTo>
                  <a:pt x="2577833" y="1577975"/>
                </a:lnTo>
                <a:lnTo>
                  <a:pt x="2578951" y="1577517"/>
                </a:lnTo>
                <a:lnTo>
                  <a:pt x="2580817" y="1575650"/>
                </a:lnTo>
                <a:lnTo>
                  <a:pt x="2581275" y="1574533"/>
                </a:lnTo>
                <a:lnTo>
                  <a:pt x="2581275" y="1571904"/>
                </a:lnTo>
                <a:close/>
              </a:path>
              <a:path w="5248275" h="2362200">
                <a:moveTo>
                  <a:pt x="2581275" y="787679"/>
                </a:moveTo>
                <a:lnTo>
                  <a:pt x="2580817" y="786561"/>
                </a:lnTo>
                <a:lnTo>
                  <a:pt x="2578951" y="784694"/>
                </a:lnTo>
                <a:lnTo>
                  <a:pt x="2577833" y="784225"/>
                </a:lnTo>
                <a:lnTo>
                  <a:pt x="2575204" y="784225"/>
                </a:lnTo>
                <a:lnTo>
                  <a:pt x="2574086" y="784694"/>
                </a:lnTo>
                <a:lnTo>
                  <a:pt x="2572220" y="786561"/>
                </a:lnTo>
                <a:lnTo>
                  <a:pt x="2571750" y="787679"/>
                </a:lnTo>
                <a:lnTo>
                  <a:pt x="2571750" y="790308"/>
                </a:lnTo>
                <a:lnTo>
                  <a:pt x="2572220" y="791425"/>
                </a:lnTo>
                <a:lnTo>
                  <a:pt x="2574086" y="793292"/>
                </a:lnTo>
                <a:lnTo>
                  <a:pt x="2575204" y="793750"/>
                </a:lnTo>
                <a:lnTo>
                  <a:pt x="2577833" y="793750"/>
                </a:lnTo>
                <a:lnTo>
                  <a:pt x="2578951" y="793292"/>
                </a:lnTo>
                <a:lnTo>
                  <a:pt x="2580817" y="791425"/>
                </a:lnTo>
                <a:lnTo>
                  <a:pt x="2581275" y="790308"/>
                </a:lnTo>
                <a:lnTo>
                  <a:pt x="2581275" y="787679"/>
                </a:lnTo>
                <a:close/>
              </a:path>
              <a:path w="5248275" h="2362200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5248275" h="2362200">
                <a:moveTo>
                  <a:pt x="2628900" y="2356129"/>
                </a:moveTo>
                <a:lnTo>
                  <a:pt x="2628442" y="2355011"/>
                </a:lnTo>
                <a:lnTo>
                  <a:pt x="2626576" y="2353145"/>
                </a:lnTo>
                <a:lnTo>
                  <a:pt x="2625458" y="2352675"/>
                </a:lnTo>
                <a:lnTo>
                  <a:pt x="2622829" y="2352675"/>
                </a:lnTo>
                <a:lnTo>
                  <a:pt x="2621711" y="2353145"/>
                </a:lnTo>
                <a:lnTo>
                  <a:pt x="2619845" y="2355011"/>
                </a:lnTo>
                <a:lnTo>
                  <a:pt x="2619375" y="2356129"/>
                </a:lnTo>
                <a:lnTo>
                  <a:pt x="2619375" y="2358758"/>
                </a:lnTo>
                <a:lnTo>
                  <a:pt x="2619845" y="2359876"/>
                </a:lnTo>
                <a:lnTo>
                  <a:pt x="2621711" y="2361742"/>
                </a:lnTo>
                <a:lnTo>
                  <a:pt x="2622829" y="2362200"/>
                </a:lnTo>
                <a:lnTo>
                  <a:pt x="2625458" y="2362200"/>
                </a:lnTo>
                <a:lnTo>
                  <a:pt x="2626576" y="2361742"/>
                </a:lnTo>
                <a:lnTo>
                  <a:pt x="2628442" y="2359876"/>
                </a:lnTo>
                <a:lnTo>
                  <a:pt x="2628900" y="2358758"/>
                </a:lnTo>
                <a:lnTo>
                  <a:pt x="2628900" y="2356129"/>
                </a:lnTo>
                <a:close/>
              </a:path>
              <a:path w="5248275" h="2362200">
                <a:moveTo>
                  <a:pt x="2628900" y="1571904"/>
                </a:moveTo>
                <a:lnTo>
                  <a:pt x="2628442" y="1570786"/>
                </a:lnTo>
                <a:lnTo>
                  <a:pt x="2626576" y="1568919"/>
                </a:lnTo>
                <a:lnTo>
                  <a:pt x="2625458" y="1568450"/>
                </a:lnTo>
                <a:lnTo>
                  <a:pt x="2622829" y="1568450"/>
                </a:lnTo>
                <a:lnTo>
                  <a:pt x="2621711" y="1568919"/>
                </a:lnTo>
                <a:lnTo>
                  <a:pt x="2619845" y="1570786"/>
                </a:lnTo>
                <a:lnTo>
                  <a:pt x="2619375" y="1571904"/>
                </a:lnTo>
                <a:lnTo>
                  <a:pt x="2619375" y="1574533"/>
                </a:lnTo>
                <a:lnTo>
                  <a:pt x="2619845" y="1575650"/>
                </a:lnTo>
                <a:lnTo>
                  <a:pt x="2621711" y="1577517"/>
                </a:lnTo>
                <a:lnTo>
                  <a:pt x="2622829" y="1577975"/>
                </a:lnTo>
                <a:lnTo>
                  <a:pt x="2625458" y="1577975"/>
                </a:lnTo>
                <a:lnTo>
                  <a:pt x="2626576" y="1577517"/>
                </a:lnTo>
                <a:lnTo>
                  <a:pt x="2628442" y="1575650"/>
                </a:lnTo>
                <a:lnTo>
                  <a:pt x="2628900" y="1574533"/>
                </a:lnTo>
                <a:lnTo>
                  <a:pt x="2628900" y="1571904"/>
                </a:lnTo>
                <a:close/>
              </a:path>
              <a:path w="5248275" h="2362200">
                <a:moveTo>
                  <a:pt x="2628900" y="787679"/>
                </a:moveTo>
                <a:lnTo>
                  <a:pt x="2628442" y="786561"/>
                </a:lnTo>
                <a:lnTo>
                  <a:pt x="2626576" y="784694"/>
                </a:lnTo>
                <a:lnTo>
                  <a:pt x="2625458" y="784225"/>
                </a:lnTo>
                <a:lnTo>
                  <a:pt x="2622829" y="784225"/>
                </a:lnTo>
                <a:lnTo>
                  <a:pt x="2621711" y="784694"/>
                </a:lnTo>
                <a:lnTo>
                  <a:pt x="2619845" y="786561"/>
                </a:lnTo>
                <a:lnTo>
                  <a:pt x="2619375" y="787679"/>
                </a:lnTo>
                <a:lnTo>
                  <a:pt x="2619375" y="790308"/>
                </a:lnTo>
                <a:lnTo>
                  <a:pt x="2619845" y="791425"/>
                </a:lnTo>
                <a:lnTo>
                  <a:pt x="2621711" y="793292"/>
                </a:lnTo>
                <a:lnTo>
                  <a:pt x="2622829" y="793750"/>
                </a:lnTo>
                <a:lnTo>
                  <a:pt x="2625458" y="793750"/>
                </a:lnTo>
                <a:lnTo>
                  <a:pt x="2626576" y="793292"/>
                </a:lnTo>
                <a:lnTo>
                  <a:pt x="2628442" y="791425"/>
                </a:lnTo>
                <a:lnTo>
                  <a:pt x="2628900" y="790308"/>
                </a:lnTo>
                <a:lnTo>
                  <a:pt x="2628900" y="787679"/>
                </a:lnTo>
                <a:close/>
              </a:path>
              <a:path w="5248275" h="2362200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5248275" h="2362200">
                <a:moveTo>
                  <a:pt x="2676525" y="2356129"/>
                </a:moveTo>
                <a:lnTo>
                  <a:pt x="2676067" y="2355011"/>
                </a:lnTo>
                <a:lnTo>
                  <a:pt x="2674201" y="2353145"/>
                </a:lnTo>
                <a:lnTo>
                  <a:pt x="2673083" y="2352675"/>
                </a:lnTo>
                <a:lnTo>
                  <a:pt x="2670454" y="2352675"/>
                </a:lnTo>
                <a:lnTo>
                  <a:pt x="2669336" y="2353145"/>
                </a:lnTo>
                <a:lnTo>
                  <a:pt x="2667470" y="2355011"/>
                </a:lnTo>
                <a:lnTo>
                  <a:pt x="2667000" y="2356129"/>
                </a:lnTo>
                <a:lnTo>
                  <a:pt x="2667000" y="2358758"/>
                </a:lnTo>
                <a:lnTo>
                  <a:pt x="2667470" y="2359876"/>
                </a:lnTo>
                <a:lnTo>
                  <a:pt x="2669336" y="2361742"/>
                </a:lnTo>
                <a:lnTo>
                  <a:pt x="2670454" y="2362200"/>
                </a:lnTo>
                <a:lnTo>
                  <a:pt x="2673083" y="2362200"/>
                </a:lnTo>
                <a:lnTo>
                  <a:pt x="2674201" y="2361742"/>
                </a:lnTo>
                <a:lnTo>
                  <a:pt x="2676067" y="2359876"/>
                </a:lnTo>
                <a:lnTo>
                  <a:pt x="2676525" y="2358758"/>
                </a:lnTo>
                <a:lnTo>
                  <a:pt x="2676525" y="2356129"/>
                </a:lnTo>
                <a:close/>
              </a:path>
              <a:path w="5248275" h="2362200">
                <a:moveTo>
                  <a:pt x="2676525" y="1571904"/>
                </a:moveTo>
                <a:lnTo>
                  <a:pt x="2676067" y="1570786"/>
                </a:lnTo>
                <a:lnTo>
                  <a:pt x="2674201" y="1568919"/>
                </a:lnTo>
                <a:lnTo>
                  <a:pt x="2673083" y="1568450"/>
                </a:lnTo>
                <a:lnTo>
                  <a:pt x="2670454" y="1568450"/>
                </a:lnTo>
                <a:lnTo>
                  <a:pt x="2669336" y="1568919"/>
                </a:lnTo>
                <a:lnTo>
                  <a:pt x="2667470" y="1570786"/>
                </a:lnTo>
                <a:lnTo>
                  <a:pt x="2667000" y="1571904"/>
                </a:lnTo>
                <a:lnTo>
                  <a:pt x="2667000" y="1574533"/>
                </a:lnTo>
                <a:lnTo>
                  <a:pt x="2667470" y="1575650"/>
                </a:lnTo>
                <a:lnTo>
                  <a:pt x="2669336" y="1577517"/>
                </a:lnTo>
                <a:lnTo>
                  <a:pt x="2670454" y="1577975"/>
                </a:lnTo>
                <a:lnTo>
                  <a:pt x="2673083" y="1577975"/>
                </a:lnTo>
                <a:lnTo>
                  <a:pt x="2674201" y="1577517"/>
                </a:lnTo>
                <a:lnTo>
                  <a:pt x="2676067" y="1575650"/>
                </a:lnTo>
                <a:lnTo>
                  <a:pt x="2676525" y="1574533"/>
                </a:lnTo>
                <a:lnTo>
                  <a:pt x="2676525" y="1571904"/>
                </a:lnTo>
                <a:close/>
              </a:path>
              <a:path w="5248275" h="2362200">
                <a:moveTo>
                  <a:pt x="2676525" y="787679"/>
                </a:moveTo>
                <a:lnTo>
                  <a:pt x="2676067" y="786561"/>
                </a:lnTo>
                <a:lnTo>
                  <a:pt x="2674201" y="784694"/>
                </a:lnTo>
                <a:lnTo>
                  <a:pt x="2673083" y="784225"/>
                </a:lnTo>
                <a:lnTo>
                  <a:pt x="2670454" y="784225"/>
                </a:lnTo>
                <a:lnTo>
                  <a:pt x="2669336" y="784694"/>
                </a:lnTo>
                <a:lnTo>
                  <a:pt x="2667470" y="786561"/>
                </a:lnTo>
                <a:lnTo>
                  <a:pt x="2667000" y="787679"/>
                </a:lnTo>
                <a:lnTo>
                  <a:pt x="2667000" y="790308"/>
                </a:lnTo>
                <a:lnTo>
                  <a:pt x="2667470" y="791425"/>
                </a:lnTo>
                <a:lnTo>
                  <a:pt x="2669336" y="793292"/>
                </a:lnTo>
                <a:lnTo>
                  <a:pt x="2670454" y="793750"/>
                </a:lnTo>
                <a:lnTo>
                  <a:pt x="2673083" y="793750"/>
                </a:lnTo>
                <a:lnTo>
                  <a:pt x="2674201" y="793292"/>
                </a:lnTo>
                <a:lnTo>
                  <a:pt x="2676067" y="791425"/>
                </a:lnTo>
                <a:lnTo>
                  <a:pt x="2676525" y="790308"/>
                </a:lnTo>
                <a:lnTo>
                  <a:pt x="2676525" y="787679"/>
                </a:lnTo>
                <a:close/>
              </a:path>
              <a:path w="5248275" h="2362200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5248275" h="2362200">
                <a:moveTo>
                  <a:pt x="2724150" y="2356129"/>
                </a:moveTo>
                <a:lnTo>
                  <a:pt x="2723692" y="2355011"/>
                </a:lnTo>
                <a:lnTo>
                  <a:pt x="2721826" y="2353145"/>
                </a:lnTo>
                <a:lnTo>
                  <a:pt x="2720708" y="2352675"/>
                </a:lnTo>
                <a:lnTo>
                  <a:pt x="2718079" y="2352675"/>
                </a:lnTo>
                <a:lnTo>
                  <a:pt x="2716961" y="2353145"/>
                </a:lnTo>
                <a:lnTo>
                  <a:pt x="2715095" y="2355011"/>
                </a:lnTo>
                <a:lnTo>
                  <a:pt x="2714625" y="2356129"/>
                </a:lnTo>
                <a:lnTo>
                  <a:pt x="2714625" y="2358758"/>
                </a:lnTo>
                <a:lnTo>
                  <a:pt x="2715095" y="2359876"/>
                </a:lnTo>
                <a:lnTo>
                  <a:pt x="2716961" y="2361742"/>
                </a:lnTo>
                <a:lnTo>
                  <a:pt x="2718079" y="2362200"/>
                </a:lnTo>
                <a:lnTo>
                  <a:pt x="2720708" y="2362200"/>
                </a:lnTo>
                <a:lnTo>
                  <a:pt x="2721826" y="2361742"/>
                </a:lnTo>
                <a:lnTo>
                  <a:pt x="2723692" y="2359876"/>
                </a:lnTo>
                <a:lnTo>
                  <a:pt x="2724150" y="2358758"/>
                </a:lnTo>
                <a:lnTo>
                  <a:pt x="2724150" y="2356129"/>
                </a:lnTo>
                <a:close/>
              </a:path>
              <a:path w="5248275" h="2362200">
                <a:moveTo>
                  <a:pt x="2724150" y="1571904"/>
                </a:moveTo>
                <a:lnTo>
                  <a:pt x="2723692" y="1570786"/>
                </a:lnTo>
                <a:lnTo>
                  <a:pt x="2721826" y="1568919"/>
                </a:lnTo>
                <a:lnTo>
                  <a:pt x="2720708" y="1568450"/>
                </a:lnTo>
                <a:lnTo>
                  <a:pt x="2718079" y="1568450"/>
                </a:lnTo>
                <a:lnTo>
                  <a:pt x="2716961" y="1568919"/>
                </a:lnTo>
                <a:lnTo>
                  <a:pt x="2715095" y="1570786"/>
                </a:lnTo>
                <a:lnTo>
                  <a:pt x="2714625" y="1571904"/>
                </a:lnTo>
                <a:lnTo>
                  <a:pt x="2714625" y="1574533"/>
                </a:lnTo>
                <a:lnTo>
                  <a:pt x="2715095" y="1575650"/>
                </a:lnTo>
                <a:lnTo>
                  <a:pt x="2716961" y="1577517"/>
                </a:lnTo>
                <a:lnTo>
                  <a:pt x="2718079" y="1577975"/>
                </a:lnTo>
                <a:lnTo>
                  <a:pt x="2720708" y="1577975"/>
                </a:lnTo>
                <a:lnTo>
                  <a:pt x="2721826" y="1577517"/>
                </a:lnTo>
                <a:lnTo>
                  <a:pt x="2723692" y="1575650"/>
                </a:lnTo>
                <a:lnTo>
                  <a:pt x="2724150" y="1574533"/>
                </a:lnTo>
                <a:lnTo>
                  <a:pt x="2724150" y="1571904"/>
                </a:lnTo>
                <a:close/>
              </a:path>
              <a:path w="5248275" h="2362200">
                <a:moveTo>
                  <a:pt x="2724150" y="787679"/>
                </a:moveTo>
                <a:lnTo>
                  <a:pt x="2723692" y="786561"/>
                </a:lnTo>
                <a:lnTo>
                  <a:pt x="2721826" y="784694"/>
                </a:lnTo>
                <a:lnTo>
                  <a:pt x="2720708" y="784225"/>
                </a:lnTo>
                <a:lnTo>
                  <a:pt x="2718079" y="784225"/>
                </a:lnTo>
                <a:lnTo>
                  <a:pt x="2716961" y="784694"/>
                </a:lnTo>
                <a:lnTo>
                  <a:pt x="2715095" y="786561"/>
                </a:lnTo>
                <a:lnTo>
                  <a:pt x="2714625" y="787679"/>
                </a:lnTo>
                <a:lnTo>
                  <a:pt x="2714625" y="790308"/>
                </a:lnTo>
                <a:lnTo>
                  <a:pt x="2715095" y="791425"/>
                </a:lnTo>
                <a:lnTo>
                  <a:pt x="2716961" y="793292"/>
                </a:lnTo>
                <a:lnTo>
                  <a:pt x="2718079" y="793750"/>
                </a:lnTo>
                <a:lnTo>
                  <a:pt x="2720708" y="793750"/>
                </a:lnTo>
                <a:lnTo>
                  <a:pt x="2721826" y="793292"/>
                </a:lnTo>
                <a:lnTo>
                  <a:pt x="2723692" y="791425"/>
                </a:lnTo>
                <a:lnTo>
                  <a:pt x="2724150" y="790308"/>
                </a:lnTo>
                <a:lnTo>
                  <a:pt x="2724150" y="787679"/>
                </a:lnTo>
                <a:close/>
              </a:path>
              <a:path w="5248275" h="2362200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5248275" h="2362200">
                <a:moveTo>
                  <a:pt x="2771775" y="2356129"/>
                </a:moveTo>
                <a:lnTo>
                  <a:pt x="2771317" y="2355011"/>
                </a:lnTo>
                <a:lnTo>
                  <a:pt x="2769451" y="2353145"/>
                </a:lnTo>
                <a:lnTo>
                  <a:pt x="2768333" y="2352675"/>
                </a:lnTo>
                <a:lnTo>
                  <a:pt x="2765704" y="2352675"/>
                </a:lnTo>
                <a:lnTo>
                  <a:pt x="2764586" y="2353145"/>
                </a:lnTo>
                <a:lnTo>
                  <a:pt x="2762720" y="2355011"/>
                </a:lnTo>
                <a:lnTo>
                  <a:pt x="2762250" y="2356129"/>
                </a:lnTo>
                <a:lnTo>
                  <a:pt x="2762250" y="2358758"/>
                </a:lnTo>
                <a:lnTo>
                  <a:pt x="2762720" y="2359876"/>
                </a:lnTo>
                <a:lnTo>
                  <a:pt x="2764586" y="2361742"/>
                </a:lnTo>
                <a:lnTo>
                  <a:pt x="2765704" y="2362200"/>
                </a:lnTo>
                <a:lnTo>
                  <a:pt x="2768333" y="2362200"/>
                </a:lnTo>
                <a:lnTo>
                  <a:pt x="2769451" y="2361742"/>
                </a:lnTo>
                <a:lnTo>
                  <a:pt x="2771317" y="2359876"/>
                </a:lnTo>
                <a:lnTo>
                  <a:pt x="2771775" y="2358758"/>
                </a:lnTo>
                <a:lnTo>
                  <a:pt x="2771775" y="2356129"/>
                </a:lnTo>
                <a:close/>
              </a:path>
              <a:path w="5248275" h="2362200">
                <a:moveTo>
                  <a:pt x="2771775" y="1571904"/>
                </a:moveTo>
                <a:lnTo>
                  <a:pt x="2771317" y="1570786"/>
                </a:lnTo>
                <a:lnTo>
                  <a:pt x="2769451" y="1568919"/>
                </a:lnTo>
                <a:lnTo>
                  <a:pt x="2768333" y="1568450"/>
                </a:lnTo>
                <a:lnTo>
                  <a:pt x="2765704" y="1568450"/>
                </a:lnTo>
                <a:lnTo>
                  <a:pt x="2764586" y="1568919"/>
                </a:lnTo>
                <a:lnTo>
                  <a:pt x="2762720" y="1570786"/>
                </a:lnTo>
                <a:lnTo>
                  <a:pt x="2762250" y="1571904"/>
                </a:lnTo>
                <a:lnTo>
                  <a:pt x="2762250" y="1574533"/>
                </a:lnTo>
                <a:lnTo>
                  <a:pt x="2762720" y="1575650"/>
                </a:lnTo>
                <a:lnTo>
                  <a:pt x="2764586" y="1577517"/>
                </a:lnTo>
                <a:lnTo>
                  <a:pt x="2765704" y="1577975"/>
                </a:lnTo>
                <a:lnTo>
                  <a:pt x="2768333" y="1577975"/>
                </a:lnTo>
                <a:lnTo>
                  <a:pt x="2769451" y="1577517"/>
                </a:lnTo>
                <a:lnTo>
                  <a:pt x="2771317" y="1575650"/>
                </a:lnTo>
                <a:lnTo>
                  <a:pt x="2771775" y="1574533"/>
                </a:lnTo>
                <a:lnTo>
                  <a:pt x="2771775" y="1571904"/>
                </a:lnTo>
                <a:close/>
              </a:path>
              <a:path w="5248275" h="2362200">
                <a:moveTo>
                  <a:pt x="2771775" y="787679"/>
                </a:moveTo>
                <a:lnTo>
                  <a:pt x="2771317" y="786561"/>
                </a:lnTo>
                <a:lnTo>
                  <a:pt x="2769451" y="784694"/>
                </a:lnTo>
                <a:lnTo>
                  <a:pt x="2768333" y="784225"/>
                </a:lnTo>
                <a:lnTo>
                  <a:pt x="2765704" y="784225"/>
                </a:lnTo>
                <a:lnTo>
                  <a:pt x="2764586" y="784694"/>
                </a:lnTo>
                <a:lnTo>
                  <a:pt x="2762720" y="786561"/>
                </a:lnTo>
                <a:lnTo>
                  <a:pt x="2762250" y="787679"/>
                </a:lnTo>
                <a:lnTo>
                  <a:pt x="2762250" y="790308"/>
                </a:lnTo>
                <a:lnTo>
                  <a:pt x="2762720" y="791425"/>
                </a:lnTo>
                <a:lnTo>
                  <a:pt x="2764586" y="793292"/>
                </a:lnTo>
                <a:lnTo>
                  <a:pt x="2765704" y="793750"/>
                </a:lnTo>
                <a:lnTo>
                  <a:pt x="2768333" y="793750"/>
                </a:lnTo>
                <a:lnTo>
                  <a:pt x="2769451" y="793292"/>
                </a:lnTo>
                <a:lnTo>
                  <a:pt x="2771317" y="791425"/>
                </a:lnTo>
                <a:lnTo>
                  <a:pt x="2771775" y="790308"/>
                </a:lnTo>
                <a:lnTo>
                  <a:pt x="2771775" y="787679"/>
                </a:lnTo>
                <a:close/>
              </a:path>
              <a:path w="5248275" h="2362200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5248275" h="2362200">
                <a:moveTo>
                  <a:pt x="2819400" y="2356129"/>
                </a:moveTo>
                <a:lnTo>
                  <a:pt x="2818942" y="2355011"/>
                </a:lnTo>
                <a:lnTo>
                  <a:pt x="2817076" y="2353145"/>
                </a:lnTo>
                <a:lnTo>
                  <a:pt x="2815958" y="2352675"/>
                </a:lnTo>
                <a:lnTo>
                  <a:pt x="2813329" y="2352675"/>
                </a:lnTo>
                <a:lnTo>
                  <a:pt x="2812211" y="2353145"/>
                </a:lnTo>
                <a:lnTo>
                  <a:pt x="2810345" y="2355011"/>
                </a:lnTo>
                <a:lnTo>
                  <a:pt x="2809875" y="2356129"/>
                </a:lnTo>
                <a:lnTo>
                  <a:pt x="2809875" y="2358758"/>
                </a:lnTo>
                <a:lnTo>
                  <a:pt x="2810345" y="2359876"/>
                </a:lnTo>
                <a:lnTo>
                  <a:pt x="2812211" y="2361742"/>
                </a:lnTo>
                <a:lnTo>
                  <a:pt x="2813329" y="2362200"/>
                </a:lnTo>
                <a:lnTo>
                  <a:pt x="2815958" y="2362200"/>
                </a:lnTo>
                <a:lnTo>
                  <a:pt x="2817076" y="2361742"/>
                </a:lnTo>
                <a:lnTo>
                  <a:pt x="2818942" y="2359876"/>
                </a:lnTo>
                <a:lnTo>
                  <a:pt x="2819400" y="2358758"/>
                </a:lnTo>
                <a:lnTo>
                  <a:pt x="2819400" y="2356129"/>
                </a:lnTo>
                <a:close/>
              </a:path>
              <a:path w="5248275" h="2362200">
                <a:moveTo>
                  <a:pt x="2819400" y="1571904"/>
                </a:moveTo>
                <a:lnTo>
                  <a:pt x="2818942" y="1570786"/>
                </a:lnTo>
                <a:lnTo>
                  <a:pt x="2817076" y="1568919"/>
                </a:lnTo>
                <a:lnTo>
                  <a:pt x="2815958" y="1568450"/>
                </a:lnTo>
                <a:lnTo>
                  <a:pt x="2813329" y="1568450"/>
                </a:lnTo>
                <a:lnTo>
                  <a:pt x="2812211" y="1568919"/>
                </a:lnTo>
                <a:lnTo>
                  <a:pt x="2810345" y="1570786"/>
                </a:lnTo>
                <a:lnTo>
                  <a:pt x="2809875" y="1571904"/>
                </a:lnTo>
                <a:lnTo>
                  <a:pt x="2809875" y="1574533"/>
                </a:lnTo>
                <a:lnTo>
                  <a:pt x="2810345" y="1575650"/>
                </a:lnTo>
                <a:lnTo>
                  <a:pt x="2812211" y="1577517"/>
                </a:lnTo>
                <a:lnTo>
                  <a:pt x="2813329" y="1577975"/>
                </a:lnTo>
                <a:lnTo>
                  <a:pt x="2815958" y="1577975"/>
                </a:lnTo>
                <a:lnTo>
                  <a:pt x="2817076" y="1577517"/>
                </a:lnTo>
                <a:lnTo>
                  <a:pt x="2818942" y="1575650"/>
                </a:lnTo>
                <a:lnTo>
                  <a:pt x="2819400" y="1574533"/>
                </a:lnTo>
                <a:lnTo>
                  <a:pt x="2819400" y="1571904"/>
                </a:lnTo>
                <a:close/>
              </a:path>
              <a:path w="5248275" h="2362200">
                <a:moveTo>
                  <a:pt x="2819400" y="787679"/>
                </a:moveTo>
                <a:lnTo>
                  <a:pt x="2818942" y="786561"/>
                </a:lnTo>
                <a:lnTo>
                  <a:pt x="2817076" y="784694"/>
                </a:lnTo>
                <a:lnTo>
                  <a:pt x="2815958" y="784225"/>
                </a:lnTo>
                <a:lnTo>
                  <a:pt x="2813329" y="784225"/>
                </a:lnTo>
                <a:lnTo>
                  <a:pt x="2812211" y="784694"/>
                </a:lnTo>
                <a:lnTo>
                  <a:pt x="2810345" y="786561"/>
                </a:lnTo>
                <a:lnTo>
                  <a:pt x="2809875" y="787679"/>
                </a:lnTo>
                <a:lnTo>
                  <a:pt x="2809875" y="790308"/>
                </a:lnTo>
                <a:lnTo>
                  <a:pt x="2810345" y="791425"/>
                </a:lnTo>
                <a:lnTo>
                  <a:pt x="2812211" y="793292"/>
                </a:lnTo>
                <a:lnTo>
                  <a:pt x="2813329" y="793750"/>
                </a:lnTo>
                <a:lnTo>
                  <a:pt x="2815958" y="793750"/>
                </a:lnTo>
                <a:lnTo>
                  <a:pt x="2817076" y="793292"/>
                </a:lnTo>
                <a:lnTo>
                  <a:pt x="2818942" y="791425"/>
                </a:lnTo>
                <a:lnTo>
                  <a:pt x="2819400" y="790308"/>
                </a:lnTo>
                <a:lnTo>
                  <a:pt x="2819400" y="787679"/>
                </a:lnTo>
                <a:close/>
              </a:path>
              <a:path w="5248275" h="2362200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5248275" h="2362200">
                <a:moveTo>
                  <a:pt x="2867025" y="2356129"/>
                </a:moveTo>
                <a:lnTo>
                  <a:pt x="2866567" y="2355011"/>
                </a:lnTo>
                <a:lnTo>
                  <a:pt x="2864701" y="2353145"/>
                </a:lnTo>
                <a:lnTo>
                  <a:pt x="2863583" y="2352675"/>
                </a:lnTo>
                <a:lnTo>
                  <a:pt x="2860954" y="2352675"/>
                </a:lnTo>
                <a:lnTo>
                  <a:pt x="2859836" y="2353145"/>
                </a:lnTo>
                <a:lnTo>
                  <a:pt x="2857970" y="2355011"/>
                </a:lnTo>
                <a:lnTo>
                  <a:pt x="2857500" y="2356129"/>
                </a:lnTo>
                <a:lnTo>
                  <a:pt x="2857500" y="2358758"/>
                </a:lnTo>
                <a:lnTo>
                  <a:pt x="2857970" y="2359876"/>
                </a:lnTo>
                <a:lnTo>
                  <a:pt x="2859836" y="2361742"/>
                </a:lnTo>
                <a:lnTo>
                  <a:pt x="2860954" y="2362200"/>
                </a:lnTo>
                <a:lnTo>
                  <a:pt x="2863583" y="2362200"/>
                </a:lnTo>
                <a:lnTo>
                  <a:pt x="2864701" y="2361742"/>
                </a:lnTo>
                <a:lnTo>
                  <a:pt x="2866567" y="2359876"/>
                </a:lnTo>
                <a:lnTo>
                  <a:pt x="2867025" y="2358758"/>
                </a:lnTo>
                <a:lnTo>
                  <a:pt x="2867025" y="2356129"/>
                </a:lnTo>
                <a:close/>
              </a:path>
              <a:path w="5248275" h="2362200">
                <a:moveTo>
                  <a:pt x="2867025" y="1571904"/>
                </a:moveTo>
                <a:lnTo>
                  <a:pt x="2866567" y="1570786"/>
                </a:lnTo>
                <a:lnTo>
                  <a:pt x="2864701" y="1568919"/>
                </a:lnTo>
                <a:lnTo>
                  <a:pt x="2863583" y="1568450"/>
                </a:lnTo>
                <a:lnTo>
                  <a:pt x="2860954" y="1568450"/>
                </a:lnTo>
                <a:lnTo>
                  <a:pt x="2859836" y="1568919"/>
                </a:lnTo>
                <a:lnTo>
                  <a:pt x="2857970" y="1570786"/>
                </a:lnTo>
                <a:lnTo>
                  <a:pt x="2857500" y="1571904"/>
                </a:lnTo>
                <a:lnTo>
                  <a:pt x="2857500" y="1574533"/>
                </a:lnTo>
                <a:lnTo>
                  <a:pt x="2857970" y="1575650"/>
                </a:lnTo>
                <a:lnTo>
                  <a:pt x="2859836" y="1577517"/>
                </a:lnTo>
                <a:lnTo>
                  <a:pt x="2860954" y="1577975"/>
                </a:lnTo>
                <a:lnTo>
                  <a:pt x="2863583" y="1577975"/>
                </a:lnTo>
                <a:lnTo>
                  <a:pt x="2864701" y="1577517"/>
                </a:lnTo>
                <a:lnTo>
                  <a:pt x="2866567" y="1575650"/>
                </a:lnTo>
                <a:lnTo>
                  <a:pt x="2867025" y="1574533"/>
                </a:lnTo>
                <a:lnTo>
                  <a:pt x="2867025" y="1571904"/>
                </a:lnTo>
                <a:close/>
              </a:path>
              <a:path w="5248275" h="2362200">
                <a:moveTo>
                  <a:pt x="2867025" y="787679"/>
                </a:moveTo>
                <a:lnTo>
                  <a:pt x="2866567" y="786561"/>
                </a:lnTo>
                <a:lnTo>
                  <a:pt x="2864701" y="784694"/>
                </a:lnTo>
                <a:lnTo>
                  <a:pt x="2863583" y="784225"/>
                </a:lnTo>
                <a:lnTo>
                  <a:pt x="2860954" y="784225"/>
                </a:lnTo>
                <a:lnTo>
                  <a:pt x="2859836" y="784694"/>
                </a:lnTo>
                <a:lnTo>
                  <a:pt x="2857970" y="786561"/>
                </a:lnTo>
                <a:lnTo>
                  <a:pt x="2857500" y="787679"/>
                </a:lnTo>
                <a:lnTo>
                  <a:pt x="2857500" y="790308"/>
                </a:lnTo>
                <a:lnTo>
                  <a:pt x="2857970" y="791425"/>
                </a:lnTo>
                <a:lnTo>
                  <a:pt x="2859836" y="793292"/>
                </a:lnTo>
                <a:lnTo>
                  <a:pt x="2860954" y="793750"/>
                </a:lnTo>
                <a:lnTo>
                  <a:pt x="2863583" y="793750"/>
                </a:lnTo>
                <a:lnTo>
                  <a:pt x="2864701" y="793292"/>
                </a:lnTo>
                <a:lnTo>
                  <a:pt x="2866567" y="791425"/>
                </a:lnTo>
                <a:lnTo>
                  <a:pt x="2867025" y="790308"/>
                </a:lnTo>
                <a:lnTo>
                  <a:pt x="2867025" y="787679"/>
                </a:lnTo>
                <a:close/>
              </a:path>
              <a:path w="5248275" h="2362200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5248275" h="2362200">
                <a:moveTo>
                  <a:pt x="2914650" y="2356129"/>
                </a:moveTo>
                <a:lnTo>
                  <a:pt x="2914192" y="2355011"/>
                </a:lnTo>
                <a:lnTo>
                  <a:pt x="2912326" y="2353145"/>
                </a:lnTo>
                <a:lnTo>
                  <a:pt x="2911208" y="2352675"/>
                </a:lnTo>
                <a:lnTo>
                  <a:pt x="2908579" y="2352675"/>
                </a:lnTo>
                <a:lnTo>
                  <a:pt x="2907461" y="2353145"/>
                </a:lnTo>
                <a:lnTo>
                  <a:pt x="2905595" y="2355011"/>
                </a:lnTo>
                <a:lnTo>
                  <a:pt x="2905125" y="2356129"/>
                </a:lnTo>
                <a:lnTo>
                  <a:pt x="2905125" y="2358758"/>
                </a:lnTo>
                <a:lnTo>
                  <a:pt x="2905595" y="2359876"/>
                </a:lnTo>
                <a:lnTo>
                  <a:pt x="2907461" y="2361742"/>
                </a:lnTo>
                <a:lnTo>
                  <a:pt x="2908579" y="2362200"/>
                </a:lnTo>
                <a:lnTo>
                  <a:pt x="2911208" y="2362200"/>
                </a:lnTo>
                <a:lnTo>
                  <a:pt x="2912326" y="2361742"/>
                </a:lnTo>
                <a:lnTo>
                  <a:pt x="2914192" y="2359876"/>
                </a:lnTo>
                <a:lnTo>
                  <a:pt x="2914650" y="2358758"/>
                </a:lnTo>
                <a:lnTo>
                  <a:pt x="2914650" y="2356129"/>
                </a:lnTo>
                <a:close/>
              </a:path>
              <a:path w="5248275" h="2362200">
                <a:moveTo>
                  <a:pt x="2914650" y="1571904"/>
                </a:moveTo>
                <a:lnTo>
                  <a:pt x="2914192" y="1570786"/>
                </a:lnTo>
                <a:lnTo>
                  <a:pt x="2912326" y="1568919"/>
                </a:lnTo>
                <a:lnTo>
                  <a:pt x="2911208" y="1568450"/>
                </a:lnTo>
                <a:lnTo>
                  <a:pt x="2908579" y="1568450"/>
                </a:lnTo>
                <a:lnTo>
                  <a:pt x="2907461" y="1568919"/>
                </a:lnTo>
                <a:lnTo>
                  <a:pt x="2905595" y="1570786"/>
                </a:lnTo>
                <a:lnTo>
                  <a:pt x="2905125" y="1571904"/>
                </a:lnTo>
                <a:lnTo>
                  <a:pt x="2905125" y="1574533"/>
                </a:lnTo>
                <a:lnTo>
                  <a:pt x="2905595" y="1575650"/>
                </a:lnTo>
                <a:lnTo>
                  <a:pt x="2907461" y="1577517"/>
                </a:lnTo>
                <a:lnTo>
                  <a:pt x="2908579" y="1577975"/>
                </a:lnTo>
                <a:lnTo>
                  <a:pt x="2911208" y="1577975"/>
                </a:lnTo>
                <a:lnTo>
                  <a:pt x="2912326" y="1577517"/>
                </a:lnTo>
                <a:lnTo>
                  <a:pt x="2914192" y="1575650"/>
                </a:lnTo>
                <a:lnTo>
                  <a:pt x="2914650" y="1574533"/>
                </a:lnTo>
                <a:lnTo>
                  <a:pt x="2914650" y="1571904"/>
                </a:lnTo>
                <a:close/>
              </a:path>
              <a:path w="5248275" h="2362200">
                <a:moveTo>
                  <a:pt x="2914650" y="787679"/>
                </a:moveTo>
                <a:lnTo>
                  <a:pt x="2914192" y="786561"/>
                </a:lnTo>
                <a:lnTo>
                  <a:pt x="2912326" y="784694"/>
                </a:lnTo>
                <a:lnTo>
                  <a:pt x="2911208" y="784225"/>
                </a:lnTo>
                <a:lnTo>
                  <a:pt x="2908579" y="784225"/>
                </a:lnTo>
                <a:lnTo>
                  <a:pt x="2907461" y="784694"/>
                </a:lnTo>
                <a:lnTo>
                  <a:pt x="2905595" y="786561"/>
                </a:lnTo>
                <a:lnTo>
                  <a:pt x="2905125" y="787679"/>
                </a:lnTo>
                <a:lnTo>
                  <a:pt x="2905125" y="790308"/>
                </a:lnTo>
                <a:lnTo>
                  <a:pt x="2905595" y="791425"/>
                </a:lnTo>
                <a:lnTo>
                  <a:pt x="2907461" y="793292"/>
                </a:lnTo>
                <a:lnTo>
                  <a:pt x="2908579" y="793750"/>
                </a:lnTo>
                <a:lnTo>
                  <a:pt x="2911208" y="793750"/>
                </a:lnTo>
                <a:lnTo>
                  <a:pt x="2912326" y="793292"/>
                </a:lnTo>
                <a:lnTo>
                  <a:pt x="2914192" y="791425"/>
                </a:lnTo>
                <a:lnTo>
                  <a:pt x="2914650" y="790308"/>
                </a:lnTo>
                <a:lnTo>
                  <a:pt x="2914650" y="787679"/>
                </a:lnTo>
                <a:close/>
              </a:path>
              <a:path w="5248275" h="2362200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5248275" h="2362200">
                <a:moveTo>
                  <a:pt x="2962275" y="2356129"/>
                </a:moveTo>
                <a:lnTo>
                  <a:pt x="2961817" y="2355011"/>
                </a:lnTo>
                <a:lnTo>
                  <a:pt x="2959951" y="2353145"/>
                </a:lnTo>
                <a:lnTo>
                  <a:pt x="2958833" y="2352675"/>
                </a:lnTo>
                <a:lnTo>
                  <a:pt x="2956204" y="2352675"/>
                </a:lnTo>
                <a:lnTo>
                  <a:pt x="2955086" y="2353145"/>
                </a:lnTo>
                <a:lnTo>
                  <a:pt x="2953220" y="2355011"/>
                </a:lnTo>
                <a:lnTo>
                  <a:pt x="2952750" y="2356129"/>
                </a:lnTo>
                <a:lnTo>
                  <a:pt x="2952750" y="2358758"/>
                </a:lnTo>
                <a:lnTo>
                  <a:pt x="2953220" y="2359876"/>
                </a:lnTo>
                <a:lnTo>
                  <a:pt x="2955086" y="2361742"/>
                </a:lnTo>
                <a:lnTo>
                  <a:pt x="2956204" y="2362200"/>
                </a:lnTo>
                <a:lnTo>
                  <a:pt x="2958833" y="2362200"/>
                </a:lnTo>
                <a:lnTo>
                  <a:pt x="2959951" y="2361742"/>
                </a:lnTo>
                <a:lnTo>
                  <a:pt x="2961817" y="2359876"/>
                </a:lnTo>
                <a:lnTo>
                  <a:pt x="2962275" y="2358758"/>
                </a:lnTo>
                <a:lnTo>
                  <a:pt x="2962275" y="2356129"/>
                </a:lnTo>
                <a:close/>
              </a:path>
              <a:path w="5248275" h="2362200">
                <a:moveTo>
                  <a:pt x="2962275" y="1571904"/>
                </a:moveTo>
                <a:lnTo>
                  <a:pt x="2961817" y="1570786"/>
                </a:lnTo>
                <a:lnTo>
                  <a:pt x="2959951" y="1568919"/>
                </a:lnTo>
                <a:lnTo>
                  <a:pt x="2958833" y="1568450"/>
                </a:lnTo>
                <a:lnTo>
                  <a:pt x="2956204" y="1568450"/>
                </a:lnTo>
                <a:lnTo>
                  <a:pt x="2955086" y="1568919"/>
                </a:lnTo>
                <a:lnTo>
                  <a:pt x="2953220" y="1570786"/>
                </a:lnTo>
                <a:lnTo>
                  <a:pt x="2952750" y="1571904"/>
                </a:lnTo>
                <a:lnTo>
                  <a:pt x="2952750" y="1574533"/>
                </a:lnTo>
                <a:lnTo>
                  <a:pt x="2953220" y="1575650"/>
                </a:lnTo>
                <a:lnTo>
                  <a:pt x="2955086" y="1577517"/>
                </a:lnTo>
                <a:lnTo>
                  <a:pt x="2956204" y="1577975"/>
                </a:lnTo>
                <a:lnTo>
                  <a:pt x="2958833" y="1577975"/>
                </a:lnTo>
                <a:lnTo>
                  <a:pt x="2959951" y="1577517"/>
                </a:lnTo>
                <a:lnTo>
                  <a:pt x="2961817" y="1575650"/>
                </a:lnTo>
                <a:lnTo>
                  <a:pt x="2962275" y="1574533"/>
                </a:lnTo>
                <a:lnTo>
                  <a:pt x="2962275" y="1571904"/>
                </a:lnTo>
                <a:close/>
              </a:path>
              <a:path w="5248275" h="2362200">
                <a:moveTo>
                  <a:pt x="2962275" y="787679"/>
                </a:moveTo>
                <a:lnTo>
                  <a:pt x="2961817" y="786561"/>
                </a:lnTo>
                <a:lnTo>
                  <a:pt x="2959951" y="784694"/>
                </a:lnTo>
                <a:lnTo>
                  <a:pt x="2958833" y="784225"/>
                </a:lnTo>
                <a:lnTo>
                  <a:pt x="2956204" y="784225"/>
                </a:lnTo>
                <a:lnTo>
                  <a:pt x="2955086" y="784694"/>
                </a:lnTo>
                <a:lnTo>
                  <a:pt x="2953220" y="786561"/>
                </a:lnTo>
                <a:lnTo>
                  <a:pt x="2952750" y="787679"/>
                </a:lnTo>
                <a:lnTo>
                  <a:pt x="2952750" y="790308"/>
                </a:lnTo>
                <a:lnTo>
                  <a:pt x="2953220" y="791425"/>
                </a:lnTo>
                <a:lnTo>
                  <a:pt x="2955086" y="793292"/>
                </a:lnTo>
                <a:lnTo>
                  <a:pt x="2956204" y="793750"/>
                </a:lnTo>
                <a:lnTo>
                  <a:pt x="2958833" y="793750"/>
                </a:lnTo>
                <a:lnTo>
                  <a:pt x="2959951" y="793292"/>
                </a:lnTo>
                <a:lnTo>
                  <a:pt x="2961817" y="791425"/>
                </a:lnTo>
                <a:lnTo>
                  <a:pt x="2962275" y="790308"/>
                </a:lnTo>
                <a:lnTo>
                  <a:pt x="2962275" y="787679"/>
                </a:lnTo>
                <a:close/>
              </a:path>
              <a:path w="5248275" h="2362200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5248275" h="2362200">
                <a:moveTo>
                  <a:pt x="3009900" y="2356129"/>
                </a:moveTo>
                <a:lnTo>
                  <a:pt x="3009442" y="2355011"/>
                </a:lnTo>
                <a:lnTo>
                  <a:pt x="3007576" y="2353145"/>
                </a:lnTo>
                <a:lnTo>
                  <a:pt x="3006458" y="2352675"/>
                </a:lnTo>
                <a:lnTo>
                  <a:pt x="3003829" y="2352675"/>
                </a:lnTo>
                <a:lnTo>
                  <a:pt x="3002711" y="2353145"/>
                </a:lnTo>
                <a:lnTo>
                  <a:pt x="3000845" y="2355011"/>
                </a:lnTo>
                <a:lnTo>
                  <a:pt x="3000375" y="2356129"/>
                </a:lnTo>
                <a:lnTo>
                  <a:pt x="3000375" y="2358758"/>
                </a:lnTo>
                <a:lnTo>
                  <a:pt x="3000845" y="2359876"/>
                </a:lnTo>
                <a:lnTo>
                  <a:pt x="3002711" y="2361742"/>
                </a:lnTo>
                <a:lnTo>
                  <a:pt x="3003829" y="2362200"/>
                </a:lnTo>
                <a:lnTo>
                  <a:pt x="3006458" y="2362200"/>
                </a:lnTo>
                <a:lnTo>
                  <a:pt x="3007576" y="2361742"/>
                </a:lnTo>
                <a:lnTo>
                  <a:pt x="3009442" y="2359876"/>
                </a:lnTo>
                <a:lnTo>
                  <a:pt x="3009900" y="2358758"/>
                </a:lnTo>
                <a:lnTo>
                  <a:pt x="3009900" y="2356129"/>
                </a:lnTo>
                <a:close/>
              </a:path>
              <a:path w="5248275" h="2362200">
                <a:moveTo>
                  <a:pt x="3009900" y="1571904"/>
                </a:moveTo>
                <a:lnTo>
                  <a:pt x="3009442" y="1570786"/>
                </a:lnTo>
                <a:lnTo>
                  <a:pt x="3007576" y="1568919"/>
                </a:lnTo>
                <a:lnTo>
                  <a:pt x="3006458" y="1568450"/>
                </a:lnTo>
                <a:lnTo>
                  <a:pt x="3003829" y="1568450"/>
                </a:lnTo>
                <a:lnTo>
                  <a:pt x="3002711" y="1568919"/>
                </a:lnTo>
                <a:lnTo>
                  <a:pt x="3000845" y="1570786"/>
                </a:lnTo>
                <a:lnTo>
                  <a:pt x="3000375" y="1571904"/>
                </a:lnTo>
                <a:lnTo>
                  <a:pt x="3000375" y="1574533"/>
                </a:lnTo>
                <a:lnTo>
                  <a:pt x="3000845" y="1575650"/>
                </a:lnTo>
                <a:lnTo>
                  <a:pt x="3002711" y="1577517"/>
                </a:lnTo>
                <a:lnTo>
                  <a:pt x="3003829" y="1577975"/>
                </a:lnTo>
                <a:lnTo>
                  <a:pt x="3006458" y="1577975"/>
                </a:lnTo>
                <a:lnTo>
                  <a:pt x="3007576" y="1577517"/>
                </a:lnTo>
                <a:lnTo>
                  <a:pt x="3009442" y="1575650"/>
                </a:lnTo>
                <a:lnTo>
                  <a:pt x="3009900" y="1574533"/>
                </a:lnTo>
                <a:lnTo>
                  <a:pt x="3009900" y="1571904"/>
                </a:lnTo>
                <a:close/>
              </a:path>
              <a:path w="5248275" h="2362200">
                <a:moveTo>
                  <a:pt x="3009900" y="787679"/>
                </a:moveTo>
                <a:lnTo>
                  <a:pt x="3009442" y="786561"/>
                </a:lnTo>
                <a:lnTo>
                  <a:pt x="3007576" y="784694"/>
                </a:lnTo>
                <a:lnTo>
                  <a:pt x="3006458" y="784225"/>
                </a:lnTo>
                <a:lnTo>
                  <a:pt x="3003829" y="784225"/>
                </a:lnTo>
                <a:lnTo>
                  <a:pt x="3002711" y="784694"/>
                </a:lnTo>
                <a:lnTo>
                  <a:pt x="3000845" y="786561"/>
                </a:lnTo>
                <a:lnTo>
                  <a:pt x="3000375" y="787679"/>
                </a:lnTo>
                <a:lnTo>
                  <a:pt x="3000375" y="790308"/>
                </a:lnTo>
                <a:lnTo>
                  <a:pt x="3000845" y="791425"/>
                </a:lnTo>
                <a:lnTo>
                  <a:pt x="3002711" y="793292"/>
                </a:lnTo>
                <a:lnTo>
                  <a:pt x="3003829" y="793750"/>
                </a:lnTo>
                <a:lnTo>
                  <a:pt x="3006458" y="793750"/>
                </a:lnTo>
                <a:lnTo>
                  <a:pt x="3007576" y="793292"/>
                </a:lnTo>
                <a:lnTo>
                  <a:pt x="3009442" y="791425"/>
                </a:lnTo>
                <a:lnTo>
                  <a:pt x="3009900" y="790308"/>
                </a:lnTo>
                <a:lnTo>
                  <a:pt x="3009900" y="787679"/>
                </a:lnTo>
                <a:close/>
              </a:path>
              <a:path w="5248275" h="2362200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5248275" h="2362200">
                <a:moveTo>
                  <a:pt x="3057525" y="2356129"/>
                </a:moveTo>
                <a:lnTo>
                  <a:pt x="3057067" y="2355011"/>
                </a:lnTo>
                <a:lnTo>
                  <a:pt x="3055201" y="2353145"/>
                </a:lnTo>
                <a:lnTo>
                  <a:pt x="3054083" y="2352675"/>
                </a:lnTo>
                <a:lnTo>
                  <a:pt x="3051454" y="2352675"/>
                </a:lnTo>
                <a:lnTo>
                  <a:pt x="3050336" y="2353145"/>
                </a:lnTo>
                <a:lnTo>
                  <a:pt x="3048470" y="2355011"/>
                </a:lnTo>
                <a:lnTo>
                  <a:pt x="3048000" y="2356129"/>
                </a:lnTo>
                <a:lnTo>
                  <a:pt x="3048000" y="2358758"/>
                </a:lnTo>
                <a:lnTo>
                  <a:pt x="3048470" y="2359876"/>
                </a:lnTo>
                <a:lnTo>
                  <a:pt x="3050336" y="2361742"/>
                </a:lnTo>
                <a:lnTo>
                  <a:pt x="3051454" y="2362200"/>
                </a:lnTo>
                <a:lnTo>
                  <a:pt x="3054083" y="2362200"/>
                </a:lnTo>
                <a:lnTo>
                  <a:pt x="3055201" y="2361742"/>
                </a:lnTo>
                <a:lnTo>
                  <a:pt x="3057067" y="2359876"/>
                </a:lnTo>
                <a:lnTo>
                  <a:pt x="3057525" y="2358758"/>
                </a:lnTo>
                <a:lnTo>
                  <a:pt x="3057525" y="2356129"/>
                </a:lnTo>
                <a:close/>
              </a:path>
              <a:path w="5248275" h="2362200">
                <a:moveTo>
                  <a:pt x="3057525" y="1571904"/>
                </a:moveTo>
                <a:lnTo>
                  <a:pt x="3057067" y="1570786"/>
                </a:lnTo>
                <a:lnTo>
                  <a:pt x="3055201" y="1568919"/>
                </a:lnTo>
                <a:lnTo>
                  <a:pt x="3054083" y="1568450"/>
                </a:lnTo>
                <a:lnTo>
                  <a:pt x="3051454" y="1568450"/>
                </a:lnTo>
                <a:lnTo>
                  <a:pt x="3050336" y="1568919"/>
                </a:lnTo>
                <a:lnTo>
                  <a:pt x="3048470" y="1570786"/>
                </a:lnTo>
                <a:lnTo>
                  <a:pt x="3048000" y="1571904"/>
                </a:lnTo>
                <a:lnTo>
                  <a:pt x="3048000" y="1574533"/>
                </a:lnTo>
                <a:lnTo>
                  <a:pt x="3048470" y="1575650"/>
                </a:lnTo>
                <a:lnTo>
                  <a:pt x="3050336" y="1577517"/>
                </a:lnTo>
                <a:lnTo>
                  <a:pt x="3051454" y="1577975"/>
                </a:lnTo>
                <a:lnTo>
                  <a:pt x="3054083" y="1577975"/>
                </a:lnTo>
                <a:lnTo>
                  <a:pt x="3055201" y="1577517"/>
                </a:lnTo>
                <a:lnTo>
                  <a:pt x="3057067" y="1575650"/>
                </a:lnTo>
                <a:lnTo>
                  <a:pt x="3057525" y="1574533"/>
                </a:lnTo>
                <a:lnTo>
                  <a:pt x="3057525" y="1571904"/>
                </a:lnTo>
                <a:close/>
              </a:path>
              <a:path w="5248275" h="2362200">
                <a:moveTo>
                  <a:pt x="3057525" y="787679"/>
                </a:moveTo>
                <a:lnTo>
                  <a:pt x="3057067" y="786561"/>
                </a:lnTo>
                <a:lnTo>
                  <a:pt x="3055201" y="784694"/>
                </a:lnTo>
                <a:lnTo>
                  <a:pt x="3054083" y="784225"/>
                </a:lnTo>
                <a:lnTo>
                  <a:pt x="3051454" y="784225"/>
                </a:lnTo>
                <a:lnTo>
                  <a:pt x="3050336" y="784694"/>
                </a:lnTo>
                <a:lnTo>
                  <a:pt x="3048470" y="786561"/>
                </a:lnTo>
                <a:lnTo>
                  <a:pt x="3048000" y="787679"/>
                </a:lnTo>
                <a:lnTo>
                  <a:pt x="3048000" y="790308"/>
                </a:lnTo>
                <a:lnTo>
                  <a:pt x="3048470" y="791425"/>
                </a:lnTo>
                <a:lnTo>
                  <a:pt x="3050336" y="793292"/>
                </a:lnTo>
                <a:lnTo>
                  <a:pt x="3051454" y="793750"/>
                </a:lnTo>
                <a:lnTo>
                  <a:pt x="3054083" y="793750"/>
                </a:lnTo>
                <a:lnTo>
                  <a:pt x="3055201" y="793292"/>
                </a:lnTo>
                <a:lnTo>
                  <a:pt x="3057067" y="791425"/>
                </a:lnTo>
                <a:lnTo>
                  <a:pt x="3057525" y="790308"/>
                </a:lnTo>
                <a:lnTo>
                  <a:pt x="3057525" y="787679"/>
                </a:lnTo>
                <a:close/>
              </a:path>
              <a:path w="5248275" h="2362200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5248275" h="2362200">
                <a:moveTo>
                  <a:pt x="3105150" y="2356129"/>
                </a:moveTo>
                <a:lnTo>
                  <a:pt x="3104692" y="2355011"/>
                </a:lnTo>
                <a:lnTo>
                  <a:pt x="3102826" y="2353145"/>
                </a:lnTo>
                <a:lnTo>
                  <a:pt x="3101708" y="2352675"/>
                </a:lnTo>
                <a:lnTo>
                  <a:pt x="3099079" y="2352675"/>
                </a:lnTo>
                <a:lnTo>
                  <a:pt x="3097961" y="2353145"/>
                </a:lnTo>
                <a:lnTo>
                  <a:pt x="3096095" y="2355011"/>
                </a:lnTo>
                <a:lnTo>
                  <a:pt x="3095625" y="2356129"/>
                </a:lnTo>
                <a:lnTo>
                  <a:pt x="3095625" y="2358758"/>
                </a:lnTo>
                <a:lnTo>
                  <a:pt x="3096095" y="2359876"/>
                </a:lnTo>
                <a:lnTo>
                  <a:pt x="3097961" y="2361742"/>
                </a:lnTo>
                <a:lnTo>
                  <a:pt x="3099079" y="2362200"/>
                </a:lnTo>
                <a:lnTo>
                  <a:pt x="3101708" y="2362200"/>
                </a:lnTo>
                <a:lnTo>
                  <a:pt x="3102826" y="2361742"/>
                </a:lnTo>
                <a:lnTo>
                  <a:pt x="3104692" y="2359876"/>
                </a:lnTo>
                <a:lnTo>
                  <a:pt x="3105150" y="2358758"/>
                </a:lnTo>
                <a:lnTo>
                  <a:pt x="3105150" y="2356129"/>
                </a:lnTo>
                <a:close/>
              </a:path>
              <a:path w="5248275" h="2362200">
                <a:moveTo>
                  <a:pt x="3105150" y="1571904"/>
                </a:moveTo>
                <a:lnTo>
                  <a:pt x="3104692" y="1570786"/>
                </a:lnTo>
                <a:lnTo>
                  <a:pt x="3102826" y="1568919"/>
                </a:lnTo>
                <a:lnTo>
                  <a:pt x="3101708" y="1568450"/>
                </a:lnTo>
                <a:lnTo>
                  <a:pt x="3099079" y="1568450"/>
                </a:lnTo>
                <a:lnTo>
                  <a:pt x="3097961" y="1568919"/>
                </a:lnTo>
                <a:lnTo>
                  <a:pt x="3096095" y="1570786"/>
                </a:lnTo>
                <a:lnTo>
                  <a:pt x="3095625" y="1571904"/>
                </a:lnTo>
                <a:lnTo>
                  <a:pt x="3095625" y="1574533"/>
                </a:lnTo>
                <a:lnTo>
                  <a:pt x="3096095" y="1575650"/>
                </a:lnTo>
                <a:lnTo>
                  <a:pt x="3097961" y="1577517"/>
                </a:lnTo>
                <a:lnTo>
                  <a:pt x="3099079" y="1577975"/>
                </a:lnTo>
                <a:lnTo>
                  <a:pt x="3101708" y="1577975"/>
                </a:lnTo>
                <a:lnTo>
                  <a:pt x="3102826" y="1577517"/>
                </a:lnTo>
                <a:lnTo>
                  <a:pt x="3104692" y="1575650"/>
                </a:lnTo>
                <a:lnTo>
                  <a:pt x="3105150" y="1574533"/>
                </a:lnTo>
                <a:lnTo>
                  <a:pt x="3105150" y="1571904"/>
                </a:lnTo>
                <a:close/>
              </a:path>
              <a:path w="5248275" h="2362200">
                <a:moveTo>
                  <a:pt x="3105150" y="787679"/>
                </a:moveTo>
                <a:lnTo>
                  <a:pt x="3104692" y="786561"/>
                </a:lnTo>
                <a:lnTo>
                  <a:pt x="3102826" y="784694"/>
                </a:lnTo>
                <a:lnTo>
                  <a:pt x="3101708" y="784225"/>
                </a:lnTo>
                <a:lnTo>
                  <a:pt x="3099079" y="784225"/>
                </a:lnTo>
                <a:lnTo>
                  <a:pt x="3097961" y="784694"/>
                </a:lnTo>
                <a:lnTo>
                  <a:pt x="3096095" y="786561"/>
                </a:lnTo>
                <a:lnTo>
                  <a:pt x="3095625" y="787679"/>
                </a:lnTo>
                <a:lnTo>
                  <a:pt x="3095625" y="790308"/>
                </a:lnTo>
                <a:lnTo>
                  <a:pt x="3096095" y="791425"/>
                </a:lnTo>
                <a:lnTo>
                  <a:pt x="3097961" y="793292"/>
                </a:lnTo>
                <a:lnTo>
                  <a:pt x="3099079" y="793750"/>
                </a:lnTo>
                <a:lnTo>
                  <a:pt x="3101708" y="793750"/>
                </a:lnTo>
                <a:lnTo>
                  <a:pt x="3102826" y="793292"/>
                </a:lnTo>
                <a:lnTo>
                  <a:pt x="3104692" y="791425"/>
                </a:lnTo>
                <a:lnTo>
                  <a:pt x="3105150" y="790308"/>
                </a:lnTo>
                <a:lnTo>
                  <a:pt x="3105150" y="787679"/>
                </a:lnTo>
                <a:close/>
              </a:path>
              <a:path w="5248275" h="2362200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5248275" h="2362200">
                <a:moveTo>
                  <a:pt x="3152775" y="2356129"/>
                </a:moveTo>
                <a:lnTo>
                  <a:pt x="3152317" y="2355011"/>
                </a:lnTo>
                <a:lnTo>
                  <a:pt x="3150451" y="2353145"/>
                </a:lnTo>
                <a:lnTo>
                  <a:pt x="3149333" y="2352675"/>
                </a:lnTo>
                <a:lnTo>
                  <a:pt x="3146704" y="2352675"/>
                </a:lnTo>
                <a:lnTo>
                  <a:pt x="3145586" y="2353145"/>
                </a:lnTo>
                <a:lnTo>
                  <a:pt x="3143720" y="2355011"/>
                </a:lnTo>
                <a:lnTo>
                  <a:pt x="3143250" y="2356129"/>
                </a:lnTo>
                <a:lnTo>
                  <a:pt x="3143250" y="2358758"/>
                </a:lnTo>
                <a:lnTo>
                  <a:pt x="3143720" y="2359876"/>
                </a:lnTo>
                <a:lnTo>
                  <a:pt x="3145586" y="2361742"/>
                </a:lnTo>
                <a:lnTo>
                  <a:pt x="3146704" y="2362200"/>
                </a:lnTo>
                <a:lnTo>
                  <a:pt x="3149333" y="2362200"/>
                </a:lnTo>
                <a:lnTo>
                  <a:pt x="3150451" y="2361742"/>
                </a:lnTo>
                <a:lnTo>
                  <a:pt x="3152317" y="2359876"/>
                </a:lnTo>
                <a:lnTo>
                  <a:pt x="3152775" y="2358758"/>
                </a:lnTo>
                <a:lnTo>
                  <a:pt x="3152775" y="2356129"/>
                </a:lnTo>
                <a:close/>
              </a:path>
              <a:path w="5248275" h="2362200">
                <a:moveTo>
                  <a:pt x="3152775" y="1571904"/>
                </a:moveTo>
                <a:lnTo>
                  <a:pt x="3152317" y="1570786"/>
                </a:lnTo>
                <a:lnTo>
                  <a:pt x="3150451" y="1568919"/>
                </a:lnTo>
                <a:lnTo>
                  <a:pt x="3149333" y="1568450"/>
                </a:lnTo>
                <a:lnTo>
                  <a:pt x="3146704" y="1568450"/>
                </a:lnTo>
                <a:lnTo>
                  <a:pt x="3145586" y="1568919"/>
                </a:lnTo>
                <a:lnTo>
                  <a:pt x="3143720" y="1570786"/>
                </a:lnTo>
                <a:lnTo>
                  <a:pt x="3143250" y="1571904"/>
                </a:lnTo>
                <a:lnTo>
                  <a:pt x="3143250" y="1574533"/>
                </a:lnTo>
                <a:lnTo>
                  <a:pt x="3143720" y="1575650"/>
                </a:lnTo>
                <a:lnTo>
                  <a:pt x="3145586" y="1577517"/>
                </a:lnTo>
                <a:lnTo>
                  <a:pt x="3146704" y="1577975"/>
                </a:lnTo>
                <a:lnTo>
                  <a:pt x="3149333" y="1577975"/>
                </a:lnTo>
                <a:lnTo>
                  <a:pt x="3150451" y="1577517"/>
                </a:lnTo>
                <a:lnTo>
                  <a:pt x="3152317" y="1575650"/>
                </a:lnTo>
                <a:lnTo>
                  <a:pt x="3152775" y="1574533"/>
                </a:lnTo>
                <a:lnTo>
                  <a:pt x="3152775" y="1571904"/>
                </a:lnTo>
                <a:close/>
              </a:path>
              <a:path w="5248275" h="2362200">
                <a:moveTo>
                  <a:pt x="3152775" y="787679"/>
                </a:moveTo>
                <a:lnTo>
                  <a:pt x="3152317" y="786561"/>
                </a:lnTo>
                <a:lnTo>
                  <a:pt x="3150451" y="784694"/>
                </a:lnTo>
                <a:lnTo>
                  <a:pt x="3149333" y="784225"/>
                </a:lnTo>
                <a:lnTo>
                  <a:pt x="3146704" y="784225"/>
                </a:lnTo>
                <a:lnTo>
                  <a:pt x="3145586" y="784694"/>
                </a:lnTo>
                <a:lnTo>
                  <a:pt x="3143720" y="786561"/>
                </a:lnTo>
                <a:lnTo>
                  <a:pt x="3143250" y="787679"/>
                </a:lnTo>
                <a:lnTo>
                  <a:pt x="3143250" y="790308"/>
                </a:lnTo>
                <a:lnTo>
                  <a:pt x="3143720" y="791425"/>
                </a:lnTo>
                <a:lnTo>
                  <a:pt x="3145586" y="793292"/>
                </a:lnTo>
                <a:lnTo>
                  <a:pt x="3146704" y="793750"/>
                </a:lnTo>
                <a:lnTo>
                  <a:pt x="3149333" y="793750"/>
                </a:lnTo>
                <a:lnTo>
                  <a:pt x="3150451" y="793292"/>
                </a:lnTo>
                <a:lnTo>
                  <a:pt x="3152317" y="791425"/>
                </a:lnTo>
                <a:lnTo>
                  <a:pt x="3152775" y="790308"/>
                </a:lnTo>
                <a:lnTo>
                  <a:pt x="3152775" y="787679"/>
                </a:lnTo>
                <a:close/>
              </a:path>
              <a:path w="5248275" h="2362200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5248275" h="2362200">
                <a:moveTo>
                  <a:pt x="3200400" y="2356129"/>
                </a:moveTo>
                <a:lnTo>
                  <a:pt x="3199942" y="2355011"/>
                </a:lnTo>
                <a:lnTo>
                  <a:pt x="3198076" y="2353145"/>
                </a:lnTo>
                <a:lnTo>
                  <a:pt x="3196958" y="2352675"/>
                </a:lnTo>
                <a:lnTo>
                  <a:pt x="3194329" y="2352675"/>
                </a:lnTo>
                <a:lnTo>
                  <a:pt x="3193211" y="2353145"/>
                </a:lnTo>
                <a:lnTo>
                  <a:pt x="3191345" y="2355011"/>
                </a:lnTo>
                <a:lnTo>
                  <a:pt x="3190875" y="2356129"/>
                </a:lnTo>
                <a:lnTo>
                  <a:pt x="3190875" y="2358758"/>
                </a:lnTo>
                <a:lnTo>
                  <a:pt x="3191345" y="2359876"/>
                </a:lnTo>
                <a:lnTo>
                  <a:pt x="3193211" y="2361742"/>
                </a:lnTo>
                <a:lnTo>
                  <a:pt x="3194329" y="2362200"/>
                </a:lnTo>
                <a:lnTo>
                  <a:pt x="3196958" y="2362200"/>
                </a:lnTo>
                <a:lnTo>
                  <a:pt x="3198076" y="2361742"/>
                </a:lnTo>
                <a:lnTo>
                  <a:pt x="3199942" y="2359876"/>
                </a:lnTo>
                <a:lnTo>
                  <a:pt x="3200400" y="2358758"/>
                </a:lnTo>
                <a:lnTo>
                  <a:pt x="3200400" y="2356129"/>
                </a:lnTo>
                <a:close/>
              </a:path>
              <a:path w="5248275" h="2362200">
                <a:moveTo>
                  <a:pt x="3200400" y="1571904"/>
                </a:moveTo>
                <a:lnTo>
                  <a:pt x="3199942" y="1570786"/>
                </a:lnTo>
                <a:lnTo>
                  <a:pt x="3198076" y="1568919"/>
                </a:lnTo>
                <a:lnTo>
                  <a:pt x="3196958" y="1568450"/>
                </a:lnTo>
                <a:lnTo>
                  <a:pt x="3194329" y="1568450"/>
                </a:lnTo>
                <a:lnTo>
                  <a:pt x="3193211" y="1568919"/>
                </a:lnTo>
                <a:lnTo>
                  <a:pt x="3191345" y="1570786"/>
                </a:lnTo>
                <a:lnTo>
                  <a:pt x="3190875" y="1571904"/>
                </a:lnTo>
                <a:lnTo>
                  <a:pt x="3190875" y="1574533"/>
                </a:lnTo>
                <a:lnTo>
                  <a:pt x="3191345" y="1575650"/>
                </a:lnTo>
                <a:lnTo>
                  <a:pt x="3193211" y="1577517"/>
                </a:lnTo>
                <a:lnTo>
                  <a:pt x="3194329" y="1577975"/>
                </a:lnTo>
                <a:lnTo>
                  <a:pt x="3196958" y="1577975"/>
                </a:lnTo>
                <a:lnTo>
                  <a:pt x="3198076" y="1577517"/>
                </a:lnTo>
                <a:lnTo>
                  <a:pt x="3199942" y="1575650"/>
                </a:lnTo>
                <a:lnTo>
                  <a:pt x="3200400" y="1574533"/>
                </a:lnTo>
                <a:lnTo>
                  <a:pt x="3200400" y="1571904"/>
                </a:lnTo>
                <a:close/>
              </a:path>
              <a:path w="5248275" h="2362200">
                <a:moveTo>
                  <a:pt x="3200400" y="787679"/>
                </a:moveTo>
                <a:lnTo>
                  <a:pt x="3199942" y="786561"/>
                </a:lnTo>
                <a:lnTo>
                  <a:pt x="3198076" y="784694"/>
                </a:lnTo>
                <a:lnTo>
                  <a:pt x="3196958" y="784225"/>
                </a:lnTo>
                <a:lnTo>
                  <a:pt x="3194329" y="784225"/>
                </a:lnTo>
                <a:lnTo>
                  <a:pt x="3193211" y="784694"/>
                </a:lnTo>
                <a:lnTo>
                  <a:pt x="3191345" y="786561"/>
                </a:lnTo>
                <a:lnTo>
                  <a:pt x="3190875" y="787679"/>
                </a:lnTo>
                <a:lnTo>
                  <a:pt x="3190875" y="790308"/>
                </a:lnTo>
                <a:lnTo>
                  <a:pt x="3191345" y="791425"/>
                </a:lnTo>
                <a:lnTo>
                  <a:pt x="3193211" y="793292"/>
                </a:lnTo>
                <a:lnTo>
                  <a:pt x="3194329" y="793750"/>
                </a:lnTo>
                <a:lnTo>
                  <a:pt x="3196958" y="793750"/>
                </a:lnTo>
                <a:lnTo>
                  <a:pt x="3198076" y="793292"/>
                </a:lnTo>
                <a:lnTo>
                  <a:pt x="3199942" y="791425"/>
                </a:lnTo>
                <a:lnTo>
                  <a:pt x="3200400" y="790308"/>
                </a:lnTo>
                <a:lnTo>
                  <a:pt x="3200400" y="787679"/>
                </a:lnTo>
                <a:close/>
              </a:path>
              <a:path w="5248275" h="2362200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5248275" h="2362200">
                <a:moveTo>
                  <a:pt x="3248025" y="2356129"/>
                </a:moveTo>
                <a:lnTo>
                  <a:pt x="3247567" y="2355011"/>
                </a:lnTo>
                <a:lnTo>
                  <a:pt x="3245701" y="2353145"/>
                </a:lnTo>
                <a:lnTo>
                  <a:pt x="3244583" y="2352675"/>
                </a:lnTo>
                <a:lnTo>
                  <a:pt x="3241954" y="2352675"/>
                </a:lnTo>
                <a:lnTo>
                  <a:pt x="3240836" y="2353145"/>
                </a:lnTo>
                <a:lnTo>
                  <a:pt x="3238970" y="2355011"/>
                </a:lnTo>
                <a:lnTo>
                  <a:pt x="3238500" y="2356129"/>
                </a:lnTo>
                <a:lnTo>
                  <a:pt x="3238500" y="2358758"/>
                </a:lnTo>
                <a:lnTo>
                  <a:pt x="3238970" y="2359876"/>
                </a:lnTo>
                <a:lnTo>
                  <a:pt x="3240836" y="2361742"/>
                </a:lnTo>
                <a:lnTo>
                  <a:pt x="3241954" y="2362200"/>
                </a:lnTo>
                <a:lnTo>
                  <a:pt x="3244583" y="2362200"/>
                </a:lnTo>
                <a:lnTo>
                  <a:pt x="3245701" y="2361742"/>
                </a:lnTo>
                <a:lnTo>
                  <a:pt x="3247567" y="2359876"/>
                </a:lnTo>
                <a:lnTo>
                  <a:pt x="3248025" y="2358758"/>
                </a:lnTo>
                <a:lnTo>
                  <a:pt x="3248025" y="2356129"/>
                </a:lnTo>
                <a:close/>
              </a:path>
              <a:path w="5248275" h="2362200">
                <a:moveTo>
                  <a:pt x="3248025" y="1571904"/>
                </a:moveTo>
                <a:lnTo>
                  <a:pt x="3247567" y="1570786"/>
                </a:lnTo>
                <a:lnTo>
                  <a:pt x="3245701" y="1568919"/>
                </a:lnTo>
                <a:lnTo>
                  <a:pt x="3244583" y="1568450"/>
                </a:lnTo>
                <a:lnTo>
                  <a:pt x="3241954" y="1568450"/>
                </a:lnTo>
                <a:lnTo>
                  <a:pt x="3240836" y="1568919"/>
                </a:lnTo>
                <a:lnTo>
                  <a:pt x="3238970" y="1570786"/>
                </a:lnTo>
                <a:lnTo>
                  <a:pt x="3238500" y="1571904"/>
                </a:lnTo>
                <a:lnTo>
                  <a:pt x="3238500" y="1574533"/>
                </a:lnTo>
                <a:lnTo>
                  <a:pt x="3238970" y="1575650"/>
                </a:lnTo>
                <a:lnTo>
                  <a:pt x="3240836" y="1577517"/>
                </a:lnTo>
                <a:lnTo>
                  <a:pt x="3241954" y="1577975"/>
                </a:lnTo>
                <a:lnTo>
                  <a:pt x="3244583" y="1577975"/>
                </a:lnTo>
                <a:lnTo>
                  <a:pt x="3245701" y="1577517"/>
                </a:lnTo>
                <a:lnTo>
                  <a:pt x="3247567" y="1575650"/>
                </a:lnTo>
                <a:lnTo>
                  <a:pt x="3248025" y="1574533"/>
                </a:lnTo>
                <a:lnTo>
                  <a:pt x="3248025" y="1571904"/>
                </a:lnTo>
                <a:close/>
              </a:path>
              <a:path w="5248275" h="2362200">
                <a:moveTo>
                  <a:pt x="3248025" y="787679"/>
                </a:moveTo>
                <a:lnTo>
                  <a:pt x="3247567" y="786561"/>
                </a:lnTo>
                <a:lnTo>
                  <a:pt x="3245701" y="784694"/>
                </a:lnTo>
                <a:lnTo>
                  <a:pt x="3244583" y="784225"/>
                </a:lnTo>
                <a:lnTo>
                  <a:pt x="3241954" y="784225"/>
                </a:lnTo>
                <a:lnTo>
                  <a:pt x="3240836" y="784694"/>
                </a:lnTo>
                <a:lnTo>
                  <a:pt x="3238970" y="786561"/>
                </a:lnTo>
                <a:lnTo>
                  <a:pt x="3238500" y="787679"/>
                </a:lnTo>
                <a:lnTo>
                  <a:pt x="3238500" y="790308"/>
                </a:lnTo>
                <a:lnTo>
                  <a:pt x="3238970" y="791425"/>
                </a:lnTo>
                <a:lnTo>
                  <a:pt x="3240836" y="793292"/>
                </a:lnTo>
                <a:lnTo>
                  <a:pt x="3241954" y="793750"/>
                </a:lnTo>
                <a:lnTo>
                  <a:pt x="3244583" y="793750"/>
                </a:lnTo>
                <a:lnTo>
                  <a:pt x="3245701" y="793292"/>
                </a:lnTo>
                <a:lnTo>
                  <a:pt x="3247567" y="791425"/>
                </a:lnTo>
                <a:lnTo>
                  <a:pt x="3248025" y="790308"/>
                </a:lnTo>
                <a:lnTo>
                  <a:pt x="3248025" y="787679"/>
                </a:lnTo>
                <a:close/>
              </a:path>
              <a:path w="5248275" h="2362200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5248275" h="2362200">
                <a:moveTo>
                  <a:pt x="3295650" y="2356129"/>
                </a:moveTo>
                <a:lnTo>
                  <a:pt x="3295192" y="2355011"/>
                </a:lnTo>
                <a:lnTo>
                  <a:pt x="3293326" y="2353145"/>
                </a:lnTo>
                <a:lnTo>
                  <a:pt x="3292208" y="2352675"/>
                </a:lnTo>
                <a:lnTo>
                  <a:pt x="3289579" y="2352675"/>
                </a:lnTo>
                <a:lnTo>
                  <a:pt x="3288461" y="2353145"/>
                </a:lnTo>
                <a:lnTo>
                  <a:pt x="3286595" y="2355011"/>
                </a:lnTo>
                <a:lnTo>
                  <a:pt x="3286125" y="2356129"/>
                </a:lnTo>
                <a:lnTo>
                  <a:pt x="3286125" y="2358758"/>
                </a:lnTo>
                <a:lnTo>
                  <a:pt x="3286595" y="2359876"/>
                </a:lnTo>
                <a:lnTo>
                  <a:pt x="3288461" y="2361742"/>
                </a:lnTo>
                <a:lnTo>
                  <a:pt x="3289579" y="2362200"/>
                </a:lnTo>
                <a:lnTo>
                  <a:pt x="3292208" y="2362200"/>
                </a:lnTo>
                <a:lnTo>
                  <a:pt x="3293326" y="2361742"/>
                </a:lnTo>
                <a:lnTo>
                  <a:pt x="3295192" y="2359876"/>
                </a:lnTo>
                <a:lnTo>
                  <a:pt x="3295650" y="2358758"/>
                </a:lnTo>
                <a:lnTo>
                  <a:pt x="3295650" y="2356129"/>
                </a:lnTo>
                <a:close/>
              </a:path>
              <a:path w="5248275" h="2362200">
                <a:moveTo>
                  <a:pt x="3295650" y="1571904"/>
                </a:moveTo>
                <a:lnTo>
                  <a:pt x="3295192" y="1570786"/>
                </a:lnTo>
                <a:lnTo>
                  <a:pt x="3293326" y="1568919"/>
                </a:lnTo>
                <a:lnTo>
                  <a:pt x="3292208" y="1568450"/>
                </a:lnTo>
                <a:lnTo>
                  <a:pt x="3289579" y="1568450"/>
                </a:lnTo>
                <a:lnTo>
                  <a:pt x="3288461" y="1568919"/>
                </a:lnTo>
                <a:lnTo>
                  <a:pt x="3286595" y="1570786"/>
                </a:lnTo>
                <a:lnTo>
                  <a:pt x="3286125" y="1571904"/>
                </a:lnTo>
                <a:lnTo>
                  <a:pt x="3286125" y="1574533"/>
                </a:lnTo>
                <a:lnTo>
                  <a:pt x="3286595" y="1575650"/>
                </a:lnTo>
                <a:lnTo>
                  <a:pt x="3288461" y="1577517"/>
                </a:lnTo>
                <a:lnTo>
                  <a:pt x="3289579" y="1577975"/>
                </a:lnTo>
                <a:lnTo>
                  <a:pt x="3292208" y="1577975"/>
                </a:lnTo>
                <a:lnTo>
                  <a:pt x="3293326" y="1577517"/>
                </a:lnTo>
                <a:lnTo>
                  <a:pt x="3295192" y="1575650"/>
                </a:lnTo>
                <a:lnTo>
                  <a:pt x="3295650" y="1574533"/>
                </a:lnTo>
                <a:lnTo>
                  <a:pt x="3295650" y="1571904"/>
                </a:lnTo>
                <a:close/>
              </a:path>
              <a:path w="5248275" h="2362200">
                <a:moveTo>
                  <a:pt x="3295650" y="787679"/>
                </a:moveTo>
                <a:lnTo>
                  <a:pt x="3295192" y="786561"/>
                </a:lnTo>
                <a:lnTo>
                  <a:pt x="3293326" y="784694"/>
                </a:lnTo>
                <a:lnTo>
                  <a:pt x="3292208" y="784225"/>
                </a:lnTo>
                <a:lnTo>
                  <a:pt x="3289579" y="784225"/>
                </a:lnTo>
                <a:lnTo>
                  <a:pt x="3288461" y="784694"/>
                </a:lnTo>
                <a:lnTo>
                  <a:pt x="3286595" y="786561"/>
                </a:lnTo>
                <a:lnTo>
                  <a:pt x="3286125" y="787679"/>
                </a:lnTo>
                <a:lnTo>
                  <a:pt x="3286125" y="790308"/>
                </a:lnTo>
                <a:lnTo>
                  <a:pt x="3286595" y="791425"/>
                </a:lnTo>
                <a:lnTo>
                  <a:pt x="3288461" y="793292"/>
                </a:lnTo>
                <a:lnTo>
                  <a:pt x="3289579" y="793750"/>
                </a:lnTo>
                <a:lnTo>
                  <a:pt x="3292208" y="793750"/>
                </a:lnTo>
                <a:lnTo>
                  <a:pt x="3293326" y="793292"/>
                </a:lnTo>
                <a:lnTo>
                  <a:pt x="3295192" y="791425"/>
                </a:lnTo>
                <a:lnTo>
                  <a:pt x="3295650" y="790308"/>
                </a:lnTo>
                <a:lnTo>
                  <a:pt x="3295650" y="787679"/>
                </a:lnTo>
                <a:close/>
              </a:path>
              <a:path w="5248275" h="2362200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5248275" h="2362200">
                <a:moveTo>
                  <a:pt x="3343275" y="2356129"/>
                </a:moveTo>
                <a:lnTo>
                  <a:pt x="3342817" y="2355011"/>
                </a:lnTo>
                <a:lnTo>
                  <a:pt x="3340951" y="2353145"/>
                </a:lnTo>
                <a:lnTo>
                  <a:pt x="3339833" y="2352675"/>
                </a:lnTo>
                <a:lnTo>
                  <a:pt x="3337204" y="2352675"/>
                </a:lnTo>
                <a:lnTo>
                  <a:pt x="3336074" y="2353145"/>
                </a:lnTo>
                <a:lnTo>
                  <a:pt x="3334220" y="2355011"/>
                </a:lnTo>
                <a:lnTo>
                  <a:pt x="3333750" y="2356129"/>
                </a:lnTo>
                <a:lnTo>
                  <a:pt x="3333750" y="2358758"/>
                </a:lnTo>
                <a:lnTo>
                  <a:pt x="3334220" y="2359876"/>
                </a:lnTo>
                <a:lnTo>
                  <a:pt x="3336074" y="2361742"/>
                </a:lnTo>
                <a:lnTo>
                  <a:pt x="3337204" y="2362200"/>
                </a:lnTo>
                <a:lnTo>
                  <a:pt x="3339833" y="2362200"/>
                </a:lnTo>
                <a:lnTo>
                  <a:pt x="3340951" y="2361742"/>
                </a:lnTo>
                <a:lnTo>
                  <a:pt x="3342817" y="2359876"/>
                </a:lnTo>
                <a:lnTo>
                  <a:pt x="3343275" y="2358758"/>
                </a:lnTo>
                <a:lnTo>
                  <a:pt x="3343275" y="2356129"/>
                </a:lnTo>
                <a:close/>
              </a:path>
              <a:path w="5248275" h="2362200">
                <a:moveTo>
                  <a:pt x="3343275" y="1571904"/>
                </a:moveTo>
                <a:lnTo>
                  <a:pt x="3342817" y="1570786"/>
                </a:lnTo>
                <a:lnTo>
                  <a:pt x="3340951" y="1568919"/>
                </a:lnTo>
                <a:lnTo>
                  <a:pt x="3339833" y="1568450"/>
                </a:lnTo>
                <a:lnTo>
                  <a:pt x="3337204" y="1568450"/>
                </a:lnTo>
                <a:lnTo>
                  <a:pt x="3336074" y="1568919"/>
                </a:lnTo>
                <a:lnTo>
                  <a:pt x="3334220" y="1570786"/>
                </a:lnTo>
                <a:lnTo>
                  <a:pt x="3333750" y="1571904"/>
                </a:lnTo>
                <a:lnTo>
                  <a:pt x="3333750" y="1574533"/>
                </a:lnTo>
                <a:lnTo>
                  <a:pt x="3334220" y="1575650"/>
                </a:lnTo>
                <a:lnTo>
                  <a:pt x="3336074" y="1577517"/>
                </a:lnTo>
                <a:lnTo>
                  <a:pt x="3337204" y="1577975"/>
                </a:lnTo>
                <a:lnTo>
                  <a:pt x="3339833" y="1577975"/>
                </a:lnTo>
                <a:lnTo>
                  <a:pt x="3340951" y="1577517"/>
                </a:lnTo>
                <a:lnTo>
                  <a:pt x="3342817" y="1575650"/>
                </a:lnTo>
                <a:lnTo>
                  <a:pt x="3343275" y="1574533"/>
                </a:lnTo>
                <a:lnTo>
                  <a:pt x="3343275" y="1571904"/>
                </a:lnTo>
                <a:close/>
              </a:path>
              <a:path w="5248275" h="2362200">
                <a:moveTo>
                  <a:pt x="3343275" y="787679"/>
                </a:moveTo>
                <a:lnTo>
                  <a:pt x="3342817" y="786561"/>
                </a:lnTo>
                <a:lnTo>
                  <a:pt x="3340951" y="784694"/>
                </a:lnTo>
                <a:lnTo>
                  <a:pt x="3339833" y="784225"/>
                </a:lnTo>
                <a:lnTo>
                  <a:pt x="3337204" y="784225"/>
                </a:lnTo>
                <a:lnTo>
                  <a:pt x="3336074" y="784694"/>
                </a:lnTo>
                <a:lnTo>
                  <a:pt x="3334220" y="786561"/>
                </a:lnTo>
                <a:lnTo>
                  <a:pt x="3333750" y="787679"/>
                </a:lnTo>
                <a:lnTo>
                  <a:pt x="3333750" y="790308"/>
                </a:lnTo>
                <a:lnTo>
                  <a:pt x="3334220" y="791425"/>
                </a:lnTo>
                <a:lnTo>
                  <a:pt x="3336074" y="793292"/>
                </a:lnTo>
                <a:lnTo>
                  <a:pt x="3337204" y="793750"/>
                </a:lnTo>
                <a:lnTo>
                  <a:pt x="3339833" y="793750"/>
                </a:lnTo>
                <a:lnTo>
                  <a:pt x="3340951" y="793292"/>
                </a:lnTo>
                <a:lnTo>
                  <a:pt x="3342817" y="791425"/>
                </a:lnTo>
                <a:lnTo>
                  <a:pt x="3343275" y="790308"/>
                </a:lnTo>
                <a:lnTo>
                  <a:pt x="3343275" y="787679"/>
                </a:lnTo>
                <a:close/>
              </a:path>
              <a:path w="5248275" h="2362200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5248275" h="2362200">
                <a:moveTo>
                  <a:pt x="3390900" y="2356129"/>
                </a:moveTo>
                <a:lnTo>
                  <a:pt x="3390442" y="2355011"/>
                </a:lnTo>
                <a:lnTo>
                  <a:pt x="3388576" y="2353145"/>
                </a:lnTo>
                <a:lnTo>
                  <a:pt x="3387458" y="2352675"/>
                </a:lnTo>
                <a:lnTo>
                  <a:pt x="3384829" y="2352675"/>
                </a:lnTo>
                <a:lnTo>
                  <a:pt x="3383699" y="2353145"/>
                </a:lnTo>
                <a:lnTo>
                  <a:pt x="3381845" y="2355011"/>
                </a:lnTo>
                <a:lnTo>
                  <a:pt x="3381375" y="2356129"/>
                </a:lnTo>
                <a:lnTo>
                  <a:pt x="3381375" y="2358758"/>
                </a:lnTo>
                <a:lnTo>
                  <a:pt x="3381845" y="2359876"/>
                </a:lnTo>
                <a:lnTo>
                  <a:pt x="3383699" y="2361742"/>
                </a:lnTo>
                <a:lnTo>
                  <a:pt x="3384829" y="2362200"/>
                </a:lnTo>
                <a:lnTo>
                  <a:pt x="3387458" y="2362200"/>
                </a:lnTo>
                <a:lnTo>
                  <a:pt x="3388576" y="2361742"/>
                </a:lnTo>
                <a:lnTo>
                  <a:pt x="3390442" y="2359876"/>
                </a:lnTo>
                <a:lnTo>
                  <a:pt x="3390900" y="2358758"/>
                </a:lnTo>
                <a:lnTo>
                  <a:pt x="3390900" y="2356129"/>
                </a:lnTo>
                <a:close/>
              </a:path>
              <a:path w="5248275" h="2362200">
                <a:moveTo>
                  <a:pt x="3390900" y="1571904"/>
                </a:moveTo>
                <a:lnTo>
                  <a:pt x="3390442" y="1570786"/>
                </a:lnTo>
                <a:lnTo>
                  <a:pt x="3388576" y="1568919"/>
                </a:lnTo>
                <a:lnTo>
                  <a:pt x="3387458" y="1568450"/>
                </a:lnTo>
                <a:lnTo>
                  <a:pt x="3384829" y="1568450"/>
                </a:lnTo>
                <a:lnTo>
                  <a:pt x="3383699" y="1568919"/>
                </a:lnTo>
                <a:lnTo>
                  <a:pt x="3381845" y="1570786"/>
                </a:lnTo>
                <a:lnTo>
                  <a:pt x="3381375" y="1571904"/>
                </a:lnTo>
                <a:lnTo>
                  <a:pt x="3381375" y="1574533"/>
                </a:lnTo>
                <a:lnTo>
                  <a:pt x="3381845" y="1575650"/>
                </a:lnTo>
                <a:lnTo>
                  <a:pt x="3383699" y="1577517"/>
                </a:lnTo>
                <a:lnTo>
                  <a:pt x="3384829" y="1577975"/>
                </a:lnTo>
                <a:lnTo>
                  <a:pt x="3387458" y="1577975"/>
                </a:lnTo>
                <a:lnTo>
                  <a:pt x="3388576" y="1577517"/>
                </a:lnTo>
                <a:lnTo>
                  <a:pt x="3390442" y="1575650"/>
                </a:lnTo>
                <a:lnTo>
                  <a:pt x="3390900" y="1574533"/>
                </a:lnTo>
                <a:lnTo>
                  <a:pt x="3390900" y="1571904"/>
                </a:lnTo>
                <a:close/>
              </a:path>
              <a:path w="5248275" h="2362200">
                <a:moveTo>
                  <a:pt x="3390900" y="787679"/>
                </a:moveTo>
                <a:lnTo>
                  <a:pt x="3390442" y="786561"/>
                </a:lnTo>
                <a:lnTo>
                  <a:pt x="3388576" y="784694"/>
                </a:lnTo>
                <a:lnTo>
                  <a:pt x="3387458" y="784225"/>
                </a:lnTo>
                <a:lnTo>
                  <a:pt x="3384829" y="784225"/>
                </a:lnTo>
                <a:lnTo>
                  <a:pt x="3383699" y="784694"/>
                </a:lnTo>
                <a:lnTo>
                  <a:pt x="3381845" y="786561"/>
                </a:lnTo>
                <a:lnTo>
                  <a:pt x="3381375" y="787679"/>
                </a:lnTo>
                <a:lnTo>
                  <a:pt x="3381375" y="790308"/>
                </a:lnTo>
                <a:lnTo>
                  <a:pt x="3381845" y="791425"/>
                </a:lnTo>
                <a:lnTo>
                  <a:pt x="3383699" y="793292"/>
                </a:lnTo>
                <a:lnTo>
                  <a:pt x="3384829" y="793750"/>
                </a:lnTo>
                <a:lnTo>
                  <a:pt x="3387458" y="793750"/>
                </a:lnTo>
                <a:lnTo>
                  <a:pt x="3388576" y="793292"/>
                </a:lnTo>
                <a:lnTo>
                  <a:pt x="3390442" y="791425"/>
                </a:lnTo>
                <a:lnTo>
                  <a:pt x="3390900" y="790308"/>
                </a:lnTo>
                <a:lnTo>
                  <a:pt x="3390900" y="787679"/>
                </a:lnTo>
                <a:close/>
              </a:path>
              <a:path w="5248275" h="2362200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5248275" h="2362200">
                <a:moveTo>
                  <a:pt x="3438525" y="2356129"/>
                </a:moveTo>
                <a:lnTo>
                  <a:pt x="3438067" y="2355011"/>
                </a:lnTo>
                <a:lnTo>
                  <a:pt x="3436201" y="2353145"/>
                </a:lnTo>
                <a:lnTo>
                  <a:pt x="3435083" y="2352675"/>
                </a:lnTo>
                <a:lnTo>
                  <a:pt x="3432454" y="2352675"/>
                </a:lnTo>
                <a:lnTo>
                  <a:pt x="3431336" y="2353145"/>
                </a:lnTo>
                <a:lnTo>
                  <a:pt x="3429470" y="2355011"/>
                </a:lnTo>
                <a:lnTo>
                  <a:pt x="3429000" y="2356129"/>
                </a:lnTo>
                <a:lnTo>
                  <a:pt x="3429000" y="2358758"/>
                </a:lnTo>
                <a:lnTo>
                  <a:pt x="3429470" y="2359876"/>
                </a:lnTo>
                <a:lnTo>
                  <a:pt x="3431336" y="2361742"/>
                </a:lnTo>
                <a:lnTo>
                  <a:pt x="3432454" y="2362200"/>
                </a:lnTo>
                <a:lnTo>
                  <a:pt x="3435083" y="2362200"/>
                </a:lnTo>
                <a:lnTo>
                  <a:pt x="3436201" y="2361742"/>
                </a:lnTo>
                <a:lnTo>
                  <a:pt x="3438067" y="2359876"/>
                </a:lnTo>
                <a:lnTo>
                  <a:pt x="3438525" y="2358758"/>
                </a:lnTo>
                <a:lnTo>
                  <a:pt x="3438525" y="2356129"/>
                </a:lnTo>
                <a:close/>
              </a:path>
              <a:path w="5248275" h="2362200">
                <a:moveTo>
                  <a:pt x="3438525" y="1571904"/>
                </a:moveTo>
                <a:lnTo>
                  <a:pt x="3438067" y="1570786"/>
                </a:lnTo>
                <a:lnTo>
                  <a:pt x="3436201" y="1568919"/>
                </a:lnTo>
                <a:lnTo>
                  <a:pt x="3435083" y="1568450"/>
                </a:lnTo>
                <a:lnTo>
                  <a:pt x="3432454" y="1568450"/>
                </a:lnTo>
                <a:lnTo>
                  <a:pt x="3431336" y="1568919"/>
                </a:lnTo>
                <a:lnTo>
                  <a:pt x="3429470" y="1570786"/>
                </a:lnTo>
                <a:lnTo>
                  <a:pt x="3429000" y="1571904"/>
                </a:lnTo>
                <a:lnTo>
                  <a:pt x="3429000" y="1574533"/>
                </a:lnTo>
                <a:lnTo>
                  <a:pt x="3429470" y="1575650"/>
                </a:lnTo>
                <a:lnTo>
                  <a:pt x="3431336" y="1577517"/>
                </a:lnTo>
                <a:lnTo>
                  <a:pt x="3432454" y="1577975"/>
                </a:lnTo>
                <a:lnTo>
                  <a:pt x="3435083" y="1577975"/>
                </a:lnTo>
                <a:lnTo>
                  <a:pt x="3436201" y="1577517"/>
                </a:lnTo>
                <a:lnTo>
                  <a:pt x="3438067" y="1575650"/>
                </a:lnTo>
                <a:lnTo>
                  <a:pt x="3438525" y="1574533"/>
                </a:lnTo>
                <a:lnTo>
                  <a:pt x="3438525" y="1571904"/>
                </a:lnTo>
                <a:close/>
              </a:path>
              <a:path w="5248275" h="2362200">
                <a:moveTo>
                  <a:pt x="3438525" y="787679"/>
                </a:moveTo>
                <a:lnTo>
                  <a:pt x="3438067" y="786561"/>
                </a:lnTo>
                <a:lnTo>
                  <a:pt x="3436201" y="784694"/>
                </a:lnTo>
                <a:lnTo>
                  <a:pt x="3435083" y="784225"/>
                </a:lnTo>
                <a:lnTo>
                  <a:pt x="3432454" y="784225"/>
                </a:lnTo>
                <a:lnTo>
                  <a:pt x="3431336" y="784694"/>
                </a:lnTo>
                <a:lnTo>
                  <a:pt x="3429470" y="786561"/>
                </a:lnTo>
                <a:lnTo>
                  <a:pt x="3429000" y="787679"/>
                </a:lnTo>
                <a:lnTo>
                  <a:pt x="3429000" y="790308"/>
                </a:lnTo>
                <a:lnTo>
                  <a:pt x="3429470" y="791425"/>
                </a:lnTo>
                <a:lnTo>
                  <a:pt x="3431336" y="793292"/>
                </a:lnTo>
                <a:lnTo>
                  <a:pt x="3432454" y="793750"/>
                </a:lnTo>
                <a:lnTo>
                  <a:pt x="3435083" y="793750"/>
                </a:lnTo>
                <a:lnTo>
                  <a:pt x="3436201" y="793292"/>
                </a:lnTo>
                <a:lnTo>
                  <a:pt x="3438067" y="791425"/>
                </a:lnTo>
                <a:lnTo>
                  <a:pt x="3438525" y="790308"/>
                </a:lnTo>
                <a:lnTo>
                  <a:pt x="3438525" y="787679"/>
                </a:lnTo>
                <a:close/>
              </a:path>
              <a:path w="5248275" h="2362200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5248275" h="2362200">
                <a:moveTo>
                  <a:pt x="3486150" y="2356129"/>
                </a:moveTo>
                <a:lnTo>
                  <a:pt x="3485692" y="2355011"/>
                </a:lnTo>
                <a:lnTo>
                  <a:pt x="3483826" y="2353145"/>
                </a:lnTo>
                <a:lnTo>
                  <a:pt x="3482708" y="2352675"/>
                </a:lnTo>
                <a:lnTo>
                  <a:pt x="3480079" y="2352675"/>
                </a:lnTo>
                <a:lnTo>
                  <a:pt x="3478961" y="2353145"/>
                </a:lnTo>
                <a:lnTo>
                  <a:pt x="3477095" y="2355011"/>
                </a:lnTo>
                <a:lnTo>
                  <a:pt x="3476625" y="2356129"/>
                </a:lnTo>
                <a:lnTo>
                  <a:pt x="3476625" y="2358758"/>
                </a:lnTo>
                <a:lnTo>
                  <a:pt x="3477095" y="2359876"/>
                </a:lnTo>
                <a:lnTo>
                  <a:pt x="3478961" y="2361742"/>
                </a:lnTo>
                <a:lnTo>
                  <a:pt x="3480079" y="2362200"/>
                </a:lnTo>
                <a:lnTo>
                  <a:pt x="3482708" y="2362200"/>
                </a:lnTo>
                <a:lnTo>
                  <a:pt x="3483826" y="2361742"/>
                </a:lnTo>
                <a:lnTo>
                  <a:pt x="3485692" y="2359876"/>
                </a:lnTo>
                <a:lnTo>
                  <a:pt x="3486150" y="2358758"/>
                </a:lnTo>
                <a:lnTo>
                  <a:pt x="3486150" y="2356129"/>
                </a:lnTo>
                <a:close/>
              </a:path>
              <a:path w="5248275" h="2362200">
                <a:moveTo>
                  <a:pt x="3486150" y="1571904"/>
                </a:moveTo>
                <a:lnTo>
                  <a:pt x="3485692" y="1570786"/>
                </a:lnTo>
                <a:lnTo>
                  <a:pt x="3483826" y="1568919"/>
                </a:lnTo>
                <a:lnTo>
                  <a:pt x="3482708" y="1568450"/>
                </a:lnTo>
                <a:lnTo>
                  <a:pt x="3480079" y="1568450"/>
                </a:lnTo>
                <a:lnTo>
                  <a:pt x="3478961" y="1568919"/>
                </a:lnTo>
                <a:lnTo>
                  <a:pt x="3477095" y="1570786"/>
                </a:lnTo>
                <a:lnTo>
                  <a:pt x="3476625" y="1571904"/>
                </a:lnTo>
                <a:lnTo>
                  <a:pt x="3476625" y="1574533"/>
                </a:lnTo>
                <a:lnTo>
                  <a:pt x="3477095" y="1575650"/>
                </a:lnTo>
                <a:lnTo>
                  <a:pt x="3478961" y="1577517"/>
                </a:lnTo>
                <a:lnTo>
                  <a:pt x="3480079" y="1577975"/>
                </a:lnTo>
                <a:lnTo>
                  <a:pt x="3482708" y="1577975"/>
                </a:lnTo>
                <a:lnTo>
                  <a:pt x="3483826" y="1577517"/>
                </a:lnTo>
                <a:lnTo>
                  <a:pt x="3485692" y="1575650"/>
                </a:lnTo>
                <a:lnTo>
                  <a:pt x="3486150" y="1574533"/>
                </a:lnTo>
                <a:lnTo>
                  <a:pt x="3486150" y="1571904"/>
                </a:lnTo>
                <a:close/>
              </a:path>
              <a:path w="5248275" h="2362200">
                <a:moveTo>
                  <a:pt x="3486150" y="787679"/>
                </a:moveTo>
                <a:lnTo>
                  <a:pt x="3485692" y="786561"/>
                </a:lnTo>
                <a:lnTo>
                  <a:pt x="3483826" y="784694"/>
                </a:lnTo>
                <a:lnTo>
                  <a:pt x="3482708" y="784225"/>
                </a:lnTo>
                <a:lnTo>
                  <a:pt x="3480079" y="784225"/>
                </a:lnTo>
                <a:lnTo>
                  <a:pt x="3478961" y="784694"/>
                </a:lnTo>
                <a:lnTo>
                  <a:pt x="3477095" y="786561"/>
                </a:lnTo>
                <a:lnTo>
                  <a:pt x="3476625" y="787679"/>
                </a:lnTo>
                <a:lnTo>
                  <a:pt x="3476625" y="790308"/>
                </a:lnTo>
                <a:lnTo>
                  <a:pt x="3477095" y="791425"/>
                </a:lnTo>
                <a:lnTo>
                  <a:pt x="3478961" y="793292"/>
                </a:lnTo>
                <a:lnTo>
                  <a:pt x="3480079" y="793750"/>
                </a:lnTo>
                <a:lnTo>
                  <a:pt x="3482708" y="793750"/>
                </a:lnTo>
                <a:lnTo>
                  <a:pt x="3483826" y="793292"/>
                </a:lnTo>
                <a:lnTo>
                  <a:pt x="3485692" y="791425"/>
                </a:lnTo>
                <a:lnTo>
                  <a:pt x="3486150" y="790308"/>
                </a:lnTo>
                <a:lnTo>
                  <a:pt x="3486150" y="787679"/>
                </a:lnTo>
                <a:close/>
              </a:path>
              <a:path w="5248275" h="2362200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5248275" h="2362200">
                <a:moveTo>
                  <a:pt x="3533775" y="2356129"/>
                </a:moveTo>
                <a:lnTo>
                  <a:pt x="3533317" y="2355011"/>
                </a:lnTo>
                <a:lnTo>
                  <a:pt x="3531451" y="2353145"/>
                </a:lnTo>
                <a:lnTo>
                  <a:pt x="3530333" y="2352675"/>
                </a:lnTo>
                <a:lnTo>
                  <a:pt x="3527704" y="2352675"/>
                </a:lnTo>
                <a:lnTo>
                  <a:pt x="3526586" y="2353145"/>
                </a:lnTo>
                <a:lnTo>
                  <a:pt x="3524720" y="2355011"/>
                </a:lnTo>
                <a:lnTo>
                  <a:pt x="3524250" y="2356129"/>
                </a:lnTo>
                <a:lnTo>
                  <a:pt x="3524250" y="2358758"/>
                </a:lnTo>
                <a:lnTo>
                  <a:pt x="3524720" y="2359876"/>
                </a:lnTo>
                <a:lnTo>
                  <a:pt x="3526586" y="2361742"/>
                </a:lnTo>
                <a:lnTo>
                  <a:pt x="3527704" y="2362200"/>
                </a:lnTo>
                <a:lnTo>
                  <a:pt x="3530333" y="2362200"/>
                </a:lnTo>
                <a:lnTo>
                  <a:pt x="3531451" y="2361742"/>
                </a:lnTo>
                <a:lnTo>
                  <a:pt x="3533317" y="2359876"/>
                </a:lnTo>
                <a:lnTo>
                  <a:pt x="3533775" y="2358758"/>
                </a:lnTo>
                <a:lnTo>
                  <a:pt x="3533775" y="2356129"/>
                </a:lnTo>
                <a:close/>
              </a:path>
              <a:path w="5248275" h="2362200">
                <a:moveTo>
                  <a:pt x="3533775" y="1571904"/>
                </a:moveTo>
                <a:lnTo>
                  <a:pt x="3533317" y="1570786"/>
                </a:lnTo>
                <a:lnTo>
                  <a:pt x="3531451" y="1568919"/>
                </a:lnTo>
                <a:lnTo>
                  <a:pt x="3530333" y="1568450"/>
                </a:lnTo>
                <a:lnTo>
                  <a:pt x="3527704" y="1568450"/>
                </a:lnTo>
                <a:lnTo>
                  <a:pt x="3526586" y="1568919"/>
                </a:lnTo>
                <a:lnTo>
                  <a:pt x="3524720" y="1570786"/>
                </a:lnTo>
                <a:lnTo>
                  <a:pt x="3524250" y="1571904"/>
                </a:lnTo>
                <a:lnTo>
                  <a:pt x="3524250" y="1574533"/>
                </a:lnTo>
                <a:lnTo>
                  <a:pt x="3524720" y="1575650"/>
                </a:lnTo>
                <a:lnTo>
                  <a:pt x="3526586" y="1577517"/>
                </a:lnTo>
                <a:lnTo>
                  <a:pt x="3527704" y="1577975"/>
                </a:lnTo>
                <a:lnTo>
                  <a:pt x="3530333" y="1577975"/>
                </a:lnTo>
                <a:lnTo>
                  <a:pt x="3531451" y="1577517"/>
                </a:lnTo>
                <a:lnTo>
                  <a:pt x="3533317" y="1575650"/>
                </a:lnTo>
                <a:lnTo>
                  <a:pt x="3533775" y="1574533"/>
                </a:lnTo>
                <a:lnTo>
                  <a:pt x="3533775" y="1571904"/>
                </a:lnTo>
                <a:close/>
              </a:path>
              <a:path w="5248275" h="2362200">
                <a:moveTo>
                  <a:pt x="3533775" y="787679"/>
                </a:moveTo>
                <a:lnTo>
                  <a:pt x="3533317" y="786561"/>
                </a:lnTo>
                <a:lnTo>
                  <a:pt x="3531451" y="784694"/>
                </a:lnTo>
                <a:lnTo>
                  <a:pt x="3530333" y="784225"/>
                </a:lnTo>
                <a:lnTo>
                  <a:pt x="3527704" y="784225"/>
                </a:lnTo>
                <a:lnTo>
                  <a:pt x="3526586" y="784694"/>
                </a:lnTo>
                <a:lnTo>
                  <a:pt x="3524720" y="786561"/>
                </a:lnTo>
                <a:lnTo>
                  <a:pt x="3524250" y="787679"/>
                </a:lnTo>
                <a:lnTo>
                  <a:pt x="3524250" y="790308"/>
                </a:lnTo>
                <a:lnTo>
                  <a:pt x="3524720" y="791425"/>
                </a:lnTo>
                <a:lnTo>
                  <a:pt x="3526586" y="793292"/>
                </a:lnTo>
                <a:lnTo>
                  <a:pt x="3527704" y="793750"/>
                </a:lnTo>
                <a:lnTo>
                  <a:pt x="3530333" y="793750"/>
                </a:lnTo>
                <a:lnTo>
                  <a:pt x="3531451" y="793292"/>
                </a:lnTo>
                <a:lnTo>
                  <a:pt x="3533317" y="791425"/>
                </a:lnTo>
                <a:lnTo>
                  <a:pt x="3533775" y="790308"/>
                </a:lnTo>
                <a:lnTo>
                  <a:pt x="3533775" y="787679"/>
                </a:lnTo>
                <a:close/>
              </a:path>
              <a:path w="5248275" h="2362200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5248275" h="2362200">
                <a:moveTo>
                  <a:pt x="3581400" y="2356129"/>
                </a:moveTo>
                <a:lnTo>
                  <a:pt x="3580942" y="2355011"/>
                </a:lnTo>
                <a:lnTo>
                  <a:pt x="3579076" y="2353145"/>
                </a:lnTo>
                <a:lnTo>
                  <a:pt x="3577958" y="2352675"/>
                </a:lnTo>
                <a:lnTo>
                  <a:pt x="3575329" y="2352675"/>
                </a:lnTo>
                <a:lnTo>
                  <a:pt x="3574211" y="2353145"/>
                </a:lnTo>
                <a:lnTo>
                  <a:pt x="3572345" y="2355011"/>
                </a:lnTo>
                <a:lnTo>
                  <a:pt x="3571875" y="2356129"/>
                </a:lnTo>
                <a:lnTo>
                  <a:pt x="3571875" y="2358758"/>
                </a:lnTo>
                <a:lnTo>
                  <a:pt x="3572345" y="2359876"/>
                </a:lnTo>
                <a:lnTo>
                  <a:pt x="3574211" y="2361742"/>
                </a:lnTo>
                <a:lnTo>
                  <a:pt x="3575329" y="2362200"/>
                </a:lnTo>
                <a:lnTo>
                  <a:pt x="3577958" y="2362200"/>
                </a:lnTo>
                <a:lnTo>
                  <a:pt x="3579076" y="2361742"/>
                </a:lnTo>
                <a:lnTo>
                  <a:pt x="3580942" y="2359876"/>
                </a:lnTo>
                <a:lnTo>
                  <a:pt x="3581400" y="2358758"/>
                </a:lnTo>
                <a:lnTo>
                  <a:pt x="3581400" y="2356129"/>
                </a:lnTo>
                <a:close/>
              </a:path>
              <a:path w="5248275" h="2362200">
                <a:moveTo>
                  <a:pt x="3581400" y="1571904"/>
                </a:moveTo>
                <a:lnTo>
                  <a:pt x="3580942" y="1570786"/>
                </a:lnTo>
                <a:lnTo>
                  <a:pt x="3579076" y="1568919"/>
                </a:lnTo>
                <a:lnTo>
                  <a:pt x="3577958" y="1568450"/>
                </a:lnTo>
                <a:lnTo>
                  <a:pt x="3575329" y="1568450"/>
                </a:lnTo>
                <a:lnTo>
                  <a:pt x="3574211" y="1568919"/>
                </a:lnTo>
                <a:lnTo>
                  <a:pt x="3572345" y="1570786"/>
                </a:lnTo>
                <a:lnTo>
                  <a:pt x="3571875" y="1571904"/>
                </a:lnTo>
                <a:lnTo>
                  <a:pt x="3571875" y="1574533"/>
                </a:lnTo>
                <a:lnTo>
                  <a:pt x="3572345" y="1575650"/>
                </a:lnTo>
                <a:lnTo>
                  <a:pt x="3574211" y="1577517"/>
                </a:lnTo>
                <a:lnTo>
                  <a:pt x="3575329" y="1577975"/>
                </a:lnTo>
                <a:lnTo>
                  <a:pt x="3577958" y="1577975"/>
                </a:lnTo>
                <a:lnTo>
                  <a:pt x="3579076" y="1577517"/>
                </a:lnTo>
                <a:lnTo>
                  <a:pt x="3580942" y="1575650"/>
                </a:lnTo>
                <a:lnTo>
                  <a:pt x="3581400" y="1574533"/>
                </a:lnTo>
                <a:lnTo>
                  <a:pt x="3581400" y="1571904"/>
                </a:lnTo>
                <a:close/>
              </a:path>
              <a:path w="5248275" h="2362200">
                <a:moveTo>
                  <a:pt x="3581400" y="787679"/>
                </a:moveTo>
                <a:lnTo>
                  <a:pt x="3580942" y="786561"/>
                </a:lnTo>
                <a:lnTo>
                  <a:pt x="3579076" y="784694"/>
                </a:lnTo>
                <a:lnTo>
                  <a:pt x="3577958" y="784225"/>
                </a:lnTo>
                <a:lnTo>
                  <a:pt x="3575329" y="784225"/>
                </a:lnTo>
                <a:lnTo>
                  <a:pt x="3574211" y="784694"/>
                </a:lnTo>
                <a:lnTo>
                  <a:pt x="3572345" y="786561"/>
                </a:lnTo>
                <a:lnTo>
                  <a:pt x="3571875" y="787679"/>
                </a:lnTo>
                <a:lnTo>
                  <a:pt x="3571875" y="790308"/>
                </a:lnTo>
                <a:lnTo>
                  <a:pt x="3572345" y="791425"/>
                </a:lnTo>
                <a:lnTo>
                  <a:pt x="3574211" y="793292"/>
                </a:lnTo>
                <a:lnTo>
                  <a:pt x="3575329" y="793750"/>
                </a:lnTo>
                <a:lnTo>
                  <a:pt x="3577958" y="793750"/>
                </a:lnTo>
                <a:lnTo>
                  <a:pt x="3579076" y="793292"/>
                </a:lnTo>
                <a:lnTo>
                  <a:pt x="3580942" y="791425"/>
                </a:lnTo>
                <a:lnTo>
                  <a:pt x="3581400" y="790308"/>
                </a:lnTo>
                <a:lnTo>
                  <a:pt x="3581400" y="787679"/>
                </a:lnTo>
                <a:close/>
              </a:path>
              <a:path w="5248275" h="2362200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5248275" h="2362200">
                <a:moveTo>
                  <a:pt x="3629025" y="2356129"/>
                </a:moveTo>
                <a:lnTo>
                  <a:pt x="3628567" y="2355011"/>
                </a:lnTo>
                <a:lnTo>
                  <a:pt x="3626701" y="2353145"/>
                </a:lnTo>
                <a:lnTo>
                  <a:pt x="3625583" y="2352675"/>
                </a:lnTo>
                <a:lnTo>
                  <a:pt x="3622954" y="2352675"/>
                </a:lnTo>
                <a:lnTo>
                  <a:pt x="3621836" y="2353145"/>
                </a:lnTo>
                <a:lnTo>
                  <a:pt x="3619970" y="2355011"/>
                </a:lnTo>
                <a:lnTo>
                  <a:pt x="3619500" y="2356129"/>
                </a:lnTo>
                <a:lnTo>
                  <a:pt x="3619500" y="2358758"/>
                </a:lnTo>
                <a:lnTo>
                  <a:pt x="3619970" y="2359876"/>
                </a:lnTo>
                <a:lnTo>
                  <a:pt x="3621836" y="2361742"/>
                </a:lnTo>
                <a:lnTo>
                  <a:pt x="3622954" y="2362200"/>
                </a:lnTo>
                <a:lnTo>
                  <a:pt x="3625583" y="2362200"/>
                </a:lnTo>
                <a:lnTo>
                  <a:pt x="3626701" y="2361742"/>
                </a:lnTo>
                <a:lnTo>
                  <a:pt x="3628567" y="2359876"/>
                </a:lnTo>
                <a:lnTo>
                  <a:pt x="3629025" y="2358758"/>
                </a:lnTo>
                <a:lnTo>
                  <a:pt x="3629025" y="2356129"/>
                </a:lnTo>
                <a:close/>
              </a:path>
              <a:path w="5248275" h="2362200">
                <a:moveTo>
                  <a:pt x="3629025" y="1571904"/>
                </a:moveTo>
                <a:lnTo>
                  <a:pt x="3628567" y="1570786"/>
                </a:lnTo>
                <a:lnTo>
                  <a:pt x="3626701" y="1568919"/>
                </a:lnTo>
                <a:lnTo>
                  <a:pt x="3625583" y="1568450"/>
                </a:lnTo>
                <a:lnTo>
                  <a:pt x="3622954" y="1568450"/>
                </a:lnTo>
                <a:lnTo>
                  <a:pt x="3621836" y="1568919"/>
                </a:lnTo>
                <a:lnTo>
                  <a:pt x="3619970" y="1570786"/>
                </a:lnTo>
                <a:lnTo>
                  <a:pt x="3619500" y="1571904"/>
                </a:lnTo>
                <a:lnTo>
                  <a:pt x="3619500" y="1574533"/>
                </a:lnTo>
                <a:lnTo>
                  <a:pt x="3619970" y="1575650"/>
                </a:lnTo>
                <a:lnTo>
                  <a:pt x="3621836" y="1577517"/>
                </a:lnTo>
                <a:lnTo>
                  <a:pt x="3622954" y="1577975"/>
                </a:lnTo>
                <a:lnTo>
                  <a:pt x="3625583" y="1577975"/>
                </a:lnTo>
                <a:lnTo>
                  <a:pt x="3626701" y="1577517"/>
                </a:lnTo>
                <a:lnTo>
                  <a:pt x="3628567" y="1575650"/>
                </a:lnTo>
                <a:lnTo>
                  <a:pt x="3629025" y="1574533"/>
                </a:lnTo>
                <a:lnTo>
                  <a:pt x="3629025" y="1571904"/>
                </a:lnTo>
                <a:close/>
              </a:path>
              <a:path w="5248275" h="2362200">
                <a:moveTo>
                  <a:pt x="3629025" y="787679"/>
                </a:moveTo>
                <a:lnTo>
                  <a:pt x="3628567" y="786561"/>
                </a:lnTo>
                <a:lnTo>
                  <a:pt x="3626701" y="784694"/>
                </a:lnTo>
                <a:lnTo>
                  <a:pt x="3625583" y="784225"/>
                </a:lnTo>
                <a:lnTo>
                  <a:pt x="3622954" y="784225"/>
                </a:lnTo>
                <a:lnTo>
                  <a:pt x="3621836" y="784694"/>
                </a:lnTo>
                <a:lnTo>
                  <a:pt x="3619970" y="786561"/>
                </a:lnTo>
                <a:lnTo>
                  <a:pt x="3619500" y="787679"/>
                </a:lnTo>
                <a:lnTo>
                  <a:pt x="3619500" y="790308"/>
                </a:lnTo>
                <a:lnTo>
                  <a:pt x="3619970" y="791425"/>
                </a:lnTo>
                <a:lnTo>
                  <a:pt x="3621836" y="793292"/>
                </a:lnTo>
                <a:lnTo>
                  <a:pt x="3622954" y="793750"/>
                </a:lnTo>
                <a:lnTo>
                  <a:pt x="3625583" y="793750"/>
                </a:lnTo>
                <a:lnTo>
                  <a:pt x="3626701" y="793292"/>
                </a:lnTo>
                <a:lnTo>
                  <a:pt x="3628567" y="791425"/>
                </a:lnTo>
                <a:lnTo>
                  <a:pt x="3629025" y="790308"/>
                </a:lnTo>
                <a:lnTo>
                  <a:pt x="3629025" y="787679"/>
                </a:lnTo>
                <a:close/>
              </a:path>
              <a:path w="5248275" h="2362200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5248275" h="2362200">
                <a:moveTo>
                  <a:pt x="3676650" y="2356129"/>
                </a:moveTo>
                <a:lnTo>
                  <a:pt x="3676192" y="2355011"/>
                </a:lnTo>
                <a:lnTo>
                  <a:pt x="3674326" y="2353145"/>
                </a:lnTo>
                <a:lnTo>
                  <a:pt x="3673208" y="2352675"/>
                </a:lnTo>
                <a:lnTo>
                  <a:pt x="3670579" y="2352675"/>
                </a:lnTo>
                <a:lnTo>
                  <a:pt x="3669461" y="2353145"/>
                </a:lnTo>
                <a:lnTo>
                  <a:pt x="3667595" y="2355011"/>
                </a:lnTo>
                <a:lnTo>
                  <a:pt x="3667125" y="2356129"/>
                </a:lnTo>
                <a:lnTo>
                  <a:pt x="3667125" y="2358758"/>
                </a:lnTo>
                <a:lnTo>
                  <a:pt x="3667595" y="2359876"/>
                </a:lnTo>
                <a:lnTo>
                  <a:pt x="3669461" y="2361742"/>
                </a:lnTo>
                <a:lnTo>
                  <a:pt x="3670579" y="2362200"/>
                </a:lnTo>
                <a:lnTo>
                  <a:pt x="3673208" y="2362200"/>
                </a:lnTo>
                <a:lnTo>
                  <a:pt x="3674326" y="2361742"/>
                </a:lnTo>
                <a:lnTo>
                  <a:pt x="3676192" y="2359876"/>
                </a:lnTo>
                <a:lnTo>
                  <a:pt x="3676650" y="2358758"/>
                </a:lnTo>
                <a:lnTo>
                  <a:pt x="3676650" y="2356129"/>
                </a:lnTo>
                <a:close/>
              </a:path>
              <a:path w="5248275" h="2362200">
                <a:moveTo>
                  <a:pt x="3676650" y="1571904"/>
                </a:moveTo>
                <a:lnTo>
                  <a:pt x="3676192" y="1570786"/>
                </a:lnTo>
                <a:lnTo>
                  <a:pt x="3674326" y="1568919"/>
                </a:lnTo>
                <a:lnTo>
                  <a:pt x="3673208" y="1568450"/>
                </a:lnTo>
                <a:lnTo>
                  <a:pt x="3670579" y="1568450"/>
                </a:lnTo>
                <a:lnTo>
                  <a:pt x="3669461" y="1568919"/>
                </a:lnTo>
                <a:lnTo>
                  <a:pt x="3667595" y="1570786"/>
                </a:lnTo>
                <a:lnTo>
                  <a:pt x="3667125" y="1571904"/>
                </a:lnTo>
                <a:lnTo>
                  <a:pt x="3667125" y="1574533"/>
                </a:lnTo>
                <a:lnTo>
                  <a:pt x="3667595" y="1575650"/>
                </a:lnTo>
                <a:lnTo>
                  <a:pt x="3669461" y="1577517"/>
                </a:lnTo>
                <a:lnTo>
                  <a:pt x="3670579" y="1577975"/>
                </a:lnTo>
                <a:lnTo>
                  <a:pt x="3673208" y="1577975"/>
                </a:lnTo>
                <a:lnTo>
                  <a:pt x="3674326" y="1577517"/>
                </a:lnTo>
                <a:lnTo>
                  <a:pt x="3676192" y="1575650"/>
                </a:lnTo>
                <a:lnTo>
                  <a:pt x="3676650" y="1574533"/>
                </a:lnTo>
                <a:lnTo>
                  <a:pt x="3676650" y="1571904"/>
                </a:lnTo>
                <a:close/>
              </a:path>
              <a:path w="5248275" h="2362200">
                <a:moveTo>
                  <a:pt x="3676650" y="787679"/>
                </a:moveTo>
                <a:lnTo>
                  <a:pt x="3676192" y="786561"/>
                </a:lnTo>
                <a:lnTo>
                  <a:pt x="3674326" y="784694"/>
                </a:lnTo>
                <a:lnTo>
                  <a:pt x="3673208" y="784225"/>
                </a:lnTo>
                <a:lnTo>
                  <a:pt x="3670579" y="784225"/>
                </a:lnTo>
                <a:lnTo>
                  <a:pt x="3669461" y="784694"/>
                </a:lnTo>
                <a:lnTo>
                  <a:pt x="3667595" y="786561"/>
                </a:lnTo>
                <a:lnTo>
                  <a:pt x="3667125" y="787679"/>
                </a:lnTo>
                <a:lnTo>
                  <a:pt x="3667125" y="790308"/>
                </a:lnTo>
                <a:lnTo>
                  <a:pt x="3667595" y="791425"/>
                </a:lnTo>
                <a:lnTo>
                  <a:pt x="3669461" y="793292"/>
                </a:lnTo>
                <a:lnTo>
                  <a:pt x="3670579" y="793750"/>
                </a:lnTo>
                <a:lnTo>
                  <a:pt x="3673208" y="793750"/>
                </a:lnTo>
                <a:lnTo>
                  <a:pt x="3674326" y="793292"/>
                </a:lnTo>
                <a:lnTo>
                  <a:pt x="3676192" y="791425"/>
                </a:lnTo>
                <a:lnTo>
                  <a:pt x="3676650" y="790308"/>
                </a:lnTo>
                <a:lnTo>
                  <a:pt x="3676650" y="787679"/>
                </a:lnTo>
                <a:close/>
              </a:path>
              <a:path w="5248275" h="2362200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5248275" h="2362200">
                <a:moveTo>
                  <a:pt x="3724275" y="2356129"/>
                </a:moveTo>
                <a:lnTo>
                  <a:pt x="3723817" y="2355011"/>
                </a:lnTo>
                <a:lnTo>
                  <a:pt x="3721951" y="2353145"/>
                </a:lnTo>
                <a:lnTo>
                  <a:pt x="3720833" y="2352675"/>
                </a:lnTo>
                <a:lnTo>
                  <a:pt x="3718204" y="2352675"/>
                </a:lnTo>
                <a:lnTo>
                  <a:pt x="3717074" y="2353145"/>
                </a:lnTo>
                <a:lnTo>
                  <a:pt x="3715220" y="2355011"/>
                </a:lnTo>
                <a:lnTo>
                  <a:pt x="3714750" y="2356129"/>
                </a:lnTo>
                <a:lnTo>
                  <a:pt x="3714750" y="2358758"/>
                </a:lnTo>
                <a:lnTo>
                  <a:pt x="3715220" y="2359876"/>
                </a:lnTo>
                <a:lnTo>
                  <a:pt x="3717074" y="2361742"/>
                </a:lnTo>
                <a:lnTo>
                  <a:pt x="3718204" y="2362200"/>
                </a:lnTo>
                <a:lnTo>
                  <a:pt x="3720833" y="2362200"/>
                </a:lnTo>
                <a:lnTo>
                  <a:pt x="3721951" y="2361742"/>
                </a:lnTo>
                <a:lnTo>
                  <a:pt x="3723817" y="2359876"/>
                </a:lnTo>
                <a:lnTo>
                  <a:pt x="3724275" y="2358758"/>
                </a:lnTo>
                <a:lnTo>
                  <a:pt x="3724275" y="2356129"/>
                </a:lnTo>
                <a:close/>
              </a:path>
              <a:path w="5248275" h="2362200">
                <a:moveTo>
                  <a:pt x="3724275" y="1571904"/>
                </a:moveTo>
                <a:lnTo>
                  <a:pt x="3723817" y="1570786"/>
                </a:lnTo>
                <a:lnTo>
                  <a:pt x="3721951" y="1568919"/>
                </a:lnTo>
                <a:lnTo>
                  <a:pt x="3720833" y="1568450"/>
                </a:lnTo>
                <a:lnTo>
                  <a:pt x="3718204" y="1568450"/>
                </a:lnTo>
                <a:lnTo>
                  <a:pt x="3717074" y="1568919"/>
                </a:lnTo>
                <a:lnTo>
                  <a:pt x="3715220" y="1570786"/>
                </a:lnTo>
                <a:lnTo>
                  <a:pt x="3714750" y="1571904"/>
                </a:lnTo>
                <a:lnTo>
                  <a:pt x="3714750" y="1574533"/>
                </a:lnTo>
                <a:lnTo>
                  <a:pt x="3715220" y="1575650"/>
                </a:lnTo>
                <a:lnTo>
                  <a:pt x="3717074" y="1577517"/>
                </a:lnTo>
                <a:lnTo>
                  <a:pt x="3718204" y="1577975"/>
                </a:lnTo>
                <a:lnTo>
                  <a:pt x="3720833" y="1577975"/>
                </a:lnTo>
                <a:lnTo>
                  <a:pt x="3721951" y="1577517"/>
                </a:lnTo>
                <a:lnTo>
                  <a:pt x="3723817" y="1575650"/>
                </a:lnTo>
                <a:lnTo>
                  <a:pt x="3724275" y="1574533"/>
                </a:lnTo>
                <a:lnTo>
                  <a:pt x="3724275" y="1571904"/>
                </a:lnTo>
                <a:close/>
              </a:path>
              <a:path w="5248275" h="2362200">
                <a:moveTo>
                  <a:pt x="3724275" y="787679"/>
                </a:moveTo>
                <a:lnTo>
                  <a:pt x="3723817" y="786561"/>
                </a:lnTo>
                <a:lnTo>
                  <a:pt x="3721951" y="784694"/>
                </a:lnTo>
                <a:lnTo>
                  <a:pt x="3720833" y="784225"/>
                </a:lnTo>
                <a:lnTo>
                  <a:pt x="3718204" y="784225"/>
                </a:lnTo>
                <a:lnTo>
                  <a:pt x="3717074" y="784694"/>
                </a:lnTo>
                <a:lnTo>
                  <a:pt x="3715220" y="786561"/>
                </a:lnTo>
                <a:lnTo>
                  <a:pt x="3714750" y="787679"/>
                </a:lnTo>
                <a:lnTo>
                  <a:pt x="3714750" y="790308"/>
                </a:lnTo>
                <a:lnTo>
                  <a:pt x="3715220" y="791425"/>
                </a:lnTo>
                <a:lnTo>
                  <a:pt x="3717074" y="793292"/>
                </a:lnTo>
                <a:lnTo>
                  <a:pt x="3718204" y="793750"/>
                </a:lnTo>
                <a:lnTo>
                  <a:pt x="3720833" y="793750"/>
                </a:lnTo>
                <a:lnTo>
                  <a:pt x="3721951" y="793292"/>
                </a:lnTo>
                <a:lnTo>
                  <a:pt x="3723817" y="791425"/>
                </a:lnTo>
                <a:lnTo>
                  <a:pt x="3724275" y="790308"/>
                </a:lnTo>
                <a:lnTo>
                  <a:pt x="3724275" y="787679"/>
                </a:lnTo>
                <a:close/>
              </a:path>
              <a:path w="5248275" h="2362200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74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74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5248275" h="2362200">
                <a:moveTo>
                  <a:pt x="3771900" y="2356129"/>
                </a:moveTo>
                <a:lnTo>
                  <a:pt x="3771442" y="2355011"/>
                </a:lnTo>
                <a:lnTo>
                  <a:pt x="3769576" y="2353145"/>
                </a:lnTo>
                <a:lnTo>
                  <a:pt x="3768458" y="2352675"/>
                </a:lnTo>
                <a:lnTo>
                  <a:pt x="3765829" y="2352675"/>
                </a:lnTo>
                <a:lnTo>
                  <a:pt x="3764711" y="2353145"/>
                </a:lnTo>
                <a:lnTo>
                  <a:pt x="3762845" y="2355011"/>
                </a:lnTo>
                <a:lnTo>
                  <a:pt x="3762375" y="2356129"/>
                </a:lnTo>
                <a:lnTo>
                  <a:pt x="3762375" y="2358758"/>
                </a:lnTo>
                <a:lnTo>
                  <a:pt x="3762845" y="2359876"/>
                </a:lnTo>
                <a:lnTo>
                  <a:pt x="3764711" y="2361742"/>
                </a:lnTo>
                <a:lnTo>
                  <a:pt x="3765829" y="2362200"/>
                </a:lnTo>
                <a:lnTo>
                  <a:pt x="3768458" y="2362200"/>
                </a:lnTo>
                <a:lnTo>
                  <a:pt x="3769576" y="2361742"/>
                </a:lnTo>
                <a:lnTo>
                  <a:pt x="3771442" y="2359876"/>
                </a:lnTo>
                <a:lnTo>
                  <a:pt x="3771900" y="2358758"/>
                </a:lnTo>
                <a:lnTo>
                  <a:pt x="3771900" y="2356129"/>
                </a:lnTo>
                <a:close/>
              </a:path>
              <a:path w="5248275" h="2362200">
                <a:moveTo>
                  <a:pt x="3771900" y="1571904"/>
                </a:moveTo>
                <a:lnTo>
                  <a:pt x="3771442" y="1570786"/>
                </a:lnTo>
                <a:lnTo>
                  <a:pt x="3769576" y="1568919"/>
                </a:lnTo>
                <a:lnTo>
                  <a:pt x="3768458" y="1568450"/>
                </a:lnTo>
                <a:lnTo>
                  <a:pt x="3765829" y="1568450"/>
                </a:lnTo>
                <a:lnTo>
                  <a:pt x="3764711" y="1568919"/>
                </a:lnTo>
                <a:lnTo>
                  <a:pt x="3762845" y="1570786"/>
                </a:lnTo>
                <a:lnTo>
                  <a:pt x="3762375" y="1571904"/>
                </a:lnTo>
                <a:lnTo>
                  <a:pt x="3762375" y="1574533"/>
                </a:lnTo>
                <a:lnTo>
                  <a:pt x="3762845" y="1575650"/>
                </a:lnTo>
                <a:lnTo>
                  <a:pt x="3764711" y="1577517"/>
                </a:lnTo>
                <a:lnTo>
                  <a:pt x="3765829" y="1577975"/>
                </a:lnTo>
                <a:lnTo>
                  <a:pt x="3768458" y="1577975"/>
                </a:lnTo>
                <a:lnTo>
                  <a:pt x="3769576" y="1577517"/>
                </a:lnTo>
                <a:lnTo>
                  <a:pt x="3771442" y="1575650"/>
                </a:lnTo>
                <a:lnTo>
                  <a:pt x="3771900" y="1574533"/>
                </a:lnTo>
                <a:lnTo>
                  <a:pt x="3771900" y="1571904"/>
                </a:lnTo>
                <a:close/>
              </a:path>
              <a:path w="5248275" h="2362200">
                <a:moveTo>
                  <a:pt x="3771900" y="787679"/>
                </a:moveTo>
                <a:lnTo>
                  <a:pt x="3771442" y="786561"/>
                </a:lnTo>
                <a:lnTo>
                  <a:pt x="3769576" y="784694"/>
                </a:lnTo>
                <a:lnTo>
                  <a:pt x="3768458" y="784225"/>
                </a:lnTo>
                <a:lnTo>
                  <a:pt x="3765829" y="784225"/>
                </a:lnTo>
                <a:lnTo>
                  <a:pt x="3764711" y="784694"/>
                </a:lnTo>
                <a:lnTo>
                  <a:pt x="3762845" y="786561"/>
                </a:lnTo>
                <a:lnTo>
                  <a:pt x="3762375" y="787679"/>
                </a:lnTo>
                <a:lnTo>
                  <a:pt x="3762375" y="790308"/>
                </a:lnTo>
                <a:lnTo>
                  <a:pt x="3762845" y="791425"/>
                </a:lnTo>
                <a:lnTo>
                  <a:pt x="3764711" y="793292"/>
                </a:lnTo>
                <a:lnTo>
                  <a:pt x="3765829" y="793750"/>
                </a:lnTo>
                <a:lnTo>
                  <a:pt x="3768458" y="793750"/>
                </a:lnTo>
                <a:lnTo>
                  <a:pt x="3769576" y="793292"/>
                </a:lnTo>
                <a:lnTo>
                  <a:pt x="3771442" y="791425"/>
                </a:lnTo>
                <a:lnTo>
                  <a:pt x="3771900" y="790308"/>
                </a:lnTo>
                <a:lnTo>
                  <a:pt x="3771900" y="787679"/>
                </a:lnTo>
                <a:close/>
              </a:path>
              <a:path w="5248275" h="2362200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5248275" h="2362200">
                <a:moveTo>
                  <a:pt x="3819525" y="2356129"/>
                </a:moveTo>
                <a:lnTo>
                  <a:pt x="3819067" y="2355011"/>
                </a:lnTo>
                <a:lnTo>
                  <a:pt x="3817201" y="2353145"/>
                </a:lnTo>
                <a:lnTo>
                  <a:pt x="3816083" y="2352675"/>
                </a:lnTo>
                <a:lnTo>
                  <a:pt x="3813454" y="2352675"/>
                </a:lnTo>
                <a:lnTo>
                  <a:pt x="3812336" y="2353145"/>
                </a:lnTo>
                <a:lnTo>
                  <a:pt x="3810470" y="2355011"/>
                </a:lnTo>
                <a:lnTo>
                  <a:pt x="3810000" y="2356129"/>
                </a:lnTo>
                <a:lnTo>
                  <a:pt x="3810000" y="2358758"/>
                </a:lnTo>
                <a:lnTo>
                  <a:pt x="3810470" y="2359876"/>
                </a:lnTo>
                <a:lnTo>
                  <a:pt x="3812336" y="2361742"/>
                </a:lnTo>
                <a:lnTo>
                  <a:pt x="3813454" y="2362200"/>
                </a:lnTo>
                <a:lnTo>
                  <a:pt x="3816083" y="2362200"/>
                </a:lnTo>
                <a:lnTo>
                  <a:pt x="3817201" y="2361742"/>
                </a:lnTo>
                <a:lnTo>
                  <a:pt x="3819067" y="2359876"/>
                </a:lnTo>
                <a:lnTo>
                  <a:pt x="3819525" y="2358758"/>
                </a:lnTo>
                <a:lnTo>
                  <a:pt x="3819525" y="2356129"/>
                </a:lnTo>
                <a:close/>
              </a:path>
              <a:path w="5248275" h="2362200">
                <a:moveTo>
                  <a:pt x="3819525" y="1571904"/>
                </a:moveTo>
                <a:lnTo>
                  <a:pt x="3819067" y="1570786"/>
                </a:lnTo>
                <a:lnTo>
                  <a:pt x="3817201" y="1568919"/>
                </a:lnTo>
                <a:lnTo>
                  <a:pt x="3816083" y="1568450"/>
                </a:lnTo>
                <a:lnTo>
                  <a:pt x="3813454" y="1568450"/>
                </a:lnTo>
                <a:lnTo>
                  <a:pt x="3812336" y="1568919"/>
                </a:lnTo>
                <a:lnTo>
                  <a:pt x="3810470" y="1570786"/>
                </a:lnTo>
                <a:lnTo>
                  <a:pt x="3810000" y="1571904"/>
                </a:lnTo>
                <a:lnTo>
                  <a:pt x="3810000" y="1574533"/>
                </a:lnTo>
                <a:lnTo>
                  <a:pt x="3810470" y="1575650"/>
                </a:lnTo>
                <a:lnTo>
                  <a:pt x="3812336" y="1577517"/>
                </a:lnTo>
                <a:lnTo>
                  <a:pt x="3813454" y="1577975"/>
                </a:lnTo>
                <a:lnTo>
                  <a:pt x="3816083" y="1577975"/>
                </a:lnTo>
                <a:lnTo>
                  <a:pt x="3817201" y="1577517"/>
                </a:lnTo>
                <a:lnTo>
                  <a:pt x="3819067" y="1575650"/>
                </a:lnTo>
                <a:lnTo>
                  <a:pt x="3819525" y="1574533"/>
                </a:lnTo>
                <a:lnTo>
                  <a:pt x="3819525" y="1571904"/>
                </a:lnTo>
                <a:close/>
              </a:path>
              <a:path w="5248275" h="2362200">
                <a:moveTo>
                  <a:pt x="3819525" y="787679"/>
                </a:moveTo>
                <a:lnTo>
                  <a:pt x="3819067" y="786561"/>
                </a:lnTo>
                <a:lnTo>
                  <a:pt x="3817201" y="784694"/>
                </a:lnTo>
                <a:lnTo>
                  <a:pt x="3816083" y="784225"/>
                </a:lnTo>
                <a:lnTo>
                  <a:pt x="3813454" y="784225"/>
                </a:lnTo>
                <a:lnTo>
                  <a:pt x="3812336" y="784694"/>
                </a:lnTo>
                <a:lnTo>
                  <a:pt x="3810470" y="786561"/>
                </a:lnTo>
                <a:lnTo>
                  <a:pt x="3810000" y="787679"/>
                </a:lnTo>
                <a:lnTo>
                  <a:pt x="3810000" y="790308"/>
                </a:lnTo>
                <a:lnTo>
                  <a:pt x="3810470" y="791425"/>
                </a:lnTo>
                <a:lnTo>
                  <a:pt x="3812336" y="793292"/>
                </a:lnTo>
                <a:lnTo>
                  <a:pt x="3813454" y="793750"/>
                </a:lnTo>
                <a:lnTo>
                  <a:pt x="3816083" y="793750"/>
                </a:lnTo>
                <a:lnTo>
                  <a:pt x="3817201" y="793292"/>
                </a:lnTo>
                <a:lnTo>
                  <a:pt x="3819067" y="791425"/>
                </a:lnTo>
                <a:lnTo>
                  <a:pt x="3819525" y="790308"/>
                </a:lnTo>
                <a:lnTo>
                  <a:pt x="3819525" y="787679"/>
                </a:lnTo>
                <a:close/>
              </a:path>
              <a:path w="5248275" h="2362200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5248275" h="2362200">
                <a:moveTo>
                  <a:pt x="3867150" y="2356129"/>
                </a:moveTo>
                <a:lnTo>
                  <a:pt x="3866692" y="2355011"/>
                </a:lnTo>
                <a:lnTo>
                  <a:pt x="3864826" y="2353145"/>
                </a:lnTo>
                <a:lnTo>
                  <a:pt x="3863708" y="2352675"/>
                </a:lnTo>
                <a:lnTo>
                  <a:pt x="3861079" y="2352675"/>
                </a:lnTo>
                <a:lnTo>
                  <a:pt x="3859949" y="2353145"/>
                </a:lnTo>
                <a:lnTo>
                  <a:pt x="3858095" y="2355011"/>
                </a:lnTo>
                <a:lnTo>
                  <a:pt x="3857625" y="2356129"/>
                </a:lnTo>
                <a:lnTo>
                  <a:pt x="3857625" y="2358758"/>
                </a:lnTo>
                <a:lnTo>
                  <a:pt x="3858095" y="2359876"/>
                </a:lnTo>
                <a:lnTo>
                  <a:pt x="3859949" y="2361742"/>
                </a:lnTo>
                <a:lnTo>
                  <a:pt x="3861079" y="2362200"/>
                </a:lnTo>
                <a:lnTo>
                  <a:pt x="3863708" y="2362200"/>
                </a:lnTo>
                <a:lnTo>
                  <a:pt x="3864826" y="2361742"/>
                </a:lnTo>
                <a:lnTo>
                  <a:pt x="3866692" y="2359876"/>
                </a:lnTo>
                <a:lnTo>
                  <a:pt x="3867150" y="2358758"/>
                </a:lnTo>
                <a:lnTo>
                  <a:pt x="3867150" y="2356129"/>
                </a:lnTo>
                <a:close/>
              </a:path>
              <a:path w="5248275" h="2362200">
                <a:moveTo>
                  <a:pt x="3867150" y="1571904"/>
                </a:moveTo>
                <a:lnTo>
                  <a:pt x="3866692" y="1570786"/>
                </a:lnTo>
                <a:lnTo>
                  <a:pt x="3864826" y="1568919"/>
                </a:lnTo>
                <a:lnTo>
                  <a:pt x="3863708" y="1568450"/>
                </a:lnTo>
                <a:lnTo>
                  <a:pt x="3861079" y="1568450"/>
                </a:lnTo>
                <a:lnTo>
                  <a:pt x="3859949" y="1568919"/>
                </a:lnTo>
                <a:lnTo>
                  <a:pt x="3858095" y="1570786"/>
                </a:lnTo>
                <a:lnTo>
                  <a:pt x="3857625" y="1571904"/>
                </a:lnTo>
                <a:lnTo>
                  <a:pt x="3857625" y="1574533"/>
                </a:lnTo>
                <a:lnTo>
                  <a:pt x="3858095" y="1575650"/>
                </a:lnTo>
                <a:lnTo>
                  <a:pt x="3859949" y="1577517"/>
                </a:lnTo>
                <a:lnTo>
                  <a:pt x="3861079" y="1577975"/>
                </a:lnTo>
                <a:lnTo>
                  <a:pt x="3863708" y="1577975"/>
                </a:lnTo>
                <a:lnTo>
                  <a:pt x="3864826" y="1577517"/>
                </a:lnTo>
                <a:lnTo>
                  <a:pt x="3866692" y="1575650"/>
                </a:lnTo>
                <a:lnTo>
                  <a:pt x="3867150" y="1574533"/>
                </a:lnTo>
                <a:lnTo>
                  <a:pt x="3867150" y="1571904"/>
                </a:lnTo>
                <a:close/>
              </a:path>
              <a:path w="5248275" h="2362200">
                <a:moveTo>
                  <a:pt x="3867150" y="787679"/>
                </a:moveTo>
                <a:lnTo>
                  <a:pt x="3866692" y="786561"/>
                </a:lnTo>
                <a:lnTo>
                  <a:pt x="3864826" y="784694"/>
                </a:lnTo>
                <a:lnTo>
                  <a:pt x="3863708" y="784225"/>
                </a:lnTo>
                <a:lnTo>
                  <a:pt x="3861079" y="784225"/>
                </a:lnTo>
                <a:lnTo>
                  <a:pt x="3859949" y="784694"/>
                </a:lnTo>
                <a:lnTo>
                  <a:pt x="3858095" y="786561"/>
                </a:lnTo>
                <a:lnTo>
                  <a:pt x="3857625" y="787679"/>
                </a:lnTo>
                <a:lnTo>
                  <a:pt x="3857625" y="790308"/>
                </a:lnTo>
                <a:lnTo>
                  <a:pt x="3858095" y="791425"/>
                </a:lnTo>
                <a:lnTo>
                  <a:pt x="3859949" y="793292"/>
                </a:lnTo>
                <a:lnTo>
                  <a:pt x="3861079" y="793750"/>
                </a:lnTo>
                <a:lnTo>
                  <a:pt x="3863708" y="793750"/>
                </a:lnTo>
                <a:lnTo>
                  <a:pt x="3864826" y="793292"/>
                </a:lnTo>
                <a:lnTo>
                  <a:pt x="3866692" y="791425"/>
                </a:lnTo>
                <a:lnTo>
                  <a:pt x="3867150" y="790308"/>
                </a:lnTo>
                <a:lnTo>
                  <a:pt x="3867150" y="787679"/>
                </a:lnTo>
                <a:close/>
              </a:path>
              <a:path w="5248275" h="2362200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5248275" h="2362200">
                <a:moveTo>
                  <a:pt x="3914775" y="2356129"/>
                </a:moveTo>
                <a:lnTo>
                  <a:pt x="3914317" y="2355011"/>
                </a:lnTo>
                <a:lnTo>
                  <a:pt x="3912451" y="2353145"/>
                </a:lnTo>
                <a:lnTo>
                  <a:pt x="3911333" y="2352675"/>
                </a:lnTo>
                <a:lnTo>
                  <a:pt x="3908704" y="2352675"/>
                </a:lnTo>
                <a:lnTo>
                  <a:pt x="3907574" y="2353145"/>
                </a:lnTo>
                <a:lnTo>
                  <a:pt x="3905720" y="2355011"/>
                </a:lnTo>
                <a:lnTo>
                  <a:pt x="3905250" y="2356129"/>
                </a:lnTo>
                <a:lnTo>
                  <a:pt x="3905250" y="2358758"/>
                </a:lnTo>
                <a:lnTo>
                  <a:pt x="3905720" y="2359876"/>
                </a:lnTo>
                <a:lnTo>
                  <a:pt x="3907574" y="2361742"/>
                </a:lnTo>
                <a:lnTo>
                  <a:pt x="3908704" y="2362200"/>
                </a:lnTo>
                <a:lnTo>
                  <a:pt x="3911333" y="2362200"/>
                </a:lnTo>
                <a:lnTo>
                  <a:pt x="3912451" y="2361742"/>
                </a:lnTo>
                <a:lnTo>
                  <a:pt x="3914317" y="2359876"/>
                </a:lnTo>
                <a:lnTo>
                  <a:pt x="3914775" y="2358758"/>
                </a:lnTo>
                <a:lnTo>
                  <a:pt x="3914775" y="2356129"/>
                </a:lnTo>
                <a:close/>
              </a:path>
              <a:path w="5248275" h="2362200">
                <a:moveTo>
                  <a:pt x="3914775" y="1571904"/>
                </a:moveTo>
                <a:lnTo>
                  <a:pt x="3914317" y="1570786"/>
                </a:lnTo>
                <a:lnTo>
                  <a:pt x="3912451" y="1568919"/>
                </a:lnTo>
                <a:lnTo>
                  <a:pt x="3911333" y="1568450"/>
                </a:lnTo>
                <a:lnTo>
                  <a:pt x="3908704" y="1568450"/>
                </a:lnTo>
                <a:lnTo>
                  <a:pt x="3907574" y="1568919"/>
                </a:lnTo>
                <a:lnTo>
                  <a:pt x="3905720" y="1570786"/>
                </a:lnTo>
                <a:lnTo>
                  <a:pt x="3905250" y="1571904"/>
                </a:lnTo>
                <a:lnTo>
                  <a:pt x="3905250" y="1574533"/>
                </a:lnTo>
                <a:lnTo>
                  <a:pt x="3905720" y="1575650"/>
                </a:lnTo>
                <a:lnTo>
                  <a:pt x="3907574" y="1577517"/>
                </a:lnTo>
                <a:lnTo>
                  <a:pt x="3908704" y="1577975"/>
                </a:lnTo>
                <a:lnTo>
                  <a:pt x="3911333" y="1577975"/>
                </a:lnTo>
                <a:lnTo>
                  <a:pt x="3912451" y="1577517"/>
                </a:lnTo>
                <a:lnTo>
                  <a:pt x="3914317" y="1575650"/>
                </a:lnTo>
                <a:lnTo>
                  <a:pt x="3914775" y="1574533"/>
                </a:lnTo>
                <a:lnTo>
                  <a:pt x="3914775" y="1571904"/>
                </a:lnTo>
                <a:close/>
              </a:path>
              <a:path w="5248275" h="2362200">
                <a:moveTo>
                  <a:pt x="3914775" y="787679"/>
                </a:moveTo>
                <a:lnTo>
                  <a:pt x="3914317" y="786561"/>
                </a:lnTo>
                <a:lnTo>
                  <a:pt x="3912451" y="784694"/>
                </a:lnTo>
                <a:lnTo>
                  <a:pt x="3911333" y="784225"/>
                </a:lnTo>
                <a:lnTo>
                  <a:pt x="3908704" y="784225"/>
                </a:lnTo>
                <a:lnTo>
                  <a:pt x="3907574" y="784694"/>
                </a:lnTo>
                <a:lnTo>
                  <a:pt x="3905720" y="786561"/>
                </a:lnTo>
                <a:lnTo>
                  <a:pt x="3905250" y="787679"/>
                </a:lnTo>
                <a:lnTo>
                  <a:pt x="3905250" y="790308"/>
                </a:lnTo>
                <a:lnTo>
                  <a:pt x="3905720" y="791425"/>
                </a:lnTo>
                <a:lnTo>
                  <a:pt x="3907574" y="793292"/>
                </a:lnTo>
                <a:lnTo>
                  <a:pt x="3908704" y="793750"/>
                </a:lnTo>
                <a:lnTo>
                  <a:pt x="3911333" y="793750"/>
                </a:lnTo>
                <a:lnTo>
                  <a:pt x="3912451" y="793292"/>
                </a:lnTo>
                <a:lnTo>
                  <a:pt x="3914317" y="791425"/>
                </a:lnTo>
                <a:lnTo>
                  <a:pt x="3914775" y="790308"/>
                </a:lnTo>
                <a:lnTo>
                  <a:pt x="3914775" y="787679"/>
                </a:lnTo>
                <a:close/>
              </a:path>
              <a:path w="5248275" h="2362200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5248275" h="2362200">
                <a:moveTo>
                  <a:pt x="3962400" y="2356129"/>
                </a:moveTo>
                <a:lnTo>
                  <a:pt x="3961942" y="2355011"/>
                </a:lnTo>
                <a:lnTo>
                  <a:pt x="3960076" y="2353145"/>
                </a:lnTo>
                <a:lnTo>
                  <a:pt x="3958958" y="2352675"/>
                </a:lnTo>
                <a:lnTo>
                  <a:pt x="3956329" y="2352675"/>
                </a:lnTo>
                <a:lnTo>
                  <a:pt x="3955211" y="2353145"/>
                </a:lnTo>
                <a:lnTo>
                  <a:pt x="3953345" y="2355011"/>
                </a:lnTo>
                <a:lnTo>
                  <a:pt x="3952875" y="2356129"/>
                </a:lnTo>
                <a:lnTo>
                  <a:pt x="3952875" y="2358758"/>
                </a:lnTo>
                <a:lnTo>
                  <a:pt x="3953345" y="2359876"/>
                </a:lnTo>
                <a:lnTo>
                  <a:pt x="3955211" y="2361742"/>
                </a:lnTo>
                <a:lnTo>
                  <a:pt x="3956329" y="2362200"/>
                </a:lnTo>
                <a:lnTo>
                  <a:pt x="3958958" y="2362200"/>
                </a:lnTo>
                <a:lnTo>
                  <a:pt x="3960076" y="2361742"/>
                </a:lnTo>
                <a:lnTo>
                  <a:pt x="3961942" y="2359876"/>
                </a:lnTo>
                <a:lnTo>
                  <a:pt x="3962400" y="2358758"/>
                </a:lnTo>
                <a:lnTo>
                  <a:pt x="3962400" y="2356129"/>
                </a:lnTo>
                <a:close/>
              </a:path>
              <a:path w="5248275" h="2362200">
                <a:moveTo>
                  <a:pt x="3962400" y="1571904"/>
                </a:moveTo>
                <a:lnTo>
                  <a:pt x="3961942" y="1570786"/>
                </a:lnTo>
                <a:lnTo>
                  <a:pt x="3960076" y="1568919"/>
                </a:lnTo>
                <a:lnTo>
                  <a:pt x="3958958" y="1568450"/>
                </a:lnTo>
                <a:lnTo>
                  <a:pt x="3956329" y="1568450"/>
                </a:lnTo>
                <a:lnTo>
                  <a:pt x="3955211" y="1568919"/>
                </a:lnTo>
                <a:lnTo>
                  <a:pt x="3953345" y="1570786"/>
                </a:lnTo>
                <a:lnTo>
                  <a:pt x="3952875" y="1571904"/>
                </a:lnTo>
                <a:lnTo>
                  <a:pt x="3952875" y="1574533"/>
                </a:lnTo>
                <a:lnTo>
                  <a:pt x="3953345" y="1575650"/>
                </a:lnTo>
                <a:lnTo>
                  <a:pt x="3955211" y="1577517"/>
                </a:lnTo>
                <a:lnTo>
                  <a:pt x="3956329" y="1577975"/>
                </a:lnTo>
                <a:lnTo>
                  <a:pt x="3958958" y="1577975"/>
                </a:lnTo>
                <a:lnTo>
                  <a:pt x="3960076" y="1577517"/>
                </a:lnTo>
                <a:lnTo>
                  <a:pt x="3961942" y="1575650"/>
                </a:lnTo>
                <a:lnTo>
                  <a:pt x="3962400" y="1574533"/>
                </a:lnTo>
                <a:lnTo>
                  <a:pt x="3962400" y="1571904"/>
                </a:lnTo>
                <a:close/>
              </a:path>
              <a:path w="5248275" h="2362200">
                <a:moveTo>
                  <a:pt x="3962400" y="787679"/>
                </a:moveTo>
                <a:lnTo>
                  <a:pt x="3961942" y="786561"/>
                </a:lnTo>
                <a:lnTo>
                  <a:pt x="3960076" y="784694"/>
                </a:lnTo>
                <a:lnTo>
                  <a:pt x="3958958" y="784225"/>
                </a:lnTo>
                <a:lnTo>
                  <a:pt x="3956329" y="784225"/>
                </a:lnTo>
                <a:lnTo>
                  <a:pt x="3955211" y="784694"/>
                </a:lnTo>
                <a:lnTo>
                  <a:pt x="3953345" y="786561"/>
                </a:lnTo>
                <a:lnTo>
                  <a:pt x="3952875" y="787679"/>
                </a:lnTo>
                <a:lnTo>
                  <a:pt x="3952875" y="790308"/>
                </a:lnTo>
                <a:lnTo>
                  <a:pt x="3953345" y="791425"/>
                </a:lnTo>
                <a:lnTo>
                  <a:pt x="3955211" y="793292"/>
                </a:lnTo>
                <a:lnTo>
                  <a:pt x="3956329" y="793750"/>
                </a:lnTo>
                <a:lnTo>
                  <a:pt x="3958958" y="793750"/>
                </a:lnTo>
                <a:lnTo>
                  <a:pt x="3960076" y="793292"/>
                </a:lnTo>
                <a:lnTo>
                  <a:pt x="3961942" y="791425"/>
                </a:lnTo>
                <a:lnTo>
                  <a:pt x="3962400" y="790308"/>
                </a:lnTo>
                <a:lnTo>
                  <a:pt x="3962400" y="787679"/>
                </a:lnTo>
                <a:close/>
              </a:path>
              <a:path w="5248275" h="2362200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5248275" h="2362200">
                <a:moveTo>
                  <a:pt x="4010025" y="2356129"/>
                </a:moveTo>
                <a:lnTo>
                  <a:pt x="4009567" y="2355011"/>
                </a:lnTo>
                <a:lnTo>
                  <a:pt x="4007701" y="2353145"/>
                </a:lnTo>
                <a:lnTo>
                  <a:pt x="4006583" y="2352675"/>
                </a:lnTo>
                <a:lnTo>
                  <a:pt x="4003954" y="2352675"/>
                </a:lnTo>
                <a:lnTo>
                  <a:pt x="4002836" y="2353145"/>
                </a:lnTo>
                <a:lnTo>
                  <a:pt x="4000970" y="2355011"/>
                </a:lnTo>
                <a:lnTo>
                  <a:pt x="4000500" y="2356129"/>
                </a:lnTo>
                <a:lnTo>
                  <a:pt x="4000500" y="2358758"/>
                </a:lnTo>
                <a:lnTo>
                  <a:pt x="4000970" y="2359876"/>
                </a:lnTo>
                <a:lnTo>
                  <a:pt x="4002836" y="2361742"/>
                </a:lnTo>
                <a:lnTo>
                  <a:pt x="4003954" y="2362200"/>
                </a:lnTo>
                <a:lnTo>
                  <a:pt x="4006583" y="2362200"/>
                </a:lnTo>
                <a:lnTo>
                  <a:pt x="4007701" y="2361742"/>
                </a:lnTo>
                <a:lnTo>
                  <a:pt x="4009567" y="2359876"/>
                </a:lnTo>
                <a:lnTo>
                  <a:pt x="4010025" y="2358758"/>
                </a:lnTo>
                <a:lnTo>
                  <a:pt x="4010025" y="2356129"/>
                </a:lnTo>
                <a:close/>
              </a:path>
              <a:path w="5248275" h="2362200">
                <a:moveTo>
                  <a:pt x="4010025" y="1571904"/>
                </a:moveTo>
                <a:lnTo>
                  <a:pt x="4009567" y="1570786"/>
                </a:lnTo>
                <a:lnTo>
                  <a:pt x="4007701" y="1568919"/>
                </a:lnTo>
                <a:lnTo>
                  <a:pt x="4006583" y="1568450"/>
                </a:lnTo>
                <a:lnTo>
                  <a:pt x="4003954" y="1568450"/>
                </a:lnTo>
                <a:lnTo>
                  <a:pt x="4002836" y="1568919"/>
                </a:lnTo>
                <a:lnTo>
                  <a:pt x="4000970" y="1570786"/>
                </a:lnTo>
                <a:lnTo>
                  <a:pt x="4000500" y="1571904"/>
                </a:lnTo>
                <a:lnTo>
                  <a:pt x="4000500" y="1574533"/>
                </a:lnTo>
                <a:lnTo>
                  <a:pt x="4000970" y="1575650"/>
                </a:lnTo>
                <a:lnTo>
                  <a:pt x="4002836" y="1577517"/>
                </a:lnTo>
                <a:lnTo>
                  <a:pt x="4003954" y="1577975"/>
                </a:lnTo>
                <a:lnTo>
                  <a:pt x="4006583" y="1577975"/>
                </a:lnTo>
                <a:lnTo>
                  <a:pt x="4007701" y="1577517"/>
                </a:lnTo>
                <a:lnTo>
                  <a:pt x="4009567" y="1575650"/>
                </a:lnTo>
                <a:lnTo>
                  <a:pt x="4010025" y="1574533"/>
                </a:lnTo>
                <a:lnTo>
                  <a:pt x="4010025" y="1571904"/>
                </a:lnTo>
                <a:close/>
              </a:path>
              <a:path w="5248275" h="2362200">
                <a:moveTo>
                  <a:pt x="4010025" y="787679"/>
                </a:moveTo>
                <a:lnTo>
                  <a:pt x="4009567" y="786561"/>
                </a:lnTo>
                <a:lnTo>
                  <a:pt x="4007701" y="784694"/>
                </a:lnTo>
                <a:lnTo>
                  <a:pt x="4006583" y="784225"/>
                </a:lnTo>
                <a:lnTo>
                  <a:pt x="4003954" y="784225"/>
                </a:lnTo>
                <a:lnTo>
                  <a:pt x="4002836" y="784694"/>
                </a:lnTo>
                <a:lnTo>
                  <a:pt x="4000970" y="786561"/>
                </a:lnTo>
                <a:lnTo>
                  <a:pt x="4000500" y="787679"/>
                </a:lnTo>
                <a:lnTo>
                  <a:pt x="4000500" y="790308"/>
                </a:lnTo>
                <a:lnTo>
                  <a:pt x="4000970" y="791425"/>
                </a:lnTo>
                <a:lnTo>
                  <a:pt x="4002836" y="793292"/>
                </a:lnTo>
                <a:lnTo>
                  <a:pt x="4003954" y="793750"/>
                </a:lnTo>
                <a:lnTo>
                  <a:pt x="4006583" y="793750"/>
                </a:lnTo>
                <a:lnTo>
                  <a:pt x="4007701" y="793292"/>
                </a:lnTo>
                <a:lnTo>
                  <a:pt x="4009567" y="791425"/>
                </a:lnTo>
                <a:lnTo>
                  <a:pt x="4010025" y="790308"/>
                </a:lnTo>
                <a:lnTo>
                  <a:pt x="4010025" y="787679"/>
                </a:lnTo>
                <a:close/>
              </a:path>
              <a:path w="5248275" h="2362200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5248275" h="2362200">
                <a:moveTo>
                  <a:pt x="4057650" y="2356129"/>
                </a:moveTo>
                <a:lnTo>
                  <a:pt x="4057192" y="2355011"/>
                </a:lnTo>
                <a:lnTo>
                  <a:pt x="4055326" y="2353145"/>
                </a:lnTo>
                <a:lnTo>
                  <a:pt x="4054208" y="2352675"/>
                </a:lnTo>
                <a:lnTo>
                  <a:pt x="4051579" y="2352675"/>
                </a:lnTo>
                <a:lnTo>
                  <a:pt x="4050461" y="2353145"/>
                </a:lnTo>
                <a:lnTo>
                  <a:pt x="4048595" y="2355011"/>
                </a:lnTo>
                <a:lnTo>
                  <a:pt x="4048125" y="2356129"/>
                </a:lnTo>
                <a:lnTo>
                  <a:pt x="4048125" y="2358758"/>
                </a:lnTo>
                <a:lnTo>
                  <a:pt x="4048595" y="2359876"/>
                </a:lnTo>
                <a:lnTo>
                  <a:pt x="4050461" y="2361742"/>
                </a:lnTo>
                <a:lnTo>
                  <a:pt x="4051579" y="2362200"/>
                </a:lnTo>
                <a:lnTo>
                  <a:pt x="4054208" y="2362200"/>
                </a:lnTo>
                <a:lnTo>
                  <a:pt x="4055326" y="2361742"/>
                </a:lnTo>
                <a:lnTo>
                  <a:pt x="4057192" y="2359876"/>
                </a:lnTo>
                <a:lnTo>
                  <a:pt x="4057650" y="2358758"/>
                </a:lnTo>
                <a:lnTo>
                  <a:pt x="4057650" y="2356129"/>
                </a:lnTo>
                <a:close/>
              </a:path>
              <a:path w="5248275" h="2362200">
                <a:moveTo>
                  <a:pt x="4057650" y="1571904"/>
                </a:moveTo>
                <a:lnTo>
                  <a:pt x="4057192" y="1570786"/>
                </a:lnTo>
                <a:lnTo>
                  <a:pt x="4055326" y="1568919"/>
                </a:lnTo>
                <a:lnTo>
                  <a:pt x="4054208" y="1568450"/>
                </a:lnTo>
                <a:lnTo>
                  <a:pt x="4051579" y="1568450"/>
                </a:lnTo>
                <a:lnTo>
                  <a:pt x="4050461" y="1568919"/>
                </a:lnTo>
                <a:lnTo>
                  <a:pt x="4048595" y="1570786"/>
                </a:lnTo>
                <a:lnTo>
                  <a:pt x="4048125" y="1571904"/>
                </a:lnTo>
                <a:lnTo>
                  <a:pt x="4048125" y="1574533"/>
                </a:lnTo>
                <a:lnTo>
                  <a:pt x="4048595" y="1575650"/>
                </a:lnTo>
                <a:lnTo>
                  <a:pt x="4050461" y="1577517"/>
                </a:lnTo>
                <a:lnTo>
                  <a:pt x="4051579" y="1577975"/>
                </a:lnTo>
                <a:lnTo>
                  <a:pt x="4054208" y="1577975"/>
                </a:lnTo>
                <a:lnTo>
                  <a:pt x="4055326" y="1577517"/>
                </a:lnTo>
                <a:lnTo>
                  <a:pt x="4057192" y="1575650"/>
                </a:lnTo>
                <a:lnTo>
                  <a:pt x="4057650" y="1574533"/>
                </a:lnTo>
                <a:lnTo>
                  <a:pt x="4057650" y="1571904"/>
                </a:lnTo>
                <a:close/>
              </a:path>
              <a:path w="5248275" h="2362200">
                <a:moveTo>
                  <a:pt x="4057650" y="787679"/>
                </a:moveTo>
                <a:lnTo>
                  <a:pt x="4057192" y="786561"/>
                </a:lnTo>
                <a:lnTo>
                  <a:pt x="4055326" y="784694"/>
                </a:lnTo>
                <a:lnTo>
                  <a:pt x="4054208" y="784225"/>
                </a:lnTo>
                <a:lnTo>
                  <a:pt x="4051579" y="784225"/>
                </a:lnTo>
                <a:lnTo>
                  <a:pt x="4050461" y="784694"/>
                </a:lnTo>
                <a:lnTo>
                  <a:pt x="4048595" y="786561"/>
                </a:lnTo>
                <a:lnTo>
                  <a:pt x="4048125" y="787679"/>
                </a:lnTo>
                <a:lnTo>
                  <a:pt x="4048125" y="790308"/>
                </a:lnTo>
                <a:lnTo>
                  <a:pt x="4048595" y="791425"/>
                </a:lnTo>
                <a:lnTo>
                  <a:pt x="4050461" y="793292"/>
                </a:lnTo>
                <a:lnTo>
                  <a:pt x="4051579" y="793750"/>
                </a:lnTo>
                <a:lnTo>
                  <a:pt x="4054208" y="793750"/>
                </a:lnTo>
                <a:lnTo>
                  <a:pt x="4055326" y="793292"/>
                </a:lnTo>
                <a:lnTo>
                  <a:pt x="4057192" y="791425"/>
                </a:lnTo>
                <a:lnTo>
                  <a:pt x="4057650" y="790308"/>
                </a:lnTo>
                <a:lnTo>
                  <a:pt x="4057650" y="787679"/>
                </a:lnTo>
                <a:close/>
              </a:path>
              <a:path w="5248275" h="2362200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5248275" h="2362200">
                <a:moveTo>
                  <a:pt x="4105275" y="2356129"/>
                </a:moveTo>
                <a:lnTo>
                  <a:pt x="4104817" y="2355011"/>
                </a:lnTo>
                <a:lnTo>
                  <a:pt x="4102951" y="2353145"/>
                </a:lnTo>
                <a:lnTo>
                  <a:pt x="4101833" y="2352675"/>
                </a:lnTo>
                <a:lnTo>
                  <a:pt x="4099204" y="2352675"/>
                </a:lnTo>
                <a:lnTo>
                  <a:pt x="4098086" y="2353145"/>
                </a:lnTo>
                <a:lnTo>
                  <a:pt x="4096220" y="2355011"/>
                </a:lnTo>
                <a:lnTo>
                  <a:pt x="4095750" y="2356129"/>
                </a:lnTo>
                <a:lnTo>
                  <a:pt x="4095750" y="2358758"/>
                </a:lnTo>
                <a:lnTo>
                  <a:pt x="4096220" y="2359876"/>
                </a:lnTo>
                <a:lnTo>
                  <a:pt x="4098086" y="2361742"/>
                </a:lnTo>
                <a:lnTo>
                  <a:pt x="4099204" y="2362200"/>
                </a:lnTo>
                <a:lnTo>
                  <a:pt x="4101833" y="2362200"/>
                </a:lnTo>
                <a:lnTo>
                  <a:pt x="4102951" y="2361742"/>
                </a:lnTo>
                <a:lnTo>
                  <a:pt x="4104817" y="2359876"/>
                </a:lnTo>
                <a:lnTo>
                  <a:pt x="4105275" y="2358758"/>
                </a:lnTo>
                <a:lnTo>
                  <a:pt x="4105275" y="2356129"/>
                </a:lnTo>
                <a:close/>
              </a:path>
              <a:path w="5248275" h="2362200">
                <a:moveTo>
                  <a:pt x="4105275" y="1571904"/>
                </a:moveTo>
                <a:lnTo>
                  <a:pt x="4104817" y="1570786"/>
                </a:lnTo>
                <a:lnTo>
                  <a:pt x="4102951" y="1568919"/>
                </a:lnTo>
                <a:lnTo>
                  <a:pt x="4101833" y="1568450"/>
                </a:lnTo>
                <a:lnTo>
                  <a:pt x="4099204" y="1568450"/>
                </a:lnTo>
                <a:lnTo>
                  <a:pt x="4098086" y="1568919"/>
                </a:lnTo>
                <a:lnTo>
                  <a:pt x="4096220" y="1570786"/>
                </a:lnTo>
                <a:lnTo>
                  <a:pt x="4095750" y="1571904"/>
                </a:lnTo>
                <a:lnTo>
                  <a:pt x="4095750" y="1574533"/>
                </a:lnTo>
                <a:lnTo>
                  <a:pt x="4096220" y="1575650"/>
                </a:lnTo>
                <a:lnTo>
                  <a:pt x="4098086" y="1577517"/>
                </a:lnTo>
                <a:lnTo>
                  <a:pt x="4099204" y="1577975"/>
                </a:lnTo>
                <a:lnTo>
                  <a:pt x="4101833" y="1577975"/>
                </a:lnTo>
                <a:lnTo>
                  <a:pt x="4102951" y="1577517"/>
                </a:lnTo>
                <a:lnTo>
                  <a:pt x="4104817" y="1575650"/>
                </a:lnTo>
                <a:lnTo>
                  <a:pt x="4105275" y="1574533"/>
                </a:lnTo>
                <a:lnTo>
                  <a:pt x="4105275" y="1571904"/>
                </a:lnTo>
                <a:close/>
              </a:path>
              <a:path w="5248275" h="2362200">
                <a:moveTo>
                  <a:pt x="4105275" y="787679"/>
                </a:moveTo>
                <a:lnTo>
                  <a:pt x="4104817" y="786561"/>
                </a:lnTo>
                <a:lnTo>
                  <a:pt x="4102951" y="784694"/>
                </a:lnTo>
                <a:lnTo>
                  <a:pt x="4101833" y="784225"/>
                </a:lnTo>
                <a:lnTo>
                  <a:pt x="4099204" y="784225"/>
                </a:lnTo>
                <a:lnTo>
                  <a:pt x="4098086" y="784694"/>
                </a:lnTo>
                <a:lnTo>
                  <a:pt x="4096220" y="786561"/>
                </a:lnTo>
                <a:lnTo>
                  <a:pt x="4095750" y="787679"/>
                </a:lnTo>
                <a:lnTo>
                  <a:pt x="4095750" y="790308"/>
                </a:lnTo>
                <a:lnTo>
                  <a:pt x="4096220" y="791425"/>
                </a:lnTo>
                <a:lnTo>
                  <a:pt x="4098086" y="793292"/>
                </a:lnTo>
                <a:lnTo>
                  <a:pt x="4099204" y="793750"/>
                </a:lnTo>
                <a:lnTo>
                  <a:pt x="4101833" y="793750"/>
                </a:lnTo>
                <a:lnTo>
                  <a:pt x="4102951" y="793292"/>
                </a:lnTo>
                <a:lnTo>
                  <a:pt x="4104817" y="791425"/>
                </a:lnTo>
                <a:lnTo>
                  <a:pt x="4105275" y="790308"/>
                </a:lnTo>
                <a:lnTo>
                  <a:pt x="4105275" y="787679"/>
                </a:lnTo>
                <a:close/>
              </a:path>
              <a:path w="5248275" h="2362200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5248275" h="2362200">
                <a:moveTo>
                  <a:pt x="4152900" y="2356129"/>
                </a:moveTo>
                <a:lnTo>
                  <a:pt x="4152442" y="2355011"/>
                </a:lnTo>
                <a:lnTo>
                  <a:pt x="4150576" y="2353145"/>
                </a:lnTo>
                <a:lnTo>
                  <a:pt x="4149458" y="2352675"/>
                </a:lnTo>
                <a:lnTo>
                  <a:pt x="4146829" y="2352675"/>
                </a:lnTo>
                <a:lnTo>
                  <a:pt x="4145711" y="2353145"/>
                </a:lnTo>
                <a:lnTo>
                  <a:pt x="4143845" y="2355011"/>
                </a:lnTo>
                <a:lnTo>
                  <a:pt x="4143375" y="2356129"/>
                </a:lnTo>
                <a:lnTo>
                  <a:pt x="4143375" y="2358758"/>
                </a:lnTo>
                <a:lnTo>
                  <a:pt x="4143845" y="2359876"/>
                </a:lnTo>
                <a:lnTo>
                  <a:pt x="4145711" y="2361742"/>
                </a:lnTo>
                <a:lnTo>
                  <a:pt x="4146829" y="2362200"/>
                </a:lnTo>
                <a:lnTo>
                  <a:pt x="4149458" y="2362200"/>
                </a:lnTo>
                <a:lnTo>
                  <a:pt x="4150576" y="2361742"/>
                </a:lnTo>
                <a:lnTo>
                  <a:pt x="4152442" y="2359876"/>
                </a:lnTo>
                <a:lnTo>
                  <a:pt x="4152900" y="2358758"/>
                </a:lnTo>
                <a:lnTo>
                  <a:pt x="4152900" y="2356129"/>
                </a:lnTo>
                <a:close/>
              </a:path>
              <a:path w="5248275" h="2362200">
                <a:moveTo>
                  <a:pt x="4152900" y="1571904"/>
                </a:moveTo>
                <a:lnTo>
                  <a:pt x="4152442" y="1570786"/>
                </a:lnTo>
                <a:lnTo>
                  <a:pt x="4150576" y="1568919"/>
                </a:lnTo>
                <a:lnTo>
                  <a:pt x="4149458" y="1568450"/>
                </a:lnTo>
                <a:lnTo>
                  <a:pt x="4146829" y="1568450"/>
                </a:lnTo>
                <a:lnTo>
                  <a:pt x="4145711" y="1568919"/>
                </a:lnTo>
                <a:lnTo>
                  <a:pt x="4143845" y="1570786"/>
                </a:lnTo>
                <a:lnTo>
                  <a:pt x="4143375" y="1571904"/>
                </a:lnTo>
                <a:lnTo>
                  <a:pt x="4143375" y="1574533"/>
                </a:lnTo>
                <a:lnTo>
                  <a:pt x="4143845" y="1575650"/>
                </a:lnTo>
                <a:lnTo>
                  <a:pt x="4145711" y="1577517"/>
                </a:lnTo>
                <a:lnTo>
                  <a:pt x="4146829" y="1577975"/>
                </a:lnTo>
                <a:lnTo>
                  <a:pt x="4149458" y="1577975"/>
                </a:lnTo>
                <a:lnTo>
                  <a:pt x="4150576" y="1577517"/>
                </a:lnTo>
                <a:lnTo>
                  <a:pt x="4152442" y="1575650"/>
                </a:lnTo>
                <a:lnTo>
                  <a:pt x="4152900" y="1574533"/>
                </a:lnTo>
                <a:lnTo>
                  <a:pt x="4152900" y="1571904"/>
                </a:lnTo>
                <a:close/>
              </a:path>
              <a:path w="5248275" h="2362200">
                <a:moveTo>
                  <a:pt x="4152900" y="787679"/>
                </a:moveTo>
                <a:lnTo>
                  <a:pt x="4152442" y="786561"/>
                </a:lnTo>
                <a:lnTo>
                  <a:pt x="4150576" y="784694"/>
                </a:lnTo>
                <a:lnTo>
                  <a:pt x="4149458" y="784225"/>
                </a:lnTo>
                <a:lnTo>
                  <a:pt x="4146829" y="784225"/>
                </a:lnTo>
                <a:lnTo>
                  <a:pt x="4145711" y="784694"/>
                </a:lnTo>
                <a:lnTo>
                  <a:pt x="4143845" y="786561"/>
                </a:lnTo>
                <a:lnTo>
                  <a:pt x="4143375" y="787679"/>
                </a:lnTo>
                <a:lnTo>
                  <a:pt x="4143375" y="790308"/>
                </a:lnTo>
                <a:lnTo>
                  <a:pt x="4143845" y="791425"/>
                </a:lnTo>
                <a:lnTo>
                  <a:pt x="4145711" y="793292"/>
                </a:lnTo>
                <a:lnTo>
                  <a:pt x="4146829" y="793750"/>
                </a:lnTo>
                <a:lnTo>
                  <a:pt x="4149458" y="793750"/>
                </a:lnTo>
                <a:lnTo>
                  <a:pt x="4150576" y="793292"/>
                </a:lnTo>
                <a:lnTo>
                  <a:pt x="4152442" y="791425"/>
                </a:lnTo>
                <a:lnTo>
                  <a:pt x="4152900" y="790308"/>
                </a:lnTo>
                <a:lnTo>
                  <a:pt x="4152900" y="787679"/>
                </a:lnTo>
                <a:close/>
              </a:path>
              <a:path w="5248275" h="2362200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5248275" h="2362200">
                <a:moveTo>
                  <a:pt x="4200525" y="2356129"/>
                </a:moveTo>
                <a:lnTo>
                  <a:pt x="4200067" y="2355011"/>
                </a:lnTo>
                <a:lnTo>
                  <a:pt x="4198201" y="2353145"/>
                </a:lnTo>
                <a:lnTo>
                  <a:pt x="4197083" y="2352675"/>
                </a:lnTo>
                <a:lnTo>
                  <a:pt x="4194454" y="2352675"/>
                </a:lnTo>
                <a:lnTo>
                  <a:pt x="4193336" y="2353145"/>
                </a:lnTo>
                <a:lnTo>
                  <a:pt x="4191470" y="2355011"/>
                </a:lnTo>
                <a:lnTo>
                  <a:pt x="4191000" y="2356129"/>
                </a:lnTo>
                <a:lnTo>
                  <a:pt x="4191000" y="2358758"/>
                </a:lnTo>
                <a:lnTo>
                  <a:pt x="4191470" y="2359876"/>
                </a:lnTo>
                <a:lnTo>
                  <a:pt x="4193336" y="2361742"/>
                </a:lnTo>
                <a:lnTo>
                  <a:pt x="4194454" y="2362200"/>
                </a:lnTo>
                <a:lnTo>
                  <a:pt x="4197083" y="2362200"/>
                </a:lnTo>
                <a:lnTo>
                  <a:pt x="4198201" y="2361742"/>
                </a:lnTo>
                <a:lnTo>
                  <a:pt x="4200067" y="2359876"/>
                </a:lnTo>
                <a:lnTo>
                  <a:pt x="4200525" y="2358758"/>
                </a:lnTo>
                <a:lnTo>
                  <a:pt x="4200525" y="2356129"/>
                </a:lnTo>
                <a:close/>
              </a:path>
              <a:path w="5248275" h="2362200">
                <a:moveTo>
                  <a:pt x="4200525" y="1571904"/>
                </a:moveTo>
                <a:lnTo>
                  <a:pt x="4200067" y="1570786"/>
                </a:lnTo>
                <a:lnTo>
                  <a:pt x="4198201" y="1568919"/>
                </a:lnTo>
                <a:lnTo>
                  <a:pt x="4197083" y="1568450"/>
                </a:lnTo>
                <a:lnTo>
                  <a:pt x="4194454" y="1568450"/>
                </a:lnTo>
                <a:lnTo>
                  <a:pt x="4193336" y="1568919"/>
                </a:lnTo>
                <a:lnTo>
                  <a:pt x="4191470" y="1570786"/>
                </a:lnTo>
                <a:lnTo>
                  <a:pt x="4191000" y="1571904"/>
                </a:lnTo>
                <a:lnTo>
                  <a:pt x="4191000" y="1574533"/>
                </a:lnTo>
                <a:lnTo>
                  <a:pt x="4191470" y="1575650"/>
                </a:lnTo>
                <a:lnTo>
                  <a:pt x="4193336" y="1577517"/>
                </a:lnTo>
                <a:lnTo>
                  <a:pt x="4194454" y="1577975"/>
                </a:lnTo>
                <a:lnTo>
                  <a:pt x="4197083" y="1577975"/>
                </a:lnTo>
                <a:lnTo>
                  <a:pt x="4198201" y="1577517"/>
                </a:lnTo>
                <a:lnTo>
                  <a:pt x="4200067" y="1575650"/>
                </a:lnTo>
                <a:lnTo>
                  <a:pt x="4200525" y="1574533"/>
                </a:lnTo>
                <a:lnTo>
                  <a:pt x="4200525" y="1571904"/>
                </a:lnTo>
                <a:close/>
              </a:path>
              <a:path w="5248275" h="2362200">
                <a:moveTo>
                  <a:pt x="4200525" y="787679"/>
                </a:moveTo>
                <a:lnTo>
                  <a:pt x="4200067" y="786561"/>
                </a:lnTo>
                <a:lnTo>
                  <a:pt x="4198201" y="784694"/>
                </a:lnTo>
                <a:lnTo>
                  <a:pt x="4197083" y="784225"/>
                </a:lnTo>
                <a:lnTo>
                  <a:pt x="4194454" y="784225"/>
                </a:lnTo>
                <a:lnTo>
                  <a:pt x="4193336" y="784694"/>
                </a:lnTo>
                <a:lnTo>
                  <a:pt x="4191470" y="786561"/>
                </a:lnTo>
                <a:lnTo>
                  <a:pt x="4191000" y="787679"/>
                </a:lnTo>
                <a:lnTo>
                  <a:pt x="4191000" y="790308"/>
                </a:lnTo>
                <a:lnTo>
                  <a:pt x="4191470" y="791425"/>
                </a:lnTo>
                <a:lnTo>
                  <a:pt x="4193336" y="793292"/>
                </a:lnTo>
                <a:lnTo>
                  <a:pt x="4194454" y="793750"/>
                </a:lnTo>
                <a:lnTo>
                  <a:pt x="4197083" y="793750"/>
                </a:lnTo>
                <a:lnTo>
                  <a:pt x="4198201" y="793292"/>
                </a:lnTo>
                <a:lnTo>
                  <a:pt x="4200067" y="791425"/>
                </a:lnTo>
                <a:lnTo>
                  <a:pt x="4200525" y="790308"/>
                </a:lnTo>
                <a:lnTo>
                  <a:pt x="4200525" y="787679"/>
                </a:lnTo>
                <a:close/>
              </a:path>
              <a:path w="5248275" h="2362200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5248275" h="2362200">
                <a:moveTo>
                  <a:pt x="4248150" y="2356129"/>
                </a:moveTo>
                <a:lnTo>
                  <a:pt x="4247693" y="2355011"/>
                </a:lnTo>
                <a:lnTo>
                  <a:pt x="4245826" y="2353145"/>
                </a:lnTo>
                <a:lnTo>
                  <a:pt x="4244708" y="2352675"/>
                </a:lnTo>
                <a:lnTo>
                  <a:pt x="4242079" y="2352675"/>
                </a:lnTo>
                <a:lnTo>
                  <a:pt x="4240962" y="2353145"/>
                </a:lnTo>
                <a:lnTo>
                  <a:pt x="4239095" y="2355011"/>
                </a:lnTo>
                <a:lnTo>
                  <a:pt x="4238625" y="2356129"/>
                </a:lnTo>
                <a:lnTo>
                  <a:pt x="4238625" y="2358758"/>
                </a:lnTo>
                <a:lnTo>
                  <a:pt x="4239095" y="2359876"/>
                </a:lnTo>
                <a:lnTo>
                  <a:pt x="4240962" y="2361742"/>
                </a:lnTo>
                <a:lnTo>
                  <a:pt x="4242079" y="2362200"/>
                </a:lnTo>
                <a:lnTo>
                  <a:pt x="4244708" y="2362200"/>
                </a:lnTo>
                <a:lnTo>
                  <a:pt x="4245826" y="2361742"/>
                </a:lnTo>
                <a:lnTo>
                  <a:pt x="4247693" y="2359876"/>
                </a:lnTo>
                <a:lnTo>
                  <a:pt x="4248150" y="2358758"/>
                </a:lnTo>
                <a:lnTo>
                  <a:pt x="4248150" y="2356129"/>
                </a:lnTo>
                <a:close/>
              </a:path>
              <a:path w="5248275" h="2362200">
                <a:moveTo>
                  <a:pt x="4248150" y="1571904"/>
                </a:moveTo>
                <a:lnTo>
                  <a:pt x="4247693" y="1570786"/>
                </a:lnTo>
                <a:lnTo>
                  <a:pt x="4245826" y="1568919"/>
                </a:lnTo>
                <a:lnTo>
                  <a:pt x="4244708" y="1568450"/>
                </a:lnTo>
                <a:lnTo>
                  <a:pt x="4242079" y="1568450"/>
                </a:lnTo>
                <a:lnTo>
                  <a:pt x="4240962" y="1568919"/>
                </a:lnTo>
                <a:lnTo>
                  <a:pt x="4239095" y="1570786"/>
                </a:lnTo>
                <a:lnTo>
                  <a:pt x="4238625" y="1571904"/>
                </a:lnTo>
                <a:lnTo>
                  <a:pt x="4238625" y="1574533"/>
                </a:lnTo>
                <a:lnTo>
                  <a:pt x="4239095" y="1575650"/>
                </a:lnTo>
                <a:lnTo>
                  <a:pt x="4240962" y="1577517"/>
                </a:lnTo>
                <a:lnTo>
                  <a:pt x="4242079" y="1577975"/>
                </a:lnTo>
                <a:lnTo>
                  <a:pt x="4244708" y="1577975"/>
                </a:lnTo>
                <a:lnTo>
                  <a:pt x="4245826" y="1577517"/>
                </a:lnTo>
                <a:lnTo>
                  <a:pt x="4247693" y="1575650"/>
                </a:lnTo>
                <a:lnTo>
                  <a:pt x="4248150" y="1574533"/>
                </a:lnTo>
                <a:lnTo>
                  <a:pt x="4248150" y="1571904"/>
                </a:lnTo>
                <a:close/>
              </a:path>
              <a:path w="5248275" h="2362200">
                <a:moveTo>
                  <a:pt x="4248150" y="787679"/>
                </a:moveTo>
                <a:lnTo>
                  <a:pt x="4247693" y="786561"/>
                </a:lnTo>
                <a:lnTo>
                  <a:pt x="4245826" y="784694"/>
                </a:lnTo>
                <a:lnTo>
                  <a:pt x="4244708" y="784225"/>
                </a:lnTo>
                <a:lnTo>
                  <a:pt x="4242079" y="784225"/>
                </a:lnTo>
                <a:lnTo>
                  <a:pt x="4240962" y="784694"/>
                </a:lnTo>
                <a:lnTo>
                  <a:pt x="4239095" y="786561"/>
                </a:lnTo>
                <a:lnTo>
                  <a:pt x="4238625" y="787679"/>
                </a:lnTo>
                <a:lnTo>
                  <a:pt x="4238625" y="790308"/>
                </a:lnTo>
                <a:lnTo>
                  <a:pt x="4239095" y="791425"/>
                </a:lnTo>
                <a:lnTo>
                  <a:pt x="4240962" y="793292"/>
                </a:lnTo>
                <a:lnTo>
                  <a:pt x="4242079" y="793750"/>
                </a:lnTo>
                <a:lnTo>
                  <a:pt x="4244708" y="793750"/>
                </a:lnTo>
                <a:lnTo>
                  <a:pt x="4245826" y="793292"/>
                </a:lnTo>
                <a:lnTo>
                  <a:pt x="4247693" y="791425"/>
                </a:lnTo>
                <a:lnTo>
                  <a:pt x="4248150" y="790308"/>
                </a:lnTo>
                <a:lnTo>
                  <a:pt x="4248150" y="787679"/>
                </a:lnTo>
                <a:close/>
              </a:path>
              <a:path w="5248275" h="2362200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5248275" h="2362200">
                <a:moveTo>
                  <a:pt x="4295775" y="2356129"/>
                </a:moveTo>
                <a:lnTo>
                  <a:pt x="4295318" y="2355011"/>
                </a:lnTo>
                <a:lnTo>
                  <a:pt x="4293451" y="2353145"/>
                </a:lnTo>
                <a:lnTo>
                  <a:pt x="4292333" y="2352675"/>
                </a:lnTo>
                <a:lnTo>
                  <a:pt x="4289704" y="2352675"/>
                </a:lnTo>
                <a:lnTo>
                  <a:pt x="4288587" y="2353145"/>
                </a:lnTo>
                <a:lnTo>
                  <a:pt x="4286720" y="2355011"/>
                </a:lnTo>
                <a:lnTo>
                  <a:pt x="4286250" y="2356129"/>
                </a:lnTo>
                <a:lnTo>
                  <a:pt x="4286250" y="2358758"/>
                </a:lnTo>
                <a:lnTo>
                  <a:pt x="4286720" y="2359876"/>
                </a:lnTo>
                <a:lnTo>
                  <a:pt x="4288587" y="2361742"/>
                </a:lnTo>
                <a:lnTo>
                  <a:pt x="4289704" y="2362200"/>
                </a:lnTo>
                <a:lnTo>
                  <a:pt x="4292333" y="2362200"/>
                </a:lnTo>
                <a:lnTo>
                  <a:pt x="4293451" y="2361742"/>
                </a:lnTo>
                <a:lnTo>
                  <a:pt x="4295318" y="2359876"/>
                </a:lnTo>
                <a:lnTo>
                  <a:pt x="4295775" y="2358758"/>
                </a:lnTo>
                <a:lnTo>
                  <a:pt x="4295775" y="2356129"/>
                </a:lnTo>
                <a:close/>
              </a:path>
              <a:path w="5248275" h="2362200">
                <a:moveTo>
                  <a:pt x="4295775" y="1571904"/>
                </a:moveTo>
                <a:lnTo>
                  <a:pt x="4295318" y="1570786"/>
                </a:lnTo>
                <a:lnTo>
                  <a:pt x="4293451" y="1568919"/>
                </a:lnTo>
                <a:lnTo>
                  <a:pt x="4292333" y="1568450"/>
                </a:lnTo>
                <a:lnTo>
                  <a:pt x="4289704" y="1568450"/>
                </a:lnTo>
                <a:lnTo>
                  <a:pt x="4288587" y="1568919"/>
                </a:lnTo>
                <a:lnTo>
                  <a:pt x="4286720" y="1570786"/>
                </a:lnTo>
                <a:lnTo>
                  <a:pt x="4286250" y="1571904"/>
                </a:lnTo>
                <a:lnTo>
                  <a:pt x="4286250" y="1574533"/>
                </a:lnTo>
                <a:lnTo>
                  <a:pt x="4286720" y="1575650"/>
                </a:lnTo>
                <a:lnTo>
                  <a:pt x="4288587" y="1577517"/>
                </a:lnTo>
                <a:lnTo>
                  <a:pt x="4289704" y="1577975"/>
                </a:lnTo>
                <a:lnTo>
                  <a:pt x="4292333" y="1577975"/>
                </a:lnTo>
                <a:lnTo>
                  <a:pt x="4293451" y="1577517"/>
                </a:lnTo>
                <a:lnTo>
                  <a:pt x="4295318" y="1575650"/>
                </a:lnTo>
                <a:lnTo>
                  <a:pt x="4295775" y="1574533"/>
                </a:lnTo>
                <a:lnTo>
                  <a:pt x="4295775" y="1571904"/>
                </a:lnTo>
                <a:close/>
              </a:path>
              <a:path w="5248275" h="2362200">
                <a:moveTo>
                  <a:pt x="4295775" y="787679"/>
                </a:moveTo>
                <a:lnTo>
                  <a:pt x="4295318" y="786561"/>
                </a:lnTo>
                <a:lnTo>
                  <a:pt x="4293451" y="784694"/>
                </a:lnTo>
                <a:lnTo>
                  <a:pt x="4292333" y="784225"/>
                </a:lnTo>
                <a:lnTo>
                  <a:pt x="4289704" y="784225"/>
                </a:lnTo>
                <a:lnTo>
                  <a:pt x="4288587" y="784694"/>
                </a:lnTo>
                <a:lnTo>
                  <a:pt x="4286720" y="786561"/>
                </a:lnTo>
                <a:lnTo>
                  <a:pt x="4286250" y="787679"/>
                </a:lnTo>
                <a:lnTo>
                  <a:pt x="4286250" y="790308"/>
                </a:lnTo>
                <a:lnTo>
                  <a:pt x="4286720" y="791425"/>
                </a:lnTo>
                <a:lnTo>
                  <a:pt x="4288587" y="793292"/>
                </a:lnTo>
                <a:lnTo>
                  <a:pt x="4289704" y="793750"/>
                </a:lnTo>
                <a:lnTo>
                  <a:pt x="4292333" y="793750"/>
                </a:lnTo>
                <a:lnTo>
                  <a:pt x="4293451" y="793292"/>
                </a:lnTo>
                <a:lnTo>
                  <a:pt x="4295318" y="791425"/>
                </a:lnTo>
                <a:lnTo>
                  <a:pt x="4295775" y="790308"/>
                </a:lnTo>
                <a:lnTo>
                  <a:pt x="4295775" y="787679"/>
                </a:lnTo>
                <a:close/>
              </a:path>
              <a:path w="5248275" h="2362200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5248275" h="2362200">
                <a:moveTo>
                  <a:pt x="4343400" y="2356129"/>
                </a:moveTo>
                <a:lnTo>
                  <a:pt x="4342943" y="2355011"/>
                </a:lnTo>
                <a:lnTo>
                  <a:pt x="4341076" y="2353145"/>
                </a:lnTo>
                <a:lnTo>
                  <a:pt x="4339958" y="2352675"/>
                </a:lnTo>
                <a:lnTo>
                  <a:pt x="4337329" y="2352675"/>
                </a:lnTo>
                <a:lnTo>
                  <a:pt x="4336199" y="2353145"/>
                </a:lnTo>
                <a:lnTo>
                  <a:pt x="4334345" y="2355011"/>
                </a:lnTo>
                <a:lnTo>
                  <a:pt x="4333875" y="2356129"/>
                </a:lnTo>
                <a:lnTo>
                  <a:pt x="4333875" y="2358758"/>
                </a:lnTo>
                <a:lnTo>
                  <a:pt x="4334345" y="2359876"/>
                </a:lnTo>
                <a:lnTo>
                  <a:pt x="4336199" y="2361742"/>
                </a:lnTo>
                <a:lnTo>
                  <a:pt x="4337329" y="2362200"/>
                </a:lnTo>
                <a:lnTo>
                  <a:pt x="4339958" y="2362200"/>
                </a:lnTo>
                <a:lnTo>
                  <a:pt x="4341076" y="2361742"/>
                </a:lnTo>
                <a:lnTo>
                  <a:pt x="4342943" y="2359876"/>
                </a:lnTo>
                <a:lnTo>
                  <a:pt x="4343400" y="2358758"/>
                </a:lnTo>
                <a:lnTo>
                  <a:pt x="4343400" y="2356129"/>
                </a:lnTo>
                <a:close/>
              </a:path>
              <a:path w="5248275" h="2362200">
                <a:moveTo>
                  <a:pt x="4343400" y="1571904"/>
                </a:moveTo>
                <a:lnTo>
                  <a:pt x="4342943" y="1570786"/>
                </a:lnTo>
                <a:lnTo>
                  <a:pt x="4341076" y="1568919"/>
                </a:lnTo>
                <a:lnTo>
                  <a:pt x="4339958" y="1568450"/>
                </a:lnTo>
                <a:lnTo>
                  <a:pt x="4337329" y="1568450"/>
                </a:lnTo>
                <a:lnTo>
                  <a:pt x="4336199" y="1568919"/>
                </a:lnTo>
                <a:lnTo>
                  <a:pt x="4334345" y="1570786"/>
                </a:lnTo>
                <a:lnTo>
                  <a:pt x="4333875" y="1571904"/>
                </a:lnTo>
                <a:lnTo>
                  <a:pt x="4333875" y="1574533"/>
                </a:lnTo>
                <a:lnTo>
                  <a:pt x="4334345" y="1575650"/>
                </a:lnTo>
                <a:lnTo>
                  <a:pt x="4336199" y="1577517"/>
                </a:lnTo>
                <a:lnTo>
                  <a:pt x="4337329" y="1577975"/>
                </a:lnTo>
                <a:lnTo>
                  <a:pt x="4339958" y="1577975"/>
                </a:lnTo>
                <a:lnTo>
                  <a:pt x="4341076" y="1577517"/>
                </a:lnTo>
                <a:lnTo>
                  <a:pt x="4342943" y="1575650"/>
                </a:lnTo>
                <a:lnTo>
                  <a:pt x="4343400" y="1574533"/>
                </a:lnTo>
                <a:lnTo>
                  <a:pt x="4343400" y="1571904"/>
                </a:lnTo>
                <a:close/>
              </a:path>
              <a:path w="5248275" h="2362200">
                <a:moveTo>
                  <a:pt x="4343400" y="787679"/>
                </a:moveTo>
                <a:lnTo>
                  <a:pt x="4342943" y="786561"/>
                </a:lnTo>
                <a:lnTo>
                  <a:pt x="4341076" y="784694"/>
                </a:lnTo>
                <a:lnTo>
                  <a:pt x="4339958" y="784225"/>
                </a:lnTo>
                <a:lnTo>
                  <a:pt x="4337329" y="784225"/>
                </a:lnTo>
                <a:lnTo>
                  <a:pt x="4336199" y="784694"/>
                </a:lnTo>
                <a:lnTo>
                  <a:pt x="4334345" y="786561"/>
                </a:lnTo>
                <a:lnTo>
                  <a:pt x="4333875" y="787679"/>
                </a:lnTo>
                <a:lnTo>
                  <a:pt x="4333875" y="790308"/>
                </a:lnTo>
                <a:lnTo>
                  <a:pt x="4334345" y="791425"/>
                </a:lnTo>
                <a:lnTo>
                  <a:pt x="4336199" y="793292"/>
                </a:lnTo>
                <a:lnTo>
                  <a:pt x="4337329" y="793750"/>
                </a:lnTo>
                <a:lnTo>
                  <a:pt x="4339958" y="793750"/>
                </a:lnTo>
                <a:lnTo>
                  <a:pt x="4341076" y="793292"/>
                </a:lnTo>
                <a:lnTo>
                  <a:pt x="4342943" y="791425"/>
                </a:lnTo>
                <a:lnTo>
                  <a:pt x="4343400" y="790308"/>
                </a:lnTo>
                <a:lnTo>
                  <a:pt x="4343400" y="787679"/>
                </a:lnTo>
                <a:close/>
              </a:path>
              <a:path w="5248275" h="2362200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5248275" h="2362200">
                <a:moveTo>
                  <a:pt x="4391025" y="2356129"/>
                </a:moveTo>
                <a:lnTo>
                  <a:pt x="4390568" y="2355011"/>
                </a:lnTo>
                <a:lnTo>
                  <a:pt x="4388701" y="2353145"/>
                </a:lnTo>
                <a:lnTo>
                  <a:pt x="4387583" y="2352675"/>
                </a:lnTo>
                <a:lnTo>
                  <a:pt x="4384954" y="2352675"/>
                </a:lnTo>
                <a:lnTo>
                  <a:pt x="4383824" y="2353145"/>
                </a:lnTo>
                <a:lnTo>
                  <a:pt x="4381970" y="2355011"/>
                </a:lnTo>
                <a:lnTo>
                  <a:pt x="4381500" y="2356129"/>
                </a:lnTo>
                <a:lnTo>
                  <a:pt x="4381500" y="2358758"/>
                </a:lnTo>
                <a:lnTo>
                  <a:pt x="4381970" y="2359876"/>
                </a:lnTo>
                <a:lnTo>
                  <a:pt x="4383824" y="2361742"/>
                </a:lnTo>
                <a:lnTo>
                  <a:pt x="4384954" y="2362200"/>
                </a:lnTo>
                <a:lnTo>
                  <a:pt x="4387583" y="2362200"/>
                </a:lnTo>
                <a:lnTo>
                  <a:pt x="4388701" y="2361742"/>
                </a:lnTo>
                <a:lnTo>
                  <a:pt x="4390568" y="2359876"/>
                </a:lnTo>
                <a:lnTo>
                  <a:pt x="4391025" y="2358758"/>
                </a:lnTo>
                <a:lnTo>
                  <a:pt x="4391025" y="2356129"/>
                </a:lnTo>
                <a:close/>
              </a:path>
              <a:path w="5248275" h="2362200">
                <a:moveTo>
                  <a:pt x="4391025" y="1571904"/>
                </a:moveTo>
                <a:lnTo>
                  <a:pt x="4390568" y="1570786"/>
                </a:lnTo>
                <a:lnTo>
                  <a:pt x="4388701" y="1568919"/>
                </a:lnTo>
                <a:lnTo>
                  <a:pt x="4387583" y="1568450"/>
                </a:lnTo>
                <a:lnTo>
                  <a:pt x="4384954" y="1568450"/>
                </a:lnTo>
                <a:lnTo>
                  <a:pt x="4383824" y="1568919"/>
                </a:lnTo>
                <a:lnTo>
                  <a:pt x="4381970" y="1570786"/>
                </a:lnTo>
                <a:lnTo>
                  <a:pt x="4381500" y="1571904"/>
                </a:lnTo>
                <a:lnTo>
                  <a:pt x="4381500" y="1574533"/>
                </a:lnTo>
                <a:lnTo>
                  <a:pt x="4381970" y="1575650"/>
                </a:lnTo>
                <a:lnTo>
                  <a:pt x="4383824" y="1577517"/>
                </a:lnTo>
                <a:lnTo>
                  <a:pt x="4384954" y="1577975"/>
                </a:lnTo>
                <a:lnTo>
                  <a:pt x="4387583" y="1577975"/>
                </a:lnTo>
                <a:lnTo>
                  <a:pt x="4388701" y="1577517"/>
                </a:lnTo>
                <a:lnTo>
                  <a:pt x="4390568" y="1575650"/>
                </a:lnTo>
                <a:lnTo>
                  <a:pt x="4391025" y="1574533"/>
                </a:lnTo>
                <a:lnTo>
                  <a:pt x="4391025" y="1571904"/>
                </a:lnTo>
                <a:close/>
              </a:path>
              <a:path w="5248275" h="2362200">
                <a:moveTo>
                  <a:pt x="4391025" y="787679"/>
                </a:moveTo>
                <a:lnTo>
                  <a:pt x="4390568" y="786561"/>
                </a:lnTo>
                <a:lnTo>
                  <a:pt x="4388701" y="784694"/>
                </a:lnTo>
                <a:lnTo>
                  <a:pt x="4387583" y="784225"/>
                </a:lnTo>
                <a:lnTo>
                  <a:pt x="4384954" y="784225"/>
                </a:lnTo>
                <a:lnTo>
                  <a:pt x="4383824" y="784694"/>
                </a:lnTo>
                <a:lnTo>
                  <a:pt x="4381970" y="786561"/>
                </a:lnTo>
                <a:lnTo>
                  <a:pt x="4381500" y="787679"/>
                </a:lnTo>
                <a:lnTo>
                  <a:pt x="4381500" y="790308"/>
                </a:lnTo>
                <a:lnTo>
                  <a:pt x="4381970" y="791425"/>
                </a:lnTo>
                <a:lnTo>
                  <a:pt x="4383824" y="793292"/>
                </a:lnTo>
                <a:lnTo>
                  <a:pt x="4384954" y="793750"/>
                </a:lnTo>
                <a:lnTo>
                  <a:pt x="4387583" y="793750"/>
                </a:lnTo>
                <a:lnTo>
                  <a:pt x="4388701" y="793292"/>
                </a:lnTo>
                <a:lnTo>
                  <a:pt x="4390568" y="791425"/>
                </a:lnTo>
                <a:lnTo>
                  <a:pt x="4391025" y="790308"/>
                </a:lnTo>
                <a:lnTo>
                  <a:pt x="4391025" y="787679"/>
                </a:lnTo>
                <a:close/>
              </a:path>
              <a:path w="5248275" h="2362200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5248275" h="2362200">
                <a:moveTo>
                  <a:pt x="4438650" y="2356129"/>
                </a:moveTo>
                <a:lnTo>
                  <a:pt x="4438193" y="2355011"/>
                </a:lnTo>
                <a:lnTo>
                  <a:pt x="4436326" y="2353145"/>
                </a:lnTo>
                <a:lnTo>
                  <a:pt x="4435208" y="2352675"/>
                </a:lnTo>
                <a:lnTo>
                  <a:pt x="4432579" y="2352675"/>
                </a:lnTo>
                <a:lnTo>
                  <a:pt x="4431449" y="2353145"/>
                </a:lnTo>
                <a:lnTo>
                  <a:pt x="4429595" y="2355011"/>
                </a:lnTo>
                <a:lnTo>
                  <a:pt x="4429125" y="2356129"/>
                </a:lnTo>
                <a:lnTo>
                  <a:pt x="4429125" y="2358758"/>
                </a:lnTo>
                <a:lnTo>
                  <a:pt x="4429595" y="2359876"/>
                </a:lnTo>
                <a:lnTo>
                  <a:pt x="4431449" y="2361742"/>
                </a:lnTo>
                <a:lnTo>
                  <a:pt x="4432579" y="2362200"/>
                </a:lnTo>
                <a:lnTo>
                  <a:pt x="4435208" y="2362200"/>
                </a:lnTo>
                <a:lnTo>
                  <a:pt x="4436326" y="2361742"/>
                </a:lnTo>
                <a:lnTo>
                  <a:pt x="4438193" y="2359876"/>
                </a:lnTo>
                <a:lnTo>
                  <a:pt x="4438650" y="2358758"/>
                </a:lnTo>
                <a:lnTo>
                  <a:pt x="4438650" y="2356129"/>
                </a:lnTo>
                <a:close/>
              </a:path>
              <a:path w="5248275" h="2362200">
                <a:moveTo>
                  <a:pt x="4438650" y="1571904"/>
                </a:moveTo>
                <a:lnTo>
                  <a:pt x="4438193" y="1570786"/>
                </a:lnTo>
                <a:lnTo>
                  <a:pt x="4436326" y="1568919"/>
                </a:lnTo>
                <a:lnTo>
                  <a:pt x="4435208" y="1568450"/>
                </a:lnTo>
                <a:lnTo>
                  <a:pt x="4432579" y="1568450"/>
                </a:lnTo>
                <a:lnTo>
                  <a:pt x="4431449" y="1568919"/>
                </a:lnTo>
                <a:lnTo>
                  <a:pt x="4429595" y="1570786"/>
                </a:lnTo>
                <a:lnTo>
                  <a:pt x="4429125" y="1571904"/>
                </a:lnTo>
                <a:lnTo>
                  <a:pt x="4429125" y="1574533"/>
                </a:lnTo>
                <a:lnTo>
                  <a:pt x="4429595" y="1575650"/>
                </a:lnTo>
                <a:lnTo>
                  <a:pt x="4431449" y="1577517"/>
                </a:lnTo>
                <a:lnTo>
                  <a:pt x="4432579" y="1577975"/>
                </a:lnTo>
                <a:lnTo>
                  <a:pt x="4435208" y="1577975"/>
                </a:lnTo>
                <a:lnTo>
                  <a:pt x="4436326" y="1577517"/>
                </a:lnTo>
                <a:lnTo>
                  <a:pt x="4438193" y="1575650"/>
                </a:lnTo>
                <a:lnTo>
                  <a:pt x="4438650" y="1574533"/>
                </a:lnTo>
                <a:lnTo>
                  <a:pt x="4438650" y="1571904"/>
                </a:lnTo>
                <a:close/>
              </a:path>
              <a:path w="5248275" h="2362200">
                <a:moveTo>
                  <a:pt x="4438650" y="787679"/>
                </a:moveTo>
                <a:lnTo>
                  <a:pt x="4438193" y="786561"/>
                </a:lnTo>
                <a:lnTo>
                  <a:pt x="4436326" y="784694"/>
                </a:lnTo>
                <a:lnTo>
                  <a:pt x="4435208" y="784225"/>
                </a:lnTo>
                <a:lnTo>
                  <a:pt x="4432579" y="784225"/>
                </a:lnTo>
                <a:lnTo>
                  <a:pt x="4431449" y="784694"/>
                </a:lnTo>
                <a:lnTo>
                  <a:pt x="4429595" y="786561"/>
                </a:lnTo>
                <a:lnTo>
                  <a:pt x="4429125" y="787679"/>
                </a:lnTo>
                <a:lnTo>
                  <a:pt x="4429125" y="790308"/>
                </a:lnTo>
                <a:lnTo>
                  <a:pt x="4429595" y="791425"/>
                </a:lnTo>
                <a:lnTo>
                  <a:pt x="4431449" y="793292"/>
                </a:lnTo>
                <a:lnTo>
                  <a:pt x="4432579" y="793750"/>
                </a:lnTo>
                <a:lnTo>
                  <a:pt x="4435208" y="793750"/>
                </a:lnTo>
                <a:lnTo>
                  <a:pt x="4436326" y="793292"/>
                </a:lnTo>
                <a:lnTo>
                  <a:pt x="4438193" y="791425"/>
                </a:lnTo>
                <a:lnTo>
                  <a:pt x="4438650" y="790308"/>
                </a:lnTo>
                <a:lnTo>
                  <a:pt x="4438650" y="787679"/>
                </a:lnTo>
                <a:close/>
              </a:path>
              <a:path w="5248275" h="2362200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5248275" h="2362200">
                <a:moveTo>
                  <a:pt x="4486275" y="2356129"/>
                </a:moveTo>
                <a:lnTo>
                  <a:pt x="4485818" y="2355011"/>
                </a:lnTo>
                <a:lnTo>
                  <a:pt x="4483951" y="2353145"/>
                </a:lnTo>
                <a:lnTo>
                  <a:pt x="4482833" y="2352675"/>
                </a:lnTo>
                <a:lnTo>
                  <a:pt x="4480204" y="2352675"/>
                </a:lnTo>
                <a:lnTo>
                  <a:pt x="4479074" y="2353145"/>
                </a:lnTo>
                <a:lnTo>
                  <a:pt x="4477220" y="2355011"/>
                </a:lnTo>
                <a:lnTo>
                  <a:pt x="4476750" y="2356129"/>
                </a:lnTo>
                <a:lnTo>
                  <a:pt x="4476750" y="2358758"/>
                </a:lnTo>
                <a:lnTo>
                  <a:pt x="4477220" y="2359876"/>
                </a:lnTo>
                <a:lnTo>
                  <a:pt x="4479074" y="2361742"/>
                </a:lnTo>
                <a:lnTo>
                  <a:pt x="4480204" y="2362200"/>
                </a:lnTo>
                <a:lnTo>
                  <a:pt x="4482833" y="2362200"/>
                </a:lnTo>
                <a:lnTo>
                  <a:pt x="4483951" y="2361742"/>
                </a:lnTo>
                <a:lnTo>
                  <a:pt x="4485818" y="2359876"/>
                </a:lnTo>
                <a:lnTo>
                  <a:pt x="4486275" y="2358758"/>
                </a:lnTo>
                <a:lnTo>
                  <a:pt x="4486275" y="2356129"/>
                </a:lnTo>
                <a:close/>
              </a:path>
              <a:path w="5248275" h="2362200">
                <a:moveTo>
                  <a:pt x="4486275" y="1571904"/>
                </a:moveTo>
                <a:lnTo>
                  <a:pt x="4485818" y="1570786"/>
                </a:lnTo>
                <a:lnTo>
                  <a:pt x="4483951" y="1568919"/>
                </a:lnTo>
                <a:lnTo>
                  <a:pt x="4482833" y="1568450"/>
                </a:lnTo>
                <a:lnTo>
                  <a:pt x="4480204" y="1568450"/>
                </a:lnTo>
                <a:lnTo>
                  <a:pt x="4479074" y="1568919"/>
                </a:lnTo>
                <a:lnTo>
                  <a:pt x="4477220" y="1570786"/>
                </a:lnTo>
                <a:lnTo>
                  <a:pt x="4476750" y="1571904"/>
                </a:lnTo>
                <a:lnTo>
                  <a:pt x="4476750" y="1574533"/>
                </a:lnTo>
                <a:lnTo>
                  <a:pt x="4477220" y="1575650"/>
                </a:lnTo>
                <a:lnTo>
                  <a:pt x="4479074" y="1577517"/>
                </a:lnTo>
                <a:lnTo>
                  <a:pt x="4480204" y="1577975"/>
                </a:lnTo>
                <a:lnTo>
                  <a:pt x="4482833" y="1577975"/>
                </a:lnTo>
                <a:lnTo>
                  <a:pt x="4483951" y="1577517"/>
                </a:lnTo>
                <a:lnTo>
                  <a:pt x="4485818" y="1575650"/>
                </a:lnTo>
                <a:lnTo>
                  <a:pt x="4486275" y="1574533"/>
                </a:lnTo>
                <a:lnTo>
                  <a:pt x="4486275" y="1571904"/>
                </a:lnTo>
                <a:close/>
              </a:path>
              <a:path w="5248275" h="2362200">
                <a:moveTo>
                  <a:pt x="4486275" y="787679"/>
                </a:moveTo>
                <a:lnTo>
                  <a:pt x="4485818" y="786561"/>
                </a:lnTo>
                <a:lnTo>
                  <a:pt x="4483951" y="784694"/>
                </a:lnTo>
                <a:lnTo>
                  <a:pt x="4482833" y="784225"/>
                </a:lnTo>
                <a:lnTo>
                  <a:pt x="4480204" y="784225"/>
                </a:lnTo>
                <a:lnTo>
                  <a:pt x="4479074" y="784694"/>
                </a:lnTo>
                <a:lnTo>
                  <a:pt x="4477220" y="786561"/>
                </a:lnTo>
                <a:lnTo>
                  <a:pt x="4476750" y="787679"/>
                </a:lnTo>
                <a:lnTo>
                  <a:pt x="4476750" y="790308"/>
                </a:lnTo>
                <a:lnTo>
                  <a:pt x="4477220" y="791425"/>
                </a:lnTo>
                <a:lnTo>
                  <a:pt x="4479074" y="793292"/>
                </a:lnTo>
                <a:lnTo>
                  <a:pt x="4480204" y="793750"/>
                </a:lnTo>
                <a:lnTo>
                  <a:pt x="4482833" y="793750"/>
                </a:lnTo>
                <a:lnTo>
                  <a:pt x="4483951" y="793292"/>
                </a:lnTo>
                <a:lnTo>
                  <a:pt x="4485818" y="791425"/>
                </a:lnTo>
                <a:lnTo>
                  <a:pt x="4486275" y="790308"/>
                </a:lnTo>
                <a:lnTo>
                  <a:pt x="4486275" y="787679"/>
                </a:lnTo>
                <a:close/>
              </a:path>
              <a:path w="5248275" h="2362200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74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74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5248275" h="2362200">
                <a:moveTo>
                  <a:pt x="4533900" y="2356129"/>
                </a:moveTo>
                <a:lnTo>
                  <a:pt x="4533443" y="2355011"/>
                </a:lnTo>
                <a:lnTo>
                  <a:pt x="4531576" y="2353145"/>
                </a:lnTo>
                <a:lnTo>
                  <a:pt x="4530458" y="2352675"/>
                </a:lnTo>
                <a:lnTo>
                  <a:pt x="4527829" y="2352675"/>
                </a:lnTo>
                <a:lnTo>
                  <a:pt x="4526699" y="2353145"/>
                </a:lnTo>
                <a:lnTo>
                  <a:pt x="4524845" y="2355011"/>
                </a:lnTo>
                <a:lnTo>
                  <a:pt x="4524375" y="2356129"/>
                </a:lnTo>
                <a:lnTo>
                  <a:pt x="4524375" y="2358758"/>
                </a:lnTo>
                <a:lnTo>
                  <a:pt x="4524845" y="2359876"/>
                </a:lnTo>
                <a:lnTo>
                  <a:pt x="4526699" y="2361742"/>
                </a:lnTo>
                <a:lnTo>
                  <a:pt x="4527829" y="2362200"/>
                </a:lnTo>
                <a:lnTo>
                  <a:pt x="4530458" y="2362200"/>
                </a:lnTo>
                <a:lnTo>
                  <a:pt x="4531576" y="2361742"/>
                </a:lnTo>
                <a:lnTo>
                  <a:pt x="4533443" y="2359876"/>
                </a:lnTo>
                <a:lnTo>
                  <a:pt x="4533900" y="2358758"/>
                </a:lnTo>
                <a:lnTo>
                  <a:pt x="4533900" y="2356129"/>
                </a:lnTo>
                <a:close/>
              </a:path>
              <a:path w="5248275" h="2362200">
                <a:moveTo>
                  <a:pt x="4533900" y="1571904"/>
                </a:moveTo>
                <a:lnTo>
                  <a:pt x="4533443" y="1570786"/>
                </a:lnTo>
                <a:lnTo>
                  <a:pt x="4531576" y="1568919"/>
                </a:lnTo>
                <a:lnTo>
                  <a:pt x="4530458" y="1568450"/>
                </a:lnTo>
                <a:lnTo>
                  <a:pt x="4527829" y="1568450"/>
                </a:lnTo>
                <a:lnTo>
                  <a:pt x="4526699" y="1568919"/>
                </a:lnTo>
                <a:lnTo>
                  <a:pt x="4524845" y="1570786"/>
                </a:lnTo>
                <a:lnTo>
                  <a:pt x="4524375" y="1571904"/>
                </a:lnTo>
                <a:lnTo>
                  <a:pt x="4524375" y="1574533"/>
                </a:lnTo>
                <a:lnTo>
                  <a:pt x="4524845" y="1575650"/>
                </a:lnTo>
                <a:lnTo>
                  <a:pt x="4526699" y="1577517"/>
                </a:lnTo>
                <a:lnTo>
                  <a:pt x="4527829" y="1577975"/>
                </a:lnTo>
                <a:lnTo>
                  <a:pt x="4530458" y="1577975"/>
                </a:lnTo>
                <a:lnTo>
                  <a:pt x="4531576" y="1577517"/>
                </a:lnTo>
                <a:lnTo>
                  <a:pt x="4533443" y="1575650"/>
                </a:lnTo>
                <a:lnTo>
                  <a:pt x="4533900" y="1574533"/>
                </a:lnTo>
                <a:lnTo>
                  <a:pt x="4533900" y="1571904"/>
                </a:lnTo>
                <a:close/>
              </a:path>
              <a:path w="5248275" h="2362200">
                <a:moveTo>
                  <a:pt x="4533900" y="787679"/>
                </a:moveTo>
                <a:lnTo>
                  <a:pt x="4533443" y="786561"/>
                </a:lnTo>
                <a:lnTo>
                  <a:pt x="4531576" y="784694"/>
                </a:lnTo>
                <a:lnTo>
                  <a:pt x="4530458" y="784225"/>
                </a:lnTo>
                <a:lnTo>
                  <a:pt x="4527829" y="784225"/>
                </a:lnTo>
                <a:lnTo>
                  <a:pt x="4526699" y="784694"/>
                </a:lnTo>
                <a:lnTo>
                  <a:pt x="4524845" y="786561"/>
                </a:lnTo>
                <a:lnTo>
                  <a:pt x="4524375" y="787679"/>
                </a:lnTo>
                <a:lnTo>
                  <a:pt x="4524375" y="790308"/>
                </a:lnTo>
                <a:lnTo>
                  <a:pt x="4524845" y="791425"/>
                </a:lnTo>
                <a:lnTo>
                  <a:pt x="4526699" y="793292"/>
                </a:lnTo>
                <a:lnTo>
                  <a:pt x="4527829" y="793750"/>
                </a:lnTo>
                <a:lnTo>
                  <a:pt x="4530458" y="793750"/>
                </a:lnTo>
                <a:lnTo>
                  <a:pt x="4531576" y="793292"/>
                </a:lnTo>
                <a:lnTo>
                  <a:pt x="4533443" y="791425"/>
                </a:lnTo>
                <a:lnTo>
                  <a:pt x="4533900" y="790308"/>
                </a:lnTo>
                <a:lnTo>
                  <a:pt x="4533900" y="787679"/>
                </a:lnTo>
                <a:close/>
              </a:path>
              <a:path w="5248275" h="2362200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699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699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5248275" h="2362200">
                <a:moveTo>
                  <a:pt x="4581525" y="2356129"/>
                </a:moveTo>
                <a:lnTo>
                  <a:pt x="4581068" y="2355011"/>
                </a:lnTo>
                <a:lnTo>
                  <a:pt x="4579201" y="2353145"/>
                </a:lnTo>
                <a:lnTo>
                  <a:pt x="4578083" y="2352675"/>
                </a:lnTo>
                <a:lnTo>
                  <a:pt x="4575454" y="2352675"/>
                </a:lnTo>
                <a:lnTo>
                  <a:pt x="4574337" y="2353145"/>
                </a:lnTo>
                <a:lnTo>
                  <a:pt x="4572470" y="2355011"/>
                </a:lnTo>
                <a:lnTo>
                  <a:pt x="4572000" y="2356129"/>
                </a:lnTo>
                <a:lnTo>
                  <a:pt x="4572000" y="2358758"/>
                </a:lnTo>
                <a:lnTo>
                  <a:pt x="4572470" y="2359876"/>
                </a:lnTo>
                <a:lnTo>
                  <a:pt x="4574337" y="2361742"/>
                </a:lnTo>
                <a:lnTo>
                  <a:pt x="4575454" y="2362200"/>
                </a:lnTo>
                <a:lnTo>
                  <a:pt x="4578083" y="2362200"/>
                </a:lnTo>
                <a:lnTo>
                  <a:pt x="4579201" y="2361742"/>
                </a:lnTo>
                <a:lnTo>
                  <a:pt x="4581068" y="2359876"/>
                </a:lnTo>
                <a:lnTo>
                  <a:pt x="4581525" y="2358758"/>
                </a:lnTo>
                <a:lnTo>
                  <a:pt x="4581525" y="2356129"/>
                </a:lnTo>
                <a:close/>
              </a:path>
              <a:path w="5248275" h="2362200">
                <a:moveTo>
                  <a:pt x="4581525" y="1571904"/>
                </a:moveTo>
                <a:lnTo>
                  <a:pt x="4581068" y="1570786"/>
                </a:lnTo>
                <a:lnTo>
                  <a:pt x="4579201" y="1568919"/>
                </a:lnTo>
                <a:lnTo>
                  <a:pt x="4578083" y="1568450"/>
                </a:lnTo>
                <a:lnTo>
                  <a:pt x="4575454" y="1568450"/>
                </a:lnTo>
                <a:lnTo>
                  <a:pt x="4574337" y="1568919"/>
                </a:lnTo>
                <a:lnTo>
                  <a:pt x="4572470" y="1570786"/>
                </a:lnTo>
                <a:lnTo>
                  <a:pt x="4572000" y="1571904"/>
                </a:lnTo>
                <a:lnTo>
                  <a:pt x="4572000" y="1574533"/>
                </a:lnTo>
                <a:lnTo>
                  <a:pt x="4572470" y="1575650"/>
                </a:lnTo>
                <a:lnTo>
                  <a:pt x="4574337" y="1577517"/>
                </a:lnTo>
                <a:lnTo>
                  <a:pt x="4575454" y="1577975"/>
                </a:lnTo>
                <a:lnTo>
                  <a:pt x="4578083" y="1577975"/>
                </a:lnTo>
                <a:lnTo>
                  <a:pt x="4579201" y="1577517"/>
                </a:lnTo>
                <a:lnTo>
                  <a:pt x="4581068" y="1575650"/>
                </a:lnTo>
                <a:lnTo>
                  <a:pt x="4581525" y="1574533"/>
                </a:lnTo>
                <a:lnTo>
                  <a:pt x="4581525" y="1571904"/>
                </a:lnTo>
                <a:close/>
              </a:path>
              <a:path w="5248275" h="2362200">
                <a:moveTo>
                  <a:pt x="4581525" y="787679"/>
                </a:moveTo>
                <a:lnTo>
                  <a:pt x="4581068" y="786561"/>
                </a:lnTo>
                <a:lnTo>
                  <a:pt x="4579201" y="784694"/>
                </a:lnTo>
                <a:lnTo>
                  <a:pt x="4578083" y="784225"/>
                </a:lnTo>
                <a:lnTo>
                  <a:pt x="4575454" y="784225"/>
                </a:lnTo>
                <a:lnTo>
                  <a:pt x="4574337" y="784694"/>
                </a:lnTo>
                <a:lnTo>
                  <a:pt x="4572470" y="786561"/>
                </a:lnTo>
                <a:lnTo>
                  <a:pt x="4572000" y="787679"/>
                </a:lnTo>
                <a:lnTo>
                  <a:pt x="4572000" y="790308"/>
                </a:lnTo>
                <a:lnTo>
                  <a:pt x="4572470" y="791425"/>
                </a:lnTo>
                <a:lnTo>
                  <a:pt x="4574337" y="793292"/>
                </a:lnTo>
                <a:lnTo>
                  <a:pt x="4575454" y="793750"/>
                </a:lnTo>
                <a:lnTo>
                  <a:pt x="4578083" y="793750"/>
                </a:lnTo>
                <a:lnTo>
                  <a:pt x="4579201" y="793292"/>
                </a:lnTo>
                <a:lnTo>
                  <a:pt x="4581068" y="791425"/>
                </a:lnTo>
                <a:lnTo>
                  <a:pt x="4581525" y="790308"/>
                </a:lnTo>
                <a:lnTo>
                  <a:pt x="4581525" y="787679"/>
                </a:lnTo>
                <a:close/>
              </a:path>
              <a:path w="5248275" h="2362200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5248275" h="2362200">
                <a:moveTo>
                  <a:pt x="4629150" y="2356129"/>
                </a:moveTo>
                <a:lnTo>
                  <a:pt x="4628693" y="2355011"/>
                </a:lnTo>
                <a:lnTo>
                  <a:pt x="4626826" y="2353145"/>
                </a:lnTo>
                <a:lnTo>
                  <a:pt x="4625708" y="2352675"/>
                </a:lnTo>
                <a:lnTo>
                  <a:pt x="4623079" y="2352675"/>
                </a:lnTo>
                <a:lnTo>
                  <a:pt x="4621949" y="2353145"/>
                </a:lnTo>
                <a:lnTo>
                  <a:pt x="4620095" y="2355011"/>
                </a:lnTo>
                <a:lnTo>
                  <a:pt x="4619625" y="2356129"/>
                </a:lnTo>
                <a:lnTo>
                  <a:pt x="4619625" y="2358758"/>
                </a:lnTo>
                <a:lnTo>
                  <a:pt x="4620095" y="2359876"/>
                </a:lnTo>
                <a:lnTo>
                  <a:pt x="4621949" y="2361742"/>
                </a:lnTo>
                <a:lnTo>
                  <a:pt x="4623079" y="2362200"/>
                </a:lnTo>
                <a:lnTo>
                  <a:pt x="4625708" y="2362200"/>
                </a:lnTo>
                <a:lnTo>
                  <a:pt x="4626826" y="2361742"/>
                </a:lnTo>
                <a:lnTo>
                  <a:pt x="4628693" y="2359876"/>
                </a:lnTo>
                <a:lnTo>
                  <a:pt x="4629150" y="2358758"/>
                </a:lnTo>
                <a:lnTo>
                  <a:pt x="4629150" y="2356129"/>
                </a:lnTo>
                <a:close/>
              </a:path>
              <a:path w="5248275" h="2362200">
                <a:moveTo>
                  <a:pt x="4629150" y="1571904"/>
                </a:moveTo>
                <a:lnTo>
                  <a:pt x="4628693" y="1570786"/>
                </a:lnTo>
                <a:lnTo>
                  <a:pt x="4626826" y="1568919"/>
                </a:lnTo>
                <a:lnTo>
                  <a:pt x="4625708" y="1568450"/>
                </a:lnTo>
                <a:lnTo>
                  <a:pt x="4623079" y="1568450"/>
                </a:lnTo>
                <a:lnTo>
                  <a:pt x="4621949" y="1568919"/>
                </a:lnTo>
                <a:lnTo>
                  <a:pt x="4620095" y="1570786"/>
                </a:lnTo>
                <a:lnTo>
                  <a:pt x="4619625" y="1571904"/>
                </a:lnTo>
                <a:lnTo>
                  <a:pt x="4619625" y="1574533"/>
                </a:lnTo>
                <a:lnTo>
                  <a:pt x="4620095" y="1575650"/>
                </a:lnTo>
                <a:lnTo>
                  <a:pt x="4621949" y="1577517"/>
                </a:lnTo>
                <a:lnTo>
                  <a:pt x="4623079" y="1577975"/>
                </a:lnTo>
                <a:lnTo>
                  <a:pt x="4625708" y="1577975"/>
                </a:lnTo>
                <a:lnTo>
                  <a:pt x="4626826" y="1577517"/>
                </a:lnTo>
                <a:lnTo>
                  <a:pt x="4628693" y="1575650"/>
                </a:lnTo>
                <a:lnTo>
                  <a:pt x="4629150" y="1574533"/>
                </a:lnTo>
                <a:lnTo>
                  <a:pt x="4629150" y="1571904"/>
                </a:lnTo>
                <a:close/>
              </a:path>
              <a:path w="5248275" h="2362200">
                <a:moveTo>
                  <a:pt x="4629150" y="787679"/>
                </a:moveTo>
                <a:lnTo>
                  <a:pt x="4628693" y="786561"/>
                </a:lnTo>
                <a:lnTo>
                  <a:pt x="4626826" y="784694"/>
                </a:lnTo>
                <a:lnTo>
                  <a:pt x="4625708" y="784225"/>
                </a:lnTo>
                <a:lnTo>
                  <a:pt x="4623079" y="784225"/>
                </a:lnTo>
                <a:lnTo>
                  <a:pt x="4621949" y="784694"/>
                </a:lnTo>
                <a:lnTo>
                  <a:pt x="4620095" y="786561"/>
                </a:lnTo>
                <a:lnTo>
                  <a:pt x="4619625" y="787679"/>
                </a:lnTo>
                <a:lnTo>
                  <a:pt x="4619625" y="790308"/>
                </a:lnTo>
                <a:lnTo>
                  <a:pt x="4620095" y="791425"/>
                </a:lnTo>
                <a:lnTo>
                  <a:pt x="4621949" y="793292"/>
                </a:lnTo>
                <a:lnTo>
                  <a:pt x="4623079" y="793750"/>
                </a:lnTo>
                <a:lnTo>
                  <a:pt x="4625708" y="793750"/>
                </a:lnTo>
                <a:lnTo>
                  <a:pt x="4626826" y="793292"/>
                </a:lnTo>
                <a:lnTo>
                  <a:pt x="4628693" y="791425"/>
                </a:lnTo>
                <a:lnTo>
                  <a:pt x="4629150" y="790308"/>
                </a:lnTo>
                <a:lnTo>
                  <a:pt x="4629150" y="787679"/>
                </a:lnTo>
                <a:close/>
              </a:path>
              <a:path w="5248275" h="2362200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49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49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5248275" h="2362200">
                <a:moveTo>
                  <a:pt x="4676775" y="2356129"/>
                </a:moveTo>
                <a:lnTo>
                  <a:pt x="4676318" y="2355011"/>
                </a:lnTo>
                <a:lnTo>
                  <a:pt x="4674451" y="2353145"/>
                </a:lnTo>
                <a:lnTo>
                  <a:pt x="4673333" y="2352675"/>
                </a:lnTo>
                <a:lnTo>
                  <a:pt x="4670704" y="2352675"/>
                </a:lnTo>
                <a:lnTo>
                  <a:pt x="4669574" y="2353145"/>
                </a:lnTo>
                <a:lnTo>
                  <a:pt x="4667720" y="2355011"/>
                </a:lnTo>
                <a:lnTo>
                  <a:pt x="4667250" y="2356129"/>
                </a:lnTo>
                <a:lnTo>
                  <a:pt x="4667250" y="2358758"/>
                </a:lnTo>
                <a:lnTo>
                  <a:pt x="4667720" y="2359876"/>
                </a:lnTo>
                <a:lnTo>
                  <a:pt x="4669574" y="2361742"/>
                </a:lnTo>
                <a:lnTo>
                  <a:pt x="4670704" y="2362200"/>
                </a:lnTo>
                <a:lnTo>
                  <a:pt x="4673333" y="2362200"/>
                </a:lnTo>
                <a:lnTo>
                  <a:pt x="4674451" y="2361742"/>
                </a:lnTo>
                <a:lnTo>
                  <a:pt x="4676318" y="2359876"/>
                </a:lnTo>
                <a:lnTo>
                  <a:pt x="4676775" y="2358758"/>
                </a:lnTo>
                <a:lnTo>
                  <a:pt x="4676775" y="2356129"/>
                </a:lnTo>
                <a:close/>
              </a:path>
              <a:path w="5248275" h="2362200">
                <a:moveTo>
                  <a:pt x="4676775" y="1571904"/>
                </a:moveTo>
                <a:lnTo>
                  <a:pt x="4676318" y="1570786"/>
                </a:lnTo>
                <a:lnTo>
                  <a:pt x="4674451" y="1568919"/>
                </a:lnTo>
                <a:lnTo>
                  <a:pt x="4673333" y="1568450"/>
                </a:lnTo>
                <a:lnTo>
                  <a:pt x="4670704" y="1568450"/>
                </a:lnTo>
                <a:lnTo>
                  <a:pt x="4669574" y="1568919"/>
                </a:lnTo>
                <a:lnTo>
                  <a:pt x="4667720" y="1570786"/>
                </a:lnTo>
                <a:lnTo>
                  <a:pt x="4667250" y="1571904"/>
                </a:lnTo>
                <a:lnTo>
                  <a:pt x="4667250" y="1574533"/>
                </a:lnTo>
                <a:lnTo>
                  <a:pt x="4667720" y="1575650"/>
                </a:lnTo>
                <a:lnTo>
                  <a:pt x="4669574" y="1577517"/>
                </a:lnTo>
                <a:lnTo>
                  <a:pt x="4670704" y="1577975"/>
                </a:lnTo>
                <a:lnTo>
                  <a:pt x="4673333" y="1577975"/>
                </a:lnTo>
                <a:lnTo>
                  <a:pt x="4674451" y="1577517"/>
                </a:lnTo>
                <a:lnTo>
                  <a:pt x="4676318" y="1575650"/>
                </a:lnTo>
                <a:lnTo>
                  <a:pt x="4676775" y="1574533"/>
                </a:lnTo>
                <a:lnTo>
                  <a:pt x="4676775" y="1571904"/>
                </a:lnTo>
                <a:close/>
              </a:path>
              <a:path w="5248275" h="2362200">
                <a:moveTo>
                  <a:pt x="4676775" y="787679"/>
                </a:moveTo>
                <a:lnTo>
                  <a:pt x="4676318" y="786561"/>
                </a:lnTo>
                <a:lnTo>
                  <a:pt x="4674451" y="784694"/>
                </a:lnTo>
                <a:lnTo>
                  <a:pt x="4673333" y="784225"/>
                </a:lnTo>
                <a:lnTo>
                  <a:pt x="4670704" y="784225"/>
                </a:lnTo>
                <a:lnTo>
                  <a:pt x="4669574" y="784694"/>
                </a:lnTo>
                <a:lnTo>
                  <a:pt x="4667720" y="786561"/>
                </a:lnTo>
                <a:lnTo>
                  <a:pt x="4667250" y="787679"/>
                </a:lnTo>
                <a:lnTo>
                  <a:pt x="4667250" y="790308"/>
                </a:lnTo>
                <a:lnTo>
                  <a:pt x="4667720" y="791425"/>
                </a:lnTo>
                <a:lnTo>
                  <a:pt x="4669574" y="793292"/>
                </a:lnTo>
                <a:lnTo>
                  <a:pt x="4670704" y="793750"/>
                </a:lnTo>
                <a:lnTo>
                  <a:pt x="4673333" y="793750"/>
                </a:lnTo>
                <a:lnTo>
                  <a:pt x="4674451" y="793292"/>
                </a:lnTo>
                <a:lnTo>
                  <a:pt x="4676318" y="791425"/>
                </a:lnTo>
                <a:lnTo>
                  <a:pt x="4676775" y="790308"/>
                </a:lnTo>
                <a:lnTo>
                  <a:pt x="4676775" y="787679"/>
                </a:lnTo>
                <a:close/>
              </a:path>
              <a:path w="5248275" h="2362200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74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74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5248275" h="2362200">
                <a:moveTo>
                  <a:pt x="4724400" y="2356129"/>
                </a:moveTo>
                <a:lnTo>
                  <a:pt x="4723943" y="2355011"/>
                </a:lnTo>
                <a:lnTo>
                  <a:pt x="4722076" y="2353145"/>
                </a:lnTo>
                <a:lnTo>
                  <a:pt x="4720958" y="2352675"/>
                </a:lnTo>
                <a:lnTo>
                  <a:pt x="4718329" y="2352675"/>
                </a:lnTo>
                <a:lnTo>
                  <a:pt x="4717199" y="2353145"/>
                </a:lnTo>
                <a:lnTo>
                  <a:pt x="4715345" y="2355011"/>
                </a:lnTo>
                <a:lnTo>
                  <a:pt x="4714875" y="2356129"/>
                </a:lnTo>
                <a:lnTo>
                  <a:pt x="4714875" y="2358758"/>
                </a:lnTo>
                <a:lnTo>
                  <a:pt x="4715345" y="2359876"/>
                </a:lnTo>
                <a:lnTo>
                  <a:pt x="4717199" y="2361742"/>
                </a:lnTo>
                <a:lnTo>
                  <a:pt x="4718329" y="2362200"/>
                </a:lnTo>
                <a:lnTo>
                  <a:pt x="4720958" y="2362200"/>
                </a:lnTo>
                <a:lnTo>
                  <a:pt x="4722076" y="2361742"/>
                </a:lnTo>
                <a:lnTo>
                  <a:pt x="4723943" y="2359876"/>
                </a:lnTo>
                <a:lnTo>
                  <a:pt x="4724400" y="2358758"/>
                </a:lnTo>
                <a:lnTo>
                  <a:pt x="4724400" y="2356129"/>
                </a:lnTo>
                <a:close/>
              </a:path>
              <a:path w="5248275" h="2362200">
                <a:moveTo>
                  <a:pt x="4724400" y="1571904"/>
                </a:moveTo>
                <a:lnTo>
                  <a:pt x="4723943" y="1570786"/>
                </a:lnTo>
                <a:lnTo>
                  <a:pt x="4722076" y="1568919"/>
                </a:lnTo>
                <a:lnTo>
                  <a:pt x="4720958" y="1568450"/>
                </a:lnTo>
                <a:lnTo>
                  <a:pt x="4718329" y="1568450"/>
                </a:lnTo>
                <a:lnTo>
                  <a:pt x="4717199" y="1568919"/>
                </a:lnTo>
                <a:lnTo>
                  <a:pt x="4715345" y="1570786"/>
                </a:lnTo>
                <a:lnTo>
                  <a:pt x="4714875" y="1571904"/>
                </a:lnTo>
                <a:lnTo>
                  <a:pt x="4714875" y="1574533"/>
                </a:lnTo>
                <a:lnTo>
                  <a:pt x="4715345" y="1575650"/>
                </a:lnTo>
                <a:lnTo>
                  <a:pt x="4717199" y="1577517"/>
                </a:lnTo>
                <a:lnTo>
                  <a:pt x="4718329" y="1577975"/>
                </a:lnTo>
                <a:lnTo>
                  <a:pt x="4720958" y="1577975"/>
                </a:lnTo>
                <a:lnTo>
                  <a:pt x="4722076" y="1577517"/>
                </a:lnTo>
                <a:lnTo>
                  <a:pt x="4723943" y="1575650"/>
                </a:lnTo>
                <a:lnTo>
                  <a:pt x="4724400" y="1574533"/>
                </a:lnTo>
                <a:lnTo>
                  <a:pt x="4724400" y="1571904"/>
                </a:lnTo>
                <a:close/>
              </a:path>
              <a:path w="5248275" h="2362200">
                <a:moveTo>
                  <a:pt x="4724400" y="787679"/>
                </a:moveTo>
                <a:lnTo>
                  <a:pt x="4723943" y="786561"/>
                </a:lnTo>
                <a:lnTo>
                  <a:pt x="4722076" y="784694"/>
                </a:lnTo>
                <a:lnTo>
                  <a:pt x="4720958" y="784225"/>
                </a:lnTo>
                <a:lnTo>
                  <a:pt x="4718329" y="784225"/>
                </a:lnTo>
                <a:lnTo>
                  <a:pt x="4717199" y="784694"/>
                </a:lnTo>
                <a:lnTo>
                  <a:pt x="4715345" y="786561"/>
                </a:lnTo>
                <a:lnTo>
                  <a:pt x="4714875" y="787679"/>
                </a:lnTo>
                <a:lnTo>
                  <a:pt x="4714875" y="790308"/>
                </a:lnTo>
                <a:lnTo>
                  <a:pt x="4715345" y="791425"/>
                </a:lnTo>
                <a:lnTo>
                  <a:pt x="4717199" y="793292"/>
                </a:lnTo>
                <a:lnTo>
                  <a:pt x="4718329" y="793750"/>
                </a:lnTo>
                <a:lnTo>
                  <a:pt x="4720958" y="793750"/>
                </a:lnTo>
                <a:lnTo>
                  <a:pt x="4722076" y="793292"/>
                </a:lnTo>
                <a:lnTo>
                  <a:pt x="4723943" y="791425"/>
                </a:lnTo>
                <a:lnTo>
                  <a:pt x="4724400" y="790308"/>
                </a:lnTo>
                <a:lnTo>
                  <a:pt x="4724400" y="787679"/>
                </a:lnTo>
                <a:close/>
              </a:path>
              <a:path w="5248275" h="2362200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199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199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5248275" h="2362200">
                <a:moveTo>
                  <a:pt x="4772025" y="2356129"/>
                </a:moveTo>
                <a:lnTo>
                  <a:pt x="4771568" y="2355011"/>
                </a:lnTo>
                <a:lnTo>
                  <a:pt x="4769701" y="2353145"/>
                </a:lnTo>
                <a:lnTo>
                  <a:pt x="4768583" y="2352675"/>
                </a:lnTo>
                <a:lnTo>
                  <a:pt x="4765954" y="2352675"/>
                </a:lnTo>
                <a:lnTo>
                  <a:pt x="4764824" y="2353145"/>
                </a:lnTo>
                <a:lnTo>
                  <a:pt x="4762970" y="2355011"/>
                </a:lnTo>
                <a:lnTo>
                  <a:pt x="4762500" y="2356129"/>
                </a:lnTo>
                <a:lnTo>
                  <a:pt x="4762500" y="2358758"/>
                </a:lnTo>
                <a:lnTo>
                  <a:pt x="4762970" y="2359876"/>
                </a:lnTo>
                <a:lnTo>
                  <a:pt x="4764824" y="2361742"/>
                </a:lnTo>
                <a:lnTo>
                  <a:pt x="4765954" y="2362200"/>
                </a:lnTo>
                <a:lnTo>
                  <a:pt x="4768583" y="2362200"/>
                </a:lnTo>
                <a:lnTo>
                  <a:pt x="4769701" y="2361742"/>
                </a:lnTo>
                <a:lnTo>
                  <a:pt x="4771568" y="2359876"/>
                </a:lnTo>
                <a:lnTo>
                  <a:pt x="4772025" y="2358758"/>
                </a:lnTo>
                <a:lnTo>
                  <a:pt x="4772025" y="2356129"/>
                </a:lnTo>
                <a:close/>
              </a:path>
              <a:path w="5248275" h="2362200">
                <a:moveTo>
                  <a:pt x="4772025" y="1571904"/>
                </a:moveTo>
                <a:lnTo>
                  <a:pt x="4771568" y="1570786"/>
                </a:lnTo>
                <a:lnTo>
                  <a:pt x="4769701" y="1568919"/>
                </a:lnTo>
                <a:lnTo>
                  <a:pt x="4768583" y="1568450"/>
                </a:lnTo>
                <a:lnTo>
                  <a:pt x="4765954" y="1568450"/>
                </a:lnTo>
                <a:lnTo>
                  <a:pt x="4764824" y="1568919"/>
                </a:lnTo>
                <a:lnTo>
                  <a:pt x="4762970" y="1570786"/>
                </a:lnTo>
                <a:lnTo>
                  <a:pt x="4762500" y="1571904"/>
                </a:lnTo>
                <a:lnTo>
                  <a:pt x="4762500" y="1574533"/>
                </a:lnTo>
                <a:lnTo>
                  <a:pt x="4762970" y="1575650"/>
                </a:lnTo>
                <a:lnTo>
                  <a:pt x="4764824" y="1577517"/>
                </a:lnTo>
                <a:lnTo>
                  <a:pt x="4765954" y="1577975"/>
                </a:lnTo>
                <a:lnTo>
                  <a:pt x="4768583" y="1577975"/>
                </a:lnTo>
                <a:lnTo>
                  <a:pt x="4769701" y="1577517"/>
                </a:lnTo>
                <a:lnTo>
                  <a:pt x="4771568" y="1575650"/>
                </a:lnTo>
                <a:lnTo>
                  <a:pt x="4772025" y="1574533"/>
                </a:lnTo>
                <a:lnTo>
                  <a:pt x="4772025" y="1571904"/>
                </a:lnTo>
                <a:close/>
              </a:path>
              <a:path w="5248275" h="2362200">
                <a:moveTo>
                  <a:pt x="4772025" y="787679"/>
                </a:moveTo>
                <a:lnTo>
                  <a:pt x="4771568" y="786561"/>
                </a:lnTo>
                <a:lnTo>
                  <a:pt x="4769701" y="784694"/>
                </a:lnTo>
                <a:lnTo>
                  <a:pt x="4768583" y="784225"/>
                </a:lnTo>
                <a:lnTo>
                  <a:pt x="4765954" y="784225"/>
                </a:lnTo>
                <a:lnTo>
                  <a:pt x="4764824" y="784694"/>
                </a:lnTo>
                <a:lnTo>
                  <a:pt x="4762970" y="786561"/>
                </a:lnTo>
                <a:lnTo>
                  <a:pt x="4762500" y="787679"/>
                </a:lnTo>
                <a:lnTo>
                  <a:pt x="4762500" y="790308"/>
                </a:lnTo>
                <a:lnTo>
                  <a:pt x="4762970" y="791425"/>
                </a:lnTo>
                <a:lnTo>
                  <a:pt x="4764824" y="793292"/>
                </a:lnTo>
                <a:lnTo>
                  <a:pt x="4765954" y="793750"/>
                </a:lnTo>
                <a:lnTo>
                  <a:pt x="4768583" y="793750"/>
                </a:lnTo>
                <a:lnTo>
                  <a:pt x="4769701" y="793292"/>
                </a:lnTo>
                <a:lnTo>
                  <a:pt x="4771568" y="791425"/>
                </a:lnTo>
                <a:lnTo>
                  <a:pt x="4772025" y="790308"/>
                </a:lnTo>
                <a:lnTo>
                  <a:pt x="4772025" y="787679"/>
                </a:lnTo>
                <a:close/>
              </a:path>
              <a:path w="5248275" h="2362200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24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24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5248275" h="2362200">
                <a:moveTo>
                  <a:pt x="4819650" y="2356129"/>
                </a:moveTo>
                <a:lnTo>
                  <a:pt x="4819193" y="2355011"/>
                </a:lnTo>
                <a:lnTo>
                  <a:pt x="4817326" y="2353145"/>
                </a:lnTo>
                <a:lnTo>
                  <a:pt x="4816208" y="2352675"/>
                </a:lnTo>
                <a:lnTo>
                  <a:pt x="4813579" y="2352675"/>
                </a:lnTo>
                <a:lnTo>
                  <a:pt x="4812449" y="2353145"/>
                </a:lnTo>
                <a:lnTo>
                  <a:pt x="4810595" y="2355011"/>
                </a:lnTo>
                <a:lnTo>
                  <a:pt x="4810125" y="2356129"/>
                </a:lnTo>
                <a:lnTo>
                  <a:pt x="4810125" y="2358758"/>
                </a:lnTo>
                <a:lnTo>
                  <a:pt x="4810595" y="2359876"/>
                </a:lnTo>
                <a:lnTo>
                  <a:pt x="4812449" y="2361742"/>
                </a:lnTo>
                <a:lnTo>
                  <a:pt x="4813579" y="2362200"/>
                </a:lnTo>
                <a:lnTo>
                  <a:pt x="4816208" y="2362200"/>
                </a:lnTo>
                <a:lnTo>
                  <a:pt x="4817326" y="2361742"/>
                </a:lnTo>
                <a:lnTo>
                  <a:pt x="4819193" y="2359876"/>
                </a:lnTo>
                <a:lnTo>
                  <a:pt x="4819650" y="2358758"/>
                </a:lnTo>
                <a:lnTo>
                  <a:pt x="4819650" y="2356129"/>
                </a:lnTo>
                <a:close/>
              </a:path>
              <a:path w="5248275" h="2362200">
                <a:moveTo>
                  <a:pt x="4819650" y="1571904"/>
                </a:moveTo>
                <a:lnTo>
                  <a:pt x="4819193" y="1570786"/>
                </a:lnTo>
                <a:lnTo>
                  <a:pt x="4817326" y="1568919"/>
                </a:lnTo>
                <a:lnTo>
                  <a:pt x="4816208" y="1568450"/>
                </a:lnTo>
                <a:lnTo>
                  <a:pt x="4813579" y="1568450"/>
                </a:lnTo>
                <a:lnTo>
                  <a:pt x="4812449" y="1568919"/>
                </a:lnTo>
                <a:lnTo>
                  <a:pt x="4810595" y="1570786"/>
                </a:lnTo>
                <a:lnTo>
                  <a:pt x="4810125" y="1571904"/>
                </a:lnTo>
                <a:lnTo>
                  <a:pt x="4810125" y="1574533"/>
                </a:lnTo>
                <a:lnTo>
                  <a:pt x="4810595" y="1575650"/>
                </a:lnTo>
                <a:lnTo>
                  <a:pt x="4812449" y="1577517"/>
                </a:lnTo>
                <a:lnTo>
                  <a:pt x="4813579" y="1577975"/>
                </a:lnTo>
                <a:lnTo>
                  <a:pt x="4816208" y="1577975"/>
                </a:lnTo>
                <a:lnTo>
                  <a:pt x="4817326" y="1577517"/>
                </a:lnTo>
                <a:lnTo>
                  <a:pt x="4819193" y="1575650"/>
                </a:lnTo>
                <a:lnTo>
                  <a:pt x="4819650" y="1574533"/>
                </a:lnTo>
                <a:lnTo>
                  <a:pt x="4819650" y="1571904"/>
                </a:lnTo>
                <a:close/>
              </a:path>
              <a:path w="5248275" h="2362200">
                <a:moveTo>
                  <a:pt x="4819650" y="787679"/>
                </a:moveTo>
                <a:lnTo>
                  <a:pt x="4819193" y="786561"/>
                </a:lnTo>
                <a:lnTo>
                  <a:pt x="4817326" y="784694"/>
                </a:lnTo>
                <a:lnTo>
                  <a:pt x="4816208" y="784225"/>
                </a:lnTo>
                <a:lnTo>
                  <a:pt x="4813579" y="784225"/>
                </a:lnTo>
                <a:lnTo>
                  <a:pt x="4812449" y="784694"/>
                </a:lnTo>
                <a:lnTo>
                  <a:pt x="4810595" y="786561"/>
                </a:lnTo>
                <a:lnTo>
                  <a:pt x="4810125" y="787679"/>
                </a:lnTo>
                <a:lnTo>
                  <a:pt x="4810125" y="790308"/>
                </a:lnTo>
                <a:lnTo>
                  <a:pt x="4810595" y="791425"/>
                </a:lnTo>
                <a:lnTo>
                  <a:pt x="4812449" y="793292"/>
                </a:lnTo>
                <a:lnTo>
                  <a:pt x="4813579" y="793750"/>
                </a:lnTo>
                <a:lnTo>
                  <a:pt x="4816208" y="793750"/>
                </a:lnTo>
                <a:lnTo>
                  <a:pt x="4817326" y="793292"/>
                </a:lnTo>
                <a:lnTo>
                  <a:pt x="4819193" y="791425"/>
                </a:lnTo>
                <a:lnTo>
                  <a:pt x="4819650" y="790308"/>
                </a:lnTo>
                <a:lnTo>
                  <a:pt x="4819650" y="787679"/>
                </a:lnTo>
                <a:close/>
              </a:path>
              <a:path w="5248275" h="2362200">
                <a:moveTo>
                  <a:pt x="4819650" y="3454"/>
                </a:moveTo>
                <a:lnTo>
                  <a:pt x="4819193" y="2336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36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5248275" h="2362200">
                <a:moveTo>
                  <a:pt x="4867275" y="2356129"/>
                </a:moveTo>
                <a:lnTo>
                  <a:pt x="4866818" y="2355011"/>
                </a:lnTo>
                <a:lnTo>
                  <a:pt x="4864951" y="2353145"/>
                </a:lnTo>
                <a:lnTo>
                  <a:pt x="4863833" y="2352675"/>
                </a:lnTo>
                <a:lnTo>
                  <a:pt x="4861204" y="2352675"/>
                </a:lnTo>
                <a:lnTo>
                  <a:pt x="4860074" y="2353145"/>
                </a:lnTo>
                <a:lnTo>
                  <a:pt x="4858220" y="2355011"/>
                </a:lnTo>
                <a:lnTo>
                  <a:pt x="4857750" y="2356129"/>
                </a:lnTo>
                <a:lnTo>
                  <a:pt x="4857750" y="2358758"/>
                </a:lnTo>
                <a:lnTo>
                  <a:pt x="4858220" y="2359876"/>
                </a:lnTo>
                <a:lnTo>
                  <a:pt x="4860074" y="2361742"/>
                </a:lnTo>
                <a:lnTo>
                  <a:pt x="4861204" y="2362200"/>
                </a:lnTo>
                <a:lnTo>
                  <a:pt x="4863833" y="2362200"/>
                </a:lnTo>
                <a:lnTo>
                  <a:pt x="4864951" y="2361742"/>
                </a:lnTo>
                <a:lnTo>
                  <a:pt x="4866818" y="2359876"/>
                </a:lnTo>
                <a:lnTo>
                  <a:pt x="4867275" y="2358758"/>
                </a:lnTo>
                <a:lnTo>
                  <a:pt x="4867275" y="2356129"/>
                </a:lnTo>
                <a:close/>
              </a:path>
              <a:path w="5248275" h="2362200">
                <a:moveTo>
                  <a:pt x="4867275" y="1571904"/>
                </a:moveTo>
                <a:lnTo>
                  <a:pt x="4866818" y="1570786"/>
                </a:lnTo>
                <a:lnTo>
                  <a:pt x="4864951" y="1568919"/>
                </a:lnTo>
                <a:lnTo>
                  <a:pt x="4863833" y="1568450"/>
                </a:lnTo>
                <a:lnTo>
                  <a:pt x="4861204" y="1568450"/>
                </a:lnTo>
                <a:lnTo>
                  <a:pt x="4860074" y="1568919"/>
                </a:lnTo>
                <a:lnTo>
                  <a:pt x="4858220" y="1570786"/>
                </a:lnTo>
                <a:lnTo>
                  <a:pt x="4857750" y="1571904"/>
                </a:lnTo>
                <a:lnTo>
                  <a:pt x="4857750" y="1574533"/>
                </a:lnTo>
                <a:lnTo>
                  <a:pt x="4858220" y="1575650"/>
                </a:lnTo>
                <a:lnTo>
                  <a:pt x="4860074" y="1577517"/>
                </a:lnTo>
                <a:lnTo>
                  <a:pt x="4861204" y="1577975"/>
                </a:lnTo>
                <a:lnTo>
                  <a:pt x="4863833" y="1577975"/>
                </a:lnTo>
                <a:lnTo>
                  <a:pt x="4864951" y="1577517"/>
                </a:lnTo>
                <a:lnTo>
                  <a:pt x="4866818" y="1575650"/>
                </a:lnTo>
                <a:lnTo>
                  <a:pt x="4867275" y="1574533"/>
                </a:lnTo>
                <a:lnTo>
                  <a:pt x="4867275" y="1571904"/>
                </a:lnTo>
                <a:close/>
              </a:path>
              <a:path w="5248275" h="2362200">
                <a:moveTo>
                  <a:pt x="4867275" y="787679"/>
                </a:moveTo>
                <a:lnTo>
                  <a:pt x="4866818" y="786561"/>
                </a:lnTo>
                <a:lnTo>
                  <a:pt x="4864951" y="784694"/>
                </a:lnTo>
                <a:lnTo>
                  <a:pt x="4863833" y="784225"/>
                </a:lnTo>
                <a:lnTo>
                  <a:pt x="4861204" y="784225"/>
                </a:lnTo>
                <a:lnTo>
                  <a:pt x="4860074" y="784694"/>
                </a:lnTo>
                <a:lnTo>
                  <a:pt x="4858220" y="786561"/>
                </a:lnTo>
                <a:lnTo>
                  <a:pt x="4857750" y="787679"/>
                </a:lnTo>
                <a:lnTo>
                  <a:pt x="4857750" y="790308"/>
                </a:lnTo>
                <a:lnTo>
                  <a:pt x="4858220" y="791425"/>
                </a:lnTo>
                <a:lnTo>
                  <a:pt x="4860074" y="793292"/>
                </a:lnTo>
                <a:lnTo>
                  <a:pt x="4861204" y="793750"/>
                </a:lnTo>
                <a:lnTo>
                  <a:pt x="4863833" y="793750"/>
                </a:lnTo>
                <a:lnTo>
                  <a:pt x="4864951" y="793292"/>
                </a:lnTo>
                <a:lnTo>
                  <a:pt x="4866818" y="791425"/>
                </a:lnTo>
                <a:lnTo>
                  <a:pt x="4867275" y="790308"/>
                </a:lnTo>
                <a:lnTo>
                  <a:pt x="4867275" y="787679"/>
                </a:lnTo>
                <a:close/>
              </a:path>
              <a:path w="5248275" h="2362200">
                <a:moveTo>
                  <a:pt x="4867275" y="3454"/>
                </a:moveTo>
                <a:lnTo>
                  <a:pt x="4866818" y="2336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36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5248275" h="2362200">
                <a:moveTo>
                  <a:pt x="4914900" y="2356129"/>
                </a:moveTo>
                <a:lnTo>
                  <a:pt x="4914443" y="2355011"/>
                </a:lnTo>
                <a:lnTo>
                  <a:pt x="4912576" y="2353145"/>
                </a:lnTo>
                <a:lnTo>
                  <a:pt x="4911458" y="2352675"/>
                </a:lnTo>
                <a:lnTo>
                  <a:pt x="4908829" y="2352675"/>
                </a:lnTo>
                <a:lnTo>
                  <a:pt x="4907699" y="2353145"/>
                </a:lnTo>
                <a:lnTo>
                  <a:pt x="4905845" y="2355011"/>
                </a:lnTo>
                <a:lnTo>
                  <a:pt x="4905375" y="2356129"/>
                </a:lnTo>
                <a:lnTo>
                  <a:pt x="4905375" y="2358758"/>
                </a:lnTo>
                <a:lnTo>
                  <a:pt x="4905845" y="2359876"/>
                </a:lnTo>
                <a:lnTo>
                  <a:pt x="4907699" y="2361742"/>
                </a:lnTo>
                <a:lnTo>
                  <a:pt x="4908829" y="2362200"/>
                </a:lnTo>
                <a:lnTo>
                  <a:pt x="4911458" y="2362200"/>
                </a:lnTo>
                <a:lnTo>
                  <a:pt x="4912576" y="2361742"/>
                </a:lnTo>
                <a:lnTo>
                  <a:pt x="4914443" y="2359876"/>
                </a:lnTo>
                <a:lnTo>
                  <a:pt x="4914900" y="2358758"/>
                </a:lnTo>
                <a:lnTo>
                  <a:pt x="4914900" y="2356129"/>
                </a:lnTo>
                <a:close/>
              </a:path>
              <a:path w="5248275" h="2362200">
                <a:moveTo>
                  <a:pt x="4914900" y="1571904"/>
                </a:moveTo>
                <a:lnTo>
                  <a:pt x="4914443" y="1570786"/>
                </a:lnTo>
                <a:lnTo>
                  <a:pt x="4912576" y="1568919"/>
                </a:lnTo>
                <a:lnTo>
                  <a:pt x="4911458" y="1568450"/>
                </a:lnTo>
                <a:lnTo>
                  <a:pt x="4908829" y="1568450"/>
                </a:lnTo>
                <a:lnTo>
                  <a:pt x="4907699" y="1568919"/>
                </a:lnTo>
                <a:lnTo>
                  <a:pt x="4905845" y="1570786"/>
                </a:lnTo>
                <a:lnTo>
                  <a:pt x="4905375" y="1571904"/>
                </a:lnTo>
                <a:lnTo>
                  <a:pt x="4905375" y="1574533"/>
                </a:lnTo>
                <a:lnTo>
                  <a:pt x="4905845" y="1575650"/>
                </a:lnTo>
                <a:lnTo>
                  <a:pt x="4907699" y="1577517"/>
                </a:lnTo>
                <a:lnTo>
                  <a:pt x="4908829" y="1577975"/>
                </a:lnTo>
                <a:lnTo>
                  <a:pt x="4911458" y="1577975"/>
                </a:lnTo>
                <a:lnTo>
                  <a:pt x="4912576" y="1577517"/>
                </a:lnTo>
                <a:lnTo>
                  <a:pt x="4914443" y="1575650"/>
                </a:lnTo>
                <a:lnTo>
                  <a:pt x="4914900" y="1574533"/>
                </a:lnTo>
                <a:lnTo>
                  <a:pt x="4914900" y="1571904"/>
                </a:lnTo>
                <a:close/>
              </a:path>
              <a:path w="5248275" h="2362200">
                <a:moveTo>
                  <a:pt x="4914900" y="787679"/>
                </a:moveTo>
                <a:lnTo>
                  <a:pt x="4914443" y="786561"/>
                </a:lnTo>
                <a:lnTo>
                  <a:pt x="4912576" y="784694"/>
                </a:lnTo>
                <a:lnTo>
                  <a:pt x="4911458" y="784225"/>
                </a:lnTo>
                <a:lnTo>
                  <a:pt x="4908829" y="784225"/>
                </a:lnTo>
                <a:lnTo>
                  <a:pt x="4907699" y="784694"/>
                </a:lnTo>
                <a:lnTo>
                  <a:pt x="4905845" y="786561"/>
                </a:lnTo>
                <a:lnTo>
                  <a:pt x="4905375" y="787679"/>
                </a:lnTo>
                <a:lnTo>
                  <a:pt x="4905375" y="790308"/>
                </a:lnTo>
                <a:lnTo>
                  <a:pt x="4905845" y="791425"/>
                </a:lnTo>
                <a:lnTo>
                  <a:pt x="4907699" y="793292"/>
                </a:lnTo>
                <a:lnTo>
                  <a:pt x="4908829" y="793750"/>
                </a:lnTo>
                <a:lnTo>
                  <a:pt x="4911458" y="793750"/>
                </a:lnTo>
                <a:lnTo>
                  <a:pt x="4912576" y="793292"/>
                </a:lnTo>
                <a:lnTo>
                  <a:pt x="4914443" y="791425"/>
                </a:lnTo>
                <a:lnTo>
                  <a:pt x="4914900" y="790308"/>
                </a:lnTo>
                <a:lnTo>
                  <a:pt x="4914900" y="787679"/>
                </a:lnTo>
                <a:close/>
              </a:path>
              <a:path w="5248275" h="2362200">
                <a:moveTo>
                  <a:pt x="4914900" y="3454"/>
                </a:moveTo>
                <a:lnTo>
                  <a:pt x="4914443" y="2336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36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  <a:path w="5248275" h="2362200">
                <a:moveTo>
                  <a:pt x="4962525" y="2356129"/>
                </a:moveTo>
                <a:lnTo>
                  <a:pt x="4962068" y="2355011"/>
                </a:lnTo>
                <a:lnTo>
                  <a:pt x="4960201" y="2353145"/>
                </a:lnTo>
                <a:lnTo>
                  <a:pt x="4959083" y="2352675"/>
                </a:lnTo>
                <a:lnTo>
                  <a:pt x="4956454" y="2352675"/>
                </a:lnTo>
                <a:lnTo>
                  <a:pt x="4955324" y="2353145"/>
                </a:lnTo>
                <a:lnTo>
                  <a:pt x="4953470" y="2355011"/>
                </a:lnTo>
                <a:lnTo>
                  <a:pt x="4953000" y="2356129"/>
                </a:lnTo>
                <a:lnTo>
                  <a:pt x="4953000" y="2358758"/>
                </a:lnTo>
                <a:lnTo>
                  <a:pt x="4953470" y="2359876"/>
                </a:lnTo>
                <a:lnTo>
                  <a:pt x="4955324" y="2361742"/>
                </a:lnTo>
                <a:lnTo>
                  <a:pt x="4956454" y="2362200"/>
                </a:lnTo>
                <a:lnTo>
                  <a:pt x="4959083" y="2362200"/>
                </a:lnTo>
                <a:lnTo>
                  <a:pt x="4960201" y="2361742"/>
                </a:lnTo>
                <a:lnTo>
                  <a:pt x="4962068" y="2359876"/>
                </a:lnTo>
                <a:lnTo>
                  <a:pt x="4962525" y="2358758"/>
                </a:lnTo>
                <a:lnTo>
                  <a:pt x="4962525" y="2356129"/>
                </a:lnTo>
                <a:close/>
              </a:path>
              <a:path w="5248275" h="2362200">
                <a:moveTo>
                  <a:pt x="4962525" y="1571904"/>
                </a:moveTo>
                <a:lnTo>
                  <a:pt x="4962068" y="1570786"/>
                </a:lnTo>
                <a:lnTo>
                  <a:pt x="4960201" y="1568919"/>
                </a:lnTo>
                <a:lnTo>
                  <a:pt x="4959083" y="1568450"/>
                </a:lnTo>
                <a:lnTo>
                  <a:pt x="4956454" y="1568450"/>
                </a:lnTo>
                <a:lnTo>
                  <a:pt x="4955324" y="1568919"/>
                </a:lnTo>
                <a:lnTo>
                  <a:pt x="4953470" y="1570786"/>
                </a:lnTo>
                <a:lnTo>
                  <a:pt x="4953000" y="1571904"/>
                </a:lnTo>
                <a:lnTo>
                  <a:pt x="4953000" y="1574533"/>
                </a:lnTo>
                <a:lnTo>
                  <a:pt x="4953470" y="1575650"/>
                </a:lnTo>
                <a:lnTo>
                  <a:pt x="4955324" y="1577517"/>
                </a:lnTo>
                <a:lnTo>
                  <a:pt x="4956454" y="1577975"/>
                </a:lnTo>
                <a:lnTo>
                  <a:pt x="4959083" y="1577975"/>
                </a:lnTo>
                <a:lnTo>
                  <a:pt x="4960201" y="1577517"/>
                </a:lnTo>
                <a:lnTo>
                  <a:pt x="4962068" y="1575650"/>
                </a:lnTo>
                <a:lnTo>
                  <a:pt x="4962525" y="1574533"/>
                </a:lnTo>
                <a:lnTo>
                  <a:pt x="4962525" y="1571904"/>
                </a:lnTo>
                <a:close/>
              </a:path>
              <a:path w="5248275" h="2362200">
                <a:moveTo>
                  <a:pt x="4962525" y="787679"/>
                </a:moveTo>
                <a:lnTo>
                  <a:pt x="4962068" y="786561"/>
                </a:lnTo>
                <a:lnTo>
                  <a:pt x="4960201" y="784694"/>
                </a:lnTo>
                <a:lnTo>
                  <a:pt x="4959083" y="784225"/>
                </a:lnTo>
                <a:lnTo>
                  <a:pt x="4956454" y="784225"/>
                </a:lnTo>
                <a:lnTo>
                  <a:pt x="4955324" y="784694"/>
                </a:lnTo>
                <a:lnTo>
                  <a:pt x="4953470" y="786561"/>
                </a:lnTo>
                <a:lnTo>
                  <a:pt x="4953000" y="787679"/>
                </a:lnTo>
                <a:lnTo>
                  <a:pt x="4953000" y="790308"/>
                </a:lnTo>
                <a:lnTo>
                  <a:pt x="4953470" y="791425"/>
                </a:lnTo>
                <a:lnTo>
                  <a:pt x="4955324" y="793292"/>
                </a:lnTo>
                <a:lnTo>
                  <a:pt x="4956454" y="793750"/>
                </a:lnTo>
                <a:lnTo>
                  <a:pt x="4959083" y="793750"/>
                </a:lnTo>
                <a:lnTo>
                  <a:pt x="4960201" y="793292"/>
                </a:lnTo>
                <a:lnTo>
                  <a:pt x="4962068" y="791425"/>
                </a:lnTo>
                <a:lnTo>
                  <a:pt x="4962525" y="790308"/>
                </a:lnTo>
                <a:lnTo>
                  <a:pt x="4962525" y="787679"/>
                </a:lnTo>
                <a:close/>
              </a:path>
              <a:path w="5248275" h="2362200">
                <a:moveTo>
                  <a:pt x="4962525" y="3454"/>
                </a:moveTo>
                <a:lnTo>
                  <a:pt x="4962068" y="2336"/>
                </a:lnTo>
                <a:lnTo>
                  <a:pt x="4960201" y="469"/>
                </a:lnTo>
                <a:lnTo>
                  <a:pt x="4959083" y="0"/>
                </a:lnTo>
                <a:lnTo>
                  <a:pt x="4956454" y="0"/>
                </a:lnTo>
                <a:lnTo>
                  <a:pt x="4955324" y="469"/>
                </a:lnTo>
                <a:lnTo>
                  <a:pt x="4953470" y="2336"/>
                </a:lnTo>
                <a:lnTo>
                  <a:pt x="4953000" y="3454"/>
                </a:lnTo>
                <a:lnTo>
                  <a:pt x="4953000" y="6083"/>
                </a:lnTo>
                <a:lnTo>
                  <a:pt x="4953470" y="7200"/>
                </a:lnTo>
                <a:lnTo>
                  <a:pt x="4955324" y="9067"/>
                </a:lnTo>
                <a:lnTo>
                  <a:pt x="4956454" y="9525"/>
                </a:lnTo>
                <a:lnTo>
                  <a:pt x="4959083" y="9525"/>
                </a:lnTo>
                <a:lnTo>
                  <a:pt x="4960201" y="9067"/>
                </a:lnTo>
                <a:lnTo>
                  <a:pt x="4962068" y="7200"/>
                </a:lnTo>
                <a:lnTo>
                  <a:pt x="4962525" y="6083"/>
                </a:lnTo>
                <a:lnTo>
                  <a:pt x="4962525" y="3454"/>
                </a:lnTo>
                <a:close/>
              </a:path>
              <a:path w="5248275" h="2362200">
                <a:moveTo>
                  <a:pt x="5010150" y="2356129"/>
                </a:moveTo>
                <a:lnTo>
                  <a:pt x="5009693" y="2355011"/>
                </a:lnTo>
                <a:lnTo>
                  <a:pt x="5007826" y="2353145"/>
                </a:lnTo>
                <a:lnTo>
                  <a:pt x="5006708" y="2352675"/>
                </a:lnTo>
                <a:lnTo>
                  <a:pt x="5004079" y="2352675"/>
                </a:lnTo>
                <a:lnTo>
                  <a:pt x="5002949" y="2353145"/>
                </a:lnTo>
                <a:lnTo>
                  <a:pt x="5001095" y="2355011"/>
                </a:lnTo>
                <a:lnTo>
                  <a:pt x="5000625" y="2356129"/>
                </a:lnTo>
                <a:lnTo>
                  <a:pt x="5000625" y="2358758"/>
                </a:lnTo>
                <a:lnTo>
                  <a:pt x="5001095" y="2359876"/>
                </a:lnTo>
                <a:lnTo>
                  <a:pt x="5002949" y="2361742"/>
                </a:lnTo>
                <a:lnTo>
                  <a:pt x="5004079" y="2362200"/>
                </a:lnTo>
                <a:lnTo>
                  <a:pt x="5006708" y="2362200"/>
                </a:lnTo>
                <a:lnTo>
                  <a:pt x="5007826" y="2361742"/>
                </a:lnTo>
                <a:lnTo>
                  <a:pt x="5009693" y="2359876"/>
                </a:lnTo>
                <a:lnTo>
                  <a:pt x="5010150" y="2358758"/>
                </a:lnTo>
                <a:lnTo>
                  <a:pt x="5010150" y="2356129"/>
                </a:lnTo>
                <a:close/>
              </a:path>
              <a:path w="5248275" h="2362200">
                <a:moveTo>
                  <a:pt x="5010150" y="1571904"/>
                </a:moveTo>
                <a:lnTo>
                  <a:pt x="5009693" y="1570786"/>
                </a:lnTo>
                <a:lnTo>
                  <a:pt x="5007826" y="1568919"/>
                </a:lnTo>
                <a:lnTo>
                  <a:pt x="5006708" y="1568450"/>
                </a:lnTo>
                <a:lnTo>
                  <a:pt x="5004079" y="1568450"/>
                </a:lnTo>
                <a:lnTo>
                  <a:pt x="5002949" y="1568919"/>
                </a:lnTo>
                <a:lnTo>
                  <a:pt x="5001095" y="1570786"/>
                </a:lnTo>
                <a:lnTo>
                  <a:pt x="5000625" y="1571904"/>
                </a:lnTo>
                <a:lnTo>
                  <a:pt x="5000625" y="1574533"/>
                </a:lnTo>
                <a:lnTo>
                  <a:pt x="5001095" y="1575650"/>
                </a:lnTo>
                <a:lnTo>
                  <a:pt x="5002949" y="1577517"/>
                </a:lnTo>
                <a:lnTo>
                  <a:pt x="5004079" y="1577975"/>
                </a:lnTo>
                <a:lnTo>
                  <a:pt x="5006708" y="1577975"/>
                </a:lnTo>
                <a:lnTo>
                  <a:pt x="5007826" y="1577517"/>
                </a:lnTo>
                <a:lnTo>
                  <a:pt x="5009693" y="1575650"/>
                </a:lnTo>
                <a:lnTo>
                  <a:pt x="5010150" y="1574533"/>
                </a:lnTo>
                <a:lnTo>
                  <a:pt x="5010150" y="1571904"/>
                </a:lnTo>
                <a:close/>
              </a:path>
              <a:path w="5248275" h="2362200">
                <a:moveTo>
                  <a:pt x="5010150" y="787679"/>
                </a:moveTo>
                <a:lnTo>
                  <a:pt x="5009693" y="786561"/>
                </a:lnTo>
                <a:lnTo>
                  <a:pt x="5007826" y="784694"/>
                </a:lnTo>
                <a:lnTo>
                  <a:pt x="5006708" y="784225"/>
                </a:lnTo>
                <a:lnTo>
                  <a:pt x="5004079" y="784225"/>
                </a:lnTo>
                <a:lnTo>
                  <a:pt x="5002949" y="784694"/>
                </a:lnTo>
                <a:lnTo>
                  <a:pt x="5001095" y="786561"/>
                </a:lnTo>
                <a:lnTo>
                  <a:pt x="5000625" y="787679"/>
                </a:lnTo>
                <a:lnTo>
                  <a:pt x="5000625" y="790308"/>
                </a:lnTo>
                <a:lnTo>
                  <a:pt x="5001095" y="791425"/>
                </a:lnTo>
                <a:lnTo>
                  <a:pt x="5002949" y="793292"/>
                </a:lnTo>
                <a:lnTo>
                  <a:pt x="5004079" y="793750"/>
                </a:lnTo>
                <a:lnTo>
                  <a:pt x="5006708" y="793750"/>
                </a:lnTo>
                <a:lnTo>
                  <a:pt x="5007826" y="793292"/>
                </a:lnTo>
                <a:lnTo>
                  <a:pt x="5009693" y="791425"/>
                </a:lnTo>
                <a:lnTo>
                  <a:pt x="5010150" y="790308"/>
                </a:lnTo>
                <a:lnTo>
                  <a:pt x="5010150" y="787679"/>
                </a:lnTo>
                <a:close/>
              </a:path>
              <a:path w="5248275" h="2362200">
                <a:moveTo>
                  <a:pt x="5010150" y="3454"/>
                </a:moveTo>
                <a:lnTo>
                  <a:pt x="5009693" y="2336"/>
                </a:lnTo>
                <a:lnTo>
                  <a:pt x="5007826" y="469"/>
                </a:lnTo>
                <a:lnTo>
                  <a:pt x="5006708" y="0"/>
                </a:lnTo>
                <a:lnTo>
                  <a:pt x="5004079" y="0"/>
                </a:lnTo>
                <a:lnTo>
                  <a:pt x="5002949" y="469"/>
                </a:lnTo>
                <a:lnTo>
                  <a:pt x="5001095" y="2336"/>
                </a:lnTo>
                <a:lnTo>
                  <a:pt x="5000625" y="3454"/>
                </a:lnTo>
                <a:lnTo>
                  <a:pt x="5000625" y="6083"/>
                </a:lnTo>
                <a:lnTo>
                  <a:pt x="5001095" y="7200"/>
                </a:lnTo>
                <a:lnTo>
                  <a:pt x="5002949" y="9067"/>
                </a:lnTo>
                <a:lnTo>
                  <a:pt x="5004079" y="9525"/>
                </a:lnTo>
                <a:lnTo>
                  <a:pt x="5006708" y="9525"/>
                </a:lnTo>
                <a:lnTo>
                  <a:pt x="5007826" y="9067"/>
                </a:lnTo>
                <a:lnTo>
                  <a:pt x="5009693" y="7200"/>
                </a:lnTo>
                <a:lnTo>
                  <a:pt x="5010150" y="6083"/>
                </a:lnTo>
                <a:lnTo>
                  <a:pt x="5010150" y="3454"/>
                </a:lnTo>
                <a:close/>
              </a:path>
              <a:path w="5248275" h="2362200">
                <a:moveTo>
                  <a:pt x="5057775" y="2356129"/>
                </a:moveTo>
                <a:lnTo>
                  <a:pt x="5057318" y="2355011"/>
                </a:lnTo>
                <a:lnTo>
                  <a:pt x="5055451" y="2353145"/>
                </a:lnTo>
                <a:lnTo>
                  <a:pt x="5054333" y="2352675"/>
                </a:lnTo>
                <a:lnTo>
                  <a:pt x="5051704" y="2352675"/>
                </a:lnTo>
                <a:lnTo>
                  <a:pt x="5050574" y="2353145"/>
                </a:lnTo>
                <a:lnTo>
                  <a:pt x="5048720" y="2355011"/>
                </a:lnTo>
                <a:lnTo>
                  <a:pt x="5048250" y="2356129"/>
                </a:lnTo>
                <a:lnTo>
                  <a:pt x="5048250" y="2358758"/>
                </a:lnTo>
                <a:lnTo>
                  <a:pt x="5048720" y="2359876"/>
                </a:lnTo>
                <a:lnTo>
                  <a:pt x="5050574" y="2361742"/>
                </a:lnTo>
                <a:lnTo>
                  <a:pt x="5051704" y="2362200"/>
                </a:lnTo>
                <a:lnTo>
                  <a:pt x="5054333" y="2362200"/>
                </a:lnTo>
                <a:lnTo>
                  <a:pt x="5055451" y="2361742"/>
                </a:lnTo>
                <a:lnTo>
                  <a:pt x="5057318" y="2359876"/>
                </a:lnTo>
                <a:lnTo>
                  <a:pt x="5057775" y="2358758"/>
                </a:lnTo>
                <a:lnTo>
                  <a:pt x="5057775" y="2356129"/>
                </a:lnTo>
                <a:close/>
              </a:path>
              <a:path w="5248275" h="2362200">
                <a:moveTo>
                  <a:pt x="5057775" y="1571904"/>
                </a:moveTo>
                <a:lnTo>
                  <a:pt x="5057318" y="1570786"/>
                </a:lnTo>
                <a:lnTo>
                  <a:pt x="5055451" y="1568919"/>
                </a:lnTo>
                <a:lnTo>
                  <a:pt x="5054333" y="1568450"/>
                </a:lnTo>
                <a:lnTo>
                  <a:pt x="5051704" y="1568450"/>
                </a:lnTo>
                <a:lnTo>
                  <a:pt x="5050574" y="1568919"/>
                </a:lnTo>
                <a:lnTo>
                  <a:pt x="5048720" y="1570786"/>
                </a:lnTo>
                <a:lnTo>
                  <a:pt x="5048250" y="1571904"/>
                </a:lnTo>
                <a:lnTo>
                  <a:pt x="5048250" y="1574533"/>
                </a:lnTo>
                <a:lnTo>
                  <a:pt x="5048720" y="1575650"/>
                </a:lnTo>
                <a:lnTo>
                  <a:pt x="5050574" y="1577517"/>
                </a:lnTo>
                <a:lnTo>
                  <a:pt x="5051704" y="1577975"/>
                </a:lnTo>
                <a:lnTo>
                  <a:pt x="5054333" y="1577975"/>
                </a:lnTo>
                <a:lnTo>
                  <a:pt x="5055451" y="1577517"/>
                </a:lnTo>
                <a:lnTo>
                  <a:pt x="5057318" y="1575650"/>
                </a:lnTo>
                <a:lnTo>
                  <a:pt x="5057775" y="1574533"/>
                </a:lnTo>
                <a:lnTo>
                  <a:pt x="5057775" y="1571904"/>
                </a:lnTo>
                <a:close/>
              </a:path>
              <a:path w="5248275" h="2362200">
                <a:moveTo>
                  <a:pt x="5057775" y="787679"/>
                </a:moveTo>
                <a:lnTo>
                  <a:pt x="5057318" y="786561"/>
                </a:lnTo>
                <a:lnTo>
                  <a:pt x="5055451" y="784694"/>
                </a:lnTo>
                <a:lnTo>
                  <a:pt x="5054333" y="784225"/>
                </a:lnTo>
                <a:lnTo>
                  <a:pt x="5051704" y="784225"/>
                </a:lnTo>
                <a:lnTo>
                  <a:pt x="5050574" y="784694"/>
                </a:lnTo>
                <a:lnTo>
                  <a:pt x="5048720" y="786561"/>
                </a:lnTo>
                <a:lnTo>
                  <a:pt x="5048250" y="787679"/>
                </a:lnTo>
                <a:lnTo>
                  <a:pt x="5048250" y="790308"/>
                </a:lnTo>
                <a:lnTo>
                  <a:pt x="5048720" y="791425"/>
                </a:lnTo>
                <a:lnTo>
                  <a:pt x="5050574" y="793292"/>
                </a:lnTo>
                <a:lnTo>
                  <a:pt x="5051704" y="793750"/>
                </a:lnTo>
                <a:lnTo>
                  <a:pt x="5054333" y="793750"/>
                </a:lnTo>
                <a:lnTo>
                  <a:pt x="5055451" y="793292"/>
                </a:lnTo>
                <a:lnTo>
                  <a:pt x="5057318" y="791425"/>
                </a:lnTo>
                <a:lnTo>
                  <a:pt x="5057775" y="790308"/>
                </a:lnTo>
                <a:lnTo>
                  <a:pt x="5057775" y="787679"/>
                </a:lnTo>
                <a:close/>
              </a:path>
              <a:path w="5248275" h="2362200">
                <a:moveTo>
                  <a:pt x="5057775" y="3454"/>
                </a:moveTo>
                <a:lnTo>
                  <a:pt x="5057318" y="2336"/>
                </a:lnTo>
                <a:lnTo>
                  <a:pt x="5055451" y="469"/>
                </a:lnTo>
                <a:lnTo>
                  <a:pt x="5054333" y="0"/>
                </a:lnTo>
                <a:lnTo>
                  <a:pt x="5051704" y="0"/>
                </a:lnTo>
                <a:lnTo>
                  <a:pt x="5050574" y="469"/>
                </a:lnTo>
                <a:lnTo>
                  <a:pt x="5048720" y="2336"/>
                </a:lnTo>
                <a:lnTo>
                  <a:pt x="5048250" y="3454"/>
                </a:lnTo>
                <a:lnTo>
                  <a:pt x="5048250" y="6083"/>
                </a:lnTo>
                <a:lnTo>
                  <a:pt x="5048720" y="7200"/>
                </a:lnTo>
                <a:lnTo>
                  <a:pt x="5050574" y="9067"/>
                </a:lnTo>
                <a:lnTo>
                  <a:pt x="5051704" y="9525"/>
                </a:lnTo>
                <a:lnTo>
                  <a:pt x="5054333" y="9525"/>
                </a:lnTo>
                <a:lnTo>
                  <a:pt x="5055451" y="9067"/>
                </a:lnTo>
                <a:lnTo>
                  <a:pt x="5057318" y="7200"/>
                </a:lnTo>
                <a:lnTo>
                  <a:pt x="5057775" y="6083"/>
                </a:lnTo>
                <a:lnTo>
                  <a:pt x="5057775" y="3454"/>
                </a:lnTo>
                <a:close/>
              </a:path>
              <a:path w="5248275" h="2362200">
                <a:moveTo>
                  <a:pt x="5105400" y="2356129"/>
                </a:moveTo>
                <a:lnTo>
                  <a:pt x="5104943" y="2355011"/>
                </a:lnTo>
                <a:lnTo>
                  <a:pt x="5103076" y="2353145"/>
                </a:lnTo>
                <a:lnTo>
                  <a:pt x="5101958" y="2352675"/>
                </a:lnTo>
                <a:lnTo>
                  <a:pt x="5099329" y="2352675"/>
                </a:lnTo>
                <a:lnTo>
                  <a:pt x="5098212" y="2353145"/>
                </a:lnTo>
                <a:lnTo>
                  <a:pt x="5096345" y="2355011"/>
                </a:lnTo>
                <a:lnTo>
                  <a:pt x="5095875" y="2356129"/>
                </a:lnTo>
                <a:lnTo>
                  <a:pt x="5095875" y="2358758"/>
                </a:lnTo>
                <a:lnTo>
                  <a:pt x="5096345" y="2359876"/>
                </a:lnTo>
                <a:lnTo>
                  <a:pt x="5098212" y="2361742"/>
                </a:lnTo>
                <a:lnTo>
                  <a:pt x="5099329" y="2362200"/>
                </a:lnTo>
                <a:lnTo>
                  <a:pt x="5101958" y="2362200"/>
                </a:lnTo>
                <a:lnTo>
                  <a:pt x="5103076" y="2361742"/>
                </a:lnTo>
                <a:lnTo>
                  <a:pt x="5104943" y="2359876"/>
                </a:lnTo>
                <a:lnTo>
                  <a:pt x="5105400" y="2358758"/>
                </a:lnTo>
                <a:lnTo>
                  <a:pt x="5105400" y="2356129"/>
                </a:lnTo>
                <a:close/>
              </a:path>
              <a:path w="5248275" h="2362200">
                <a:moveTo>
                  <a:pt x="5105400" y="1571904"/>
                </a:moveTo>
                <a:lnTo>
                  <a:pt x="5104943" y="1570786"/>
                </a:lnTo>
                <a:lnTo>
                  <a:pt x="5103076" y="1568919"/>
                </a:lnTo>
                <a:lnTo>
                  <a:pt x="5101958" y="1568450"/>
                </a:lnTo>
                <a:lnTo>
                  <a:pt x="5099329" y="1568450"/>
                </a:lnTo>
                <a:lnTo>
                  <a:pt x="5098212" y="1568919"/>
                </a:lnTo>
                <a:lnTo>
                  <a:pt x="5096345" y="1570786"/>
                </a:lnTo>
                <a:lnTo>
                  <a:pt x="5095875" y="1571904"/>
                </a:lnTo>
                <a:lnTo>
                  <a:pt x="5095875" y="1574533"/>
                </a:lnTo>
                <a:lnTo>
                  <a:pt x="5096345" y="1575650"/>
                </a:lnTo>
                <a:lnTo>
                  <a:pt x="5098212" y="1577517"/>
                </a:lnTo>
                <a:lnTo>
                  <a:pt x="5099329" y="1577975"/>
                </a:lnTo>
                <a:lnTo>
                  <a:pt x="5101958" y="1577975"/>
                </a:lnTo>
                <a:lnTo>
                  <a:pt x="5103076" y="1577517"/>
                </a:lnTo>
                <a:lnTo>
                  <a:pt x="5104943" y="1575650"/>
                </a:lnTo>
                <a:lnTo>
                  <a:pt x="5105400" y="1574533"/>
                </a:lnTo>
                <a:lnTo>
                  <a:pt x="5105400" y="1571904"/>
                </a:lnTo>
                <a:close/>
              </a:path>
              <a:path w="5248275" h="2362200">
                <a:moveTo>
                  <a:pt x="5105400" y="787679"/>
                </a:moveTo>
                <a:lnTo>
                  <a:pt x="5104943" y="786561"/>
                </a:lnTo>
                <a:lnTo>
                  <a:pt x="5103076" y="784694"/>
                </a:lnTo>
                <a:lnTo>
                  <a:pt x="5101958" y="784225"/>
                </a:lnTo>
                <a:lnTo>
                  <a:pt x="5099329" y="784225"/>
                </a:lnTo>
                <a:lnTo>
                  <a:pt x="5098212" y="784694"/>
                </a:lnTo>
                <a:lnTo>
                  <a:pt x="5096345" y="786561"/>
                </a:lnTo>
                <a:lnTo>
                  <a:pt x="5095875" y="787679"/>
                </a:lnTo>
                <a:lnTo>
                  <a:pt x="5095875" y="790308"/>
                </a:lnTo>
                <a:lnTo>
                  <a:pt x="5096345" y="791425"/>
                </a:lnTo>
                <a:lnTo>
                  <a:pt x="5098212" y="793292"/>
                </a:lnTo>
                <a:lnTo>
                  <a:pt x="5099329" y="793750"/>
                </a:lnTo>
                <a:lnTo>
                  <a:pt x="5101958" y="793750"/>
                </a:lnTo>
                <a:lnTo>
                  <a:pt x="5103076" y="793292"/>
                </a:lnTo>
                <a:lnTo>
                  <a:pt x="5104943" y="791425"/>
                </a:lnTo>
                <a:lnTo>
                  <a:pt x="5105400" y="790308"/>
                </a:lnTo>
                <a:lnTo>
                  <a:pt x="5105400" y="787679"/>
                </a:lnTo>
                <a:close/>
              </a:path>
              <a:path w="5248275" h="2362200">
                <a:moveTo>
                  <a:pt x="5105400" y="3454"/>
                </a:moveTo>
                <a:lnTo>
                  <a:pt x="5104943" y="2336"/>
                </a:lnTo>
                <a:lnTo>
                  <a:pt x="5103076" y="469"/>
                </a:lnTo>
                <a:lnTo>
                  <a:pt x="5101958" y="0"/>
                </a:lnTo>
                <a:lnTo>
                  <a:pt x="5099329" y="0"/>
                </a:lnTo>
                <a:lnTo>
                  <a:pt x="5098212" y="469"/>
                </a:lnTo>
                <a:lnTo>
                  <a:pt x="5096345" y="2336"/>
                </a:lnTo>
                <a:lnTo>
                  <a:pt x="5095875" y="3454"/>
                </a:lnTo>
                <a:lnTo>
                  <a:pt x="5095875" y="6083"/>
                </a:lnTo>
                <a:lnTo>
                  <a:pt x="5096345" y="7200"/>
                </a:lnTo>
                <a:lnTo>
                  <a:pt x="5098212" y="9067"/>
                </a:lnTo>
                <a:lnTo>
                  <a:pt x="5099329" y="9525"/>
                </a:lnTo>
                <a:lnTo>
                  <a:pt x="5101958" y="9525"/>
                </a:lnTo>
                <a:lnTo>
                  <a:pt x="5103076" y="9067"/>
                </a:lnTo>
                <a:lnTo>
                  <a:pt x="5104943" y="7200"/>
                </a:lnTo>
                <a:lnTo>
                  <a:pt x="5105400" y="6083"/>
                </a:lnTo>
                <a:lnTo>
                  <a:pt x="5105400" y="3454"/>
                </a:lnTo>
                <a:close/>
              </a:path>
              <a:path w="5248275" h="2362200">
                <a:moveTo>
                  <a:pt x="5153025" y="2356129"/>
                </a:moveTo>
                <a:lnTo>
                  <a:pt x="5152568" y="2355011"/>
                </a:lnTo>
                <a:lnTo>
                  <a:pt x="5150701" y="2353145"/>
                </a:lnTo>
                <a:lnTo>
                  <a:pt x="5149583" y="2352675"/>
                </a:lnTo>
                <a:lnTo>
                  <a:pt x="5146954" y="2352675"/>
                </a:lnTo>
                <a:lnTo>
                  <a:pt x="5145824" y="2353145"/>
                </a:lnTo>
                <a:lnTo>
                  <a:pt x="5143970" y="2355011"/>
                </a:lnTo>
                <a:lnTo>
                  <a:pt x="5143500" y="2356129"/>
                </a:lnTo>
                <a:lnTo>
                  <a:pt x="5143500" y="2358758"/>
                </a:lnTo>
                <a:lnTo>
                  <a:pt x="5143970" y="2359876"/>
                </a:lnTo>
                <a:lnTo>
                  <a:pt x="5145824" y="2361742"/>
                </a:lnTo>
                <a:lnTo>
                  <a:pt x="5146954" y="2362200"/>
                </a:lnTo>
                <a:lnTo>
                  <a:pt x="5149583" y="2362200"/>
                </a:lnTo>
                <a:lnTo>
                  <a:pt x="5150701" y="2361742"/>
                </a:lnTo>
                <a:lnTo>
                  <a:pt x="5152568" y="2359876"/>
                </a:lnTo>
                <a:lnTo>
                  <a:pt x="5153025" y="2358758"/>
                </a:lnTo>
                <a:lnTo>
                  <a:pt x="5153025" y="2356129"/>
                </a:lnTo>
                <a:close/>
              </a:path>
              <a:path w="5248275" h="2362200">
                <a:moveTo>
                  <a:pt x="5153025" y="1571904"/>
                </a:moveTo>
                <a:lnTo>
                  <a:pt x="5152568" y="1570786"/>
                </a:lnTo>
                <a:lnTo>
                  <a:pt x="5150701" y="1568919"/>
                </a:lnTo>
                <a:lnTo>
                  <a:pt x="5149583" y="1568450"/>
                </a:lnTo>
                <a:lnTo>
                  <a:pt x="5146954" y="1568450"/>
                </a:lnTo>
                <a:lnTo>
                  <a:pt x="5145824" y="1568919"/>
                </a:lnTo>
                <a:lnTo>
                  <a:pt x="5143970" y="1570786"/>
                </a:lnTo>
                <a:lnTo>
                  <a:pt x="5143500" y="1571904"/>
                </a:lnTo>
                <a:lnTo>
                  <a:pt x="5143500" y="1574533"/>
                </a:lnTo>
                <a:lnTo>
                  <a:pt x="5143970" y="1575650"/>
                </a:lnTo>
                <a:lnTo>
                  <a:pt x="5145824" y="1577517"/>
                </a:lnTo>
                <a:lnTo>
                  <a:pt x="5146954" y="1577975"/>
                </a:lnTo>
                <a:lnTo>
                  <a:pt x="5149583" y="1577975"/>
                </a:lnTo>
                <a:lnTo>
                  <a:pt x="5150701" y="1577517"/>
                </a:lnTo>
                <a:lnTo>
                  <a:pt x="5152568" y="1575650"/>
                </a:lnTo>
                <a:lnTo>
                  <a:pt x="5153025" y="1574533"/>
                </a:lnTo>
                <a:lnTo>
                  <a:pt x="5153025" y="1571904"/>
                </a:lnTo>
                <a:close/>
              </a:path>
              <a:path w="5248275" h="2362200">
                <a:moveTo>
                  <a:pt x="5153025" y="787679"/>
                </a:moveTo>
                <a:lnTo>
                  <a:pt x="5152568" y="786561"/>
                </a:lnTo>
                <a:lnTo>
                  <a:pt x="5150701" y="784694"/>
                </a:lnTo>
                <a:lnTo>
                  <a:pt x="5149583" y="784225"/>
                </a:lnTo>
                <a:lnTo>
                  <a:pt x="5146954" y="784225"/>
                </a:lnTo>
                <a:lnTo>
                  <a:pt x="5145824" y="784694"/>
                </a:lnTo>
                <a:lnTo>
                  <a:pt x="5143970" y="786561"/>
                </a:lnTo>
                <a:lnTo>
                  <a:pt x="5143500" y="787679"/>
                </a:lnTo>
                <a:lnTo>
                  <a:pt x="5143500" y="790308"/>
                </a:lnTo>
                <a:lnTo>
                  <a:pt x="5143970" y="791425"/>
                </a:lnTo>
                <a:lnTo>
                  <a:pt x="5145824" y="793292"/>
                </a:lnTo>
                <a:lnTo>
                  <a:pt x="5146954" y="793750"/>
                </a:lnTo>
                <a:lnTo>
                  <a:pt x="5149583" y="793750"/>
                </a:lnTo>
                <a:lnTo>
                  <a:pt x="5150701" y="793292"/>
                </a:lnTo>
                <a:lnTo>
                  <a:pt x="5152568" y="791425"/>
                </a:lnTo>
                <a:lnTo>
                  <a:pt x="5153025" y="790308"/>
                </a:lnTo>
                <a:lnTo>
                  <a:pt x="5153025" y="787679"/>
                </a:lnTo>
                <a:close/>
              </a:path>
              <a:path w="5248275" h="2362200">
                <a:moveTo>
                  <a:pt x="5153025" y="3454"/>
                </a:moveTo>
                <a:lnTo>
                  <a:pt x="5152568" y="2336"/>
                </a:lnTo>
                <a:lnTo>
                  <a:pt x="5150701" y="469"/>
                </a:lnTo>
                <a:lnTo>
                  <a:pt x="5149583" y="0"/>
                </a:lnTo>
                <a:lnTo>
                  <a:pt x="5146954" y="0"/>
                </a:lnTo>
                <a:lnTo>
                  <a:pt x="5145824" y="469"/>
                </a:lnTo>
                <a:lnTo>
                  <a:pt x="5143970" y="2336"/>
                </a:lnTo>
                <a:lnTo>
                  <a:pt x="5143500" y="3454"/>
                </a:lnTo>
                <a:lnTo>
                  <a:pt x="5143500" y="6083"/>
                </a:lnTo>
                <a:lnTo>
                  <a:pt x="5143970" y="7200"/>
                </a:lnTo>
                <a:lnTo>
                  <a:pt x="5145824" y="9067"/>
                </a:lnTo>
                <a:lnTo>
                  <a:pt x="5146954" y="9525"/>
                </a:lnTo>
                <a:lnTo>
                  <a:pt x="5149583" y="9525"/>
                </a:lnTo>
                <a:lnTo>
                  <a:pt x="5150701" y="9067"/>
                </a:lnTo>
                <a:lnTo>
                  <a:pt x="5152568" y="7200"/>
                </a:lnTo>
                <a:lnTo>
                  <a:pt x="5153025" y="6083"/>
                </a:lnTo>
                <a:lnTo>
                  <a:pt x="5153025" y="3454"/>
                </a:lnTo>
                <a:close/>
              </a:path>
              <a:path w="5248275" h="2362200">
                <a:moveTo>
                  <a:pt x="5200650" y="2356129"/>
                </a:moveTo>
                <a:lnTo>
                  <a:pt x="5200193" y="2355011"/>
                </a:lnTo>
                <a:lnTo>
                  <a:pt x="5198326" y="2353145"/>
                </a:lnTo>
                <a:lnTo>
                  <a:pt x="5197208" y="2352675"/>
                </a:lnTo>
                <a:lnTo>
                  <a:pt x="5194579" y="2352675"/>
                </a:lnTo>
                <a:lnTo>
                  <a:pt x="5193449" y="2353145"/>
                </a:lnTo>
                <a:lnTo>
                  <a:pt x="5191595" y="2355011"/>
                </a:lnTo>
                <a:lnTo>
                  <a:pt x="5191125" y="2356129"/>
                </a:lnTo>
                <a:lnTo>
                  <a:pt x="5191125" y="2358758"/>
                </a:lnTo>
                <a:lnTo>
                  <a:pt x="5191595" y="2359876"/>
                </a:lnTo>
                <a:lnTo>
                  <a:pt x="5193449" y="2361742"/>
                </a:lnTo>
                <a:lnTo>
                  <a:pt x="5194579" y="2362200"/>
                </a:lnTo>
                <a:lnTo>
                  <a:pt x="5197208" y="2362200"/>
                </a:lnTo>
                <a:lnTo>
                  <a:pt x="5198326" y="2361742"/>
                </a:lnTo>
                <a:lnTo>
                  <a:pt x="5200193" y="2359876"/>
                </a:lnTo>
                <a:lnTo>
                  <a:pt x="5200650" y="2358758"/>
                </a:lnTo>
                <a:lnTo>
                  <a:pt x="5200650" y="2356129"/>
                </a:lnTo>
                <a:close/>
              </a:path>
              <a:path w="5248275" h="2362200">
                <a:moveTo>
                  <a:pt x="5200650" y="1571904"/>
                </a:moveTo>
                <a:lnTo>
                  <a:pt x="5200193" y="1570786"/>
                </a:lnTo>
                <a:lnTo>
                  <a:pt x="5198326" y="1568919"/>
                </a:lnTo>
                <a:lnTo>
                  <a:pt x="5197208" y="1568450"/>
                </a:lnTo>
                <a:lnTo>
                  <a:pt x="5194579" y="1568450"/>
                </a:lnTo>
                <a:lnTo>
                  <a:pt x="5193449" y="1568919"/>
                </a:lnTo>
                <a:lnTo>
                  <a:pt x="5191595" y="1570786"/>
                </a:lnTo>
                <a:lnTo>
                  <a:pt x="5191125" y="1571904"/>
                </a:lnTo>
                <a:lnTo>
                  <a:pt x="5191125" y="1574533"/>
                </a:lnTo>
                <a:lnTo>
                  <a:pt x="5191595" y="1575650"/>
                </a:lnTo>
                <a:lnTo>
                  <a:pt x="5193449" y="1577517"/>
                </a:lnTo>
                <a:lnTo>
                  <a:pt x="5194579" y="1577975"/>
                </a:lnTo>
                <a:lnTo>
                  <a:pt x="5197208" y="1577975"/>
                </a:lnTo>
                <a:lnTo>
                  <a:pt x="5198326" y="1577517"/>
                </a:lnTo>
                <a:lnTo>
                  <a:pt x="5200193" y="1575650"/>
                </a:lnTo>
                <a:lnTo>
                  <a:pt x="5200650" y="1574533"/>
                </a:lnTo>
                <a:lnTo>
                  <a:pt x="5200650" y="1571904"/>
                </a:lnTo>
                <a:close/>
              </a:path>
              <a:path w="5248275" h="2362200">
                <a:moveTo>
                  <a:pt x="5200650" y="787679"/>
                </a:moveTo>
                <a:lnTo>
                  <a:pt x="5200193" y="786561"/>
                </a:lnTo>
                <a:lnTo>
                  <a:pt x="5198326" y="784694"/>
                </a:lnTo>
                <a:lnTo>
                  <a:pt x="5197208" y="784225"/>
                </a:lnTo>
                <a:lnTo>
                  <a:pt x="5194579" y="784225"/>
                </a:lnTo>
                <a:lnTo>
                  <a:pt x="5193449" y="784694"/>
                </a:lnTo>
                <a:lnTo>
                  <a:pt x="5191595" y="786561"/>
                </a:lnTo>
                <a:lnTo>
                  <a:pt x="5191125" y="787679"/>
                </a:lnTo>
                <a:lnTo>
                  <a:pt x="5191125" y="790308"/>
                </a:lnTo>
                <a:lnTo>
                  <a:pt x="5191595" y="791425"/>
                </a:lnTo>
                <a:lnTo>
                  <a:pt x="5193449" y="793292"/>
                </a:lnTo>
                <a:lnTo>
                  <a:pt x="5194579" y="793750"/>
                </a:lnTo>
                <a:lnTo>
                  <a:pt x="5197208" y="793750"/>
                </a:lnTo>
                <a:lnTo>
                  <a:pt x="5198326" y="793292"/>
                </a:lnTo>
                <a:lnTo>
                  <a:pt x="5200193" y="791425"/>
                </a:lnTo>
                <a:lnTo>
                  <a:pt x="5200650" y="790308"/>
                </a:lnTo>
                <a:lnTo>
                  <a:pt x="5200650" y="787679"/>
                </a:lnTo>
                <a:close/>
              </a:path>
              <a:path w="5248275" h="2362200">
                <a:moveTo>
                  <a:pt x="5200650" y="3454"/>
                </a:moveTo>
                <a:lnTo>
                  <a:pt x="5200193" y="2336"/>
                </a:lnTo>
                <a:lnTo>
                  <a:pt x="5198326" y="469"/>
                </a:lnTo>
                <a:lnTo>
                  <a:pt x="5197208" y="0"/>
                </a:lnTo>
                <a:lnTo>
                  <a:pt x="5194579" y="0"/>
                </a:lnTo>
                <a:lnTo>
                  <a:pt x="5193449" y="469"/>
                </a:lnTo>
                <a:lnTo>
                  <a:pt x="5191595" y="2336"/>
                </a:lnTo>
                <a:lnTo>
                  <a:pt x="5191125" y="3454"/>
                </a:lnTo>
                <a:lnTo>
                  <a:pt x="5191125" y="6083"/>
                </a:lnTo>
                <a:lnTo>
                  <a:pt x="5191595" y="7200"/>
                </a:lnTo>
                <a:lnTo>
                  <a:pt x="5193449" y="9067"/>
                </a:lnTo>
                <a:lnTo>
                  <a:pt x="5194579" y="9525"/>
                </a:lnTo>
                <a:lnTo>
                  <a:pt x="5197208" y="9525"/>
                </a:lnTo>
                <a:lnTo>
                  <a:pt x="5198326" y="9067"/>
                </a:lnTo>
                <a:lnTo>
                  <a:pt x="5200193" y="7200"/>
                </a:lnTo>
                <a:lnTo>
                  <a:pt x="5200650" y="6083"/>
                </a:lnTo>
                <a:lnTo>
                  <a:pt x="5200650" y="3454"/>
                </a:lnTo>
                <a:close/>
              </a:path>
              <a:path w="5248275" h="2362200">
                <a:moveTo>
                  <a:pt x="5248275" y="2356129"/>
                </a:moveTo>
                <a:lnTo>
                  <a:pt x="5247818" y="2355011"/>
                </a:lnTo>
                <a:lnTo>
                  <a:pt x="5245951" y="2353145"/>
                </a:lnTo>
                <a:lnTo>
                  <a:pt x="5244833" y="2352675"/>
                </a:lnTo>
                <a:lnTo>
                  <a:pt x="5242204" y="2352675"/>
                </a:lnTo>
                <a:lnTo>
                  <a:pt x="5241074" y="2353145"/>
                </a:lnTo>
                <a:lnTo>
                  <a:pt x="5239220" y="2355011"/>
                </a:lnTo>
                <a:lnTo>
                  <a:pt x="5238750" y="2356129"/>
                </a:lnTo>
                <a:lnTo>
                  <a:pt x="5238750" y="2358758"/>
                </a:lnTo>
                <a:lnTo>
                  <a:pt x="5239220" y="2359876"/>
                </a:lnTo>
                <a:lnTo>
                  <a:pt x="5241074" y="2361742"/>
                </a:lnTo>
                <a:lnTo>
                  <a:pt x="5242204" y="2362200"/>
                </a:lnTo>
                <a:lnTo>
                  <a:pt x="5244833" y="2362200"/>
                </a:lnTo>
                <a:lnTo>
                  <a:pt x="5245951" y="2361742"/>
                </a:lnTo>
                <a:lnTo>
                  <a:pt x="5247818" y="2359876"/>
                </a:lnTo>
                <a:lnTo>
                  <a:pt x="5248275" y="2358758"/>
                </a:lnTo>
                <a:lnTo>
                  <a:pt x="5248275" y="2356129"/>
                </a:lnTo>
                <a:close/>
              </a:path>
              <a:path w="5248275" h="2362200">
                <a:moveTo>
                  <a:pt x="5248275" y="1571904"/>
                </a:moveTo>
                <a:lnTo>
                  <a:pt x="5247818" y="1570786"/>
                </a:lnTo>
                <a:lnTo>
                  <a:pt x="5245951" y="1568919"/>
                </a:lnTo>
                <a:lnTo>
                  <a:pt x="5244833" y="1568450"/>
                </a:lnTo>
                <a:lnTo>
                  <a:pt x="5242204" y="1568450"/>
                </a:lnTo>
                <a:lnTo>
                  <a:pt x="5241074" y="1568919"/>
                </a:lnTo>
                <a:lnTo>
                  <a:pt x="5239220" y="1570786"/>
                </a:lnTo>
                <a:lnTo>
                  <a:pt x="5238750" y="1571904"/>
                </a:lnTo>
                <a:lnTo>
                  <a:pt x="5238750" y="1574533"/>
                </a:lnTo>
                <a:lnTo>
                  <a:pt x="5239220" y="1575650"/>
                </a:lnTo>
                <a:lnTo>
                  <a:pt x="5241074" y="1577517"/>
                </a:lnTo>
                <a:lnTo>
                  <a:pt x="5242204" y="1577975"/>
                </a:lnTo>
                <a:lnTo>
                  <a:pt x="5244833" y="1577975"/>
                </a:lnTo>
                <a:lnTo>
                  <a:pt x="5245951" y="1577517"/>
                </a:lnTo>
                <a:lnTo>
                  <a:pt x="5247818" y="1575650"/>
                </a:lnTo>
                <a:lnTo>
                  <a:pt x="5248275" y="1574533"/>
                </a:lnTo>
                <a:lnTo>
                  <a:pt x="5248275" y="1571904"/>
                </a:lnTo>
                <a:close/>
              </a:path>
              <a:path w="5248275" h="2362200">
                <a:moveTo>
                  <a:pt x="5248275" y="787679"/>
                </a:moveTo>
                <a:lnTo>
                  <a:pt x="5247818" y="786561"/>
                </a:lnTo>
                <a:lnTo>
                  <a:pt x="5245951" y="784694"/>
                </a:lnTo>
                <a:lnTo>
                  <a:pt x="5244833" y="784225"/>
                </a:lnTo>
                <a:lnTo>
                  <a:pt x="5242204" y="784225"/>
                </a:lnTo>
                <a:lnTo>
                  <a:pt x="5241074" y="784694"/>
                </a:lnTo>
                <a:lnTo>
                  <a:pt x="5239220" y="786561"/>
                </a:lnTo>
                <a:lnTo>
                  <a:pt x="5238750" y="787679"/>
                </a:lnTo>
                <a:lnTo>
                  <a:pt x="5238750" y="790308"/>
                </a:lnTo>
                <a:lnTo>
                  <a:pt x="5239220" y="791425"/>
                </a:lnTo>
                <a:lnTo>
                  <a:pt x="5241074" y="793292"/>
                </a:lnTo>
                <a:lnTo>
                  <a:pt x="5242204" y="793750"/>
                </a:lnTo>
                <a:lnTo>
                  <a:pt x="5244833" y="793750"/>
                </a:lnTo>
                <a:lnTo>
                  <a:pt x="5245951" y="793292"/>
                </a:lnTo>
                <a:lnTo>
                  <a:pt x="5247818" y="791425"/>
                </a:lnTo>
                <a:lnTo>
                  <a:pt x="5248275" y="790308"/>
                </a:lnTo>
                <a:lnTo>
                  <a:pt x="5248275" y="787679"/>
                </a:lnTo>
                <a:close/>
              </a:path>
              <a:path w="5248275" h="2362200">
                <a:moveTo>
                  <a:pt x="5248275" y="3454"/>
                </a:moveTo>
                <a:lnTo>
                  <a:pt x="5247818" y="2336"/>
                </a:lnTo>
                <a:lnTo>
                  <a:pt x="5245951" y="469"/>
                </a:lnTo>
                <a:lnTo>
                  <a:pt x="5244833" y="0"/>
                </a:lnTo>
                <a:lnTo>
                  <a:pt x="5242204" y="0"/>
                </a:lnTo>
                <a:lnTo>
                  <a:pt x="5241074" y="469"/>
                </a:lnTo>
                <a:lnTo>
                  <a:pt x="5239220" y="2336"/>
                </a:lnTo>
                <a:lnTo>
                  <a:pt x="5238750" y="3454"/>
                </a:lnTo>
                <a:lnTo>
                  <a:pt x="5238750" y="6083"/>
                </a:lnTo>
                <a:lnTo>
                  <a:pt x="5239220" y="7200"/>
                </a:lnTo>
                <a:lnTo>
                  <a:pt x="5241074" y="9067"/>
                </a:lnTo>
                <a:lnTo>
                  <a:pt x="5242204" y="9525"/>
                </a:lnTo>
                <a:lnTo>
                  <a:pt x="5244833" y="9525"/>
                </a:lnTo>
                <a:lnTo>
                  <a:pt x="5245951" y="9067"/>
                </a:lnTo>
                <a:lnTo>
                  <a:pt x="5247818" y="7200"/>
                </a:lnTo>
                <a:lnTo>
                  <a:pt x="5248275" y="6083"/>
                </a:lnTo>
                <a:lnTo>
                  <a:pt x="524827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793507" y="6391373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31892" y="5607149"/>
            <a:ext cx="310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31892" y="4822923"/>
            <a:ext cx="310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530975" y="3688846"/>
            <a:ext cx="1476375" cy="51244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C_Sales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  <a:p>
            <a:pPr marL="213360">
              <a:lnSpc>
                <a:spcPct val="100000"/>
              </a:lnSpc>
              <a:spcBef>
                <a:spcPts val="425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493994" y="6845300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36045" y="5046340"/>
            <a:ext cx="177800" cy="508634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45">
                <a:solidFill>
                  <a:srgbClr val="252423"/>
                </a:solidFill>
                <a:latin typeface="Tahoma"/>
                <a:cs typeface="Tahoma"/>
              </a:rPr>
              <a:t>C_Sales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460215" y="6563359"/>
            <a:ext cx="8286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915" marR="5080" indent="-196850">
              <a:lnSpc>
                <a:spcPct val="1111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United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States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 of 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America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610380" y="6578600"/>
            <a:ext cx="403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Canada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570639" y="6578600"/>
            <a:ext cx="356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France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446067" y="6578600"/>
            <a:ext cx="4800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Germany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429396" y="6578600"/>
            <a:ext cx="387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Mexico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52487" y="4514098"/>
            <a:ext cx="11120120" cy="1963420"/>
            <a:chOff x="852487" y="4514098"/>
            <a:chExt cx="11120120" cy="1963420"/>
          </a:xfrm>
        </p:grpSpPr>
        <p:sp>
          <p:nvSpPr>
            <p:cNvPr id="30" name="object 30" descr=""/>
            <p:cNvSpPr/>
            <p:nvPr/>
          </p:nvSpPr>
          <p:spPr>
            <a:xfrm>
              <a:off x="7499566" y="4514100"/>
              <a:ext cx="4472940" cy="1963420"/>
            </a:xfrm>
            <a:custGeom>
              <a:avLst/>
              <a:gdLst/>
              <a:ahLst/>
              <a:cxnLst/>
              <a:rect l="l" t="t" r="r" b="b"/>
              <a:pathLst>
                <a:path w="4472940" h="1963420">
                  <a:moveTo>
                    <a:pt x="723900" y="0"/>
                  </a:moveTo>
                  <a:lnTo>
                    <a:pt x="0" y="0"/>
                  </a:lnTo>
                  <a:lnTo>
                    <a:pt x="0" y="1962899"/>
                  </a:lnTo>
                  <a:lnTo>
                    <a:pt x="723900" y="1962899"/>
                  </a:lnTo>
                  <a:lnTo>
                    <a:pt x="723900" y="0"/>
                  </a:lnTo>
                  <a:close/>
                </a:path>
                <a:path w="4472940" h="1963420">
                  <a:moveTo>
                    <a:pt x="1661096" y="11150"/>
                  </a:moveTo>
                  <a:lnTo>
                    <a:pt x="937196" y="11150"/>
                  </a:lnTo>
                  <a:lnTo>
                    <a:pt x="937196" y="1962899"/>
                  </a:lnTo>
                  <a:lnTo>
                    <a:pt x="1661096" y="1962899"/>
                  </a:lnTo>
                  <a:lnTo>
                    <a:pt x="1661096" y="11150"/>
                  </a:lnTo>
                  <a:close/>
                </a:path>
                <a:path w="4472940" h="1963420">
                  <a:moveTo>
                    <a:pt x="2598293" y="52984"/>
                  </a:moveTo>
                  <a:lnTo>
                    <a:pt x="1874393" y="52984"/>
                  </a:lnTo>
                  <a:lnTo>
                    <a:pt x="1874393" y="1962899"/>
                  </a:lnTo>
                  <a:lnTo>
                    <a:pt x="2598293" y="1962899"/>
                  </a:lnTo>
                  <a:lnTo>
                    <a:pt x="2598293" y="52984"/>
                  </a:lnTo>
                  <a:close/>
                </a:path>
                <a:path w="4472940" h="1963420">
                  <a:moveTo>
                    <a:pt x="3535476" y="119557"/>
                  </a:moveTo>
                  <a:lnTo>
                    <a:pt x="2811576" y="119557"/>
                  </a:lnTo>
                  <a:lnTo>
                    <a:pt x="2811576" y="1962899"/>
                  </a:lnTo>
                  <a:lnTo>
                    <a:pt x="3535476" y="1962899"/>
                  </a:lnTo>
                  <a:lnTo>
                    <a:pt x="3535476" y="119557"/>
                  </a:lnTo>
                  <a:close/>
                </a:path>
                <a:path w="4472940" h="1963420">
                  <a:moveTo>
                    <a:pt x="4472673" y="320001"/>
                  </a:moveTo>
                  <a:lnTo>
                    <a:pt x="3748773" y="320001"/>
                  </a:lnTo>
                  <a:lnTo>
                    <a:pt x="3748773" y="1962899"/>
                  </a:lnTo>
                  <a:lnTo>
                    <a:pt x="4472673" y="1962899"/>
                  </a:lnTo>
                  <a:lnTo>
                    <a:pt x="4472673" y="320001"/>
                  </a:lnTo>
                  <a:close/>
                </a:path>
              </a:pathLst>
            </a:custGeom>
            <a:solidFill>
              <a:srgbClr val="8F70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52474" y="4668621"/>
              <a:ext cx="5248275" cy="1370330"/>
            </a:xfrm>
            <a:custGeom>
              <a:avLst/>
              <a:gdLst/>
              <a:ahLst/>
              <a:cxnLst/>
              <a:rect l="l" t="t" r="r" b="b"/>
              <a:pathLst>
                <a:path w="5248275" h="1370329">
                  <a:moveTo>
                    <a:pt x="9525" y="1364157"/>
                  </a:moveTo>
                  <a:lnTo>
                    <a:pt x="9067" y="1363040"/>
                  </a:lnTo>
                  <a:lnTo>
                    <a:pt x="7200" y="1361173"/>
                  </a:lnTo>
                  <a:lnTo>
                    <a:pt x="6083" y="1360703"/>
                  </a:lnTo>
                  <a:lnTo>
                    <a:pt x="3454" y="1360703"/>
                  </a:lnTo>
                  <a:lnTo>
                    <a:pt x="2336" y="1361173"/>
                  </a:lnTo>
                  <a:lnTo>
                    <a:pt x="469" y="1363040"/>
                  </a:lnTo>
                  <a:lnTo>
                    <a:pt x="0" y="1364157"/>
                  </a:lnTo>
                  <a:lnTo>
                    <a:pt x="0" y="1366786"/>
                  </a:lnTo>
                  <a:lnTo>
                    <a:pt x="469" y="1367904"/>
                  </a:lnTo>
                  <a:lnTo>
                    <a:pt x="2336" y="1369771"/>
                  </a:lnTo>
                  <a:lnTo>
                    <a:pt x="3454" y="1370228"/>
                  </a:lnTo>
                  <a:lnTo>
                    <a:pt x="6083" y="1370228"/>
                  </a:lnTo>
                  <a:lnTo>
                    <a:pt x="7200" y="1369771"/>
                  </a:lnTo>
                  <a:lnTo>
                    <a:pt x="9067" y="1367904"/>
                  </a:lnTo>
                  <a:lnTo>
                    <a:pt x="9525" y="1366786"/>
                  </a:lnTo>
                  <a:lnTo>
                    <a:pt x="9525" y="1364157"/>
                  </a:lnTo>
                  <a:close/>
                </a:path>
                <a:path w="5248275" h="1370329">
                  <a:moveTo>
                    <a:pt x="9525" y="683793"/>
                  </a:moveTo>
                  <a:lnTo>
                    <a:pt x="9067" y="682675"/>
                  </a:lnTo>
                  <a:lnTo>
                    <a:pt x="7200" y="680821"/>
                  </a:lnTo>
                  <a:lnTo>
                    <a:pt x="6083" y="680351"/>
                  </a:lnTo>
                  <a:lnTo>
                    <a:pt x="3454" y="680351"/>
                  </a:lnTo>
                  <a:lnTo>
                    <a:pt x="2336" y="680821"/>
                  </a:lnTo>
                  <a:lnTo>
                    <a:pt x="469" y="682675"/>
                  </a:lnTo>
                  <a:lnTo>
                    <a:pt x="0" y="683793"/>
                  </a:lnTo>
                  <a:lnTo>
                    <a:pt x="0" y="686435"/>
                  </a:lnTo>
                  <a:lnTo>
                    <a:pt x="469" y="687552"/>
                  </a:lnTo>
                  <a:lnTo>
                    <a:pt x="2336" y="689406"/>
                  </a:lnTo>
                  <a:lnTo>
                    <a:pt x="3454" y="689876"/>
                  </a:lnTo>
                  <a:lnTo>
                    <a:pt x="6083" y="689876"/>
                  </a:lnTo>
                  <a:lnTo>
                    <a:pt x="7200" y="689406"/>
                  </a:lnTo>
                  <a:lnTo>
                    <a:pt x="9067" y="687552"/>
                  </a:lnTo>
                  <a:lnTo>
                    <a:pt x="9525" y="686435"/>
                  </a:lnTo>
                  <a:lnTo>
                    <a:pt x="9525" y="683793"/>
                  </a:lnTo>
                  <a:close/>
                </a:path>
                <a:path w="5248275" h="1370329">
                  <a:moveTo>
                    <a:pt x="9525" y="3441"/>
                  </a:moveTo>
                  <a:lnTo>
                    <a:pt x="9067" y="2324"/>
                  </a:lnTo>
                  <a:lnTo>
                    <a:pt x="7200" y="457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57"/>
                  </a:lnTo>
                  <a:lnTo>
                    <a:pt x="469" y="2324"/>
                  </a:lnTo>
                  <a:lnTo>
                    <a:pt x="0" y="3441"/>
                  </a:lnTo>
                  <a:lnTo>
                    <a:pt x="0" y="6070"/>
                  </a:lnTo>
                  <a:lnTo>
                    <a:pt x="469" y="7200"/>
                  </a:lnTo>
                  <a:lnTo>
                    <a:pt x="2336" y="9055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55"/>
                  </a:lnTo>
                  <a:lnTo>
                    <a:pt x="9067" y="7200"/>
                  </a:lnTo>
                  <a:lnTo>
                    <a:pt x="9525" y="6070"/>
                  </a:lnTo>
                  <a:lnTo>
                    <a:pt x="9525" y="3441"/>
                  </a:lnTo>
                  <a:close/>
                </a:path>
                <a:path w="5248275" h="1370329">
                  <a:moveTo>
                    <a:pt x="57150" y="1364157"/>
                  </a:moveTo>
                  <a:lnTo>
                    <a:pt x="56692" y="1363040"/>
                  </a:lnTo>
                  <a:lnTo>
                    <a:pt x="54825" y="1361173"/>
                  </a:lnTo>
                  <a:lnTo>
                    <a:pt x="53708" y="1360703"/>
                  </a:lnTo>
                  <a:lnTo>
                    <a:pt x="51079" y="1360703"/>
                  </a:lnTo>
                  <a:lnTo>
                    <a:pt x="49961" y="1361173"/>
                  </a:lnTo>
                  <a:lnTo>
                    <a:pt x="48094" y="1363040"/>
                  </a:lnTo>
                  <a:lnTo>
                    <a:pt x="47625" y="1364157"/>
                  </a:lnTo>
                  <a:lnTo>
                    <a:pt x="47625" y="1366786"/>
                  </a:lnTo>
                  <a:lnTo>
                    <a:pt x="48094" y="1367904"/>
                  </a:lnTo>
                  <a:lnTo>
                    <a:pt x="49961" y="1369771"/>
                  </a:lnTo>
                  <a:lnTo>
                    <a:pt x="51079" y="1370228"/>
                  </a:lnTo>
                  <a:lnTo>
                    <a:pt x="53708" y="1370228"/>
                  </a:lnTo>
                  <a:lnTo>
                    <a:pt x="54825" y="1369771"/>
                  </a:lnTo>
                  <a:lnTo>
                    <a:pt x="56692" y="1367904"/>
                  </a:lnTo>
                  <a:lnTo>
                    <a:pt x="57150" y="1366786"/>
                  </a:lnTo>
                  <a:lnTo>
                    <a:pt x="57150" y="1364157"/>
                  </a:lnTo>
                  <a:close/>
                </a:path>
                <a:path w="5248275" h="1370329">
                  <a:moveTo>
                    <a:pt x="57150" y="683793"/>
                  </a:moveTo>
                  <a:lnTo>
                    <a:pt x="56692" y="682675"/>
                  </a:lnTo>
                  <a:lnTo>
                    <a:pt x="54825" y="680821"/>
                  </a:lnTo>
                  <a:lnTo>
                    <a:pt x="53708" y="680351"/>
                  </a:lnTo>
                  <a:lnTo>
                    <a:pt x="51079" y="680351"/>
                  </a:lnTo>
                  <a:lnTo>
                    <a:pt x="49961" y="680821"/>
                  </a:lnTo>
                  <a:lnTo>
                    <a:pt x="48094" y="682675"/>
                  </a:lnTo>
                  <a:lnTo>
                    <a:pt x="47625" y="683793"/>
                  </a:lnTo>
                  <a:lnTo>
                    <a:pt x="47625" y="686435"/>
                  </a:lnTo>
                  <a:lnTo>
                    <a:pt x="48094" y="687552"/>
                  </a:lnTo>
                  <a:lnTo>
                    <a:pt x="49961" y="689406"/>
                  </a:lnTo>
                  <a:lnTo>
                    <a:pt x="51079" y="689876"/>
                  </a:lnTo>
                  <a:lnTo>
                    <a:pt x="53708" y="689876"/>
                  </a:lnTo>
                  <a:lnTo>
                    <a:pt x="54825" y="689406"/>
                  </a:lnTo>
                  <a:lnTo>
                    <a:pt x="56692" y="687552"/>
                  </a:lnTo>
                  <a:lnTo>
                    <a:pt x="57150" y="686435"/>
                  </a:lnTo>
                  <a:lnTo>
                    <a:pt x="57150" y="683793"/>
                  </a:lnTo>
                  <a:close/>
                </a:path>
                <a:path w="5248275" h="1370329">
                  <a:moveTo>
                    <a:pt x="57150" y="3441"/>
                  </a:moveTo>
                  <a:lnTo>
                    <a:pt x="56692" y="2324"/>
                  </a:lnTo>
                  <a:lnTo>
                    <a:pt x="54825" y="457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57"/>
                  </a:lnTo>
                  <a:lnTo>
                    <a:pt x="48094" y="2324"/>
                  </a:lnTo>
                  <a:lnTo>
                    <a:pt x="47625" y="3441"/>
                  </a:lnTo>
                  <a:lnTo>
                    <a:pt x="47625" y="6070"/>
                  </a:lnTo>
                  <a:lnTo>
                    <a:pt x="48094" y="7200"/>
                  </a:lnTo>
                  <a:lnTo>
                    <a:pt x="49961" y="9055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55"/>
                  </a:lnTo>
                  <a:lnTo>
                    <a:pt x="56692" y="7200"/>
                  </a:lnTo>
                  <a:lnTo>
                    <a:pt x="57150" y="6070"/>
                  </a:lnTo>
                  <a:lnTo>
                    <a:pt x="57150" y="3441"/>
                  </a:lnTo>
                  <a:close/>
                </a:path>
                <a:path w="5248275" h="1370329">
                  <a:moveTo>
                    <a:pt x="104775" y="1364157"/>
                  </a:moveTo>
                  <a:lnTo>
                    <a:pt x="104317" y="1363040"/>
                  </a:lnTo>
                  <a:lnTo>
                    <a:pt x="102450" y="1361173"/>
                  </a:lnTo>
                  <a:lnTo>
                    <a:pt x="101333" y="1360703"/>
                  </a:lnTo>
                  <a:lnTo>
                    <a:pt x="98704" y="1360703"/>
                  </a:lnTo>
                  <a:lnTo>
                    <a:pt x="97586" y="1361173"/>
                  </a:lnTo>
                  <a:lnTo>
                    <a:pt x="95719" y="1363040"/>
                  </a:lnTo>
                  <a:lnTo>
                    <a:pt x="95250" y="1364157"/>
                  </a:lnTo>
                  <a:lnTo>
                    <a:pt x="95250" y="1366786"/>
                  </a:lnTo>
                  <a:lnTo>
                    <a:pt x="95719" y="1367904"/>
                  </a:lnTo>
                  <a:lnTo>
                    <a:pt x="97586" y="1369771"/>
                  </a:lnTo>
                  <a:lnTo>
                    <a:pt x="98704" y="1370228"/>
                  </a:lnTo>
                  <a:lnTo>
                    <a:pt x="101333" y="1370228"/>
                  </a:lnTo>
                  <a:lnTo>
                    <a:pt x="102450" y="1369771"/>
                  </a:lnTo>
                  <a:lnTo>
                    <a:pt x="104317" y="1367904"/>
                  </a:lnTo>
                  <a:lnTo>
                    <a:pt x="104775" y="1366786"/>
                  </a:lnTo>
                  <a:lnTo>
                    <a:pt x="104775" y="1364157"/>
                  </a:lnTo>
                  <a:close/>
                </a:path>
                <a:path w="5248275" h="1370329">
                  <a:moveTo>
                    <a:pt x="104775" y="683793"/>
                  </a:moveTo>
                  <a:lnTo>
                    <a:pt x="104317" y="682675"/>
                  </a:lnTo>
                  <a:lnTo>
                    <a:pt x="102450" y="680821"/>
                  </a:lnTo>
                  <a:lnTo>
                    <a:pt x="101333" y="680351"/>
                  </a:lnTo>
                  <a:lnTo>
                    <a:pt x="98704" y="680351"/>
                  </a:lnTo>
                  <a:lnTo>
                    <a:pt x="97586" y="680821"/>
                  </a:lnTo>
                  <a:lnTo>
                    <a:pt x="95719" y="682675"/>
                  </a:lnTo>
                  <a:lnTo>
                    <a:pt x="95250" y="683793"/>
                  </a:lnTo>
                  <a:lnTo>
                    <a:pt x="95250" y="686435"/>
                  </a:lnTo>
                  <a:lnTo>
                    <a:pt x="95719" y="687552"/>
                  </a:lnTo>
                  <a:lnTo>
                    <a:pt x="97586" y="689406"/>
                  </a:lnTo>
                  <a:lnTo>
                    <a:pt x="98704" y="689876"/>
                  </a:lnTo>
                  <a:lnTo>
                    <a:pt x="101333" y="689876"/>
                  </a:lnTo>
                  <a:lnTo>
                    <a:pt x="102450" y="689406"/>
                  </a:lnTo>
                  <a:lnTo>
                    <a:pt x="104317" y="687552"/>
                  </a:lnTo>
                  <a:lnTo>
                    <a:pt x="104775" y="686435"/>
                  </a:lnTo>
                  <a:lnTo>
                    <a:pt x="104775" y="683793"/>
                  </a:lnTo>
                  <a:close/>
                </a:path>
                <a:path w="5248275" h="1370329">
                  <a:moveTo>
                    <a:pt x="104775" y="3441"/>
                  </a:moveTo>
                  <a:lnTo>
                    <a:pt x="104317" y="2324"/>
                  </a:lnTo>
                  <a:lnTo>
                    <a:pt x="102450" y="457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57"/>
                  </a:lnTo>
                  <a:lnTo>
                    <a:pt x="95719" y="2324"/>
                  </a:lnTo>
                  <a:lnTo>
                    <a:pt x="95250" y="3441"/>
                  </a:lnTo>
                  <a:lnTo>
                    <a:pt x="95250" y="6070"/>
                  </a:lnTo>
                  <a:lnTo>
                    <a:pt x="95719" y="7200"/>
                  </a:lnTo>
                  <a:lnTo>
                    <a:pt x="97586" y="9055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55"/>
                  </a:lnTo>
                  <a:lnTo>
                    <a:pt x="104317" y="7200"/>
                  </a:lnTo>
                  <a:lnTo>
                    <a:pt x="104775" y="6070"/>
                  </a:lnTo>
                  <a:lnTo>
                    <a:pt x="104775" y="3441"/>
                  </a:lnTo>
                  <a:close/>
                </a:path>
                <a:path w="5248275" h="1370329">
                  <a:moveTo>
                    <a:pt x="152400" y="1364157"/>
                  </a:moveTo>
                  <a:lnTo>
                    <a:pt x="151942" y="1363040"/>
                  </a:lnTo>
                  <a:lnTo>
                    <a:pt x="150075" y="1361173"/>
                  </a:lnTo>
                  <a:lnTo>
                    <a:pt x="148958" y="1360703"/>
                  </a:lnTo>
                  <a:lnTo>
                    <a:pt x="146329" y="1360703"/>
                  </a:lnTo>
                  <a:lnTo>
                    <a:pt x="145211" y="1361173"/>
                  </a:lnTo>
                  <a:lnTo>
                    <a:pt x="143344" y="1363040"/>
                  </a:lnTo>
                  <a:lnTo>
                    <a:pt x="142875" y="1364157"/>
                  </a:lnTo>
                  <a:lnTo>
                    <a:pt x="142875" y="1366786"/>
                  </a:lnTo>
                  <a:lnTo>
                    <a:pt x="143344" y="1367904"/>
                  </a:lnTo>
                  <a:lnTo>
                    <a:pt x="145211" y="1369771"/>
                  </a:lnTo>
                  <a:lnTo>
                    <a:pt x="146329" y="1370228"/>
                  </a:lnTo>
                  <a:lnTo>
                    <a:pt x="148958" y="1370228"/>
                  </a:lnTo>
                  <a:lnTo>
                    <a:pt x="150075" y="1369771"/>
                  </a:lnTo>
                  <a:lnTo>
                    <a:pt x="151942" y="1367904"/>
                  </a:lnTo>
                  <a:lnTo>
                    <a:pt x="152400" y="1366786"/>
                  </a:lnTo>
                  <a:lnTo>
                    <a:pt x="152400" y="1364157"/>
                  </a:lnTo>
                  <a:close/>
                </a:path>
                <a:path w="5248275" h="1370329">
                  <a:moveTo>
                    <a:pt x="152400" y="683793"/>
                  </a:moveTo>
                  <a:lnTo>
                    <a:pt x="151942" y="682675"/>
                  </a:lnTo>
                  <a:lnTo>
                    <a:pt x="150075" y="680821"/>
                  </a:lnTo>
                  <a:lnTo>
                    <a:pt x="148958" y="680351"/>
                  </a:lnTo>
                  <a:lnTo>
                    <a:pt x="146329" y="680351"/>
                  </a:lnTo>
                  <a:lnTo>
                    <a:pt x="145211" y="680821"/>
                  </a:lnTo>
                  <a:lnTo>
                    <a:pt x="143344" y="682675"/>
                  </a:lnTo>
                  <a:lnTo>
                    <a:pt x="142875" y="683793"/>
                  </a:lnTo>
                  <a:lnTo>
                    <a:pt x="142875" y="686435"/>
                  </a:lnTo>
                  <a:lnTo>
                    <a:pt x="143344" y="687552"/>
                  </a:lnTo>
                  <a:lnTo>
                    <a:pt x="145211" y="689406"/>
                  </a:lnTo>
                  <a:lnTo>
                    <a:pt x="146329" y="689876"/>
                  </a:lnTo>
                  <a:lnTo>
                    <a:pt x="148958" y="689876"/>
                  </a:lnTo>
                  <a:lnTo>
                    <a:pt x="150075" y="689406"/>
                  </a:lnTo>
                  <a:lnTo>
                    <a:pt x="151942" y="687552"/>
                  </a:lnTo>
                  <a:lnTo>
                    <a:pt x="152400" y="686435"/>
                  </a:lnTo>
                  <a:lnTo>
                    <a:pt x="152400" y="683793"/>
                  </a:lnTo>
                  <a:close/>
                </a:path>
                <a:path w="5248275" h="1370329">
                  <a:moveTo>
                    <a:pt x="152400" y="3441"/>
                  </a:moveTo>
                  <a:lnTo>
                    <a:pt x="151942" y="2324"/>
                  </a:lnTo>
                  <a:lnTo>
                    <a:pt x="150075" y="457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57"/>
                  </a:lnTo>
                  <a:lnTo>
                    <a:pt x="143344" y="2324"/>
                  </a:lnTo>
                  <a:lnTo>
                    <a:pt x="142875" y="3441"/>
                  </a:lnTo>
                  <a:lnTo>
                    <a:pt x="142875" y="6070"/>
                  </a:lnTo>
                  <a:lnTo>
                    <a:pt x="143344" y="7200"/>
                  </a:lnTo>
                  <a:lnTo>
                    <a:pt x="145211" y="9055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55"/>
                  </a:lnTo>
                  <a:lnTo>
                    <a:pt x="151942" y="7200"/>
                  </a:lnTo>
                  <a:lnTo>
                    <a:pt x="152400" y="6070"/>
                  </a:lnTo>
                  <a:lnTo>
                    <a:pt x="152400" y="3441"/>
                  </a:lnTo>
                  <a:close/>
                </a:path>
                <a:path w="5248275" h="1370329">
                  <a:moveTo>
                    <a:pt x="200025" y="1364157"/>
                  </a:moveTo>
                  <a:lnTo>
                    <a:pt x="199567" y="1363040"/>
                  </a:lnTo>
                  <a:lnTo>
                    <a:pt x="197700" y="1361173"/>
                  </a:lnTo>
                  <a:lnTo>
                    <a:pt x="196583" y="1360703"/>
                  </a:lnTo>
                  <a:lnTo>
                    <a:pt x="193954" y="1360703"/>
                  </a:lnTo>
                  <a:lnTo>
                    <a:pt x="192836" y="1361173"/>
                  </a:lnTo>
                  <a:lnTo>
                    <a:pt x="190969" y="1363040"/>
                  </a:lnTo>
                  <a:lnTo>
                    <a:pt x="190500" y="1364157"/>
                  </a:lnTo>
                  <a:lnTo>
                    <a:pt x="190500" y="1366786"/>
                  </a:lnTo>
                  <a:lnTo>
                    <a:pt x="190969" y="1367904"/>
                  </a:lnTo>
                  <a:lnTo>
                    <a:pt x="192836" y="1369771"/>
                  </a:lnTo>
                  <a:lnTo>
                    <a:pt x="193954" y="1370228"/>
                  </a:lnTo>
                  <a:lnTo>
                    <a:pt x="196583" y="1370228"/>
                  </a:lnTo>
                  <a:lnTo>
                    <a:pt x="197700" y="1369771"/>
                  </a:lnTo>
                  <a:lnTo>
                    <a:pt x="199567" y="1367904"/>
                  </a:lnTo>
                  <a:lnTo>
                    <a:pt x="200025" y="1366786"/>
                  </a:lnTo>
                  <a:lnTo>
                    <a:pt x="200025" y="1364157"/>
                  </a:lnTo>
                  <a:close/>
                </a:path>
                <a:path w="5248275" h="1370329">
                  <a:moveTo>
                    <a:pt x="200025" y="683793"/>
                  </a:moveTo>
                  <a:lnTo>
                    <a:pt x="199567" y="682675"/>
                  </a:lnTo>
                  <a:lnTo>
                    <a:pt x="197700" y="680821"/>
                  </a:lnTo>
                  <a:lnTo>
                    <a:pt x="196583" y="680351"/>
                  </a:lnTo>
                  <a:lnTo>
                    <a:pt x="193954" y="680351"/>
                  </a:lnTo>
                  <a:lnTo>
                    <a:pt x="192836" y="680821"/>
                  </a:lnTo>
                  <a:lnTo>
                    <a:pt x="190969" y="682675"/>
                  </a:lnTo>
                  <a:lnTo>
                    <a:pt x="190500" y="683793"/>
                  </a:lnTo>
                  <a:lnTo>
                    <a:pt x="190500" y="686435"/>
                  </a:lnTo>
                  <a:lnTo>
                    <a:pt x="190969" y="687552"/>
                  </a:lnTo>
                  <a:lnTo>
                    <a:pt x="192836" y="689406"/>
                  </a:lnTo>
                  <a:lnTo>
                    <a:pt x="193954" y="689876"/>
                  </a:lnTo>
                  <a:lnTo>
                    <a:pt x="196583" y="689876"/>
                  </a:lnTo>
                  <a:lnTo>
                    <a:pt x="197700" y="689406"/>
                  </a:lnTo>
                  <a:lnTo>
                    <a:pt x="199567" y="687552"/>
                  </a:lnTo>
                  <a:lnTo>
                    <a:pt x="200025" y="686435"/>
                  </a:lnTo>
                  <a:lnTo>
                    <a:pt x="200025" y="683793"/>
                  </a:lnTo>
                  <a:close/>
                </a:path>
                <a:path w="5248275" h="1370329">
                  <a:moveTo>
                    <a:pt x="200025" y="3441"/>
                  </a:moveTo>
                  <a:lnTo>
                    <a:pt x="199567" y="2324"/>
                  </a:lnTo>
                  <a:lnTo>
                    <a:pt x="197700" y="457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57"/>
                  </a:lnTo>
                  <a:lnTo>
                    <a:pt x="190969" y="2324"/>
                  </a:lnTo>
                  <a:lnTo>
                    <a:pt x="190500" y="3441"/>
                  </a:lnTo>
                  <a:lnTo>
                    <a:pt x="190500" y="6070"/>
                  </a:lnTo>
                  <a:lnTo>
                    <a:pt x="190969" y="7200"/>
                  </a:lnTo>
                  <a:lnTo>
                    <a:pt x="192836" y="9055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55"/>
                  </a:lnTo>
                  <a:lnTo>
                    <a:pt x="199567" y="7200"/>
                  </a:lnTo>
                  <a:lnTo>
                    <a:pt x="200025" y="6070"/>
                  </a:lnTo>
                  <a:lnTo>
                    <a:pt x="200025" y="3441"/>
                  </a:lnTo>
                  <a:close/>
                </a:path>
                <a:path w="5248275" h="1370329">
                  <a:moveTo>
                    <a:pt x="247650" y="1364157"/>
                  </a:moveTo>
                  <a:lnTo>
                    <a:pt x="247192" y="1363040"/>
                  </a:lnTo>
                  <a:lnTo>
                    <a:pt x="245325" y="1361173"/>
                  </a:lnTo>
                  <a:lnTo>
                    <a:pt x="244208" y="1360703"/>
                  </a:lnTo>
                  <a:lnTo>
                    <a:pt x="241579" y="1360703"/>
                  </a:lnTo>
                  <a:lnTo>
                    <a:pt x="240461" y="1361173"/>
                  </a:lnTo>
                  <a:lnTo>
                    <a:pt x="238594" y="1363040"/>
                  </a:lnTo>
                  <a:lnTo>
                    <a:pt x="238125" y="1364157"/>
                  </a:lnTo>
                  <a:lnTo>
                    <a:pt x="238125" y="1366786"/>
                  </a:lnTo>
                  <a:lnTo>
                    <a:pt x="238594" y="1367904"/>
                  </a:lnTo>
                  <a:lnTo>
                    <a:pt x="240461" y="1369771"/>
                  </a:lnTo>
                  <a:lnTo>
                    <a:pt x="241579" y="1370228"/>
                  </a:lnTo>
                  <a:lnTo>
                    <a:pt x="244208" y="1370228"/>
                  </a:lnTo>
                  <a:lnTo>
                    <a:pt x="245325" y="1369771"/>
                  </a:lnTo>
                  <a:lnTo>
                    <a:pt x="247192" y="1367904"/>
                  </a:lnTo>
                  <a:lnTo>
                    <a:pt x="247650" y="1366786"/>
                  </a:lnTo>
                  <a:lnTo>
                    <a:pt x="247650" y="1364157"/>
                  </a:lnTo>
                  <a:close/>
                </a:path>
                <a:path w="5248275" h="1370329">
                  <a:moveTo>
                    <a:pt x="247650" y="683793"/>
                  </a:moveTo>
                  <a:lnTo>
                    <a:pt x="247192" y="682675"/>
                  </a:lnTo>
                  <a:lnTo>
                    <a:pt x="245325" y="680821"/>
                  </a:lnTo>
                  <a:lnTo>
                    <a:pt x="244208" y="680351"/>
                  </a:lnTo>
                  <a:lnTo>
                    <a:pt x="241579" y="680351"/>
                  </a:lnTo>
                  <a:lnTo>
                    <a:pt x="240461" y="680821"/>
                  </a:lnTo>
                  <a:lnTo>
                    <a:pt x="238594" y="682675"/>
                  </a:lnTo>
                  <a:lnTo>
                    <a:pt x="238125" y="683793"/>
                  </a:lnTo>
                  <a:lnTo>
                    <a:pt x="238125" y="686435"/>
                  </a:lnTo>
                  <a:lnTo>
                    <a:pt x="238594" y="687552"/>
                  </a:lnTo>
                  <a:lnTo>
                    <a:pt x="240461" y="689406"/>
                  </a:lnTo>
                  <a:lnTo>
                    <a:pt x="241579" y="689876"/>
                  </a:lnTo>
                  <a:lnTo>
                    <a:pt x="244208" y="689876"/>
                  </a:lnTo>
                  <a:lnTo>
                    <a:pt x="245325" y="689406"/>
                  </a:lnTo>
                  <a:lnTo>
                    <a:pt x="247192" y="687552"/>
                  </a:lnTo>
                  <a:lnTo>
                    <a:pt x="247650" y="686435"/>
                  </a:lnTo>
                  <a:lnTo>
                    <a:pt x="247650" y="683793"/>
                  </a:lnTo>
                  <a:close/>
                </a:path>
                <a:path w="5248275" h="1370329">
                  <a:moveTo>
                    <a:pt x="247650" y="3441"/>
                  </a:moveTo>
                  <a:lnTo>
                    <a:pt x="247192" y="2324"/>
                  </a:lnTo>
                  <a:lnTo>
                    <a:pt x="245325" y="457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57"/>
                  </a:lnTo>
                  <a:lnTo>
                    <a:pt x="238594" y="2324"/>
                  </a:lnTo>
                  <a:lnTo>
                    <a:pt x="238125" y="3441"/>
                  </a:lnTo>
                  <a:lnTo>
                    <a:pt x="238125" y="6070"/>
                  </a:lnTo>
                  <a:lnTo>
                    <a:pt x="238594" y="7200"/>
                  </a:lnTo>
                  <a:lnTo>
                    <a:pt x="240461" y="9055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55"/>
                  </a:lnTo>
                  <a:lnTo>
                    <a:pt x="247192" y="7200"/>
                  </a:lnTo>
                  <a:lnTo>
                    <a:pt x="247650" y="6070"/>
                  </a:lnTo>
                  <a:lnTo>
                    <a:pt x="247650" y="3441"/>
                  </a:lnTo>
                  <a:close/>
                </a:path>
                <a:path w="5248275" h="1370329">
                  <a:moveTo>
                    <a:pt x="295275" y="1364157"/>
                  </a:moveTo>
                  <a:lnTo>
                    <a:pt x="294817" y="1363040"/>
                  </a:lnTo>
                  <a:lnTo>
                    <a:pt x="292950" y="1361173"/>
                  </a:lnTo>
                  <a:lnTo>
                    <a:pt x="291833" y="1360703"/>
                  </a:lnTo>
                  <a:lnTo>
                    <a:pt x="289204" y="1360703"/>
                  </a:lnTo>
                  <a:lnTo>
                    <a:pt x="288086" y="1361173"/>
                  </a:lnTo>
                  <a:lnTo>
                    <a:pt x="286219" y="1363040"/>
                  </a:lnTo>
                  <a:lnTo>
                    <a:pt x="285750" y="1364157"/>
                  </a:lnTo>
                  <a:lnTo>
                    <a:pt x="285750" y="1366786"/>
                  </a:lnTo>
                  <a:lnTo>
                    <a:pt x="286219" y="1367904"/>
                  </a:lnTo>
                  <a:lnTo>
                    <a:pt x="288086" y="1369771"/>
                  </a:lnTo>
                  <a:lnTo>
                    <a:pt x="289204" y="1370228"/>
                  </a:lnTo>
                  <a:lnTo>
                    <a:pt x="291833" y="1370228"/>
                  </a:lnTo>
                  <a:lnTo>
                    <a:pt x="292950" y="1369771"/>
                  </a:lnTo>
                  <a:lnTo>
                    <a:pt x="294817" y="1367904"/>
                  </a:lnTo>
                  <a:lnTo>
                    <a:pt x="295275" y="1366786"/>
                  </a:lnTo>
                  <a:lnTo>
                    <a:pt x="295275" y="1364157"/>
                  </a:lnTo>
                  <a:close/>
                </a:path>
                <a:path w="5248275" h="1370329">
                  <a:moveTo>
                    <a:pt x="295275" y="683793"/>
                  </a:moveTo>
                  <a:lnTo>
                    <a:pt x="294817" y="682675"/>
                  </a:lnTo>
                  <a:lnTo>
                    <a:pt x="292950" y="680821"/>
                  </a:lnTo>
                  <a:lnTo>
                    <a:pt x="291833" y="680351"/>
                  </a:lnTo>
                  <a:lnTo>
                    <a:pt x="289204" y="680351"/>
                  </a:lnTo>
                  <a:lnTo>
                    <a:pt x="288086" y="680821"/>
                  </a:lnTo>
                  <a:lnTo>
                    <a:pt x="286219" y="682675"/>
                  </a:lnTo>
                  <a:lnTo>
                    <a:pt x="285750" y="683793"/>
                  </a:lnTo>
                  <a:lnTo>
                    <a:pt x="285750" y="686435"/>
                  </a:lnTo>
                  <a:lnTo>
                    <a:pt x="286219" y="687552"/>
                  </a:lnTo>
                  <a:lnTo>
                    <a:pt x="288086" y="689406"/>
                  </a:lnTo>
                  <a:lnTo>
                    <a:pt x="289204" y="689876"/>
                  </a:lnTo>
                  <a:lnTo>
                    <a:pt x="291833" y="689876"/>
                  </a:lnTo>
                  <a:lnTo>
                    <a:pt x="292950" y="689406"/>
                  </a:lnTo>
                  <a:lnTo>
                    <a:pt x="294817" y="687552"/>
                  </a:lnTo>
                  <a:lnTo>
                    <a:pt x="295275" y="686435"/>
                  </a:lnTo>
                  <a:lnTo>
                    <a:pt x="295275" y="683793"/>
                  </a:lnTo>
                  <a:close/>
                </a:path>
                <a:path w="5248275" h="1370329">
                  <a:moveTo>
                    <a:pt x="295275" y="3441"/>
                  </a:moveTo>
                  <a:lnTo>
                    <a:pt x="294817" y="2324"/>
                  </a:lnTo>
                  <a:lnTo>
                    <a:pt x="292950" y="457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57"/>
                  </a:lnTo>
                  <a:lnTo>
                    <a:pt x="286219" y="2324"/>
                  </a:lnTo>
                  <a:lnTo>
                    <a:pt x="285750" y="3441"/>
                  </a:lnTo>
                  <a:lnTo>
                    <a:pt x="285750" y="6070"/>
                  </a:lnTo>
                  <a:lnTo>
                    <a:pt x="286219" y="7200"/>
                  </a:lnTo>
                  <a:lnTo>
                    <a:pt x="288086" y="9055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55"/>
                  </a:lnTo>
                  <a:lnTo>
                    <a:pt x="294817" y="7200"/>
                  </a:lnTo>
                  <a:lnTo>
                    <a:pt x="295275" y="6070"/>
                  </a:lnTo>
                  <a:lnTo>
                    <a:pt x="295275" y="3441"/>
                  </a:lnTo>
                  <a:close/>
                </a:path>
                <a:path w="5248275" h="1370329">
                  <a:moveTo>
                    <a:pt x="342900" y="1364157"/>
                  </a:moveTo>
                  <a:lnTo>
                    <a:pt x="342442" y="1363040"/>
                  </a:lnTo>
                  <a:lnTo>
                    <a:pt x="340575" y="1361173"/>
                  </a:lnTo>
                  <a:lnTo>
                    <a:pt x="339458" y="1360703"/>
                  </a:lnTo>
                  <a:lnTo>
                    <a:pt x="336829" y="1360703"/>
                  </a:lnTo>
                  <a:lnTo>
                    <a:pt x="335711" y="1361173"/>
                  </a:lnTo>
                  <a:lnTo>
                    <a:pt x="333844" y="1363040"/>
                  </a:lnTo>
                  <a:lnTo>
                    <a:pt x="333375" y="1364157"/>
                  </a:lnTo>
                  <a:lnTo>
                    <a:pt x="333375" y="1366786"/>
                  </a:lnTo>
                  <a:lnTo>
                    <a:pt x="333844" y="1367904"/>
                  </a:lnTo>
                  <a:lnTo>
                    <a:pt x="335711" y="1369771"/>
                  </a:lnTo>
                  <a:lnTo>
                    <a:pt x="336829" y="1370228"/>
                  </a:lnTo>
                  <a:lnTo>
                    <a:pt x="339458" y="1370228"/>
                  </a:lnTo>
                  <a:lnTo>
                    <a:pt x="340575" y="1369771"/>
                  </a:lnTo>
                  <a:lnTo>
                    <a:pt x="342442" y="1367904"/>
                  </a:lnTo>
                  <a:lnTo>
                    <a:pt x="342900" y="1366786"/>
                  </a:lnTo>
                  <a:lnTo>
                    <a:pt x="342900" y="1364157"/>
                  </a:lnTo>
                  <a:close/>
                </a:path>
                <a:path w="5248275" h="1370329">
                  <a:moveTo>
                    <a:pt x="342900" y="683793"/>
                  </a:moveTo>
                  <a:lnTo>
                    <a:pt x="342442" y="682675"/>
                  </a:lnTo>
                  <a:lnTo>
                    <a:pt x="340575" y="680821"/>
                  </a:lnTo>
                  <a:lnTo>
                    <a:pt x="339458" y="680351"/>
                  </a:lnTo>
                  <a:lnTo>
                    <a:pt x="336829" y="680351"/>
                  </a:lnTo>
                  <a:lnTo>
                    <a:pt x="335711" y="680821"/>
                  </a:lnTo>
                  <a:lnTo>
                    <a:pt x="333844" y="682675"/>
                  </a:lnTo>
                  <a:lnTo>
                    <a:pt x="333375" y="683793"/>
                  </a:lnTo>
                  <a:lnTo>
                    <a:pt x="333375" y="686435"/>
                  </a:lnTo>
                  <a:lnTo>
                    <a:pt x="333844" y="687552"/>
                  </a:lnTo>
                  <a:lnTo>
                    <a:pt x="335711" y="689406"/>
                  </a:lnTo>
                  <a:lnTo>
                    <a:pt x="336829" y="689876"/>
                  </a:lnTo>
                  <a:lnTo>
                    <a:pt x="339458" y="689876"/>
                  </a:lnTo>
                  <a:lnTo>
                    <a:pt x="340575" y="689406"/>
                  </a:lnTo>
                  <a:lnTo>
                    <a:pt x="342442" y="687552"/>
                  </a:lnTo>
                  <a:lnTo>
                    <a:pt x="342900" y="686435"/>
                  </a:lnTo>
                  <a:lnTo>
                    <a:pt x="342900" y="683793"/>
                  </a:lnTo>
                  <a:close/>
                </a:path>
                <a:path w="5248275" h="1370329">
                  <a:moveTo>
                    <a:pt x="342900" y="3441"/>
                  </a:moveTo>
                  <a:lnTo>
                    <a:pt x="342442" y="2324"/>
                  </a:lnTo>
                  <a:lnTo>
                    <a:pt x="340575" y="457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57"/>
                  </a:lnTo>
                  <a:lnTo>
                    <a:pt x="333844" y="2324"/>
                  </a:lnTo>
                  <a:lnTo>
                    <a:pt x="333375" y="3441"/>
                  </a:lnTo>
                  <a:lnTo>
                    <a:pt x="333375" y="6070"/>
                  </a:lnTo>
                  <a:lnTo>
                    <a:pt x="333844" y="7200"/>
                  </a:lnTo>
                  <a:lnTo>
                    <a:pt x="335711" y="9055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55"/>
                  </a:lnTo>
                  <a:lnTo>
                    <a:pt x="342442" y="7200"/>
                  </a:lnTo>
                  <a:lnTo>
                    <a:pt x="342900" y="6070"/>
                  </a:lnTo>
                  <a:lnTo>
                    <a:pt x="342900" y="3441"/>
                  </a:lnTo>
                  <a:close/>
                </a:path>
                <a:path w="5248275" h="1370329">
                  <a:moveTo>
                    <a:pt x="390525" y="1364157"/>
                  </a:moveTo>
                  <a:lnTo>
                    <a:pt x="390067" y="1363040"/>
                  </a:lnTo>
                  <a:lnTo>
                    <a:pt x="388200" y="1361173"/>
                  </a:lnTo>
                  <a:lnTo>
                    <a:pt x="387083" y="1360703"/>
                  </a:lnTo>
                  <a:lnTo>
                    <a:pt x="384454" y="1360703"/>
                  </a:lnTo>
                  <a:lnTo>
                    <a:pt x="383336" y="1361173"/>
                  </a:lnTo>
                  <a:lnTo>
                    <a:pt x="381469" y="1363040"/>
                  </a:lnTo>
                  <a:lnTo>
                    <a:pt x="381000" y="1364157"/>
                  </a:lnTo>
                  <a:lnTo>
                    <a:pt x="381000" y="1366786"/>
                  </a:lnTo>
                  <a:lnTo>
                    <a:pt x="381469" y="1367904"/>
                  </a:lnTo>
                  <a:lnTo>
                    <a:pt x="383336" y="1369771"/>
                  </a:lnTo>
                  <a:lnTo>
                    <a:pt x="384454" y="1370228"/>
                  </a:lnTo>
                  <a:lnTo>
                    <a:pt x="387083" y="1370228"/>
                  </a:lnTo>
                  <a:lnTo>
                    <a:pt x="388200" y="1369771"/>
                  </a:lnTo>
                  <a:lnTo>
                    <a:pt x="390067" y="1367904"/>
                  </a:lnTo>
                  <a:lnTo>
                    <a:pt x="390525" y="1366786"/>
                  </a:lnTo>
                  <a:lnTo>
                    <a:pt x="390525" y="1364157"/>
                  </a:lnTo>
                  <a:close/>
                </a:path>
                <a:path w="5248275" h="1370329">
                  <a:moveTo>
                    <a:pt x="390525" y="683793"/>
                  </a:moveTo>
                  <a:lnTo>
                    <a:pt x="390067" y="682675"/>
                  </a:lnTo>
                  <a:lnTo>
                    <a:pt x="388200" y="680821"/>
                  </a:lnTo>
                  <a:lnTo>
                    <a:pt x="387083" y="680351"/>
                  </a:lnTo>
                  <a:lnTo>
                    <a:pt x="384454" y="680351"/>
                  </a:lnTo>
                  <a:lnTo>
                    <a:pt x="383336" y="680821"/>
                  </a:lnTo>
                  <a:lnTo>
                    <a:pt x="381469" y="682675"/>
                  </a:lnTo>
                  <a:lnTo>
                    <a:pt x="381000" y="683793"/>
                  </a:lnTo>
                  <a:lnTo>
                    <a:pt x="381000" y="686435"/>
                  </a:lnTo>
                  <a:lnTo>
                    <a:pt x="381469" y="687552"/>
                  </a:lnTo>
                  <a:lnTo>
                    <a:pt x="383336" y="689406"/>
                  </a:lnTo>
                  <a:lnTo>
                    <a:pt x="384454" y="689876"/>
                  </a:lnTo>
                  <a:lnTo>
                    <a:pt x="387083" y="689876"/>
                  </a:lnTo>
                  <a:lnTo>
                    <a:pt x="388200" y="689406"/>
                  </a:lnTo>
                  <a:lnTo>
                    <a:pt x="390067" y="687552"/>
                  </a:lnTo>
                  <a:lnTo>
                    <a:pt x="390525" y="686435"/>
                  </a:lnTo>
                  <a:lnTo>
                    <a:pt x="390525" y="683793"/>
                  </a:lnTo>
                  <a:close/>
                </a:path>
                <a:path w="5248275" h="1370329">
                  <a:moveTo>
                    <a:pt x="390525" y="3441"/>
                  </a:moveTo>
                  <a:lnTo>
                    <a:pt x="390067" y="2324"/>
                  </a:lnTo>
                  <a:lnTo>
                    <a:pt x="388200" y="457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57"/>
                  </a:lnTo>
                  <a:lnTo>
                    <a:pt x="381469" y="2324"/>
                  </a:lnTo>
                  <a:lnTo>
                    <a:pt x="381000" y="3441"/>
                  </a:lnTo>
                  <a:lnTo>
                    <a:pt x="381000" y="6070"/>
                  </a:lnTo>
                  <a:lnTo>
                    <a:pt x="381469" y="7200"/>
                  </a:lnTo>
                  <a:lnTo>
                    <a:pt x="383336" y="9055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55"/>
                  </a:lnTo>
                  <a:lnTo>
                    <a:pt x="390067" y="7200"/>
                  </a:lnTo>
                  <a:lnTo>
                    <a:pt x="390525" y="6070"/>
                  </a:lnTo>
                  <a:lnTo>
                    <a:pt x="390525" y="3441"/>
                  </a:lnTo>
                  <a:close/>
                </a:path>
                <a:path w="5248275" h="1370329">
                  <a:moveTo>
                    <a:pt x="438150" y="1364157"/>
                  </a:moveTo>
                  <a:lnTo>
                    <a:pt x="437692" y="1363040"/>
                  </a:lnTo>
                  <a:lnTo>
                    <a:pt x="435825" y="1361173"/>
                  </a:lnTo>
                  <a:lnTo>
                    <a:pt x="434708" y="1360703"/>
                  </a:lnTo>
                  <a:lnTo>
                    <a:pt x="432079" y="1360703"/>
                  </a:lnTo>
                  <a:lnTo>
                    <a:pt x="430961" y="1361173"/>
                  </a:lnTo>
                  <a:lnTo>
                    <a:pt x="429094" y="1363040"/>
                  </a:lnTo>
                  <a:lnTo>
                    <a:pt x="428625" y="1364157"/>
                  </a:lnTo>
                  <a:lnTo>
                    <a:pt x="428625" y="1366786"/>
                  </a:lnTo>
                  <a:lnTo>
                    <a:pt x="429094" y="1367904"/>
                  </a:lnTo>
                  <a:lnTo>
                    <a:pt x="430961" y="1369771"/>
                  </a:lnTo>
                  <a:lnTo>
                    <a:pt x="432079" y="1370228"/>
                  </a:lnTo>
                  <a:lnTo>
                    <a:pt x="434708" y="1370228"/>
                  </a:lnTo>
                  <a:lnTo>
                    <a:pt x="435825" y="1369771"/>
                  </a:lnTo>
                  <a:lnTo>
                    <a:pt x="437692" y="1367904"/>
                  </a:lnTo>
                  <a:lnTo>
                    <a:pt x="438150" y="1366786"/>
                  </a:lnTo>
                  <a:lnTo>
                    <a:pt x="438150" y="1364157"/>
                  </a:lnTo>
                  <a:close/>
                </a:path>
                <a:path w="5248275" h="1370329">
                  <a:moveTo>
                    <a:pt x="438150" y="683793"/>
                  </a:moveTo>
                  <a:lnTo>
                    <a:pt x="437692" y="682675"/>
                  </a:lnTo>
                  <a:lnTo>
                    <a:pt x="435825" y="680821"/>
                  </a:lnTo>
                  <a:lnTo>
                    <a:pt x="434708" y="680351"/>
                  </a:lnTo>
                  <a:lnTo>
                    <a:pt x="432079" y="680351"/>
                  </a:lnTo>
                  <a:lnTo>
                    <a:pt x="430961" y="680821"/>
                  </a:lnTo>
                  <a:lnTo>
                    <a:pt x="429094" y="682675"/>
                  </a:lnTo>
                  <a:lnTo>
                    <a:pt x="428625" y="683793"/>
                  </a:lnTo>
                  <a:lnTo>
                    <a:pt x="428625" y="686435"/>
                  </a:lnTo>
                  <a:lnTo>
                    <a:pt x="429094" y="687552"/>
                  </a:lnTo>
                  <a:lnTo>
                    <a:pt x="430961" y="689406"/>
                  </a:lnTo>
                  <a:lnTo>
                    <a:pt x="432079" y="689876"/>
                  </a:lnTo>
                  <a:lnTo>
                    <a:pt x="434708" y="689876"/>
                  </a:lnTo>
                  <a:lnTo>
                    <a:pt x="435825" y="689406"/>
                  </a:lnTo>
                  <a:lnTo>
                    <a:pt x="437692" y="687552"/>
                  </a:lnTo>
                  <a:lnTo>
                    <a:pt x="438150" y="686435"/>
                  </a:lnTo>
                  <a:lnTo>
                    <a:pt x="438150" y="683793"/>
                  </a:lnTo>
                  <a:close/>
                </a:path>
                <a:path w="5248275" h="1370329">
                  <a:moveTo>
                    <a:pt x="438150" y="3441"/>
                  </a:moveTo>
                  <a:lnTo>
                    <a:pt x="437692" y="2324"/>
                  </a:lnTo>
                  <a:lnTo>
                    <a:pt x="435825" y="457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57"/>
                  </a:lnTo>
                  <a:lnTo>
                    <a:pt x="429094" y="2324"/>
                  </a:lnTo>
                  <a:lnTo>
                    <a:pt x="428625" y="3441"/>
                  </a:lnTo>
                  <a:lnTo>
                    <a:pt x="428625" y="6070"/>
                  </a:lnTo>
                  <a:lnTo>
                    <a:pt x="429094" y="7200"/>
                  </a:lnTo>
                  <a:lnTo>
                    <a:pt x="430961" y="9055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55"/>
                  </a:lnTo>
                  <a:lnTo>
                    <a:pt x="437692" y="7200"/>
                  </a:lnTo>
                  <a:lnTo>
                    <a:pt x="438150" y="6070"/>
                  </a:lnTo>
                  <a:lnTo>
                    <a:pt x="438150" y="3441"/>
                  </a:lnTo>
                  <a:close/>
                </a:path>
                <a:path w="5248275" h="1370329">
                  <a:moveTo>
                    <a:pt x="485775" y="1364157"/>
                  </a:moveTo>
                  <a:lnTo>
                    <a:pt x="485317" y="1363040"/>
                  </a:lnTo>
                  <a:lnTo>
                    <a:pt x="483450" y="1361173"/>
                  </a:lnTo>
                  <a:lnTo>
                    <a:pt x="482333" y="1360703"/>
                  </a:lnTo>
                  <a:lnTo>
                    <a:pt x="479704" y="1360703"/>
                  </a:lnTo>
                  <a:lnTo>
                    <a:pt x="478586" y="1361173"/>
                  </a:lnTo>
                  <a:lnTo>
                    <a:pt x="476719" y="1363040"/>
                  </a:lnTo>
                  <a:lnTo>
                    <a:pt x="476250" y="1364157"/>
                  </a:lnTo>
                  <a:lnTo>
                    <a:pt x="476250" y="1366786"/>
                  </a:lnTo>
                  <a:lnTo>
                    <a:pt x="476719" y="1367904"/>
                  </a:lnTo>
                  <a:lnTo>
                    <a:pt x="478586" y="1369771"/>
                  </a:lnTo>
                  <a:lnTo>
                    <a:pt x="479704" y="1370228"/>
                  </a:lnTo>
                  <a:lnTo>
                    <a:pt x="482333" y="1370228"/>
                  </a:lnTo>
                  <a:lnTo>
                    <a:pt x="483450" y="1369771"/>
                  </a:lnTo>
                  <a:lnTo>
                    <a:pt x="485317" y="1367904"/>
                  </a:lnTo>
                  <a:lnTo>
                    <a:pt x="485775" y="1366786"/>
                  </a:lnTo>
                  <a:lnTo>
                    <a:pt x="485775" y="1364157"/>
                  </a:lnTo>
                  <a:close/>
                </a:path>
                <a:path w="5248275" h="1370329">
                  <a:moveTo>
                    <a:pt x="485775" y="683793"/>
                  </a:moveTo>
                  <a:lnTo>
                    <a:pt x="485317" y="682675"/>
                  </a:lnTo>
                  <a:lnTo>
                    <a:pt x="483450" y="680821"/>
                  </a:lnTo>
                  <a:lnTo>
                    <a:pt x="482333" y="680351"/>
                  </a:lnTo>
                  <a:lnTo>
                    <a:pt x="479704" y="680351"/>
                  </a:lnTo>
                  <a:lnTo>
                    <a:pt x="478586" y="680821"/>
                  </a:lnTo>
                  <a:lnTo>
                    <a:pt x="476719" y="682675"/>
                  </a:lnTo>
                  <a:lnTo>
                    <a:pt x="476250" y="683793"/>
                  </a:lnTo>
                  <a:lnTo>
                    <a:pt x="476250" y="686435"/>
                  </a:lnTo>
                  <a:lnTo>
                    <a:pt x="476719" y="687552"/>
                  </a:lnTo>
                  <a:lnTo>
                    <a:pt x="478586" y="689406"/>
                  </a:lnTo>
                  <a:lnTo>
                    <a:pt x="479704" y="689876"/>
                  </a:lnTo>
                  <a:lnTo>
                    <a:pt x="482333" y="689876"/>
                  </a:lnTo>
                  <a:lnTo>
                    <a:pt x="483450" y="689406"/>
                  </a:lnTo>
                  <a:lnTo>
                    <a:pt x="485317" y="687552"/>
                  </a:lnTo>
                  <a:lnTo>
                    <a:pt x="485775" y="686435"/>
                  </a:lnTo>
                  <a:lnTo>
                    <a:pt x="485775" y="683793"/>
                  </a:lnTo>
                  <a:close/>
                </a:path>
                <a:path w="5248275" h="1370329">
                  <a:moveTo>
                    <a:pt x="485775" y="3441"/>
                  </a:moveTo>
                  <a:lnTo>
                    <a:pt x="485317" y="2324"/>
                  </a:lnTo>
                  <a:lnTo>
                    <a:pt x="483450" y="457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57"/>
                  </a:lnTo>
                  <a:lnTo>
                    <a:pt x="476719" y="2324"/>
                  </a:lnTo>
                  <a:lnTo>
                    <a:pt x="476250" y="3441"/>
                  </a:lnTo>
                  <a:lnTo>
                    <a:pt x="476250" y="6070"/>
                  </a:lnTo>
                  <a:lnTo>
                    <a:pt x="476719" y="7200"/>
                  </a:lnTo>
                  <a:lnTo>
                    <a:pt x="478586" y="9055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55"/>
                  </a:lnTo>
                  <a:lnTo>
                    <a:pt x="485317" y="7200"/>
                  </a:lnTo>
                  <a:lnTo>
                    <a:pt x="485775" y="6070"/>
                  </a:lnTo>
                  <a:lnTo>
                    <a:pt x="485775" y="3441"/>
                  </a:lnTo>
                  <a:close/>
                </a:path>
                <a:path w="5248275" h="1370329">
                  <a:moveTo>
                    <a:pt x="533400" y="1364157"/>
                  </a:moveTo>
                  <a:lnTo>
                    <a:pt x="532942" y="1363040"/>
                  </a:lnTo>
                  <a:lnTo>
                    <a:pt x="531075" y="1361173"/>
                  </a:lnTo>
                  <a:lnTo>
                    <a:pt x="529958" y="1360703"/>
                  </a:lnTo>
                  <a:lnTo>
                    <a:pt x="527329" y="1360703"/>
                  </a:lnTo>
                  <a:lnTo>
                    <a:pt x="526211" y="1361173"/>
                  </a:lnTo>
                  <a:lnTo>
                    <a:pt x="524344" y="1363040"/>
                  </a:lnTo>
                  <a:lnTo>
                    <a:pt x="523875" y="1364157"/>
                  </a:lnTo>
                  <a:lnTo>
                    <a:pt x="523875" y="1366786"/>
                  </a:lnTo>
                  <a:lnTo>
                    <a:pt x="524344" y="1367904"/>
                  </a:lnTo>
                  <a:lnTo>
                    <a:pt x="526211" y="1369771"/>
                  </a:lnTo>
                  <a:lnTo>
                    <a:pt x="527329" y="1370228"/>
                  </a:lnTo>
                  <a:lnTo>
                    <a:pt x="529958" y="1370228"/>
                  </a:lnTo>
                  <a:lnTo>
                    <a:pt x="531075" y="1369771"/>
                  </a:lnTo>
                  <a:lnTo>
                    <a:pt x="532942" y="1367904"/>
                  </a:lnTo>
                  <a:lnTo>
                    <a:pt x="533400" y="1366786"/>
                  </a:lnTo>
                  <a:lnTo>
                    <a:pt x="533400" y="1364157"/>
                  </a:lnTo>
                  <a:close/>
                </a:path>
                <a:path w="5248275" h="1370329">
                  <a:moveTo>
                    <a:pt x="533400" y="683793"/>
                  </a:moveTo>
                  <a:lnTo>
                    <a:pt x="532942" y="682675"/>
                  </a:lnTo>
                  <a:lnTo>
                    <a:pt x="531075" y="680821"/>
                  </a:lnTo>
                  <a:lnTo>
                    <a:pt x="529958" y="680351"/>
                  </a:lnTo>
                  <a:lnTo>
                    <a:pt x="527329" y="680351"/>
                  </a:lnTo>
                  <a:lnTo>
                    <a:pt x="526211" y="680821"/>
                  </a:lnTo>
                  <a:lnTo>
                    <a:pt x="524344" y="682675"/>
                  </a:lnTo>
                  <a:lnTo>
                    <a:pt x="523875" y="683793"/>
                  </a:lnTo>
                  <a:lnTo>
                    <a:pt x="523875" y="686435"/>
                  </a:lnTo>
                  <a:lnTo>
                    <a:pt x="524344" y="687552"/>
                  </a:lnTo>
                  <a:lnTo>
                    <a:pt x="526211" y="689406"/>
                  </a:lnTo>
                  <a:lnTo>
                    <a:pt x="527329" y="689876"/>
                  </a:lnTo>
                  <a:lnTo>
                    <a:pt x="529958" y="689876"/>
                  </a:lnTo>
                  <a:lnTo>
                    <a:pt x="531075" y="689406"/>
                  </a:lnTo>
                  <a:lnTo>
                    <a:pt x="532942" y="687552"/>
                  </a:lnTo>
                  <a:lnTo>
                    <a:pt x="533400" y="686435"/>
                  </a:lnTo>
                  <a:lnTo>
                    <a:pt x="533400" y="683793"/>
                  </a:lnTo>
                  <a:close/>
                </a:path>
                <a:path w="5248275" h="1370329">
                  <a:moveTo>
                    <a:pt x="533400" y="3441"/>
                  </a:moveTo>
                  <a:lnTo>
                    <a:pt x="532942" y="2324"/>
                  </a:lnTo>
                  <a:lnTo>
                    <a:pt x="531075" y="457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57"/>
                  </a:lnTo>
                  <a:lnTo>
                    <a:pt x="524344" y="2324"/>
                  </a:lnTo>
                  <a:lnTo>
                    <a:pt x="523875" y="3441"/>
                  </a:lnTo>
                  <a:lnTo>
                    <a:pt x="523875" y="6070"/>
                  </a:lnTo>
                  <a:lnTo>
                    <a:pt x="524344" y="7200"/>
                  </a:lnTo>
                  <a:lnTo>
                    <a:pt x="526211" y="9055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55"/>
                  </a:lnTo>
                  <a:lnTo>
                    <a:pt x="532942" y="7200"/>
                  </a:lnTo>
                  <a:lnTo>
                    <a:pt x="533400" y="6070"/>
                  </a:lnTo>
                  <a:lnTo>
                    <a:pt x="533400" y="3441"/>
                  </a:lnTo>
                  <a:close/>
                </a:path>
                <a:path w="5248275" h="1370329">
                  <a:moveTo>
                    <a:pt x="581025" y="1364157"/>
                  </a:moveTo>
                  <a:lnTo>
                    <a:pt x="580567" y="1363040"/>
                  </a:lnTo>
                  <a:lnTo>
                    <a:pt x="578700" y="1361173"/>
                  </a:lnTo>
                  <a:lnTo>
                    <a:pt x="577583" y="1360703"/>
                  </a:lnTo>
                  <a:lnTo>
                    <a:pt x="574954" y="1360703"/>
                  </a:lnTo>
                  <a:lnTo>
                    <a:pt x="573836" y="1361173"/>
                  </a:lnTo>
                  <a:lnTo>
                    <a:pt x="571969" y="1363040"/>
                  </a:lnTo>
                  <a:lnTo>
                    <a:pt x="571500" y="1364157"/>
                  </a:lnTo>
                  <a:lnTo>
                    <a:pt x="571500" y="1366786"/>
                  </a:lnTo>
                  <a:lnTo>
                    <a:pt x="571969" y="1367904"/>
                  </a:lnTo>
                  <a:lnTo>
                    <a:pt x="573836" y="1369771"/>
                  </a:lnTo>
                  <a:lnTo>
                    <a:pt x="574954" y="1370228"/>
                  </a:lnTo>
                  <a:lnTo>
                    <a:pt x="577583" y="1370228"/>
                  </a:lnTo>
                  <a:lnTo>
                    <a:pt x="578700" y="1369771"/>
                  </a:lnTo>
                  <a:lnTo>
                    <a:pt x="580567" y="1367904"/>
                  </a:lnTo>
                  <a:lnTo>
                    <a:pt x="581025" y="1366786"/>
                  </a:lnTo>
                  <a:lnTo>
                    <a:pt x="581025" y="1364157"/>
                  </a:lnTo>
                  <a:close/>
                </a:path>
                <a:path w="5248275" h="1370329">
                  <a:moveTo>
                    <a:pt x="581025" y="683793"/>
                  </a:moveTo>
                  <a:lnTo>
                    <a:pt x="580567" y="682675"/>
                  </a:lnTo>
                  <a:lnTo>
                    <a:pt x="578700" y="680821"/>
                  </a:lnTo>
                  <a:lnTo>
                    <a:pt x="577583" y="680351"/>
                  </a:lnTo>
                  <a:lnTo>
                    <a:pt x="574954" y="680351"/>
                  </a:lnTo>
                  <a:lnTo>
                    <a:pt x="573836" y="680821"/>
                  </a:lnTo>
                  <a:lnTo>
                    <a:pt x="571969" y="682675"/>
                  </a:lnTo>
                  <a:lnTo>
                    <a:pt x="571500" y="683793"/>
                  </a:lnTo>
                  <a:lnTo>
                    <a:pt x="571500" y="686435"/>
                  </a:lnTo>
                  <a:lnTo>
                    <a:pt x="571969" y="687552"/>
                  </a:lnTo>
                  <a:lnTo>
                    <a:pt x="573836" y="689406"/>
                  </a:lnTo>
                  <a:lnTo>
                    <a:pt x="574954" y="689876"/>
                  </a:lnTo>
                  <a:lnTo>
                    <a:pt x="577583" y="689876"/>
                  </a:lnTo>
                  <a:lnTo>
                    <a:pt x="578700" y="689406"/>
                  </a:lnTo>
                  <a:lnTo>
                    <a:pt x="580567" y="687552"/>
                  </a:lnTo>
                  <a:lnTo>
                    <a:pt x="581025" y="686435"/>
                  </a:lnTo>
                  <a:lnTo>
                    <a:pt x="581025" y="683793"/>
                  </a:lnTo>
                  <a:close/>
                </a:path>
                <a:path w="5248275" h="1370329">
                  <a:moveTo>
                    <a:pt x="581025" y="3441"/>
                  </a:moveTo>
                  <a:lnTo>
                    <a:pt x="580567" y="2324"/>
                  </a:lnTo>
                  <a:lnTo>
                    <a:pt x="578700" y="457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57"/>
                  </a:lnTo>
                  <a:lnTo>
                    <a:pt x="571969" y="2324"/>
                  </a:lnTo>
                  <a:lnTo>
                    <a:pt x="571500" y="3441"/>
                  </a:lnTo>
                  <a:lnTo>
                    <a:pt x="571500" y="6070"/>
                  </a:lnTo>
                  <a:lnTo>
                    <a:pt x="571969" y="7200"/>
                  </a:lnTo>
                  <a:lnTo>
                    <a:pt x="573836" y="9055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55"/>
                  </a:lnTo>
                  <a:lnTo>
                    <a:pt x="580567" y="7200"/>
                  </a:lnTo>
                  <a:lnTo>
                    <a:pt x="581025" y="6070"/>
                  </a:lnTo>
                  <a:lnTo>
                    <a:pt x="581025" y="3441"/>
                  </a:lnTo>
                  <a:close/>
                </a:path>
                <a:path w="5248275" h="1370329">
                  <a:moveTo>
                    <a:pt x="628650" y="1364157"/>
                  </a:moveTo>
                  <a:lnTo>
                    <a:pt x="628192" y="1363040"/>
                  </a:lnTo>
                  <a:lnTo>
                    <a:pt x="626325" y="1361173"/>
                  </a:lnTo>
                  <a:lnTo>
                    <a:pt x="625208" y="1360703"/>
                  </a:lnTo>
                  <a:lnTo>
                    <a:pt x="622579" y="1360703"/>
                  </a:lnTo>
                  <a:lnTo>
                    <a:pt x="621461" y="1361173"/>
                  </a:lnTo>
                  <a:lnTo>
                    <a:pt x="619594" y="1363040"/>
                  </a:lnTo>
                  <a:lnTo>
                    <a:pt x="619125" y="1364157"/>
                  </a:lnTo>
                  <a:lnTo>
                    <a:pt x="619125" y="1366786"/>
                  </a:lnTo>
                  <a:lnTo>
                    <a:pt x="619594" y="1367904"/>
                  </a:lnTo>
                  <a:lnTo>
                    <a:pt x="621461" y="1369771"/>
                  </a:lnTo>
                  <a:lnTo>
                    <a:pt x="622579" y="1370228"/>
                  </a:lnTo>
                  <a:lnTo>
                    <a:pt x="625208" y="1370228"/>
                  </a:lnTo>
                  <a:lnTo>
                    <a:pt x="626325" y="1369771"/>
                  </a:lnTo>
                  <a:lnTo>
                    <a:pt x="628192" y="1367904"/>
                  </a:lnTo>
                  <a:lnTo>
                    <a:pt x="628650" y="1366786"/>
                  </a:lnTo>
                  <a:lnTo>
                    <a:pt x="628650" y="1364157"/>
                  </a:lnTo>
                  <a:close/>
                </a:path>
                <a:path w="5248275" h="1370329">
                  <a:moveTo>
                    <a:pt x="628650" y="683793"/>
                  </a:moveTo>
                  <a:lnTo>
                    <a:pt x="628192" y="682675"/>
                  </a:lnTo>
                  <a:lnTo>
                    <a:pt x="626325" y="680821"/>
                  </a:lnTo>
                  <a:lnTo>
                    <a:pt x="625208" y="680351"/>
                  </a:lnTo>
                  <a:lnTo>
                    <a:pt x="622579" y="680351"/>
                  </a:lnTo>
                  <a:lnTo>
                    <a:pt x="621461" y="680821"/>
                  </a:lnTo>
                  <a:lnTo>
                    <a:pt x="619594" y="682675"/>
                  </a:lnTo>
                  <a:lnTo>
                    <a:pt x="619125" y="683793"/>
                  </a:lnTo>
                  <a:lnTo>
                    <a:pt x="619125" y="686435"/>
                  </a:lnTo>
                  <a:lnTo>
                    <a:pt x="619594" y="687552"/>
                  </a:lnTo>
                  <a:lnTo>
                    <a:pt x="621461" y="689406"/>
                  </a:lnTo>
                  <a:lnTo>
                    <a:pt x="622579" y="689876"/>
                  </a:lnTo>
                  <a:lnTo>
                    <a:pt x="625208" y="689876"/>
                  </a:lnTo>
                  <a:lnTo>
                    <a:pt x="626325" y="689406"/>
                  </a:lnTo>
                  <a:lnTo>
                    <a:pt x="628192" y="687552"/>
                  </a:lnTo>
                  <a:lnTo>
                    <a:pt x="628650" y="686435"/>
                  </a:lnTo>
                  <a:lnTo>
                    <a:pt x="628650" y="683793"/>
                  </a:lnTo>
                  <a:close/>
                </a:path>
                <a:path w="5248275" h="1370329">
                  <a:moveTo>
                    <a:pt x="628650" y="3441"/>
                  </a:moveTo>
                  <a:lnTo>
                    <a:pt x="628192" y="2324"/>
                  </a:lnTo>
                  <a:lnTo>
                    <a:pt x="626325" y="457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57"/>
                  </a:lnTo>
                  <a:lnTo>
                    <a:pt x="619594" y="2324"/>
                  </a:lnTo>
                  <a:lnTo>
                    <a:pt x="619125" y="3441"/>
                  </a:lnTo>
                  <a:lnTo>
                    <a:pt x="619125" y="6070"/>
                  </a:lnTo>
                  <a:lnTo>
                    <a:pt x="619594" y="7200"/>
                  </a:lnTo>
                  <a:lnTo>
                    <a:pt x="621461" y="9055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55"/>
                  </a:lnTo>
                  <a:lnTo>
                    <a:pt x="628192" y="7200"/>
                  </a:lnTo>
                  <a:lnTo>
                    <a:pt x="628650" y="6070"/>
                  </a:lnTo>
                  <a:lnTo>
                    <a:pt x="628650" y="3441"/>
                  </a:lnTo>
                  <a:close/>
                </a:path>
                <a:path w="5248275" h="1370329">
                  <a:moveTo>
                    <a:pt x="676275" y="1364157"/>
                  </a:moveTo>
                  <a:lnTo>
                    <a:pt x="675817" y="1363040"/>
                  </a:lnTo>
                  <a:lnTo>
                    <a:pt x="673950" y="1361173"/>
                  </a:lnTo>
                  <a:lnTo>
                    <a:pt x="672833" y="1360703"/>
                  </a:lnTo>
                  <a:lnTo>
                    <a:pt x="670204" y="1360703"/>
                  </a:lnTo>
                  <a:lnTo>
                    <a:pt x="669086" y="1361173"/>
                  </a:lnTo>
                  <a:lnTo>
                    <a:pt x="667219" y="1363040"/>
                  </a:lnTo>
                  <a:lnTo>
                    <a:pt x="666750" y="1364157"/>
                  </a:lnTo>
                  <a:lnTo>
                    <a:pt x="666750" y="1366786"/>
                  </a:lnTo>
                  <a:lnTo>
                    <a:pt x="667219" y="1367904"/>
                  </a:lnTo>
                  <a:lnTo>
                    <a:pt x="669086" y="1369771"/>
                  </a:lnTo>
                  <a:lnTo>
                    <a:pt x="670204" y="1370228"/>
                  </a:lnTo>
                  <a:lnTo>
                    <a:pt x="672833" y="1370228"/>
                  </a:lnTo>
                  <a:lnTo>
                    <a:pt x="673950" y="1369771"/>
                  </a:lnTo>
                  <a:lnTo>
                    <a:pt x="675817" y="1367904"/>
                  </a:lnTo>
                  <a:lnTo>
                    <a:pt x="676275" y="1366786"/>
                  </a:lnTo>
                  <a:lnTo>
                    <a:pt x="676275" y="1364157"/>
                  </a:lnTo>
                  <a:close/>
                </a:path>
                <a:path w="5248275" h="1370329">
                  <a:moveTo>
                    <a:pt x="676275" y="683793"/>
                  </a:moveTo>
                  <a:lnTo>
                    <a:pt x="675817" y="682675"/>
                  </a:lnTo>
                  <a:lnTo>
                    <a:pt x="673950" y="680821"/>
                  </a:lnTo>
                  <a:lnTo>
                    <a:pt x="672833" y="680351"/>
                  </a:lnTo>
                  <a:lnTo>
                    <a:pt x="670204" y="680351"/>
                  </a:lnTo>
                  <a:lnTo>
                    <a:pt x="669086" y="680821"/>
                  </a:lnTo>
                  <a:lnTo>
                    <a:pt x="667219" y="682675"/>
                  </a:lnTo>
                  <a:lnTo>
                    <a:pt x="666750" y="683793"/>
                  </a:lnTo>
                  <a:lnTo>
                    <a:pt x="666750" y="686435"/>
                  </a:lnTo>
                  <a:lnTo>
                    <a:pt x="667219" y="687552"/>
                  </a:lnTo>
                  <a:lnTo>
                    <a:pt x="669086" y="689406"/>
                  </a:lnTo>
                  <a:lnTo>
                    <a:pt x="670204" y="689876"/>
                  </a:lnTo>
                  <a:lnTo>
                    <a:pt x="672833" y="689876"/>
                  </a:lnTo>
                  <a:lnTo>
                    <a:pt x="673950" y="689406"/>
                  </a:lnTo>
                  <a:lnTo>
                    <a:pt x="675817" y="687552"/>
                  </a:lnTo>
                  <a:lnTo>
                    <a:pt x="676275" y="686435"/>
                  </a:lnTo>
                  <a:lnTo>
                    <a:pt x="676275" y="683793"/>
                  </a:lnTo>
                  <a:close/>
                </a:path>
                <a:path w="5248275" h="1370329">
                  <a:moveTo>
                    <a:pt x="676275" y="3441"/>
                  </a:moveTo>
                  <a:lnTo>
                    <a:pt x="675817" y="2324"/>
                  </a:lnTo>
                  <a:lnTo>
                    <a:pt x="673950" y="457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57"/>
                  </a:lnTo>
                  <a:lnTo>
                    <a:pt x="667219" y="2324"/>
                  </a:lnTo>
                  <a:lnTo>
                    <a:pt x="666750" y="3441"/>
                  </a:lnTo>
                  <a:lnTo>
                    <a:pt x="666750" y="6070"/>
                  </a:lnTo>
                  <a:lnTo>
                    <a:pt x="667219" y="7200"/>
                  </a:lnTo>
                  <a:lnTo>
                    <a:pt x="669086" y="9055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55"/>
                  </a:lnTo>
                  <a:lnTo>
                    <a:pt x="675817" y="7200"/>
                  </a:lnTo>
                  <a:lnTo>
                    <a:pt x="676275" y="6070"/>
                  </a:lnTo>
                  <a:lnTo>
                    <a:pt x="676275" y="3441"/>
                  </a:lnTo>
                  <a:close/>
                </a:path>
                <a:path w="5248275" h="1370329">
                  <a:moveTo>
                    <a:pt x="723900" y="1364157"/>
                  </a:moveTo>
                  <a:lnTo>
                    <a:pt x="723442" y="1363040"/>
                  </a:lnTo>
                  <a:lnTo>
                    <a:pt x="721575" y="1361173"/>
                  </a:lnTo>
                  <a:lnTo>
                    <a:pt x="720458" y="1360703"/>
                  </a:lnTo>
                  <a:lnTo>
                    <a:pt x="717829" y="1360703"/>
                  </a:lnTo>
                  <a:lnTo>
                    <a:pt x="716711" y="1361173"/>
                  </a:lnTo>
                  <a:lnTo>
                    <a:pt x="714844" y="1363040"/>
                  </a:lnTo>
                  <a:lnTo>
                    <a:pt x="714375" y="1364157"/>
                  </a:lnTo>
                  <a:lnTo>
                    <a:pt x="714375" y="1366786"/>
                  </a:lnTo>
                  <a:lnTo>
                    <a:pt x="714844" y="1367904"/>
                  </a:lnTo>
                  <a:lnTo>
                    <a:pt x="716711" y="1369771"/>
                  </a:lnTo>
                  <a:lnTo>
                    <a:pt x="717829" y="1370228"/>
                  </a:lnTo>
                  <a:lnTo>
                    <a:pt x="720458" y="1370228"/>
                  </a:lnTo>
                  <a:lnTo>
                    <a:pt x="721575" y="1369771"/>
                  </a:lnTo>
                  <a:lnTo>
                    <a:pt x="723442" y="1367904"/>
                  </a:lnTo>
                  <a:lnTo>
                    <a:pt x="723900" y="1366786"/>
                  </a:lnTo>
                  <a:lnTo>
                    <a:pt x="723900" y="1364157"/>
                  </a:lnTo>
                  <a:close/>
                </a:path>
                <a:path w="5248275" h="1370329">
                  <a:moveTo>
                    <a:pt x="723900" y="683793"/>
                  </a:moveTo>
                  <a:lnTo>
                    <a:pt x="723442" y="682675"/>
                  </a:lnTo>
                  <a:lnTo>
                    <a:pt x="721575" y="680821"/>
                  </a:lnTo>
                  <a:lnTo>
                    <a:pt x="720458" y="680351"/>
                  </a:lnTo>
                  <a:lnTo>
                    <a:pt x="717829" y="680351"/>
                  </a:lnTo>
                  <a:lnTo>
                    <a:pt x="716711" y="680821"/>
                  </a:lnTo>
                  <a:lnTo>
                    <a:pt x="714844" y="682675"/>
                  </a:lnTo>
                  <a:lnTo>
                    <a:pt x="714375" y="683793"/>
                  </a:lnTo>
                  <a:lnTo>
                    <a:pt x="714375" y="686435"/>
                  </a:lnTo>
                  <a:lnTo>
                    <a:pt x="714844" y="687552"/>
                  </a:lnTo>
                  <a:lnTo>
                    <a:pt x="716711" y="689406"/>
                  </a:lnTo>
                  <a:lnTo>
                    <a:pt x="717829" y="689876"/>
                  </a:lnTo>
                  <a:lnTo>
                    <a:pt x="720458" y="689876"/>
                  </a:lnTo>
                  <a:lnTo>
                    <a:pt x="721575" y="689406"/>
                  </a:lnTo>
                  <a:lnTo>
                    <a:pt x="723442" y="687552"/>
                  </a:lnTo>
                  <a:lnTo>
                    <a:pt x="723900" y="686435"/>
                  </a:lnTo>
                  <a:lnTo>
                    <a:pt x="723900" y="683793"/>
                  </a:lnTo>
                  <a:close/>
                </a:path>
                <a:path w="5248275" h="1370329">
                  <a:moveTo>
                    <a:pt x="723900" y="3441"/>
                  </a:moveTo>
                  <a:lnTo>
                    <a:pt x="723442" y="2324"/>
                  </a:lnTo>
                  <a:lnTo>
                    <a:pt x="721575" y="457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57"/>
                  </a:lnTo>
                  <a:lnTo>
                    <a:pt x="714844" y="2324"/>
                  </a:lnTo>
                  <a:lnTo>
                    <a:pt x="714375" y="3441"/>
                  </a:lnTo>
                  <a:lnTo>
                    <a:pt x="714375" y="6070"/>
                  </a:lnTo>
                  <a:lnTo>
                    <a:pt x="714844" y="7200"/>
                  </a:lnTo>
                  <a:lnTo>
                    <a:pt x="716711" y="9055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55"/>
                  </a:lnTo>
                  <a:lnTo>
                    <a:pt x="723442" y="7200"/>
                  </a:lnTo>
                  <a:lnTo>
                    <a:pt x="723900" y="6070"/>
                  </a:lnTo>
                  <a:lnTo>
                    <a:pt x="723900" y="3441"/>
                  </a:lnTo>
                  <a:close/>
                </a:path>
                <a:path w="5248275" h="1370329">
                  <a:moveTo>
                    <a:pt x="771525" y="1364157"/>
                  </a:moveTo>
                  <a:lnTo>
                    <a:pt x="771067" y="1363040"/>
                  </a:lnTo>
                  <a:lnTo>
                    <a:pt x="769200" y="1361173"/>
                  </a:lnTo>
                  <a:lnTo>
                    <a:pt x="768083" y="1360703"/>
                  </a:lnTo>
                  <a:lnTo>
                    <a:pt x="765454" y="1360703"/>
                  </a:lnTo>
                  <a:lnTo>
                    <a:pt x="764336" y="1361173"/>
                  </a:lnTo>
                  <a:lnTo>
                    <a:pt x="762469" y="1363040"/>
                  </a:lnTo>
                  <a:lnTo>
                    <a:pt x="762000" y="1364157"/>
                  </a:lnTo>
                  <a:lnTo>
                    <a:pt x="762000" y="1366786"/>
                  </a:lnTo>
                  <a:lnTo>
                    <a:pt x="762469" y="1367904"/>
                  </a:lnTo>
                  <a:lnTo>
                    <a:pt x="764336" y="1369771"/>
                  </a:lnTo>
                  <a:lnTo>
                    <a:pt x="765454" y="1370228"/>
                  </a:lnTo>
                  <a:lnTo>
                    <a:pt x="768083" y="1370228"/>
                  </a:lnTo>
                  <a:lnTo>
                    <a:pt x="769200" y="1369771"/>
                  </a:lnTo>
                  <a:lnTo>
                    <a:pt x="771067" y="1367904"/>
                  </a:lnTo>
                  <a:lnTo>
                    <a:pt x="771525" y="1366786"/>
                  </a:lnTo>
                  <a:lnTo>
                    <a:pt x="771525" y="1364157"/>
                  </a:lnTo>
                  <a:close/>
                </a:path>
                <a:path w="5248275" h="1370329">
                  <a:moveTo>
                    <a:pt x="771525" y="683793"/>
                  </a:moveTo>
                  <a:lnTo>
                    <a:pt x="771067" y="682675"/>
                  </a:lnTo>
                  <a:lnTo>
                    <a:pt x="769200" y="680821"/>
                  </a:lnTo>
                  <a:lnTo>
                    <a:pt x="768083" y="680351"/>
                  </a:lnTo>
                  <a:lnTo>
                    <a:pt x="765454" y="680351"/>
                  </a:lnTo>
                  <a:lnTo>
                    <a:pt x="764336" y="680821"/>
                  </a:lnTo>
                  <a:lnTo>
                    <a:pt x="762469" y="682675"/>
                  </a:lnTo>
                  <a:lnTo>
                    <a:pt x="762000" y="683793"/>
                  </a:lnTo>
                  <a:lnTo>
                    <a:pt x="762000" y="686435"/>
                  </a:lnTo>
                  <a:lnTo>
                    <a:pt x="762469" y="687552"/>
                  </a:lnTo>
                  <a:lnTo>
                    <a:pt x="764336" y="689406"/>
                  </a:lnTo>
                  <a:lnTo>
                    <a:pt x="765454" y="689876"/>
                  </a:lnTo>
                  <a:lnTo>
                    <a:pt x="768083" y="689876"/>
                  </a:lnTo>
                  <a:lnTo>
                    <a:pt x="769200" y="689406"/>
                  </a:lnTo>
                  <a:lnTo>
                    <a:pt x="771067" y="687552"/>
                  </a:lnTo>
                  <a:lnTo>
                    <a:pt x="771525" y="686435"/>
                  </a:lnTo>
                  <a:lnTo>
                    <a:pt x="771525" y="683793"/>
                  </a:lnTo>
                  <a:close/>
                </a:path>
                <a:path w="5248275" h="1370329">
                  <a:moveTo>
                    <a:pt x="771525" y="3441"/>
                  </a:moveTo>
                  <a:lnTo>
                    <a:pt x="771067" y="2324"/>
                  </a:lnTo>
                  <a:lnTo>
                    <a:pt x="769200" y="457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57"/>
                  </a:lnTo>
                  <a:lnTo>
                    <a:pt x="762469" y="2324"/>
                  </a:lnTo>
                  <a:lnTo>
                    <a:pt x="762000" y="3441"/>
                  </a:lnTo>
                  <a:lnTo>
                    <a:pt x="762000" y="6070"/>
                  </a:lnTo>
                  <a:lnTo>
                    <a:pt x="762469" y="7200"/>
                  </a:lnTo>
                  <a:lnTo>
                    <a:pt x="764336" y="9055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55"/>
                  </a:lnTo>
                  <a:lnTo>
                    <a:pt x="771067" y="7200"/>
                  </a:lnTo>
                  <a:lnTo>
                    <a:pt x="771525" y="6070"/>
                  </a:lnTo>
                  <a:lnTo>
                    <a:pt x="771525" y="3441"/>
                  </a:lnTo>
                  <a:close/>
                </a:path>
                <a:path w="5248275" h="1370329">
                  <a:moveTo>
                    <a:pt x="819150" y="1364157"/>
                  </a:moveTo>
                  <a:lnTo>
                    <a:pt x="818692" y="1363040"/>
                  </a:lnTo>
                  <a:lnTo>
                    <a:pt x="816825" y="1361173"/>
                  </a:lnTo>
                  <a:lnTo>
                    <a:pt x="815708" y="1360703"/>
                  </a:lnTo>
                  <a:lnTo>
                    <a:pt x="813079" y="1360703"/>
                  </a:lnTo>
                  <a:lnTo>
                    <a:pt x="811961" y="1361173"/>
                  </a:lnTo>
                  <a:lnTo>
                    <a:pt x="810094" y="1363040"/>
                  </a:lnTo>
                  <a:lnTo>
                    <a:pt x="809625" y="1364157"/>
                  </a:lnTo>
                  <a:lnTo>
                    <a:pt x="809625" y="1366786"/>
                  </a:lnTo>
                  <a:lnTo>
                    <a:pt x="810094" y="1367904"/>
                  </a:lnTo>
                  <a:lnTo>
                    <a:pt x="811961" y="1369771"/>
                  </a:lnTo>
                  <a:lnTo>
                    <a:pt x="813079" y="1370228"/>
                  </a:lnTo>
                  <a:lnTo>
                    <a:pt x="815708" y="1370228"/>
                  </a:lnTo>
                  <a:lnTo>
                    <a:pt x="816825" y="1369771"/>
                  </a:lnTo>
                  <a:lnTo>
                    <a:pt x="818692" y="1367904"/>
                  </a:lnTo>
                  <a:lnTo>
                    <a:pt x="819150" y="1366786"/>
                  </a:lnTo>
                  <a:lnTo>
                    <a:pt x="819150" y="1364157"/>
                  </a:lnTo>
                  <a:close/>
                </a:path>
                <a:path w="5248275" h="1370329">
                  <a:moveTo>
                    <a:pt x="819150" y="683793"/>
                  </a:moveTo>
                  <a:lnTo>
                    <a:pt x="818692" y="682675"/>
                  </a:lnTo>
                  <a:lnTo>
                    <a:pt x="816825" y="680821"/>
                  </a:lnTo>
                  <a:lnTo>
                    <a:pt x="815708" y="680351"/>
                  </a:lnTo>
                  <a:lnTo>
                    <a:pt x="813079" y="680351"/>
                  </a:lnTo>
                  <a:lnTo>
                    <a:pt x="811961" y="680821"/>
                  </a:lnTo>
                  <a:lnTo>
                    <a:pt x="810094" y="682675"/>
                  </a:lnTo>
                  <a:lnTo>
                    <a:pt x="809625" y="683793"/>
                  </a:lnTo>
                  <a:lnTo>
                    <a:pt x="809625" y="686435"/>
                  </a:lnTo>
                  <a:lnTo>
                    <a:pt x="810094" y="687552"/>
                  </a:lnTo>
                  <a:lnTo>
                    <a:pt x="811961" y="689406"/>
                  </a:lnTo>
                  <a:lnTo>
                    <a:pt x="813079" y="689876"/>
                  </a:lnTo>
                  <a:lnTo>
                    <a:pt x="815708" y="689876"/>
                  </a:lnTo>
                  <a:lnTo>
                    <a:pt x="816825" y="689406"/>
                  </a:lnTo>
                  <a:lnTo>
                    <a:pt x="818692" y="687552"/>
                  </a:lnTo>
                  <a:lnTo>
                    <a:pt x="819150" y="686435"/>
                  </a:lnTo>
                  <a:lnTo>
                    <a:pt x="819150" y="683793"/>
                  </a:lnTo>
                  <a:close/>
                </a:path>
                <a:path w="5248275" h="1370329">
                  <a:moveTo>
                    <a:pt x="819150" y="3441"/>
                  </a:moveTo>
                  <a:lnTo>
                    <a:pt x="818692" y="2324"/>
                  </a:lnTo>
                  <a:lnTo>
                    <a:pt x="816825" y="457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57"/>
                  </a:lnTo>
                  <a:lnTo>
                    <a:pt x="810094" y="2324"/>
                  </a:lnTo>
                  <a:lnTo>
                    <a:pt x="809625" y="3441"/>
                  </a:lnTo>
                  <a:lnTo>
                    <a:pt x="809625" y="6070"/>
                  </a:lnTo>
                  <a:lnTo>
                    <a:pt x="810094" y="7200"/>
                  </a:lnTo>
                  <a:lnTo>
                    <a:pt x="811961" y="9055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55"/>
                  </a:lnTo>
                  <a:lnTo>
                    <a:pt x="818692" y="7200"/>
                  </a:lnTo>
                  <a:lnTo>
                    <a:pt x="819150" y="6070"/>
                  </a:lnTo>
                  <a:lnTo>
                    <a:pt x="819150" y="3441"/>
                  </a:lnTo>
                  <a:close/>
                </a:path>
                <a:path w="5248275" h="1370329">
                  <a:moveTo>
                    <a:pt x="866775" y="1364157"/>
                  </a:moveTo>
                  <a:lnTo>
                    <a:pt x="866317" y="1363040"/>
                  </a:lnTo>
                  <a:lnTo>
                    <a:pt x="864450" y="1361173"/>
                  </a:lnTo>
                  <a:lnTo>
                    <a:pt x="863333" y="1360703"/>
                  </a:lnTo>
                  <a:lnTo>
                    <a:pt x="860704" y="1360703"/>
                  </a:lnTo>
                  <a:lnTo>
                    <a:pt x="859586" y="1361173"/>
                  </a:lnTo>
                  <a:lnTo>
                    <a:pt x="857719" y="1363040"/>
                  </a:lnTo>
                  <a:lnTo>
                    <a:pt x="857250" y="1364157"/>
                  </a:lnTo>
                  <a:lnTo>
                    <a:pt x="857250" y="1366786"/>
                  </a:lnTo>
                  <a:lnTo>
                    <a:pt x="857719" y="1367904"/>
                  </a:lnTo>
                  <a:lnTo>
                    <a:pt x="859586" y="1369771"/>
                  </a:lnTo>
                  <a:lnTo>
                    <a:pt x="860704" y="1370228"/>
                  </a:lnTo>
                  <a:lnTo>
                    <a:pt x="863333" y="1370228"/>
                  </a:lnTo>
                  <a:lnTo>
                    <a:pt x="864450" y="1369771"/>
                  </a:lnTo>
                  <a:lnTo>
                    <a:pt x="866317" y="1367904"/>
                  </a:lnTo>
                  <a:lnTo>
                    <a:pt x="866775" y="1366786"/>
                  </a:lnTo>
                  <a:lnTo>
                    <a:pt x="866775" y="1364157"/>
                  </a:lnTo>
                  <a:close/>
                </a:path>
                <a:path w="5248275" h="1370329">
                  <a:moveTo>
                    <a:pt x="866775" y="683793"/>
                  </a:moveTo>
                  <a:lnTo>
                    <a:pt x="866317" y="682675"/>
                  </a:lnTo>
                  <a:lnTo>
                    <a:pt x="864450" y="680821"/>
                  </a:lnTo>
                  <a:lnTo>
                    <a:pt x="863333" y="680351"/>
                  </a:lnTo>
                  <a:lnTo>
                    <a:pt x="860704" y="680351"/>
                  </a:lnTo>
                  <a:lnTo>
                    <a:pt x="859586" y="680821"/>
                  </a:lnTo>
                  <a:lnTo>
                    <a:pt x="857719" y="682675"/>
                  </a:lnTo>
                  <a:lnTo>
                    <a:pt x="857250" y="683793"/>
                  </a:lnTo>
                  <a:lnTo>
                    <a:pt x="857250" y="686435"/>
                  </a:lnTo>
                  <a:lnTo>
                    <a:pt x="857719" y="687552"/>
                  </a:lnTo>
                  <a:lnTo>
                    <a:pt x="859586" y="689406"/>
                  </a:lnTo>
                  <a:lnTo>
                    <a:pt x="860704" y="689876"/>
                  </a:lnTo>
                  <a:lnTo>
                    <a:pt x="863333" y="689876"/>
                  </a:lnTo>
                  <a:lnTo>
                    <a:pt x="864450" y="689406"/>
                  </a:lnTo>
                  <a:lnTo>
                    <a:pt x="866317" y="687552"/>
                  </a:lnTo>
                  <a:lnTo>
                    <a:pt x="866775" y="686435"/>
                  </a:lnTo>
                  <a:lnTo>
                    <a:pt x="866775" y="683793"/>
                  </a:lnTo>
                  <a:close/>
                </a:path>
                <a:path w="5248275" h="1370329">
                  <a:moveTo>
                    <a:pt x="866775" y="3441"/>
                  </a:moveTo>
                  <a:lnTo>
                    <a:pt x="866317" y="2324"/>
                  </a:lnTo>
                  <a:lnTo>
                    <a:pt x="864450" y="457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57"/>
                  </a:lnTo>
                  <a:lnTo>
                    <a:pt x="857719" y="2324"/>
                  </a:lnTo>
                  <a:lnTo>
                    <a:pt x="857250" y="3441"/>
                  </a:lnTo>
                  <a:lnTo>
                    <a:pt x="857250" y="6070"/>
                  </a:lnTo>
                  <a:lnTo>
                    <a:pt x="857719" y="7200"/>
                  </a:lnTo>
                  <a:lnTo>
                    <a:pt x="859586" y="9055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55"/>
                  </a:lnTo>
                  <a:lnTo>
                    <a:pt x="866317" y="7200"/>
                  </a:lnTo>
                  <a:lnTo>
                    <a:pt x="866775" y="6070"/>
                  </a:lnTo>
                  <a:lnTo>
                    <a:pt x="866775" y="3441"/>
                  </a:lnTo>
                  <a:close/>
                </a:path>
                <a:path w="5248275" h="1370329">
                  <a:moveTo>
                    <a:pt x="914400" y="1364157"/>
                  </a:moveTo>
                  <a:lnTo>
                    <a:pt x="913942" y="1363040"/>
                  </a:lnTo>
                  <a:lnTo>
                    <a:pt x="912075" y="1361173"/>
                  </a:lnTo>
                  <a:lnTo>
                    <a:pt x="910958" y="1360703"/>
                  </a:lnTo>
                  <a:lnTo>
                    <a:pt x="908329" y="1360703"/>
                  </a:lnTo>
                  <a:lnTo>
                    <a:pt x="907211" y="1361173"/>
                  </a:lnTo>
                  <a:lnTo>
                    <a:pt x="905344" y="1363040"/>
                  </a:lnTo>
                  <a:lnTo>
                    <a:pt x="904875" y="1364157"/>
                  </a:lnTo>
                  <a:lnTo>
                    <a:pt x="904875" y="1366786"/>
                  </a:lnTo>
                  <a:lnTo>
                    <a:pt x="905344" y="1367904"/>
                  </a:lnTo>
                  <a:lnTo>
                    <a:pt x="907211" y="1369771"/>
                  </a:lnTo>
                  <a:lnTo>
                    <a:pt x="908329" y="1370228"/>
                  </a:lnTo>
                  <a:lnTo>
                    <a:pt x="910958" y="1370228"/>
                  </a:lnTo>
                  <a:lnTo>
                    <a:pt x="912075" y="1369771"/>
                  </a:lnTo>
                  <a:lnTo>
                    <a:pt x="913942" y="1367904"/>
                  </a:lnTo>
                  <a:lnTo>
                    <a:pt x="914400" y="1366786"/>
                  </a:lnTo>
                  <a:lnTo>
                    <a:pt x="914400" y="1364157"/>
                  </a:lnTo>
                  <a:close/>
                </a:path>
                <a:path w="5248275" h="1370329">
                  <a:moveTo>
                    <a:pt x="914400" y="683793"/>
                  </a:moveTo>
                  <a:lnTo>
                    <a:pt x="913942" y="682675"/>
                  </a:lnTo>
                  <a:lnTo>
                    <a:pt x="912075" y="680821"/>
                  </a:lnTo>
                  <a:lnTo>
                    <a:pt x="910958" y="680351"/>
                  </a:lnTo>
                  <a:lnTo>
                    <a:pt x="908329" y="680351"/>
                  </a:lnTo>
                  <a:lnTo>
                    <a:pt x="907211" y="680821"/>
                  </a:lnTo>
                  <a:lnTo>
                    <a:pt x="905344" y="682675"/>
                  </a:lnTo>
                  <a:lnTo>
                    <a:pt x="904875" y="683793"/>
                  </a:lnTo>
                  <a:lnTo>
                    <a:pt x="904875" y="686435"/>
                  </a:lnTo>
                  <a:lnTo>
                    <a:pt x="905344" y="687552"/>
                  </a:lnTo>
                  <a:lnTo>
                    <a:pt x="907211" y="689406"/>
                  </a:lnTo>
                  <a:lnTo>
                    <a:pt x="908329" y="689876"/>
                  </a:lnTo>
                  <a:lnTo>
                    <a:pt x="910958" y="689876"/>
                  </a:lnTo>
                  <a:lnTo>
                    <a:pt x="912075" y="689406"/>
                  </a:lnTo>
                  <a:lnTo>
                    <a:pt x="913942" y="687552"/>
                  </a:lnTo>
                  <a:lnTo>
                    <a:pt x="914400" y="686435"/>
                  </a:lnTo>
                  <a:lnTo>
                    <a:pt x="914400" y="683793"/>
                  </a:lnTo>
                  <a:close/>
                </a:path>
                <a:path w="5248275" h="1370329">
                  <a:moveTo>
                    <a:pt x="914400" y="3441"/>
                  </a:moveTo>
                  <a:lnTo>
                    <a:pt x="913942" y="2324"/>
                  </a:lnTo>
                  <a:lnTo>
                    <a:pt x="912075" y="457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57"/>
                  </a:lnTo>
                  <a:lnTo>
                    <a:pt x="905344" y="2324"/>
                  </a:lnTo>
                  <a:lnTo>
                    <a:pt x="904875" y="3441"/>
                  </a:lnTo>
                  <a:lnTo>
                    <a:pt x="904875" y="6070"/>
                  </a:lnTo>
                  <a:lnTo>
                    <a:pt x="905344" y="7200"/>
                  </a:lnTo>
                  <a:lnTo>
                    <a:pt x="907211" y="9055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55"/>
                  </a:lnTo>
                  <a:lnTo>
                    <a:pt x="913942" y="7200"/>
                  </a:lnTo>
                  <a:lnTo>
                    <a:pt x="914400" y="6070"/>
                  </a:lnTo>
                  <a:lnTo>
                    <a:pt x="914400" y="3441"/>
                  </a:lnTo>
                  <a:close/>
                </a:path>
                <a:path w="5248275" h="1370329">
                  <a:moveTo>
                    <a:pt x="962025" y="1364157"/>
                  </a:moveTo>
                  <a:lnTo>
                    <a:pt x="961567" y="1363040"/>
                  </a:lnTo>
                  <a:lnTo>
                    <a:pt x="959700" y="1361173"/>
                  </a:lnTo>
                  <a:lnTo>
                    <a:pt x="958583" y="1360703"/>
                  </a:lnTo>
                  <a:lnTo>
                    <a:pt x="955954" y="1360703"/>
                  </a:lnTo>
                  <a:lnTo>
                    <a:pt x="954836" y="1361173"/>
                  </a:lnTo>
                  <a:lnTo>
                    <a:pt x="952969" y="1363040"/>
                  </a:lnTo>
                  <a:lnTo>
                    <a:pt x="952500" y="1364157"/>
                  </a:lnTo>
                  <a:lnTo>
                    <a:pt x="952500" y="1366786"/>
                  </a:lnTo>
                  <a:lnTo>
                    <a:pt x="952969" y="1367904"/>
                  </a:lnTo>
                  <a:lnTo>
                    <a:pt x="954836" y="1369771"/>
                  </a:lnTo>
                  <a:lnTo>
                    <a:pt x="955954" y="1370228"/>
                  </a:lnTo>
                  <a:lnTo>
                    <a:pt x="958583" y="1370228"/>
                  </a:lnTo>
                  <a:lnTo>
                    <a:pt x="959700" y="1369771"/>
                  </a:lnTo>
                  <a:lnTo>
                    <a:pt x="961567" y="1367904"/>
                  </a:lnTo>
                  <a:lnTo>
                    <a:pt x="962025" y="1366786"/>
                  </a:lnTo>
                  <a:lnTo>
                    <a:pt x="962025" y="1364157"/>
                  </a:lnTo>
                  <a:close/>
                </a:path>
                <a:path w="5248275" h="1370329">
                  <a:moveTo>
                    <a:pt x="962025" y="683793"/>
                  </a:moveTo>
                  <a:lnTo>
                    <a:pt x="961567" y="682675"/>
                  </a:lnTo>
                  <a:lnTo>
                    <a:pt x="959700" y="680821"/>
                  </a:lnTo>
                  <a:lnTo>
                    <a:pt x="958583" y="680351"/>
                  </a:lnTo>
                  <a:lnTo>
                    <a:pt x="955954" y="680351"/>
                  </a:lnTo>
                  <a:lnTo>
                    <a:pt x="954836" y="680821"/>
                  </a:lnTo>
                  <a:lnTo>
                    <a:pt x="952969" y="682675"/>
                  </a:lnTo>
                  <a:lnTo>
                    <a:pt x="952500" y="683793"/>
                  </a:lnTo>
                  <a:lnTo>
                    <a:pt x="952500" y="686435"/>
                  </a:lnTo>
                  <a:lnTo>
                    <a:pt x="952969" y="687552"/>
                  </a:lnTo>
                  <a:lnTo>
                    <a:pt x="954836" y="689406"/>
                  </a:lnTo>
                  <a:lnTo>
                    <a:pt x="955954" y="689876"/>
                  </a:lnTo>
                  <a:lnTo>
                    <a:pt x="958583" y="689876"/>
                  </a:lnTo>
                  <a:lnTo>
                    <a:pt x="959700" y="689406"/>
                  </a:lnTo>
                  <a:lnTo>
                    <a:pt x="961567" y="687552"/>
                  </a:lnTo>
                  <a:lnTo>
                    <a:pt x="962025" y="686435"/>
                  </a:lnTo>
                  <a:lnTo>
                    <a:pt x="962025" y="683793"/>
                  </a:lnTo>
                  <a:close/>
                </a:path>
                <a:path w="5248275" h="1370329">
                  <a:moveTo>
                    <a:pt x="962025" y="3441"/>
                  </a:moveTo>
                  <a:lnTo>
                    <a:pt x="961567" y="2324"/>
                  </a:lnTo>
                  <a:lnTo>
                    <a:pt x="959700" y="457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57"/>
                  </a:lnTo>
                  <a:lnTo>
                    <a:pt x="952969" y="2324"/>
                  </a:lnTo>
                  <a:lnTo>
                    <a:pt x="952500" y="3441"/>
                  </a:lnTo>
                  <a:lnTo>
                    <a:pt x="952500" y="6070"/>
                  </a:lnTo>
                  <a:lnTo>
                    <a:pt x="952969" y="7200"/>
                  </a:lnTo>
                  <a:lnTo>
                    <a:pt x="954836" y="9055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55"/>
                  </a:lnTo>
                  <a:lnTo>
                    <a:pt x="961567" y="7200"/>
                  </a:lnTo>
                  <a:lnTo>
                    <a:pt x="962025" y="6070"/>
                  </a:lnTo>
                  <a:lnTo>
                    <a:pt x="962025" y="3441"/>
                  </a:lnTo>
                  <a:close/>
                </a:path>
                <a:path w="5248275" h="1370329">
                  <a:moveTo>
                    <a:pt x="1009650" y="1364157"/>
                  </a:moveTo>
                  <a:lnTo>
                    <a:pt x="1009192" y="1363040"/>
                  </a:lnTo>
                  <a:lnTo>
                    <a:pt x="1007325" y="1361173"/>
                  </a:lnTo>
                  <a:lnTo>
                    <a:pt x="1006208" y="1360703"/>
                  </a:lnTo>
                  <a:lnTo>
                    <a:pt x="1003579" y="1360703"/>
                  </a:lnTo>
                  <a:lnTo>
                    <a:pt x="1002461" y="1361173"/>
                  </a:lnTo>
                  <a:lnTo>
                    <a:pt x="1000594" y="1363040"/>
                  </a:lnTo>
                  <a:lnTo>
                    <a:pt x="1000125" y="1364157"/>
                  </a:lnTo>
                  <a:lnTo>
                    <a:pt x="1000125" y="1366786"/>
                  </a:lnTo>
                  <a:lnTo>
                    <a:pt x="1000594" y="1367904"/>
                  </a:lnTo>
                  <a:lnTo>
                    <a:pt x="1002461" y="1369771"/>
                  </a:lnTo>
                  <a:lnTo>
                    <a:pt x="1003579" y="1370228"/>
                  </a:lnTo>
                  <a:lnTo>
                    <a:pt x="1006208" y="1370228"/>
                  </a:lnTo>
                  <a:lnTo>
                    <a:pt x="1007325" y="1369771"/>
                  </a:lnTo>
                  <a:lnTo>
                    <a:pt x="1009192" y="1367904"/>
                  </a:lnTo>
                  <a:lnTo>
                    <a:pt x="1009650" y="1366786"/>
                  </a:lnTo>
                  <a:lnTo>
                    <a:pt x="1009650" y="1364157"/>
                  </a:lnTo>
                  <a:close/>
                </a:path>
                <a:path w="5248275" h="1370329">
                  <a:moveTo>
                    <a:pt x="1009650" y="683793"/>
                  </a:moveTo>
                  <a:lnTo>
                    <a:pt x="1009192" y="682675"/>
                  </a:lnTo>
                  <a:lnTo>
                    <a:pt x="1007325" y="680821"/>
                  </a:lnTo>
                  <a:lnTo>
                    <a:pt x="1006208" y="680351"/>
                  </a:lnTo>
                  <a:lnTo>
                    <a:pt x="1003579" y="680351"/>
                  </a:lnTo>
                  <a:lnTo>
                    <a:pt x="1002461" y="680821"/>
                  </a:lnTo>
                  <a:lnTo>
                    <a:pt x="1000594" y="682675"/>
                  </a:lnTo>
                  <a:lnTo>
                    <a:pt x="1000125" y="683793"/>
                  </a:lnTo>
                  <a:lnTo>
                    <a:pt x="1000125" y="686435"/>
                  </a:lnTo>
                  <a:lnTo>
                    <a:pt x="1000594" y="687552"/>
                  </a:lnTo>
                  <a:lnTo>
                    <a:pt x="1002461" y="689406"/>
                  </a:lnTo>
                  <a:lnTo>
                    <a:pt x="1003579" y="689876"/>
                  </a:lnTo>
                  <a:lnTo>
                    <a:pt x="1006208" y="689876"/>
                  </a:lnTo>
                  <a:lnTo>
                    <a:pt x="1007325" y="689406"/>
                  </a:lnTo>
                  <a:lnTo>
                    <a:pt x="1009192" y="687552"/>
                  </a:lnTo>
                  <a:lnTo>
                    <a:pt x="1009650" y="686435"/>
                  </a:lnTo>
                  <a:lnTo>
                    <a:pt x="1009650" y="683793"/>
                  </a:lnTo>
                  <a:close/>
                </a:path>
                <a:path w="5248275" h="1370329">
                  <a:moveTo>
                    <a:pt x="1009650" y="3441"/>
                  </a:moveTo>
                  <a:lnTo>
                    <a:pt x="1009192" y="2324"/>
                  </a:lnTo>
                  <a:lnTo>
                    <a:pt x="1007325" y="457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57"/>
                  </a:lnTo>
                  <a:lnTo>
                    <a:pt x="1000594" y="2324"/>
                  </a:lnTo>
                  <a:lnTo>
                    <a:pt x="1000125" y="3441"/>
                  </a:lnTo>
                  <a:lnTo>
                    <a:pt x="1000125" y="6070"/>
                  </a:lnTo>
                  <a:lnTo>
                    <a:pt x="1000594" y="7200"/>
                  </a:lnTo>
                  <a:lnTo>
                    <a:pt x="1002461" y="9055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55"/>
                  </a:lnTo>
                  <a:lnTo>
                    <a:pt x="1009192" y="7200"/>
                  </a:lnTo>
                  <a:lnTo>
                    <a:pt x="1009650" y="6070"/>
                  </a:lnTo>
                  <a:lnTo>
                    <a:pt x="1009650" y="3441"/>
                  </a:lnTo>
                  <a:close/>
                </a:path>
                <a:path w="5248275" h="1370329">
                  <a:moveTo>
                    <a:pt x="1057275" y="1364157"/>
                  </a:moveTo>
                  <a:lnTo>
                    <a:pt x="1056817" y="1363040"/>
                  </a:lnTo>
                  <a:lnTo>
                    <a:pt x="1054950" y="1361173"/>
                  </a:lnTo>
                  <a:lnTo>
                    <a:pt x="1053833" y="1360703"/>
                  </a:lnTo>
                  <a:lnTo>
                    <a:pt x="1051204" y="1360703"/>
                  </a:lnTo>
                  <a:lnTo>
                    <a:pt x="1050086" y="1361173"/>
                  </a:lnTo>
                  <a:lnTo>
                    <a:pt x="1048219" y="1363040"/>
                  </a:lnTo>
                  <a:lnTo>
                    <a:pt x="1047750" y="1364157"/>
                  </a:lnTo>
                  <a:lnTo>
                    <a:pt x="1047750" y="1366786"/>
                  </a:lnTo>
                  <a:lnTo>
                    <a:pt x="1048219" y="1367904"/>
                  </a:lnTo>
                  <a:lnTo>
                    <a:pt x="1050086" y="1369771"/>
                  </a:lnTo>
                  <a:lnTo>
                    <a:pt x="1051204" y="1370228"/>
                  </a:lnTo>
                  <a:lnTo>
                    <a:pt x="1053833" y="1370228"/>
                  </a:lnTo>
                  <a:lnTo>
                    <a:pt x="1054950" y="1369771"/>
                  </a:lnTo>
                  <a:lnTo>
                    <a:pt x="1056817" y="1367904"/>
                  </a:lnTo>
                  <a:lnTo>
                    <a:pt x="1057275" y="1366786"/>
                  </a:lnTo>
                  <a:lnTo>
                    <a:pt x="1057275" y="1364157"/>
                  </a:lnTo>
                  <a:close/>
                </a:path>
                <a:path w="5248275" h="1370329">
                  <a:moveTo>
                    <a:pt x="1057275" y="683793"/>
                  </a:moveTo>
                  <a:lnTo>
                    <a:pt x="1056817" y="682675"/>
                  </a:lnTo>
                  <a:lnTo>
                    <a:pt x="1054950" y="680821"/>
                  </a:lnTo>
                  <a:lnTo>
                    <a:pt x="1053833" y="680351"/>
                  </a:lnTo>
                  <a:lnTo>
                    <a:pt x="1051204" y="680351"/>
                  </a:lnTo>
                  <a:lnTo>
                    <a:pt x="1050086" y="680821"/>
                  </a:lnTo>
                  <a:lnTo>
                    <a:pt x="1048219" y="682675"/>
                  </a:lnTo>
                  <a:lnTo>
                    <a:pt x="1047750" y="683793"/>
                  </a:lnTo>
                  <a:lnTo>
                    <a:pt x="1047750" y="686435"/>
                  </a:lnTo>
                  <a:lnTo>
                    <a:pt x="1048219" y="687552"/>
                  </a:lnTo>
                  <a:lnTo>
                    <a:pt x="1050086" y="689406"/>
                  </a:lnTo>
                  <a:lnTo>
                    <a:pt x="1051204" y="689876"/>
                  </a:lnTo>
                  <a:lnTo>
                    <a:pt x="1053833" y="689876"/>
                  </a:lnTo>
                  <a:lnTo>
                    <a:pt x="1054950" y="689406"/>
                  </a:lnTo>
                  <a:lnTo>
                    <a:pt x="1056817" y="687552"/>
                  </a:lnTo>
                  <a:lnTo>
                    <a:pt x="1057275" y="686435"/>
                  </a:lnTo>
                  <a:lnTo>
                    <a:pt x="1057275" y="683793"/>
                  </a:lnTo>
                  <a:close/>
                </a:path>
                <a:path w="5248275" h="1370329">
                  <a:moveTo>
                    <a:pt x="1057275" y="3441"/>
                  </a:moveTo>
                  <a:lnTo>
                    <a:pt x="1056817" y="2324"/>
                  </a:lnTo>
                  <a:lnTo>
                    <a:pt x="1054950" y="457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57"/>
                  </a:lnTo>
                  <a:lnTo>
                    <a:pt x="1048219" y="2324"/>
                  </a:lnTo>
                  <a:lnTo>
                    <a:pt x="1047750" y="3441"/>
                  </a:lnTo>
                  <a:lnTo>
                    <a:pt x="1047750" y="6070"/>
                  </a:lnTo>
                  <a:lnTo>
                    <a:pt x="1048219" y="7200"/>
                  </a:lnTo>
                  <a:lnTo>
                    <a:pt x="1050086" y="9055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55"/>
                  </a:lnTo>
                  <a:lnTo>
                    <a:pt x="1056817" y="7200"/>
                  </a:lnTo>
                  <a:lnTo>
                    <a:pt x="1057275" y="6070"/>
                  </a:lnTo>
                  <a:lnTo>
                    <a:pt x="1057275" y="3441"/>
                  </a:lnTo>
                  <a:close/>
                </a:path>
                <a:path w="5248275" h="1370329">
                  <a:moveTo>
                    <a:pt x="1104900" y="1364157"/>
                  </a:moveTo>
                  <a:lnTo>
                    <a:pt x="1104442" y="1363040"/>
                  </a:lnTo>
                  <a:lnTo>
                    <a:pt x="1102575" y="1361173"/>
                  </a:lnTo>
                  <a:lnTo>
                    <a:pt x="1101458" y="1360703"/>
                  </a:lnTo>
                  <a:lnTo>
                    <a:pt x="1098829" y="1360703"/>
                  </a:lnTo>
                  <a:lnTo>
                    <a:pt x="1097711" y="1361173"/>
                  </a:lnTo>
                  <a:lnTo>
                    <a:pt x="1095844" y="1363040"/>
                  </a:lnTo>
                  <a:lnTo>
                    <a:pt x="1095375" y="1364157"/>
                  </a:lnTo>
                  <a:lnTo>
                    <a:pt x="1095375" y="1366786"/>
                  </a:lnTo>
                  <a:lnTo>
                    <a:pt x="1095844" y="1367904"/>
                  </a:lnTo>
                  <a:lnTo>
                    <a:pt x="1097711" y="1369771"/>
                  </a:lnTo>
                  <a:lnTo>
                    <a:pt x="1098829" y="1370228"/>
                  </a:lnTo>
                  <a:lnTo>
                    <a:pt x="1101458" y="1370228"/>
                  </a:lnTo>
                  <a:lnTo>
                    <a:pt x="1102575" y="1369771"/>
                  </a:lnTo>
                  <a:lnTo>
                    <a:pt x="1104442" y="1367904"/>
                  </a:lnTo>
                  <a:lnTo>
                    <a:pt x="1104900" y="1366786"/>
                  </a:lnTo>
                  <a:lnTo>
                    <a:pt x="1104900" y="1364157"/>
                  </a:lnTo>
                  <a:close/>
                </a:path>
                <a:path w="5248275" h="1370329">
                  <a:moveTo>
                    <a:pt x="1104900" y="683793"/>
                  </a:moveTo>
                  <a:lnTo>
                    <a:pt x="1104442" y="682675"/>
                  </a:lnTo>
                  <a:lnTo>
                    <a:pt x="1102575" y="680821"/>
                  </a:lnTo>
                  <a:lnTo>
                    <a:pt x="1101458" y="680351"/>
                  </a:lnTo>
                  <a:lnTo>
                    <a:pt x="1098829" y="680351"/>
                  </a:lnTo>
                  <a:lnTo>
                    <a:pt x="1097711" y="680821"/>
                  </a:lnTo>
                  <a:lnTo>
                    <a:pt x="1095844" y="682675"/>
                  </a:lnTo>
                  <a:lnTo>
                    <a:pt x="1095375" y="683793"/>
                  </a:lnTo>
                  <a:lnTo>
                    <a:pt x="1095375" y="686435"/>
                  </a:lnTo>
                  <a:lnTo>
                    <a:pt x="1095844" y="687552"/>
                  </a:lnTo>
                  <a:lnTo>
                    <a:pt x="1097711" y="689406"/>
                  </a:lnTo>
                  <a:lnTo>
                    <a:pt x="1098829" y="689876"/>
                  </a:lnTo>
                  <a:lnTo>
                    <a:pt x="1101458" y="689876"/>
                  </a:lnTo>
                  <a:lnTo>
                    <a:pt x="1102575" y="689406"/>
                  </a:lnTo>
                  <a:lnTo>
                    <a:pt x="1104442" y="687552"/>
                  </a:lnTo>
                  <a:lnTo>
                    <a:pt x="1104900" y="686435"/>
                  </a:lnTo>
                  <a:lnTo>
                    <a:pt x="1104900" y="683793"/>
                  </a:lnTo>
                  <a:close/>
                </a:path>
                <a:path w="5248275" h="1370329">
                  <a:moveTo>
                    <a:pt x="1104900" y="3441"/>
                  </a:moveTo>
                  <a:lnTo>
                    <a:pt x="1104442" y="2324"/>
                  </a:lnTo>
                  <a:lnTo>
                    <a:pt x="1102575" y="457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57"/>
                  </a:lnTo>
                  <a:lnTo>
                    <a:pt x="1095844" y="2324"/>
                  </a:lnTo>
                  <a:lnTo>
                    <a:pt x="1095375" y="3441"/>
                  </a:lnTo>
                  <a:lnTo>
                    <a:pt x="1095375" y="6070"/>
                  </a:lnTo>
                  <a:lnTo>
                    <a:pt x="1095844" y="7200"/>
                  </a:lnTo>
                  <a:lnTo>
                    <a:pt x="1097711" y="9055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55"/>
                  </a:lnTo>
                  <a:lnTo>
                    <a:pt x="1104442" y="7200"/>
                  </a:lnTo>
                  <a:lnTo>
                    <a:pt x="1104900" y="6070"/>
                  </a:lnTo>
                  <a:lnTo>
                    <a:pt x="1104900" y="3441"/>
                  </a:lnTo>
                  <a:close/>
                </a:path>
                <a:path w="5248275" h="1370329">
                  <a:moveTo>
                    <a:pt x="1152525" y="1364157"/>
                  </a:moveTo>
                  <a:lnTo>
                    <a:pt x="1152067" y="1363040"/>
                  </a:lnTo>
                  <a:lnTo>
                    <a:pt x="1150200" y="1361173"/>
                  </a:lnTo>
                  <a:lnTo>
                    <a:pt x="1149083" y="1360703"/>
                  </a:lnTo>
                  <a:lnTo>
                    <a:pt x="1146454" y="1360703"/>
                  </a:lnTo>
                  <a:lnTo>
                    <a:pt x="1145336" y="1361173"/>
                  </a:lnTo>
                  <a:lnTo>
                    <a:pt x="1143469" y="1363040"/>
                  </a:lnTo>
                  <a:lnTo>
                    <a:pt x="1143000" y="1364157"/>
                  </a:lnTo>
                  <a:lnTo>
                    <a:pt x="1143000" y="1366786"/>
                  </a:lnTo>
                  <a:lnTo>
                    <a:pt x="1143469" y="1367904"/>
                  </a:lnTo>
                  <a:lnTo>
                    <a:pt x="1145336" y="1369771"/>
                  </a:lnTo>
                  <a:lnTo>
                    <a:pt x="1146454" y="1370228"/>
                  </a:lnTo>
                  <a:lnTo>
                    <a:pt x="1149083" y="1370228"/>
                  </a:lnTo>
                  <a:lnTo>
                    <a:pt x="1150200" y="1369771"/>
                  </a:lnTo>
                  <a:lnTo>
                    <a:pt x="1152067" y="1367904"/>
                  </a:lnTo>
                  <a:lnTo>
                    <a:pt x="1152525" y="1366786"/>
                  </a:lnTo>
                  <a:lnTo>
                    <a:pt x="1152525" y="1364157"/>
                  </a:lnTo>
                  <a:close/>
                </a:path>
                <a:path w="5248275" h="1370329">
                  <a:moveTo>
                    <a:pt x="1152525" y="683793"/>
                  </a:moveTo>
                  <a:lnTo>
                    <a:pt x="1152067" y="682675"/>
                  </a:lnTo>
                  <a:lnTo>
                    <a:pt x="1150200" y="680821"/>
                  </a:lnTo>
                  <a:lnTo>
                    <a:pt x="1149083" y="680351"/>
                  </a:lnTo>
                  <a:lnTo>
                    <a:pt x="1146454" y="680351"/>
                  </a:lnTo>
                  <a:lnTo>
                    <a:pt x="1145336" y="680821"/>
                  </a:lnTo>
                  <a:lnTo>
                    <a:pt x="1143469" y="682675"/>
                  </a:lnTo>
                  <a:lnTo>
                    <a:pt x="1143000" y="683793"/>
                  </a:lnTo>
                  <a:lnTo>
                    <a:pt x="1143000" y="686435"/>
                  </a:lnTo>
                  <a:lnTo>
                    <a:pt x="1143469" y="687552"/>
                  </a:lnTo>
                  <a:lnTo>
                    <a:pt x="1145336" y="689406"/>
                  </a:lnTo>
                  <a:lnTo>
                    <a:pt x="1146454" y="689876"/>
                  </a:lnTo>
                  <a:lnTo>
                    <a:pt x="1149083" y="689876"/>
                  </a:lnTo>
                  <a:lnTo>
                    <a:pt x="1150200" y="689406"/>
                  </a:lnTo>
                  <a:lnTo>
                    <a:pt x="1152067" y="687552"/>
                  </a:lnTo>
                  <a:lnTo>
                    <a:pt x="1152525" y="686435"/>
                  </a:lnTo>
                  <a:lnTo>
                    <a:pt x="1152525" y="683793"/>
                  </a:lnTo>
                  <a:close/>
                </a:path>
                <a:path w="5248275" h="1370329">
                  <a:moveTo>
                    <a:pt x="1152525" y="3441"/>
                  </a:moveTo>
                  <a:lnTo>
                    <a:pt x="1152067" y="2324"/>
                  </a:lnTo>
                  <a:lnTo>
                    <a:pt x="1150200" y="457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57"/>
                  </a:lnTo>
                  <a:lnTo>
                    <a:pt x="1143469" y="2324"/>
                  </a:lnTo>
                  <a:lnTo>
                    <a:pt x="1143000" y="3441"/>
                  </a:lnTo>
                  <a:lnTo>
                    <a:pt x="1143000" y="6070"/>
                  </a:lnTo>
                  <a:lnTo>
                    <a:pt x="1143469" y="7200"/>
                  </a:lnTo>
                  <a:lnTo>
                    <a:pt x="1145336" y="9055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55"/>
                  </a:lnTo>
                  <a:lnTo>
                    <a:pt x="1152067" y="7200"/>
                  </a:lnTo>
                  <a:lnTo>
                    <a:pt x="1152525" y="6070"/>
                  </a:lnTo>
                  <a:lnTo>
                    <a:pt x="1152525" y="3441"/>
                  </a:lnTo>
                  <a:close/>
                </a:path>
                <a:path w="5248275" h="1370329">
                  <a:moveTo>
                    <a:pt x="1200150" y="1364157"/>
                  </a:moveTo>
                  <a:lnTo>
                    <a:pt x="1199692" y="1363040"/>
                  </a:lnTo>
                  <a:lnTo>
                    <a:pt x="1197825" y="1361173"/>
                  </a:lnTo>
                  <a:lnTo>
                    <a:pt x="1196708" y="1360703"/>
                  </a:lnTo>
                  <a:lnTo>
                    <a:pt x="1194079" y="1360703"/>
                  </a:lnTo>
                  <a:lnTo>
                    <a:pt x="1192961" y="1361173"/>
                  </a:lnTo>
                  <a:lnTo>
                    <a:pt x="1191094" y="1363040"/>
                  </a:lnTo>
                  <a:lnTo>
                    <a:pt x="1190625" y="1364157"/>
                  </a:lnTo>
                  <a:lnTo>
                    <a:pt x="1190625" y="1366786"/>
                  </a:lnTo>
                  <a:lnTo>
                    <a:pt x="1191094" y="1367904"/>
                  </a:lnTo>
                  <a:lnTo>
                    <a:pt x="1192961" y="1369771"/>
                  </a:lnTo>
                  <a:lnTo>
                    <a:pt x="1194079" y="1370228"/>
                  </a:lnTo>
                  <a:lnTo>
                    <a:pt x="1196708" y="1370228"/>
                  </a:lnTo>
                  <a:lnTo>
                    <a:pt x="1197825" y="1369771"/>
                  </a:lnTo>
                  <a:lnTo>
                    <a:pt x="1199692" y="1367904"/>
                  </a:lnTo>
                  <a:lnTo>
                    <a:pt x="1200150" y="1366786"/>
                  </a:lnTo>
                  <a:lnTo>
                    <a:pt x="1200150" y="1364157"/>
                  </a:lnTo>
                  <a:close/>
                </a:path>
                <a:path w="5248275" h="1370329">
                  <a:moveTo>
                    <a:pt x="1200150" y="683793"/>
                  </a:moveTo>
                  <a:lnTo>
                    <a:pt x="1199692" y="682675"/>
                  </a:lnTo>
                  <a:lnTo>
                    <a:pt x="1197825" y="680821"/>
                  </a:lnTo>
                  <a:lnTo>
                    <a:pt x="1196708" y="680351"/>
                  </a:lnTo>
                  <a:lnTo>
                    <a:pt x="1194079" y="680351"/>
                  </a:lnTo>
                  <a:lnTo>
                    <a:pt x="1192961" y="680821"/>
                  </a:lnTo>
                  <a:lnTo>
                    <a:pt x="1191094" y="682675"/>
                  </a:lnTo>
                  <a:lnTo>
                    <a:pt x="1190625" y="683793"/>
                  </a:lnTo>
                  <a:lnTo>
                    <a:pt x="1190625" y="686435"/>
                  </a:lnTo>
                  <a:lnTo>
                    <a:pt x="1191094" y="687552"/>
                  </a:lnTo>
                  <a:lnTo>
                    <a:pt x="1192961" y="689406"/>
                  </a:lnTo>
                  <a:lnTo>
                    <a:pt x="1194079" y="689876"/>
                  </a:lnTo>
                  <a:lnTo>
                    <a:pt x="1196708" y="689876"/>
                  </a:lnTo>
                  <a:lnTo>
                    <a:pt x="1197825" y="689406"/>
                  </a:lnTo>
                  <a:lnTo>
                    <a:pt x="1199692" y="687552"/>
                  </a:lnTo>
                  <a:lnTo>
                    <a:pt x="1200150" y="686435"/>
                  </a:lnTo>
                  <a:lnTo>
                    <a:pt x="1200150" y="683793"/>
                  </a:lnTo>
                  <a:close/>
                </a:path>
                <a:path w="5248275" h="1370329">
                  <a:moveTo>
                    <a:pt x="1200150" y="3441"/>
                  </a:moveTo>
                  <a:lnTo>
                    <a:pt x="1199692" y="2324"/>
                  </a:lnTo>
                  <a:lnTo>
                    <a:pt x="1197825" y="457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57"/>
                  </a:lnTo>
                  <a:lnTo>
                    <a:pt x="1191094" y="2324"/>
                  </a:lnTo>
                  <a:lnTo>
                    <a:pt x="1190625" y="3441"/>
                  </a:lnTo>
                  <a:lnTo>
                    <a:pt x="1190625" y="6070"/>
                  </a:lnTo>
                  <a:lnTo>
                    <a:pt x="1191094" y="7200"/>
                  </a:lnTo>
                  <a:lnTo>
                    <a:pt x="1192961" y="9055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55"/>
                  </a:lnTo>
                  <a:lnTo>
                    <a:pt x="1199692" y="7200"/>
                  </a:lnTo>
                  <a:lnTo>
                    <a:pt x="1200150" y="6070"/>
                  </a:lnTo>
                  <a:lnTo>
                    <a:pt x="1200150" y="3441"/>
                  </a:lnTo>
                  <a:close/>
                </a:path>
                <a:path w="5248275" h="1370329">
                  <a:moveTo>
                    <a:pt x="1247775" y="1364157"/>
                  </a:moveTo>
                  <a:lnTo>
                    <a:pt x="1247317" y="1363040"/>
                  </a:lnTo>
                  <a:lnTo>
                    <a:pt x="1245450" y="1361173"/>
                  </a:lnTo>
                  <a:lnTo>
                    <a:pt x="1244333" y="1360703"/>
                  </a:lnTo>
                  <a:lnTo>
                    <a:pt x="1241704" y="1360703"/>
                  </a:lnTo>
                  <a:lnTo>
                    <a:pt x="1240586" y="1361173"/>
                  </a:lnTo>
                  <a:lnTo>
                    <a:pt x="1238719" y="1363040"/>
                  </a:lnTo>
                  <a:lnTo>
                    <a:pt x="1238250" y="1364157"/>
                  </a:lnTo>
                  <a:lnTo>
                    <a:pt x="1238250" y="1366786"/>
                  </a:lnTo>
                  <a:lnTo>
                    <a:pt x="1238719" y="1367904"/>
                  </a:lnTo>
                  <a:lnTo>
                    <a:pt x="1240586" y="1369771"/>
                  </a:lnTo>
                  <a:lnTo>
                    <a:pt x="1241704" y="1370228"/>
                  </a:lnTo>
                  <a:lnTo>
                    <a:pt x="1244333" y="1370228"/>
                  </a:lnTo>
                  <a:lnTo>
                    <a:pt x="1245450" y="1369771"/>
                  </a:lnTo>
                  <a:lnTo>
                    <a:pt x="1247317" y="1367904"/>
                  </a:lnTo>
                  <a:lnTo>
                    <a:pt x="1247775" y="1366786"/>
                  </a:lnTo>
                  <a:lnTo>
                    <a:pt x="1247775" y="1364157"/>
                  </a:lnTo>
                  <a:close/>
                </a:path>
                <a:path w="5248275" h="1370329">
                  <a:moveTo>
                    <a:pt x="1247775" y="683793"/>
                  </a:moveTo>
                  <a:lnTo>
                    <a:pt x="1247317" y="682675"/>
                  </a:lnTo>
                  <a:lnTo>
                    <a:pt x="1245450" y="680821"/>
                  </a:lnTo>
                  <a:lnTo>
                    <a:pt x="1244333" y="680351"/>
                  </a:lnTo>
                  <a:lnTo>
                    <a:pt x="1241704" y="680351"/>
                  </a:lnTo>
                  <a:lnTo>
                    <a:pt x="1240586" y="680821"/>
                  </a:lnTo>
                  <a:lnTo>
                    <a:pt x="1238719" y="682675"/>
                  </a:lnTo>
                  <a:lnTo>
                    <a:pt x="1238250" y="683793"/>
                  </a:lnTo>
                  <a:lnTo>
                    <a:pt x="1238250" y="686435"/>
                  </a:lnTo>
                  <a:lnTo>
                    <a:pt x="1238719" y="687552"/>
                  </a:lnTo>
                  <a:lnTo>
                    <a:pt x="1240586" y="689406"/>
                  </a:lnTo>
                  <a:lnTo>
                    <a:pt x="1241704" y="689876"/>
                  </a:lnTo>
                  <a:lnTo>
                    <a:pt x="1244333" y="689876"/>
                  </a:lnTo>
                  <a:lnTo>
                    <a:pt x="1245450" y="689406"/>
                  </a:lnTo>
                  <a:lnTo>
                    <a:pt x="1247317" y="687552"/>
                  </a:lnTo>
                  <a:lnTo>
                    <a:pt x="1247775" y="686435"/>
                  </a:lnTo>
                  <a:lnTo>
                    <a:pt x="1247775" y="683793"/>
                  </a:lnTo>
                  <a:close/>
                </a:path>
                <a:path w="5248275" h="1370329">
                  <a:moveTo>
                    <a:pt x="1247775" y="3441"/>
                  </a:moveTo>
                  <a:lnTo>
                    <a:pt x="1247317" y="2324"/>
                  </a:lnTo>
                  <a:lnTo>
                    <a:pt x="1245450" y="457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57"/>
                  </a:lnTo>
                  <a:lnTo>
                    <a:pt x="1238719" y="2324"/>
                  </a:lnTo>
                  <a:lnTo>
                    <a:pt x="1238250" y="3441"/>
                  </a:lnTo>
                  <a:lnTo>
                    <a:pt x="1238250" y="6070"/>
                  </a:lnTo>
                  <a:lnTo>
                    <a:pt x="1238719" y="7200"/>
                  </a:lnTo>
                  <a:lnTo>
                    <a:pt x="1240586" y="9055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55"/>
                  </a:lnTo>
                  <a:lnTo>
                    <a:pt x="1247317" y="7200"/>
                  </a:lnTo>
                  <a:lnTo>
                    <a:pt x="1247775" y="6070"/>
                  </a:lnTo>
                  <a:lnTo>
                    <a:pt x="1247775" y="3441"/>
                  </a:lnTo>
                  <a:close/>
                </a:path>
                <a:path w="5248275" h="1370329">
                  <a:moveTo>
                    <a:pt x="1295400" y="1364157"/>
                  </a:moveTo>
                  <a:lnTo>
                    <a:pt x="1294942" y="1363040"/>
                  </a:lnTo>
                  <a:lnTo>
                    <a:pt x="1293075" y="1361173"/>
                  </a:lnTo>
                  <a:lnTo>
                    <a:pt x="1291958" y="1360703"/>
                  </a:lnTo>
                  <a:lnTo>
                    <a:pt x="1289329" y="1360703"/>
                  </a:lnTo>
                  <a:lnTo>
                    <a:pt x="1288211" y="1361173"/>
                  </a:lnTo>
                  <a:lnTo>
                    <a:pt x="1286344" y="1363040"/>
                  </a:lnTo>
                  <a:lnTo>
                    <a:pt x="1285875" y="1364157"/>
                  </a:lnTo>
                  <a:lnTo>
                    <a:pt x="1285875" y="1366786"/>
                  </a:lnTo>
                  <a:lnTo>
                    <a:pt x="1286344" y="1367904"/>
                  </a:lnTo>
                  <a:lnTo>
                    <a:pt x="1288211" y="1369771"/>
                  </a:lnTo>
                  <a:lnTo>
                    <a:pt x="1289329" y="1370228"/>
                  </a:lnTo>
                  <a:lnTo>
                    <a:pt x="1291958" y="1370228"/>
                  </a:lnTo>
                  <a:lnTo>
                    <a:pt x="1293075" y="1369771"/>
                  </a:lnTo>
                  <a:lnTo>
                    <a:pt x="1294942" y="1367904"/>
                  </a:lnTo>
                  <a:lnTo>
                    <a:pt x="1295400" y="1366786"/>
                  </a:lnTo>
                  <a:lnTo>
                    <a:pt x="1295400" y="1364157"/>
                  </a:lnTo>
                  <a:close/>
                </a:path>
                <a:path w="5248275" h="1370329">
                  <a:moveTo>
                    <a:pt x="1295400" y="683793"/>
                  </a:moveTo>
                  <a:lnTo>
                    <a:pt x="1294942" y="682675"/>
                  </a:lnTo>
                  <a:lnTo>
                    <a:pt x="1293075" y="680821"/>
                  </a:lnTo>
                  <a:lnTo>
                    <a:pt x="1291958" y="680351"/>
                  </a:lnTo>
                  <a:lnTo>
                    <a:pt x="1289329" y="680351"/>
                  </a:lnTo>
                  <a:lnTo>
                    <a:pt x="1288211" y="680821"/>
                  </a:lnTo>
                  <a:lnTo>
                    <a:pt x="1286344" y="682675"/>
                  </a:lnTo>
                  <a:lnTo>
                    <a:pt x="1285875" y="683793"/>
                  </a:lnTo>
                  <a:lnTo>
                    <a:pt x="1285875" y="686435"/>
                  </a:lnTo>
                  <a:lnTo>
                    <a:pt x="1286344" y="687552"/>
                  </a:lnTo>
                  <a:lnTo>
                    <a:pt x="1288211" y="689406"/>
                  </a:lnTo>
                  <a:lnTo>
                    <a:pt x="1289329" y="689876"/>
                  </a:lnTo>
                  <a:lnTo>
                    <a:pt x="1291958" y="689876"/>
                  </a:lnTo>
                  <a:lnTo>
                    <a:pt x="1293075" y="689406"/>
                  </a:lnTo>
                  <a:lnTo>
                    <a:pt x="1294942" y="687552"/>
                  </a:lnTo>
                  <a:lnTo>
                    <a:pt x="1295400" y="686435"/>
                  </a:lnTo>
                  <a:lnTo>
                    <a:pt x="1295400" y="683793"/>
                  </a:lnTo>
                  <a:close/>
                </a:path>
                <a:path w="5248275" h="1370329">
                  <a:moveTo>
                    <a:pt x="1295400" y="3441"/>
                  </a:moveTo>
                  <a:lnTo>
                    <a:pt x="1294942" y="2324"/>
                  </a:lnTo>
                  <a:lnTo>
                    <a:pt x="1293075" y="457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57"/>
                  </a:lnTo>
                  <a:lnTo>
                    <a:pt x="1286344" y="2324"/>
                  </a:lnTo>
                  <a:lnTo>
                    <a:pt x="1285875" y="3441"/>
                  </a:lnTo>
                  <a:lnTo>
                    <a:pt x="1285875" y="6070"/>
                  </a:lnTo>
                  <a:lnTo>
                    <a:pt x="1286344" y="7200"/>
                  </a:lnTo>
                  <a:lnTo>
                    <a:pt x="1288211" y="9055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55"/>
                  </a:lnTo>
                  <a:lnTo>
                    <a:pt x="1294942" y="7200"/>
                  </a:lnTo>
                  <a:lnTo>
                    <a:pt x="1295400" y="6070"/>
                  </a:lnTo>
                  <a:lnTo>
                    <a:pt x="1295400" y="3441"/>
                  </a:lnTo>
                  <a:close/>
                </a:path>
                <a:path w="5248275" h="1370329">
                  <a:moveTo>
                    <a:pt x="1343025" y="1364157"/>
                  </a:moveTo>
                  <a:lnTo>
                    <a:pt x="1342567" y="1363040"/>
                  </a:lnTo>
                  <a:lnTo>
                    <a:pt x="1340700" y="1361173"/>
                  </a:lnTo>
                  <a:lnTo>
                    <a:pt x="1339583" y="1360703"/>
                  </a:lnTo>
                  <a:lnTo>
                    <a:pt x="1336954" y="1360703"/>
                  </a:lnTo>
                  <a:lnTo>
                    <a:pt x="1335836" y="1361173"/>
                  </a:lnTo>
                  <a:lnTo>
                    <a:pt x="1333969" y="1363040"/>
                  </a:lnTo>
                  <a:lnTo>
                    <a:pt x="1333500" y="1364157"/>
                  </a:lnTo>
                  <a:lnTo>
                    <a:pt x="1333500" y="1366786"/>
                  </a:lnTo>
                  <a:lnTo>
                    <a:pt x="1333969" y="1367904"/>
                  </a:lnTo>
                  <a:lnTo>
                    <a:pt x="1335836" y="1369771"/>
                  </a:lnTo>
                  <a:lnTo>
                    <a:pt x="1336954" y="1370228"/>
                  </a:lnTo>
                  <a:lnTo>
                    <a:pt x="1339583" y="1370228"/>
                  </a:lnTo>
                  <a:lnTo>
                    <a:pt x="1340700" y="1369771"/>
                  </a:lnTo>
                  <a:lnTo>
                    <a:pt x="1342567" y="1367904"/>
                  </a:lnTo>
                  <a:lnTo>
                    <a:pt x="1343025" y="1366786"/>
                  </a:lnTo>
                  <a:lnTo>
                    <a:pt x="1343025" y="1364157"/>
                  </a:lnTo>
                  <a:close/>
                </a:path>
                <a:path w="5248275" h="1370329">
                  <a:moveTo>
                    <a:pt x="1343025" y="683793"/>
                  </a:moveTo>
                  <a:lnTo>
                    <a:pt x="1342567" y="682675"/>
                  </a:lnTo>
                  <a:lnTo>
                    <a:pt x="1340700" y="680821"/>
                  </a:lnTo>
                  <a:lnTo>
                    <a:pt x="1339583" y="680351"/>
                  </a:lnTo>
                  <a:lnTo>
                    <a:pt x="1336954" y="680351"/>
                  </a:lnTo>
                  <a:lnTo>
                    <a:pt x="1335836" y="680821"/>
                  </a:lnTo>
                  <a:lnTo>
                    <a:pt x="1333969" y="682675"/>
                  </a:lnTo>
                  <a:lnTo>
                    <a:pt x="1333500" y="683793"/>
                  </a:lnTo>
                  <a:lnTo>
                    <a:pt x="1333500" y="686435"/>
                  </a:lnTo>
                  <a:lnTo>
                    <a:pt x="1333969" y="687552"/>
                  </a:lnTo>
                  <a:lnTo>
                    <a:pt x="1335836" y="689406"/>
                  </a:lnTo>
                  <a:lnTo>
                    <a:pt x="1336954" y="689876"/>
                  </a:lnTo>
                  <a:lnTo>
                    <a:pt x="1339583" y="689876"/>
                  </a:lnTo>
                  <a:lnTo>
                    <a:pt x="1340700" y="689406"/>
                  </a:lnTo>
                  <a:lnTo>
                    <a:pt x="1342567" y="687552"/>
                  </a:lnTo>
                  <a:lnTo>
                    <a:pt x="1343025" y="686435"/>
                  </a:lnTo>
                  <a:lnTo>
                    <a:pt x="1343025" y="683793"/>
                  </a:lnTo>
                  <a:close/>
                </a:path>
                <a:path w="5248275" h="1370329">
                  <a:moveTo>
                    <a:pt x="1343025" y="3441"/>
                  </a:moveTo>
                  <a:lnTo>
                    <a:pt x="1342567" y="2324"/>
                  </a:lnTo>
                  <a:lnTo>
                    <a:pt x="1340700" y="457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57"/>
                  </a:lnTo>
                  <a:lnTo>
                    <a:pt x="1333969" y="2324"/>
                  </a:lnTo>
                  <a:lnTo>
                    <a:pt x="1333500" y="3441"/>
                  </a:lnTo>
                  <a:lnTo>
                    <a:pt x="1333500" y="6070"/>
                  </a:lnTo>
                  <a:lnTo>
                    <a:pt x="1333969" y="7200"/>
                  </a:lnTo>
                  <a:lnTo>
                    <a:pt x="1335836" y="9055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55"/>
                  </a:lnTo>
                  <a:lnTo>
                    <a:pt x="1342567" y="7200"/>
                  </a:lnTo>
                  <a:lnTo>
                    <a:pt x="1343025" y="6070"/>
                  </a:lnTo>
                  <a:lnTo>
                    <a:pt x="1343025" y="3441"/>
                  </a:lnTo>
                  <a:close/>
                </a:path>
                <a:path w="5248275" h="1370329">
                  <a:moveTo>
                    <a:pt x="1390650" y="1364157"/>
                  </a:moveTo>
                  <a:lnTo>
                    <a:pt x="1390192" y="1363040"/>
                  </a:lnTo>
                  <a:lnTo>
                    <a:pt x="1388325" y="1361173"/>
                  </a:lnTo>
                  <a:lnTo>
                    <a:pt x="1387208" y="1360703"/>
                  </a:lnTo>
                  <a:lnTo>
                    <a:pt x="1384579" y="1360703"/>
                  </a:lnTo>
                  <a:lnTo>
                    <a:pt x="1383461" y="1361173"/>
                  </a:lnTo>
                  <a:lnTo>
                    <a:pt x="1381594" y="1363040"/>
                  </a:lnTo>
                  <a:lnTo>
                    <a:pt x="1381125" y="1364157"/>
                  </a:lnTo>
                  <a:lnTo>
                    <a:pt x="1381125" y="1366786"/>
                  </a:lnTo>
                  <a:lnTo>
                    <a:pt x="1381594" y="1367904"/>
                  </a:lnTo>
                  <a:lnTo>
                    <a:pt x="1383461" y="1369771"/>
                  </a:lnTo>
                  <a:lnTo>
                    <a:pt x="1384579" y="1370228"/>
                  </a:lnTo>
                  <a:lnTo>
                    <a:pt x="1387208" y="1370228"/>
                  </a:lnTo>
                  <a:lnTo>
                    <a:pt x="1388325" y="1369771"/>
                  </a:lnTo>
                  <a:lnTo>
                    <a:pt x="1390192" y="1367904"/>
                  </a:lnTo>
                  <a:lnTo>
                    <a:pt x="1390650" y="1366786"/>
                  </a:lnTo>
                  <a:lnTo>
                    <a:pt x="1390650" y="1364157"/>
                  </a:lnTo>
                  <a:close/>
                </a:path>
                <a:path w="5248275" h="1370329">
                  <a:moveTo>
                    <a:pt x="1390650" y="683793"/>
                  </a:moveTo>
                  <a:lnTo>
                    <a:pt x="1390192" y="682675"/>
                  </a:lnTo>
                  <a:lnTo>
                    <a:pt x="1388325" y="680821"/>
                  </a:lnTo>
                  <a:lnTo>
                    <a:pt x="1387208" y="680351"/>
                  </a:lnTo>
                  <a:lnTo>
                    <a:pt x="1384579" y="680351"/>
                  </a:lnTo>
                  <a:lnTo>
                    <a:pt x="1383461" y="680821"/>
                  </a:lnTo>
                  <a:lnTo>
                    <a:pt x="1381594" y="682675"/>
                  </a:lnTo>
                  <a:lnTo>
                    <a:pt x="1381125" y="683793"/>
                  </a:lnTo>
                  <a:lnTo>
                    <a:pt x="1381125" y="686435"/>
                  </a:lnTo>
                  <a:lnTo>
                    <a:pt x="1381594" y="687552"/>
                  </a:lnTo>
                  <a:lnTo>
                    <a:pt x="1383461" y="689406"/>
                  </a:lnTo>
                  <a:lnTo>
                    <a:pt x="1384579" y="689876"/>
                  </a:lnTo>
                  <a:lnTo>
                    <a:pt x="1387208" y="689876"/>
                  </a:lnTo>
                  <a:lnTo>
                    <a:pt x="1388325" y="689406"/>
                  </a:lnTo>
                  <a:lnTo>
                    <a:pt x="1390192" y="687552"/>
                  </a:lnTo>
                  <a:lnTo>
                    <a:pt x="1390650" y="686435"/>
                  </a:lnTo>
                  <a:lnTo>
                    <a:pt x="1390650" y="683793"/>
                  </a:lnTo>
                  <a:close/>
                </a:path>
                <a:path w="5248275" h="1370329">
                  <a:moveTo>
                    <a:pt x="1390650" y="3441"/>
                  </a:moveTo>
                  <a:lnTo>
                    <a:pt x="1390192" y="2324"/>
                  </a:lnTo>
                  <a:lnTo>
                    <a:pt x="1388325" y="457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57"/>
                  </a:lnTo>
                  <a:lnTo>
                    <a:pt x="1381594" y="2324"/>
                  </a:lnTo>
                  <a:lnTo>
                    <a:pt x="1381125" y="3441"/>
                  </a:lnTo>
                  <a:lnTo>
                    <a:pt x="1381125" y="6070"/>
                  </a:lnTo>
                  <a:lnTo>
                    <a:pt x="1381594" y="7200"/>
                  </a:lnTo>
                  <a:lnTo>
                    <a:pt x="1383461" y="9055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55"/>
                  </a:lnTo>
                  <a:lnTo>
                    <a:pt x="1390192" y="7200"/>
                  </a:lnTo>
                  <a:lnTo>
                    <a:pt x="1390650" y="6070"/>
                  </a:lnTo>
                  <a:lnTo>
                    <a:pt x="1390650" y="3441"/>
                  </a:lnTo>
                  <a:close/>
                </a:path>
                <a:path w="5248275" h="1370329">
                  <a:moveTo>
                    <a:pt x="1438275" y="1364157"/>
                  </a:moveTo>
                  <a:lnTo>
                    <a:pt x="1437817" y="1363040"/>
                  </a:lnTo>
                  <a:lnTo>
                    <a:pt x="1435950" y="1361173"/>
                  </a:lnTo>
                  <a:lnTo>
                    <a:pt x="1434833" y="1360703"/>
                  </a:lnTo>
                  <a:lnTo>
                    <a:pt x="1432204" y="1360703"/>
                  </a:lnTo>
                  <a:lnTo>
                    <a:pt x="1431086" y="1361173"/>
                  </a:lnTo>
                  <a:lnTo>
                    <a:pt x="1429219" y="1363040"/>
                  </a:lnTo>
                  <a:lnTo>
                    <a:pt x="1428750" y="1364157"/>
                  </a:lnTo>
                  <a:lnTo>
                    <a:pt x="1428750" y="1366786"/>
                  </a:lnTo>
                  <a:lnTo>
                    <a:pt x="1429219" y="1367904"/>
                  </a:lnTo>
                  <a:lnTo>
                    <a:pt x="1431086" y="1369771"/>
                  </a:lnTo>
                  <a:lnTo>
                    <a:pt x="1432204" y="1370228"/>
                  </a:lnTo>
                  <a:lnTo>
                    <a:pt x="1434833" y="1370228"/>
                  </a:lnTo>
                  <a:lnTo>
                    <a:pt x="1435950" y="1369771"/>
                  </a:lnTo>
                  <a:lnTo>
                    <a:pt x="1437817" y="1367904"/>
                  </a:lnTo>
                  <a:lnTo>
                    <a:pt x="1438275" y="1366786"/>
                  </a:lnTo>
                  <a:lnTo>
                    <a:pt x="1438275" y="1364157"/>
                  </a:lnTo>
                  <a:close/>
                </a:path>
                <a:path w="5248275" h="1370329">
                  <a:moveTo>
                    <a:pt x="1438275" y="683793"/>
                  </a:moveTo>
                  <a:lnTo>
                    <a:pt x="1437817" y="682675"/>
                  </a:lnTo>
                  <a:lnTo>
                    <a:pt x="1435950" y="680821"/>
                  </a:lnTo>
                  <a:lnTo>
                    <a:pt x="1434833" y="680351"/>
                  </a:lnTo>
                  <a:lnTo>
                    <a:pt x="1432204" y="680351"/>
                  </a:lnTo>
                  <a:lnTo>
                    <a:pt x="1431086" y="680821"/>
                  </a:lnTo>
                  <a:lnTo>
                    <a:pt x="1429219" y="682675"/>
                  </a:lnTo>
                  <a:lnTo>
                    <a:pt x="1428750" y="683793"/>
                  </a:lnTo>
                  <a:lnTo>
                    <a:pt x="1428750" y="686435"/>
                  </a:lnTo>
                  <a:lnTo>
                    <a:pt x="1429219" y="687552"/>
                  </a:lnTo>
                  <a:lnTo>
                    <a:pt x="1431086" y="689406"/>
                  </a:lnTo>
                  <a:lnTo>
                    <a:pt x="1432204" y="689876"/>
                  </a:lnTo>
                  <a:lnTo>
                    <a:pt x="1434833" y="689876"/>
                  </a:lnTo>
                  <a:lnTo>
                    <a:pt x="1435950" y="689406"/>
                  </a:lnTo>
                  <a:lnTo>
                    <a:pt x="1437817" y="687552"/>
                  </a:lnTo>
                  <a:lnTo>
                    <a:pt x="1438275" y="686435"/>
                  </a:lnTo>
                  <a:lnTo>
                    <a:pt x="1438275" y="683793"/>
                  </a:lnTo>
                  <a:close/>
                </a:path>
                <a:path w="5248275" h="1370329">
                  <a:moveTo>
                    <a:pt x="1438275" y="3441"/>
                  </a:moveTo>
                  <a:lnTo>
                    <a:pt x="1437817" y="2324"/>
                  </a:lnTo>
                  <a:lnTo>
                    <a:pt x="1435950" y="457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57"/>
                  </a:lnTo>
                  <a:lnTo>
                    <a:pt x="1429219" y="2324"/>
                  </a:lnTo>
                  <a:lnTo>
                    <a:pt x="1428750" y="3441"/>
                  </a:lnTo>
                  <a:lnTo>
                    <a:pt x="1428750" y="6070"/>
                  </a:lnTo>
                  <a:lnTo>
                    <a:pt x="1429219" y="7200"/>
                  </a:lnTo>
                  <a:lnTo>
                    <a:pt x="1431086" y="9055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55"/>
                  </a:lnTo>
                  <a:lnTo>
                    <a:pt x="1437817" y="7200"/>
                  </a:lnTo>
                  <a:lnTo>
                    <a:pt x="1438275" y="6070"/>
                  </a:lnTo>
                  <a:lnTo>
                    <a:pt x="1438275" y="3441"/>
                  </a:lnTo>
                  <a:close/>
                </a:path>
                <a:path w="5248275" h="1370329">
                  <a:moveTo>
                    <a:pt x="1485900" y="1364157"/>
                  </a:moveTo>
                  <a:lnTo>
                    <a:pt x="1485442" y="1363040"/>
                  </a:lnTo>
                  <a:lnTo>
                    <a:pt x="1483575" y="1361173"/>
                  </a:lnTo>
                  <a:lnTo>
                    <a:pt x="1482458" y="1360703"/>
                  </a:lnTo>
                  <a:lnTo>
                    <a:pt x="1479829" y="1360703"/>
                  </a:lnTo>
                  <a:lnTo>
                    <a:pt x="1478711" y="1361173"/>
                  </a:lnTo>
                  <a:lnTo>
                    <a:pt x="1476844" y="1363040"/>
                  </a:lnTo>
                  <a:lnTo>
                    <a:pt x="1476375" y="1364157"/>
                  </a:lnTo>
                  <a:lnTo>
                    <a:pt x="1476375" y="1366786"/>
                  </a:lnTo>
                  <a:lnTo>
                    <a:pt x="1476844" y="1367904"/>
                  </a:lnTo>
                  <a:lnTo>
                    <a:pt x="1478711" y="1369771"/>
                  </a:lnTo>
                  <a:lnTo>
                    <a:pt x="1479829" y="1370228"/>
                  </a:lnTo>
                  <a:lnTo>
                    <a:pt x="1482458" y="1370228"/>
                  </a:lnTo>
                  <a:lnTo>
                    <a:pt x="1483575" y="1369771"/>
                  </a:lnTo>
                  <a:lnTo>
                    <a:pt x="1485442" y="1367904"/>
                  </a:lnTo>
                  <a:lnTo>
                    <a:pt x="1485900" y="1366786"/>
                  </a:lnTo>
                  <a:lnTo>
                    <a:pt x="1485900" y="1364157"/>
                  </a:lnTo>
                  <a:close/>
                </a:path>
                <a:path w="5248275" h="1370329">
                  <a:moveTo>
                    <a:pt x="1485900" y="683793"/>
                  </a:moveTo>
                  <a:lnTo>
                    <a:pt x="1485442" y="682675"/>
                  </a:lnTo>
                  <a:lnTo>
                    <a:pt x="1483575" y="680821"/>
                  </a:lnTo>
                  <a:lnTo>
                    <a:pt x="1482458" y="680351"/>
                  </a:lnTo>
                  <a:lnTo>
                    <a:pt x="1479829" y="680351"/>
                  </a:lnTo>
                  <a:lnTo>
                    <a:pt x="1478711" y="680821"/>
                  </a:lnTo>
                  <a:lnTo>
                    <a:pt x="1476844" y="682675"/>
                  </a:lnTo>
                  <a:lnTo>
                    <a:pt x="1476375" y="683793"/>
                  </a:lnTo>
                  <a:lnTo>
                    <a:pt x="1476375" y="686435"/>
                  </a:lnTo>
                  <a:lnTo>
                    <a:pt x="1476844" y="687552"/>
                  </a:lnTo>
                  <a:lnTo>
                    <a:pt x="1478711" y="689406"/>
                  </a:lnTo>
                  <a:lnTo>
                    <a:pt x="1479829" y="689876"/>
                  </a:lnTo>
                  <a:lnTo>
                    <a:pt x="1482458" y="689876"/>
                  </a:lnTo>
                  <a:lnTo>
                    <a:pt x="1483575" y="689406"/>
                  </a:lnTo>
                  <a:lnTo>
                    <a:pt x="1485442" y="687552"/>
                  </a:lnTo>
                  <a:lnTo>
                    <a:pt x="1485900" y="686435"/>
                  </a:lnTo>
                  <a:lnTo>
                    <a:pt x="1485900" y="683793"/>
                  </a:lnTo>
                  <a:close/>
                </a:path>
                <a:path w="5248275" h="1370329">
                  <a:moveTo>
                    <a:pt x="1485900" y="3441"/>
                  </a:moveTo>
                  <a:lnTo>
                    <a:pt x="1485442" y="2324"/>
                  </a:lnTo>
                  <a:lnTo>
                    <a:pt x="1483575" y="457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57"/>
                  </a:lnTo>
                  <a:lnTo>
                    <a:pt x="1476844" y="2324"/>
                  </a:lnTo>
                  <a:lnTo>
                    <a:pt x="1476375" y="3441"/>
                  </a:lnTo>
                  <a:lnTo>
                    <a:pt x="1476375" y="6070"/>
                  </a:lnTo>
                  <a:lnTo>
                    <a:pt x="1476844" y="7200"/>
                  </a:lnTo>
                  <a:lnTo>
                    <a:pt x="1478711" y="9055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55"/>
                  </a:lnTo>
                  <a:lnTo>
                    <a:pt x="1485442" y="7200"/>
                  </a:lnTo>
                  <a:lnTo>
                    <a:pt x="1485900" y="6070"/>
                  </a:lnTo>
                  <a:lnTo>
                    <a:pt x="1485900" y="3441"/>
                  </a:lnTo>
                  <a:close/>
                </a:path>
                <a:path w="5248275" h="1370329">
                  <a:moveTo>
                    <a:pt x="1533525" y="1364157"/>
                  </a:moveTo>
                  <a:lnTo>
                    <a:pt x="1533067" y="1363040"/>
                  </a:lnTo>
                  <a:lnTo>
                    <a:pt x="1531200" y="1361173"/>
                  </a:lnTo>
                  <a:lnTo>
                    <a:pt x="1530083" y="1360703"/>
                  </a:lnTo>
                  <a:lnTo>
                    <a:pt x="1527454" y="1360703"/>
                  </a:lnTo>
                  <a:lnTo>
                    <a:pt x="1526336" y="1361173"/>
                  </a:lnTo>
                  <a:lnTo>
                    <a:pt x="1524469" y="1363040"/>
                  </a:lnTo>
                  <a:lnTo>
                    <a:pt x="1524000" y="1364157"/>
                  </a:lnTo>
                  <a:lnTo>
                    <a:pt x="1524000" y="1366786"/>
                  </a:lnTo>
                  <a:lnTo>
                    <a:pt x="1524469" y="1367904"/>
                  </a:lnTo>
                  <a:lnTo>
                    <a:pt x="1526336" y="1369771"/>
                  </a:lnTo>
                  <a:lnTo>
                    <a:pt x="1527454" y="1370228"/>
                  </a:lnTo>
                  <a:lnTo>
                    <a:pt x="1530083" y="1370228"/>
                  </a:lnTo>
                  <a:lnTo>
                    <a:pt x="1531200" y="1369771"/>
                  </a:lnTo>
                  <a:lnTo>
                    <a:pt x="1533067" y="1367904"/>
                  </a:lnTo>
                  <a:lnTo>
                    <a:pt x="1533525" y="1366786"/>
                  </a:lnTo>
                  <a:lnTo>
                    <a:pt x="1533525" y="1364157"/>
                  </a:lnTo>
                  <a:close/>
                </a:path>
                <a:path w="5248275" h="1370329">
                  <a:moveTo>
                    <a:pt x="1533525" y="683793"/>
                  </a:moveTo>
                  <a:lnTo>
                    <a:pt x="1533067" y="682675"/>
                  </a:lnTo>
                  <a:lnTo>
                    <a:pt x="1531200" y="680821"/>
                  </a:lnTo>
                  <a:lnTo>
                    <a:pt x="1530083" y="680351"/>
                  </a:lnTo>
                  <a:lnTo>
                    <a:pt x="1527454" y="680351"/>
                  </a:lnTo>
                  <a:lnTo>
                    <a:pt x="1526336" y="680821"/>
                  </a:lnTo>
                  <a:lnTo>
                    <a:pt x="1524469" y="682675"/>
                  </a:lnTo>
                  <a:lnTo>
                    <a:pt x="1524000" y="683793"/>
                  </a:lnTo>
                  <a:lnTo>
                    <a:pt x="1524000" y="686435"/>
                  </a:lnTo>
                  <a:lnTo>
                    <a:pt x="1524469" y="687552"/>
                  </a:lnTo>
                  <a:lnTo>
                    <a:pt x="1526336" y="689406"/>
                  </a:lnTo>
                  <a:lnTo>
                    <a:pt x="1527454" y="689876"/>
                  </a:lnTo>
                  <a:lnTo>
                    <a:pt x="1530083" y="689876"/>
                  </a:lnTo>
                  <a:lnTo>
                    <a:pt x="1531200" y="689406"/>
                  </a:lnTo>
                  <a:lnTo>
                    <a:pt x="1533067" y="687552"/>
                  </a:lnTo>
                  <a:lnTo>
                    <a:pt x="1533525" y="686435"/>
                  </a:lnTo>
                  <a:lnTo>
                    <a:pt x="1533525" y="683793"/>
                  </a:lnTo>
                  <a:close/>
                </a:path>
                <a:path w="5248275" h="1370329">
                  <a:moveTo>
                    <a:pt x="1533525" y="3441"/>
                  </a:moveTo>
                  <a:lnTo>
                    <a:pt x="1533067" y="2324"/>
                  </a:lnTo>
                  <a:lnTo>
                    <a:pt x="1531200" y="457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57"/>
                  </a:lnTo>
                  <a:lnTo>
                    <a:pt x="1524469" y="2324"/>
                  </a:lnTo>
                  <a:lnTo>
                    <a:pt x="1524000" y="3441"/>
                  </a:lnTo>
                  <a:lnTo>
                    <a:pt x="1524000" y="6070"/>
                  </a:lnTo>
                  <a:lnTo>
                    <a:pt x="1524469" y="7200"/>
                  </a:lnTo>
                  <a:lnTo>
                    <a:pt x="1526336" y="9055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55"/>
                  </a:lnTo>
                  <a:lnTo>
                    <a:pt x="1533067" y="7200"/>
                  </a:lnTo>
                  <a:lnTo>
                    <a:pt x="1533525" y="6070"/>
                  </a:lnTo>
                  <a:lnTo>
                    <a:pt x="1533525" y="3441"/>
                  </a:lnTo>
                  <a:close/>
                </a:path>
                <a:path w="5248275" h="1370329">
                  <a:moveTo>
                    <a:pt x="1581150" y="1364157"/>
                  </a:moveTo>
                  <a:lnTo>
                    <a:pt x="1580692" y="1363040"/>
                  </a:lnTo>
                  <a:lnTo>
                    <a:pt x="1578825" y="1361173"/>
                  </a:lnTo>
                  <a:lnTo>
                    <a:pt x="1577708" y="1360703"/>
                  </a:lnTo>
                  <a:lnTo>
                    <a:pt x="1575079" y="1360703"/>
                  </a:lnTo>
                  <a:lnTo>
                    <a:pt x="1573961" y="1361173"/>
                  </a:lnTo>
                  <a:lnTo>
                    <a:pt x="1572094" y="1363040"/>
                  </a:lnTo>
                  <a:lnTo>
                    <a:pt x="1571625" y="1364157"/>
                  </a:lnTo>
                  <a:lnTo>
                    <a:pt x="1571625" y="1366786"/>
                  </a:lnTo>
                  <a:lnTo>
                    <a:pt x="1572094" y="1367904"/>
                  </a:lnTo>
                  <a:lnTo>
                    <a:pt x="1573961" y="1369771"/>
                  </a:lnTo>
                  <a:lnTo>
                    <a:pt x="1575079" y="1370228"/>
                  </a:lnTo>
                  <a:lnTo>
                    <a:pt x="1577708" y="1370228"/>
                  </a:lnTo>
                  <a:lnTo>
                    <a:pt x="1578825" y="1369771"/>
                  </a:lnTo>
                  <a:lnTo>
                    <a:pt x="1580692" y="1367904"/>
                  </a:lnTo>
                  <a:lnTo>
                    <a:pt x="1581150" y="1366786"/>
                  </a:lnTo>
                  <a:lnTo>
                    <a:pt x="1581150" y="1364157"/>
                  </a:lnTo>
                  <a:close/>
                </a:path>
                <a:path w="5248275" h="1370329">
                  <a:moveTo>
                    <a:pt x="1581150" y="683793"/>
                  </a:moveTo>
                  <a:lnTo>
                    <a:pt x="1580692" y="682675"/>
                  </a:lnTo>
                  <a:lnTo>
                    <a:pt x="1578825" y="680821"/>
                  </a:lnTo>
                  <a:lnTo>
                    <a:pt x="1577708" y="680351"/>
                  </a:lnTo>
                  <a:lnTo>
                    <a:pt x="1575079" y="680351"/>
                  </a:lnTo>
                  <a:lnTo>
                    <a:pt x="1573961" y="680821"/>
                  </a:lnTo>
                  <a:lnTo>
                    <a:pt x="1572094" y="682675"/>
                  </a:lnTo>
                  <a:lnTo>
                    <a:pt x="1571625" y="683793"/>
                  </a:lnTo>
                  <a:lnTo>
                    <a:pt x="1571625" y="686435"/>
                  </a:lnTo>
                  <a:lnTo>
                    <a:pt x="1572094" y="687552"/>
                  </a:lnTo>
                  <a:lnTo>
                    <a:pt x="1573961" y="689406"/>
                  </a:lnTo>
                  <a:lnTo>
                    <a:pt x="1575079" y="689876"/>
                  </a:lnTo>
                  <a:lnTo>
                    <a:pt x="1577708" y="689876"/>
                  </a:lnTo>
                  <a:lnTo>
                    <a:pt x="1578825" y="689406"/>
                  </a:lnTo>
                  <a:lnTo>
                    <a:pt x="1580692" y="687552"/>
                  </a:lnTo>
                  <a:lnTo>
                    <a:pt x="1581150" y="686435"/>
                  </a:lnTo>
                  <a:lnTo>
                    <a:pt x="1581150" y="683793"/>
                  </a:lnTo>
                  <a:close/>
                </a:path>
                <a:path w="5248275" h="1370329">
                  <a:moveTo>
                    <a:pt x="1581150" y="3441"/>
                  </a:moveTo>
                  <a:lnTo>
                    <a:pt x="1580692" y="2324"/>
                  </a:lnTo>
                  <a:lnTo>
                    <a:pt x="1578825" y="457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57"/>
                  </a:lnTo>
                  <a:lnTo>
                    <a:pt x="1572094" y="2324"/>
                  </a:lnTo>
                  <a:lnTo>
                    <a:pt x="1571625" y="3441"/>
                  </a:lnTo>
                  <a:lnTo>
                    <a:pt x="1571625" y="6070"/>
                  </a:lnTo>
                  <a:lnTo>
                    <a:pt x="1572094" y="7200"/>
                  </a:lnTo>
                  <a:lnTo>
                    <a:pt x="1573961" y="9055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55"/>
                  </a:lnTo>
                  <a:lnTo>
                    <a:pt x="1580692" y="7200"/>
                  </a:lnTo>
                  <a:lnTo>
                    <a:pt x="1581150" y="6070"/>
                  </a:lnTo>
                  <a:lnTo>
                    <a:pt x="1581150" y="3441"/>
                  </a:lnTo>
                  <a:close/>
                </a:path>
                <a:path w="5248275" h="1370329">
                  <a:moveTo>
                    <a:pt x="1628775" y="1364157"/>
                  </a:moveTo>
                  <a:lnTo>
                    <a:pt x="1628317" y="1363040"/>
                  </a:lnTo>
                  <a:lnTo>
                    <a:pt x="1626450" y="1361173"/>
                  </a:lnTo>
                  <a:lnTo>
                    <a:pt x="1625333" y="1360703"/>
                  </a:lnTo>
                  <a:lnTo>
                    <a:pt x="1622704" y="1360703"/>
                  </a:lnTo>
                  <a:lnTo>
                    <a:pt x="1621586" y="1361173"/>
                  </a:lnTo>
                  <a:lnTo>
                    <a:pt x="1619719" y="1363040"/>
                  </a:lnTo>
                  <a:lnTo>
                    <a:pt x="1619250" y="1364157"/>
                  </a:lnTo>
                  <a:lnTo>
                    <a:pt x="1619250" y="1366786"/>
                  </a:lnTo>
                  <a:lnTo>
                    <a:pt x="1619719" y="1367904"/>
                  </a:lnTo>
                  <a:lnTo>
                    <a:pt x="1621586" y="1369771"/>
                  </a:lnTo>
                  <a:lnTo>
                    <a:pt x="1622704" y="1370228"/>
                  </a:lnTo>
                  <a:lnTo>
                    <a:pt x="1625333" y="1370228"/>
                  </a:lnTo>
                  <a:lnTo>
                    <a:pt x="1626450" y="1369771"/>
                  </a:lnTo>
                  <a:lnTo>
                    <a:pt x="1628317" y="1367904"/>
                  </a:lnTo>
                  <a:lnTo>
                    <a:pt x="1628775" y="1366786"/>
                  </a:lnTo>
                  <a:lnTo>
                    <a:pt x="1628775" y="1364157"/>
                  </a:lnTo>
                  <a:close/>
                </a:path>
                <a:path w="5248275" h="1370329">
                  <a:moveTo>
                    <a:pt x="1628775" y="683793"/>
                  </a:moveTo>
                  <a:lnTo>
                    <a:pt x="1628317" y="682675"/>
                  </a:lnTo>
                  <a:lnTo>
                    <a:pt x="1626450" y="680821"/>
                  </a:lnTo>
                  <a:lnTo>
                    <a:pt x="1625333" y="680351"/>
                  </a:lnTo>
                  <a:lnTo>
                    <a:pt x="1622704" y="680351"/>
                  </a:lnTo>
                  <a:lnTo>
                    <a:pt x="1621586" y="680821"/>
                  </a:lnTo>
                  <a:lnTo>
                    <a:pt x="1619719" y="682675"/>
                  </a:lnTo>
                  <a:lnTo>
                    <a:pt x="1619250" y="683793"/>
                  </a:lnTo>
                  <a:lnTo>
                    <a:pt x="1619250" y="686435"/>
                  </a:lnTo>
                  <a:lnTo>
                    <a:pt x="1619719" y="687552"/>
                  </a:lnTo>
                  <a:lnTo>
                    <a:pt x="1621586" y="689406"/>
                  </a:lnTo>
                  <a:lnTo>
                    <a:pt x="1622704" y="689876"/>
                  </a:lnTo>
                  <a:lnTo>
                    <a:pt x="1625333" y="689876"/>
                  </a:lnTo>
                  <a:lnTo>
                    <a:pt x="1626450" y="689406"/>
                  </a:lnTo>
                  <a:lnTo>
                    <a:pt x="1628317" y="687552"/>
                  </a:lnTo>
                  <a:lnTo>
                    <a:pt x="1628775" y="686435"/>
                  </a:lnTo>
                  <a:lnTo>
                    <a:pt x="1628775" y="683793"/>
                  </a:lnTo>
                  <a:close/>
                </a:path>
                <a:path w="5248275" h="1370329">
                  <a:moveTo>
                    <a:pt x="1628775" y="3441"/>
                  </a:moveTo>
                  <a:lnTo>
                    <a:pt x="1628317" y="2324"/>
                  </a:lnTo>
                  <a:lnTo>
                    <a:pt x="1626450" y="457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57"/>
                  </a:lnTo>
                  <a:lnTo>
                    <a:pt x="1619719" y="2324"/>
                  </a:lnTo>
                  <a:lnTo>
                    <a:pt x="1619250" y="3441"/>
                  </a:lnTo>
                  <a:lnTo>
                    <a:pt x="1619250" y="6070"/>
                  </a:lnTo>
                  <a:lnTo>
                    <a:pt x="1619719" y="7200"/>
                  </a:lnTo>
                  <a:lnTo>
                    <a:pt x="1621586" y="9055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55"/>
                  </a:lnTo>
                  <a:lnTo>
                    <a:pt x="1628317" y="7200"/>
                  </a:lnTo>
                  <a:lnTo>
                    <a:pt x="1628775" y="6070"/>
                  </a:lnTo>
                  <a:lnTo>
                    <a:pt x="1628775" y="3441"/>
                  </a:lnTo>
                  <a:close/>
                </a:path>
                <a:path w="5248275" h="1370329">
                  <a:moveTo>
                    <a:pt x="1676400" y="1364157"/>
                  </a:moveTo>
                  <a:lnTo>
                    <a:pt x="1675942" y="1363040"/>
                  </a:lnTo>
                  <a:lnTo>
                    <a:pt x="1674075" y="1361173"/>
                  </a:lnTo>
                  <a:lnTo>
                    <a:pt x="1672958" y="1360703"/>
                  </a:lnTo>
                  <a:lnTo>
                    <a:pt x="1670329" y="1360703"/>
                  </a:lnTo>
                  <a:lnTo>
                    <a:pt x="1669211" y="1361173"/>
                  </a:lnTo>
                  <a:lnTo>
                    <a:pt x="1667344" y="1363040"/>
                  </a:lnTo>
                  <a:lnTo>
                    <a:pt x="1666875" y="1364157"/>
                  </a:lnTo>
                  <a:lnTo>
                    <a:pt x="1666875" y="1366786"/>
                  </a:lnTo>
                  <a:lnTo>
                    <a:pt x="1667344" y="1367904"/>
                  </a:lnTo>
                  <a:lnTo>
                    <a:pt x="1669211" y="1369771"/>
                  </a:lnTo>
                  <a:lnTo>
                    <a:pt x="1670329" y="1370228"/>
                  </a:lnTo>
                  <a:lnTo>
                    <a:pt x="1672958" y="1370228"/>
                  </a:lnTo>
                  <a:lnTo>
                    <a:pt x="1674075" y="1369771"/>
                  </a:lnTo>
                  <a:lnTo>
                    <a:pt x="1675942" y="1367904"/>
                  </a:lnTo>
                  <a:lnTo>
                    <a:pt x="1676400" y="1366786"/>
                  </a:lnTo>
                  <a:lnTo>
                    <a:pt x="1676400" y="1364157"/>
                  </a:lnTo>
                  <a:close/>
                </a:path>
                <a:path w="5248275" h="1370329">
                  <a:moveTo>
                    <a:pt x="1676400" y="683793"/>
                  </a:moveTo>
                  <a:lnTo>
                    <a:pt x="1675942" y="682675"/>
                  </a:lnTo>
                  <a:lnTo>
                    <a:pt x="1674075" y="680821"/>
                  </a:lnTo>
                  <a:lnTo>
                    <a:pt x="1672958" y="680351"/>
                  </a:lnTo>
                  <a:lnTo>
                    <a:pt x="1670329" y="680351"/>
                  </a:lnTo>
                  <a:lnTo>
                    <a:pt x="1669211" y="680821"/>
                  </a:lnTo>
                  <a:lnTo>
                    <a:pt x="1667344" y="682675"/>
                  </a:lnTo>
                  <a:lnTo>
                    <a:pt x="1666875" y="683793"/>
                  </a:lnTo>
                  <a:lnTo>
                    <a:pt x="1666875" y="686435"/>
                  </a:lnTo>
                  <a:lnTo>
                    <a:pt x="1667344" y="687552"/>
                  </a:lnTo>
                  <a:lnTo>
                    <a:pt x="1669211" y="689406"/>
                  </a:lnTo>
                  <a:lnTo>
                    <a:pt x="1670329" y="689876"/>
                  </a:lnTo>
                  <a:lnTo>
                    <a:pt x="1672958" y="689876"/>
                  </a:lnTo>
                  <a:lnTo>
                    <a:pt x="1674075" y="689406"/>
                  </a:lnTo>
                  <a:lnTo>
                    <a:pt x="1675942" y="687552"/>
                  </a:lnTo>
                  <a:lnTo>
                    <a:pt x="1676400" y="686435"/>
                  </a:lnTo>
                  <a:lnTo>
                    <a:pt x="1676400" y="683793"/>
                  </a:lnTo>
                  <a:close/>
                </a:path>
                <a:path w="5248275" h="1370329">
                  <a:moveTo>
                    <a:pt x="1676400" y="3441"/>
                  </a:moveTo>
                  <a:lnTo>
                    <a:pt x="1675942" y="2324"/>
                  </a:lnTo>
                  <a:lnTo>
                    <a:pt x="1674075" y="457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57"/>
                  </a:lnTo>
                  <a:lnTo>
                    <a:pt x="1667344" y="2324"/>
                  </a:lnTo>
                  <a:lnTo>
                    <a:pt x="1666875" y="3441"/>
                  </a:lnTo>
                  <a:lnTo>
                    <a:pt x="1666875" y="6070"/>
                  </a:lnTo>
                  <a:lnTo>
                    <a:pt x="1667344" y="7200"/>
                  </a:lnTo>
                  <a:lnTo>
                    <a:pt x="1669211" y="9055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55"/>
                  </a:lnTo>
                  <a:lnTo>
                    <a:pt x="1675942" y="7200"/>
                  </a:lnTo>
                  <a:lnTo>
                    <a:pt x="1676400" y="6070"/>
                  </a:lnTo>
                  <a:lnTo>
                    <a:pt x="1676400" y="3441"/>
                  </a:lnTo>
                  <a:close/>
                </a:path>
                <a:path w="5248275" h="1370329">
                  <a:moveTo>
                    <a:pt x="1724025" y="1364157"/>
                  </a:moveTo>
                  <a:lnTo>
                    <a:pt x="1723567" y="1363040"/>
                  </a:lnTo>
                  <a:lnTo>
                    <a:pt x="1721700" y="1361173"/>
                  </a:lnTo>
                  <a:lnTo>
                    <a:pt x="1720583" y="1360703"/>
                  </a:lnTo>
                  <a:lnTo>
                    <a:pt x="1717954" y="1360703"/>
                  </a:lnTo>
                  <a:lnTo>
                    <a:pt x="1716836" y="1361173"/>
                  </a:lnTo>
                  <a:lnTo>
                    <a:pt x="1714969" y="1363040"/>
                  </a:lnTo>
                  <a:lnTo>
                    <a:pt x="1714500" y="1364157"/>
                  </a:lnTo>
                  <a:lnTo>
                    <a:pt x="1714500" y="1366786"/>
                  </a:lnTo>
                  <a:lnTo>
                    <a:pt x="1714969" y="1367904"/>
                  </a:lnTo>
                  <a:lnTo>
                    <a:pt x="1716836" y="1369771"/>
                  </a:lnTo>
                  <a:lnTo>
                    <a:pt x="1717954" y="1370228"/>
                  </a:lnTo>
                  <a:lnTo>
                    <a:pt x="1720583" y="1370228"/>
                  </a:lnTo>
                  <a:lnTo>
                    <a:pt x="1721700" y="1369771"/>
                  </a:lnTo>
                  <a:lnTo>
                    <a:pt x="1723567" y="1367904"/>
                  </a:lnTo>
                  <a:lnTo>
                    <a:pt x="1724025" y="1366786"/>
                  </a:lnTo>
                  <a:lnTo>
                    <a:pt x="1724025" y="1364157"/>
                  </a:lnTo>
                  <a:close/>
                </a:path>
                <a:path w="5248275" h="1370329">
                  <a:moveTo>
                    <a:pt x="1724025" y="683793"/>
                  </a:moveTo>
                  <a:lnTo>
                    <a:pt x="1723567" y="682675"/>
                  </a:lnTo>
                  <a:lnTo>
                    <a:pt x="1721700" y="680821"/>
                  </a:lnTo>
                  <a:lnTo>
                    <a:pt x="1720583" y="680351"/>
                  </a:lnTo>
                  <a:lnTo>
                    <a:pt x="1717954" y="680351"/>
                  </a:lnTo>
                  <a:lnTo>
                    <a:pt x="1716836" y="680821"/>
                  </a:lnTo>
                  <a:lnTo>
                    <a:pt x="1714969" y="682675"/>
                  </a:lnTo>
                  <a:lnTo>
                    <a:pt x="1714500" y="683793"/>
                  </a:lnTo>
                  <a:lnTo>
                    <a:pt x="1714500" y="686435"/>
                  </a:lnTo>
                  <a:lnTo>
                    <a:pt x="1714969" y="687552"/>
                  </a:lnTo>
                  <a:lnTo>
                    <a:pt x="1716836" y="689406"/>
                  </a:lnTo>
                  <a:lnTo>
                    <a:pt x="1717954" y="689876"/>
                  </a:lnTo>
                  <a:lnTo>
                    <a:pt x="1720583" y="689876"/>
                  </a:lnTo>
                  <a:lnTo>
                    <a:pt x="1721700" y="689406"/>
                  </a:lnTo>
                  <a:lnTo>
                    <a:pt x="1723567" y="687552"/>
                  </a:lnTo>
                  <a:lnTo>
                    <a:pt x="1724025" y="686435"/>
                  </a:lnTo>
                  <a:lnTo>
                    <a:pt x="1724025" y="683793"/>
                  </a:lnTo>
                  <a:close/>
                </a:path>
                <a:path w="5248275" h="1370329">
                  <a:moveTo>
                    <a:pt x="1724025" y="3441"/>
                  </a:moveTo>
                  <a:lnTo>
                    <a:pt x="1723567" y="2324"/>
                  </a:lnTo>
                  <a:lnTo>
                    <a:pt x="1721700" y="457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57"/>
                  </a:lnTo>
                  <a:lnTo>
                    <a:pt x="1714969" y="2324"/>
                  </a:lnTo>
                  <a:lnTo>
                    <a:pt x="1714500" y="3441"/>
                  </a:lnTo>
                  <a:lnTo>
                    <a:pt x="1714500" y="6070"/>
                  </a:lnTo>
                  <a:lnTo>
                    <a:pt x="1714969" y="7200"/>
                  </a:lnTo>
                  <a:lnTo>
                    <a:pt x="1716836" y="9055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55"/>
                  </a:lnTo>
                  <a:lnTo>
                    <a:pt x="1723567" y="7200"/>
                  </a:lnTo>
                  <a:lnTo>
                    <a:pt x="1724025" y="6070"/>
                  </a:lnTo>
                  <a:lnTo>
                    <a:pt x="1724025" y="3441"/>
                  </a:lnTo>
                  <a:close/>
                </a:path>
                <a:path w="5248275" h="1370329">
                  <a:moveTo>
                    <a:pt x="1771650" y="1364157"/>
                  </a:moveTo>
                  <a:lnTo>
                    <a:pt x="1771192" y="1363040"/>
                  </a:lnTo>
                  <a:lnTo>
                    <a:pt x="1769325" y="1361173"/>
                  </a:lnTo>
                  <a:lnTo>
                    <a:pt x="1768208" y="1360703"/>
                  </a:lnTo>
                  <a:lnTo>
                    <a:pt x="1765579" y="1360703"/>
                  </a:lnTo>
                  <a:lnTo>
                    <a:pt x="1764461" y="1361173"/>
                  </a:lnTo>
                  <a:lnTo>
                    <a:pt x="1762594" y="1363040"/>
                  </a:lnTo>
                  <a:lnTo>
                    <a:pt x="1762125" y="1364157"/>
                  </a:lnTo>
                  <a:lnTo>
                    <a:pt x="1762125" y="1366786"/>
                  </a:lnTo>
                  <a:lnTo>
                    <a:pt x="1762594" y="1367904"/>
                  </a:lnTo>
                  <a:lnTo>
                    <a:pt x="1764461" y="1369771"/>
                  </a:lnTo>
                  <a:lnTo>
                    <a:pt x="1765579" y="1370228"/>
                  </a:lnTo>
                  <a:lnTo>
                    <a:pt x="1768208" y="1370228"/>
                  </a:lnTo>
                  <a:lnTo>
                    <a:pt x="1769325" y="1369771"/>
                  </a:lnTo>
                  <a:lnTo>
                    <a:pt x="1771192" y="1367904"/>
                  </a:lnTo>
                  <a:lnTo>
                    <a:pt x="1771650" y="1366786"/>
                  </a:lnTo>
                  <a:lnTo>
                    <a:pt x="1771650" y="1364157"/>
                  </a:lnTo>
                  <a:close/>
                </a:path>
                <a:path w="5248275" h="1370329">
                  <a:moveTo>
                    <a:pt x="1771650" y="683793"/>
                  </a:moveTo>
                  <a:lnTo>
                    <a:pt x="1771192" y="682675"/>
                  </a:lnTo>
                  <a:lnTo>
                    <a:pt x="1769325" y="680821"/>
                  </a:lnTo>
                  <a:lnTo>
                    <a:pt x="1768208" y="680351"/>
                  </a:lnTo>
                  <a:lnTo>
                    <a:pt x="1765579" y="680351"/>
                  </a:lnTo>
                  <a:lnTo>
                    <a:pt x="1764461" y="680821"/>
                  </a:lnTo>
                  <a:lnTo>
                    <a:pt x="1762594" y="682675"/>
                  </a:lnTo>
                  <a:lnTo>
                    <a:pt x="1762125" y="683793"/>
                  </a:lnTo>
                  <a:lnTo>
                    <a:pt x="1762125" y="686435"/>
                  </a:lnTo>
                  <a:lnTo>
                    <a:pt x="1762594" y="687552"/>
                  </a:lnTo>
                  <a:lnTo>
                    <a:pt x="1764461" y="689406"/>
                  </a:lnTo>
                  <a:lnTo>
                    <a:pt x="1765579" y="689876"/>
                  </a:lnTo>
                  <a:lnTo>
                    <a:pt x="1768208" y="689876"/>
                  </a:lnTo>
                  <a:lnTo>
                    <a:pt x="1769325" y="689406"/>
                  </a:lnTo>
                  <a:lnTo>
                    <a:pt x="1771192" y="687552"/>
                  </a:lnTo>
                  <a:lnTo>
                    <a:pt x="1771650" y="686435"/>
                  </a:lnTo>
                  <a:lnTo>
                    <a:pt x="1771650" y="683793"/>
                  </a:lnTo>
                  <a:close/>
                </a:path>
                <a:path w="5248275" h="1370329">
                  <a:moveTo>
                    <a:pt x="1771650" y="3441"/>
                  </a:moveTo>
                  <a:lnTo>
                    <a:pt x="1771192" y="2324"/>
                  </a:lnTo>
                  <a:lnTo>
                    <a:pt x="1769325" y="457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57"/>
                  </a:lnTo>
                  <a:lnTo>
                    <a:pt x="1762594" y="2324"/>
                  </a:lnTo>
                  <a:lnTo>
                    <a:pt x="1762125" y="3441"/>
                  </a:lnTo>
                  <a:lnTo>
                    <a:pt x="1762125" y="6070"/>
                  </a:lnTo>
                  <a:lnTo>
                    <a:pt x="1762594" y="7200"/>
                  </a:lnTo>
                  <a:lnTo>
                    <a:pt x="1764461" y="9055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55"/>
                  </a:lnTo>
                  <a:lnTo>
                    <a:pt x="1771192" y="7200"/>
                  </a:lnTo>
                  <a:lnTo>
                    <a:pt x="1771650" y="6070"/>
                  </a:lnTo>
                  <a:lnTo>
                    <a:pt x="1771650" y="3441"/>
                  </a:lnTo>
                  <a:close/>
                </a:path>
                <a:path w="5248275" h="1370329">
                  <a:moveTo>
                    <a:pt x="1819275" y="1364157"/>
                  </a:moveTo>
                  <a:lnTo>
                    <a:pt x="1818817" y="1363040"/>
                  </a:lnTo>
                  <a:lnTo>
                    <a:pt x="1816950" y="1361173"/>
                  </a:lnTo>
                  <a:lnTo>
                    <a:pt x="1815833" y="1360703"/>
                  </a:lnTo>
                  <a:lnTo>
                    <a:pt x="1813204" y="1360703"/>
                  </a:lnTo>
                  <a:lnTo>
                    <a:pt x="1812086" y="1361173"/>
                  </a:lnTo>
                  <a:lnTo>
                    <a:pt x="1810219" y="1363040"/>
                  </a:lnTo>
                  <a:lnTo>
                    <a:pt x="1809750" y="1364157"/>
                  </a:lnTo>
                  <a:lnTo>
                    <a:pt x="1809750" y="1366786"/>
                  </a:lnTo>
                  <a:lnTo>
                    <a:pt x="1810219" y="1367904"/>
                  </a:lnTo>
                  <a:lnTo>
                    <a:pt x="1812086" y="1369771"/>
                  </a:lnTo>
                  <a:lnTo>
                    <a:pt x="1813204" y="1370228"/>
                  </a:lnTo>
                  <a:lnTo>
                    <a:pt x="1815833" y="1370228"/>
                  </a:lnTo>
                  <a:lnTo>
                    <a:pt x="1816950" y="1369771"/>
                  </a:lnTo>
                  <a:lnTo>
                    <a:pt x="1818817" y="1367904"/>
                  </a:lnTo>
                  <a:lnTo>
                    <a:pt x="1819275" y="1366786"/>
                  </a:lnTo>
                  <a:lnTo>
                    <a:pt x="1819275" y="1364157"/>
                  </a:lnTo>
                  <a:close/>
                </a:path>
                <a:path w="5248275" h="1370329">
                  <a:moveTo>
                    <a:pt x="1819275" y="683793"/>
                  </a:moveTo>
                  <a:lnTo>
                    <a:pt x="1818817" y="682675"/>
                  </a:lnTo>
                  <a:lnTo>
                    <a:pt x="1816950" y="680821"/>
                  </a:lnTo>
                  <a:lnTo>
                    <a:pt x="1815833" y="680351"/>
                  </a:lnTo>
                  <a:lnTo>
                    <a:pt x="1813204" y="680351"/>
                  </a:lnTo>
                  <a:lnTo>
                    <a:pt x="1812086" y="680821"/>
                  </a:lnTo>
                  <a:lnTo>
                    <a:pt x="1810219" y="682675"/>
                  </a:lnTo>
                  <a:lnTo>
                    <a:pt x="1809750" y="683793"/>
                  </a:lnTo>
                  <a:lnTo>
                    <a:pt x="1809750" y="686435"/>
                  </a:lnTo>
                  <a:lnTo>
                    <a:pt x="1810219" y="687552"/>
                  </a:lnTo>
                  <a:lnTo>
                    <a:pt x="1812086" y="689406"/>
                  </a:lnTo>
                  <a:lnTo>
                    <a:pt x="1813204" y="689876"/>
                  </a:lnTo>
                  <a:lnTo>
                    <a:pt x="1815833" y="689876"/>
                  </a:lnTo>
                  <a:lnTo>
                    <a:pt x="1816950" y="689406"/>
                  </a:lnTo>
                  <a:lnTo>
                    <a:pt x="1818817" y="687552"/>
                  </a:lnTo>
                  <a:lnTo>
                    <a:pt x="1819275" y="686435"/>
                  </a:lnTo>
                  <a:lnTo>
                    <a:pt x="1819275" y="683793"/>
                  </a:lnTo>
                  <a:close/>
                </a:path>
                <a:path w="5248275" h="1370329">
                  <a:moveTo>
                    <a:pt x="1819275" y="3441"/>
                  </a:moveTo>
                  <a:lnTo>
                    <a:pt x="1818817" y="2324"/>
                  </a:lnTo>
                  <a:lnTo>
                    <a:pt x="1816950" y="457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57"/>
                  </a:lnTo>
                  <a:lnTo>
                    <a:pt x="1810219" y="2324"/>
                  </a:lnTo>
                  <a:lnTo>
                    <a:pt x="1809750" y="3441"/>
                  </a:lnTo>
                  <a:lnTo>
                    <a:pt x="1809750" y="6070"/>
                  </a:lnTo>
                  <a:lnTo>
                    <a:pt x="1810219" y="7200"/>
                  </a:lnTo>
                  <a:lnTo>
                    <a:pt x="1812086" y="9055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55"/>
                  </a:lnTo>
                  <a:lnTo>
                    <a:pt x="1818817" y="7200"/>
                  </a:lnTo>
                  <a:lnTo>
                    <a:pt x="1819275" y="6070"/>
                  </a:lnTo>
                  <a:lnTo>
                    <a:pt x="1819275" y="3441"/>
                  </a:lnTo>
                  <a:close/>
                </a:path>
                <a:path w="5248275" h="1370329">
                  <a:moveTo>
                    <a:pt x="1866900" y="1364157"/>
                  </a:moveTo>
                  <a:lnTo>
                    <a:pt x="1866442" y="1363040"/>
                  </a:lnTo>
                  <a:lnTo>
                    <a:pt x="1864575" y="1361173"/>
                  </a:lnTo>
                  <a:lnTo>
                    <a:pt x="1863458" y="1360703"/>
                  </a:lnTo>
                  <a:lnTo>
                    <a:pt x="1860829" y="1360703"/>
                  </a:lnTo>
                  <a:lnTo>
                    <a:pt x="1859711" y="1361173"/>
                  </a:lnTo>
                  <a:lnTo>
                    <a:pt x="1857844" y="1363040"/>
                  </a:lnTo>
                  <a:lnTo>
                    <a:pt x="1857375" y="1364157"/>
                  </a:lnTo>
                  <a:lnTo>
                    <a:pt x="1857375" y="1366786"/>
                  </a:lnTo>
                  <a:lnTo>
                    <a:pt x="1857844" y="1367904"/>
                  </a:lnTo>
                  <a:lnTo>
                    <a:pt x="1859711" y="1369771"/>
                  </a:lnTo>
                  <a:lnTo>
                    <a:pt x="1860829" y="1370228"/>
                  </a:lnTo>
                  <a:lnTo>
                    <a:pt x="1863458" y="1370228"/>
                  </a:lnTo>
                  <a:lnTo>
                    <a:pt x="1864575" y="1369771"/>
                  </a:lnTo>
                  <a:lnTo>
                    <a:pt x="1866442" y="1367904"/>
                  </a:lnTo>
                  <a:lnTo>
                    <a:pt x="1866900" y="1366786"/>
                  </a:lnTo>
                  <a:lnTo>
                    <a:pt x="1866900" y="1364157"/>
                  </a:lnTo>
                  <a:close/>
                </a:path>
                <a:path w="5248275" h="1370329">
                  <a:moveTo>
                    <a:pt x="1866900" y="683793"/>
                  </a:moveTo>
                  <a:lnTo>
                    <a:pt x="1866442" y="682675"/>
                  </a:lnTo>
                  <a:lnTo>
                    <a:pt x="1864575" y="680821"/>
                  </a:lnTo>
                  <a:lnTo>
                    <a:pt x="1863458" y="680351"/>
                  </a:lnTo>
                  <a:lnTo>
                    <a:pt x="1860829" y="680351"/>
                  </a:lnTo>
                  <a:lnTo>
                    <a:pt x="1859711" y="680821"/>
                  </a:lnTo>
                  <a:lnTo>
                    <a:pt x="1857844" y="682675"/>
                  </a:lnTo>
                  <a:lnTo>
                    <a:pt x="1857375" y="683793"/>
                  </a:lnTo>
                  <a:lnTo>
                    <a:pt x="1857375" y="686435"/>
                  </a:lnTo>
                  <a:lnTo>
                    <a:pt x="1857844" y="687552"/>
                  </a:lnTo>
                  <a:lnTo>
                    <a:pt x="1859711" y="689406"/>
                  </a:lnTo>
                  <a:lnTo>
                    <a:pt x="1860829" y="689876"/>
                  </a:lnTo>
                  <a:lnTo>
                    <a:pt x="1863458" y="689876"/>
                  </a:lnTo>
                  <a:lnTo>
                    <a:pt x="1864575" y="689406"/>
                  </a:lnTo>
                  <a:lnTo>
                    <a:pt x="1866442" y="687552"/>
                  </a:lnTo>
                  <a:lnTo>
                    <a:pt x="1866900" y="686435"/>
                  </a:lnTo>
                  <a:lnTo>
                    <a:pt x="1866900" y="683793"/>
                  </a:lnTo>
                  <a:close/>
                </a:path>
                <a:path w="5248275" h="1370329">
                  <a:moveTo>
                    <a:pt x="1866900" y="3441"/>
                  </a:moveTo>
                  <a:lnTo>
                    <a:pt x="1866442" y="2324"/>
                  </a:lnTo>
                  <a:lnTo>
                    <a:pt x="1864575" y="457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57"/>
                  </a:lnTo>
                  <a:lnTo>
                    <a:pt x="1857844" y="2324"/>
                  </a:lnTo>
                  <a:lnTo>
                    <a:pt x="1857375" y="3441"/>
                  </a:lnTo>
                  <a:lnTo>
                    <a:pt x="1857375" y="6070"/>
                  </a:lnTo>
                  <a:lnTo>
                    <a:pt x="1857844" y="7200"/>
                  </a:lnTo>
                  <a:lnTo>
                    <a:pt x="1859711" y="9055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55"/>
                  </a:lnTo>
                  <a:lnTo>
                    <a:pt x="1866442" y="7200"/>
                  </a:lnTo>
                  <a:lnTo>
                    <a:pt x="1866900" y="6070"/>
                  </a:lnTo>
                  <a:lnTo>
                    <a:pt x="1866900" y="3441"/>
                  </a:lnTo>
                  <a:close/>
                </a:path>
                <a:path w="5248275" h="1370329">
                  <a:moveTo>
                    <a:pt x="1914525" y="1364157"/>
                  </a:moveTo>
                  <a:lnTo>
                    <a:pt x="1914067" y="1363040"/>
                  </a:lnTo>
                  <a:lnTo>
                    <a:pt x="1912200" y="1361173"/>
                  </a:lnTo>
                  <a:lnTo>
                    <a:pt x="1911083" y="1360703"/>
                  </a:lnTo>
                  <a:lnTo>
                    <a:pt x="1908454" y="1360703"/>
                  </a:lnTo>
                  <a:lnTo>
                    <a:pt x="1907336" y="1361173"/>
                  </a:lnTo>
                  <a:lnTo>
                    <a:pt x="1905469" y="1363040"/>
                  </a:lnTo>
                  <a:lnTo>
                    <a:pt x="1905000" y="1364157"/>
                  </a:lnTo>
                  <a:lnTo>
                    <a:pt x="1905000" y="1366786"/>
                  </a:lnTo>
                  <a:lnTo>
                    <a:pt x="1905469" y="1367904"/>
                  </a:lnTo>
                  <a:lnTo>
                    <a:pt x="1907336" y="1369771"/>
                  </a:lnTo>
                  <a:lnTo>
                    <a:pt x="1908454" y="1370228"/>
                  </a:lnTo>
                  <a:lnTo>
                    <a:pt x="1911083" y="1370228"/>
                  </a:lnTo>
                  <a:lnTo>
                    <a:pt x="1912200" y="1369771"/>
                  </a:lnTo>
                  <a:lnTo>
                    <a:pt x="1914067" y="1367904"/>
                  </a:lnTo>
                  <a:lnTo>
                    <a:pt x="1914525" y="1366786"/>
                  </a:lnTo>
                  <a:lnTo>
                    <a:pt x="1914525" y="1364157"/>
                  </a:lnTo>
                  <a:close/>
                </a:path>
                <a:path w="5248275" h="1370329">
                  <a:moveTo>
                    <a:pt x="1914525" y="683793"/>
                  </a:moveTo>
                  <a:lnTo>
                    <a:pt x="1914067" y="682675"/>
                  </a:lnTo>
                  <a:lnTo>
                    <a:pt x="1912200" y="680821"/>
                  </a:lnTo>
                  <a:lnTo>
                    <a:pt x="1911083" y="680351"/>
                  </a:lnTo>
                  <a:lnTo>
                    <a:pt x="1908454" y="680351"/>
                  </a:lnTo>
                  <a:lnTo>
                    <a:pt x="1907336" y="680821"/>
                  </a:lnTo>
                  <a:lnTo>
                    <a:pt x="1905469" y="682675"/>
                  </a:lnTo>
                  <a:lnTo>
                    <a:pt x="1905000" y="683793"/>
                  </a:lnTo>
                  <a:lnTo>
                    <a:pt x="1905000" y="686435"/>
                  </a:lnTo>
                  <a:lnTo>
                    <a:pt x="1905469" y="687552"/>
                  </a:lnTo>
                  <a:lnTo>
                    <a:pt x="1907336" y="689406"/>
                  </a:lnTo>
                  <a:lnTo>
                    <a:pt x="1908454" y="689876"/>
                  </a:lnTo>
                  <a:lnTo>
                    <a:pt x="1911083" y="689876"/>
                  </a:lnTo>
                  <a:lnTo>
                    <a:pt x="1912200" y="689406"/>
                  </a:lnTo>
                  <a:lnTo>
                    <a:pt x="1914067" y="687552"/>
                  </a:lnTo>
                  <a:lnTo>
                    <a:pt x="1914525" y="686435"/>
                  </a:lnTo>
                  <a:lnTo>
                    <a:pt x="1914525" y="683793"/>
                  </a:lnTo>
                  <a:close/>
                </a:path>
                <a:path w="5248275" h="1370329">
                  <a:moveTo>
                    <a:pt x="1914525" y="3441"/>
                  </a:moveTo>
                  <a:lnTo>
                    <a:pt x="1914067" y="2324"/>
                  </a:lnTo>
                  <a:lnTo>
                    <a:pt x="1912200" y="457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57"/>
                  </a:lnTo>
                  <a:lnTo>
                    <a:pt x="1905469" y="2324"/>
                  </a:lnTo>
                  <a:lnTo>
                    <a:pt x="1905000" y="3441"/>
                  </a:lnTo>
                  <a:lnTo>
                    <a:pt x="1905000" y="6070"/>
                  </a:lnTo>
                  <a:lnTo>
                    <a:pt x="1905469" y="7200"/>
                  </a:lnTo>
                  <a:lnTo>
                    <a:pt x="1907336" y="9055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55"/>
                  </a:lnTo>
                  <a:lnTo>
                    <a:pt x="1914067" y="7200"/>
                  </a:lnTo>
                  <a:lnTo>
                    <a:pt x="1914525" y="6070"/>
                  </a:lnTo>
                  <a:lnTo>
                    <a:pt x="1914525" y="3441"/>
                  </a:lnTo>
                  <a:close/>
                </a:path>
                <a:path w="5248275" h="1370329">
                  <a:moveTo>
                    <a:pt x="1962150" y="1364157"/>
                  </a:moveTo>
                  <a:lnTo>
                    <a:pt x="1961692" y="1363040"/>
                  </a:lnTo>
                  <a:lnTo>
                    <a:pt x="1959825" y="1361173"/>
                  </a:lnTo>
                  <a:lnTo>
                    <a:pt x="1958708" y="1360703"/>
                  </a:lnTo>
                  <a:lnTo>
                    <a:pt x="1956079" y="1360703"/>
                  </a:lnTo>
                  <a:lnTo>
                    <a:pt x="1954961" y="1361173"/>
                  </a:lnTo>
                  <a:lnTo>
                    <a:pt x="1953094" y="1363040"/>
                  </a:lnTo>
                  <a:lnTo>
                    <a:pt x="1952625" y="1364157"/>
                  </a:lnTo>
                  <a:lnTo>
                    <a:pt x="1952625" y="1366786"/>
                  </a:lnTo>
                  <a:lnTo>
                    <a:pt x="1953094" y="1367904"/>
                  </a:lnTo>
                  <a:lnTo>
                    <a:pt x="1954961" y="1369771"/>
                  </a:lnTo>
                  <a:lnTo>
                    <a:pt x="1956079" y="1370228"/>
                  </a:lnTo>
                  <a:lnTo>
                    <a:pt x="1958708" y="1370228"/>
                  </a:lnTo>
                  <a:lnTo>
                    <a:pt x="1959825" y="1369771"/>
                  </a:lnTo>
                  <a:lnTo>
                    <a:pt x="1961692" y="1367904"/>
                  </a:lnTo>
                  <a:lnTo>
                    <a:pt x="1962150" y="1366786"/>
                  </a:lnTo>
                  <a:lnTo>
                    <a:pt x="1962150" y="1364157"/>
                  </a:lnTo>
                  <a:close/>
                </a:path>
                <a:path w="5248275" h="1370329">
                  <a:moveTo>
                    <a:pt x="1962150" y="683793"/>
                  </a:moveTo>
                  <a:lnTo>
                    <a:pt x="1961692" y="682675"/>
                  </a:lnTo>
                  <a:lnTo>
                    <a:pt x="1959825" y="680821"/>
                  </a:lnTo>
                  <a:lnTo>
                    <a:pt x="1958708" y="680351"/>
                  </a:lnTo>
                  <a:lnTo>
                    <a:pt x="1956079" y="680351"/>
                  </a:lnTo>
                  <a:lnTo>
                    <a:pt x="1954961" y="680821"/>
                  </a:lnTo>
                  <a:lnTo>
                    <a:pt x="1953094" y="682675"/>
                  </a:lnTo>
                  <a:lnTo>
                    <a:pt x="1952625" y="683793"/>
                  </a:lnTo>
                  <a:lnTo>
                    <a:pt x="1952625" y="686435"/>
                  </a:lnTo>
                  <a:lnTo>
                    <a:pt x="1953094" y="687552"/>
                  </a:lnTo>
                  <a:lnTo>
                    <a:pt x="1954961" y="689406"/>
                  </a:lnTo>
                  <a:lnTo>
                    <a:pt x="1956079" y="689876"/>
                  </a:lnTo>
                  <a:lnTo>
                    <a:pt x="1958708" y="689876"/>
                  </a:lnTo>
                  <a:lnTo>
                    <a:pt x="1959825" y="689406"/>
                  </a:lnTo>
                  <a:lnTo>
                    <a:pt x="1961692" y="687552"/>
                  </a:lnTo>
                  <a:lnTo>
                    <a:pt x="1962150" y="686435"/>
                  </a:lnTo>
                  <a:lnTo>
                    <a:pt x="1962150" y="683793"/>
                  </a:lnTo>
                  <a:close/>
                </a:path>
                <a:path w="5248275" h="1370329">
                  <a:moveTo>
                    <a:pt x="1962150" y="3441"/>
                  </a:moveTo>
                  <a:lnTo>
                    <a:pt x="1961692" y="2324"/>
                  </a:lnTo>
                  <a:lnTo>
                    <a:pt x="1959825" y="457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57"/>
                  </a:lnTo>
                  <a:lnTo>
                    <a:pt x="1953094" y="2324"/>
                  </a:lnTo>
                  <a:lnTo>
                    <a:pt x="1952625" y="3441"/>
                  </a:lnTo>
                  <a:lnTo>
                    <a:pt x="1952625" y="6070"/>
                  </a:lnTo>
                  <a:lnTo>
                    <a:pt x="1953094" y="7200"/>
                  </a:lnTo>
                  <a:lnTo>
                    <a:pt x="1954961" y="9055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55"/>
                  </a:lnTo>
                  <a:lnTo>
                    <a:pt x="1961692" y="7200"/>
                  </a:lnTo>
                  <a:lnTo>
                    <a:pt x="1962150" y="6070"/>
                  </a:lnTo>
                  <a:lnTo>
                    <a:pt x="1962150" y="3441"/>
                  </a:lnTo>
                  <a:close/>
                </a:path>
                <a:path w="5248275" h="1370329">
                  <a:moveTo>
                    <a:pt x="2009775" y="1364157"/>
                  </a:moveTo>
                  <a:lnTo>
                    <a:pt x="2009317" y="1363040"/>
                  </a:lnTo>
                  <a:lnTo>
                    <a:pt x="2007450" y="1361173"/>
                  </a:lnTo>
                  <a:lnTo>
                    <a:pt x="2006333" y="1360703"/>
                  </a:lnTo>
                  <a:lnTo>
                    <a:pt x="2003704" y="1360703"/>
                  </a:lnTo>
                  <a:lnTo>
                    <a:pt x="2002586" y="1361173"/>
                  </a:lnTo>
                  <a:lnTo>
                    <a:pt x="2000719" y="1363040"/>
                  </a:lnTo>
                  <a:lnTo>
                    <a:pt x="2000262" y="1364157"/>
                  </a:lnTo>
                  <a:lnTo>
                    <a:pt x="2000262" y="1366786"/>
                  </a:lnTo>
                  <a:lnTo>
                    <a:pt x="2000719" y="1367904"/>
                  </a:lnTo>
                  <a:lnTo>
                    <a:pt x="2002586" y="1369771"/>
                  </a:lnTo>
                  <a:lnTo>
                    <a:pt x="2003704" y="1370228"/>
                  </a:lnTo>
                  <a:lnTo>
                    <a:pt x="2006333" y="1370228"/>
                  </a:lnTo>
                  <a:lnTo>
                    <a:pt x="2007450" y="1369771"/>
                  </a:lnTo>
                  <a:lnTo>
                    <a:pt x="2009317" y="1367904"/>
                  </a:lnTo>
                  <a:lnTo>
                    <a:pt x="2009775" y="1366786"/>
                  </a:lnTo>
                  <a:lnTo>
                    <a:pt x="2009775" y="1364157"/>
                  </a:lnTo>
                  <a:close/>
                </a:path>
                <a:path w="5248275" h="1370329">
                  <a:moveTo>
                    <a:pt x="2009775" y="683793"/>
                  </a:moveTo>
                  <a:lnTo>
                    <a:pt x="2009317" y="682675"/>
                  </a:lnTo>
                  <a:lnTo>
                    <a:pt x="2007450" y="680821"/>
                  </a:lnTo>
                  <a:lnTo>
                    <a:pt x="2006333" y="680351"/>
                  </a:lnTo>
                  <a:lnTo>
                    <a:pt x="2003704" y="680351"/>
                  </a:lnTo>
                  <a:lnTo>
                    <a:pt x="2002586" y="680821"/>
                  </a:lnTo>
                  <a:lnTo>
                    <a:pt x="2000719" y="682675"/>
                  </a:lnTo>
                  <a:lnTo>
                    <a:pt x="2000262" y="683793"/>
                  </a:lnTo>
                  <a:lnTo>
                    <a:pt x="2000262" y="686435"/>
                  </a:lnTo>
                  <a:lnTo>
                    <a:pt x="2000719" y="687552"/>
                  </a:lnTo>
                  <a:lnTo>
                    <a:pt x="2002586" y="689406"/>
                  </a:lnTo>
                  <a:lnTo>
                    <a:pt x="2003704" y="689876"/>
                  </a:lnTo>
                  <a:lnTo>
                    <a:pt x="2006333" y="689876"/>
                  </a:lnTo>
                  <a:lnTo>
                    <a:pt x="2007450" y="689406"/>
                  </a:lnTo>
                  <a:lnTo>
                    <a:pt x="2009317" y="687552"/>
                  </a:lnTo>
                  <a:lnTo>
                    <a:pt x="2009775" y="686435"/>
                  </a:lnTo>
                  <a:lnTo>
                    <a:pt x="2009775" y="683793"/>
                  </a:lnTo>
                  <a:close/>
                </a:path>
                <a:path w="5248275" h="1370329">
                  <a:moveTo>
                    <a:pt x="2009775" y="3441"/>
                  </a:moveTo>
                  <a:lnTo>
                    <a:pt x="2009317" y="2324"/>
                  </a:lnTo>
                  <a:lnTo>
                    <a:pt x="2007450" y="457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57"/>
                  </a:lnTo>
                  <a:lnTo>
                    <a:pt x="2000719" y="2324"/>
                  </a:lnTo>
                  <a:lnTo>
                    <a:pt x="2000262" y="3441"/>
                  </a:lnTo>
                  <a:lnTo>
                    <a:pt x="2000262" y="6070"/>
                  </a:lnTo>
                  <a:lnTo>
                    <a:pt x="2000719" y="7200"/>
                  </a:lnTo>
                  <a:lnTo>
                    <a:pt x="2002586" y="9055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55"/>
                  </a:lnTo>
                  <a:lnTo>
                    <a:pt x="2009317" y="7200"/>
                  </a:lnTo>
                  <a:lnTo>
                    <a:pt x="2009775" y="6070"/>
                  </a:lnTo>
                  <a:lnTo>
                    <a:pt x="2009775" y="3441"/>
                  </a:lnTo>
                  <a:close/>
                </a:path>
                <a:path w="5248275" h="1370329">
                  <a:moveTo>
                    <a:pt x="2057400" y="1364157"/>
                  </a:moveTo>
                  <a:lnTo>
                    <a:pt x="2056942" y="1363040"/>
                  </a:lnTo>
                  <a:lnTo>
                    <a:pt x="2055075" y="1361173"/>
                  </a:lnTo>
                  <a:lnTo>
                    <a:pt x="2053958" y="1360703"/>
                  </a:lnTo>
                  <a:lnTo>
                    <a:pt x="2051329" y="1360703"/>
                  </a:lnTo>
                  <a:lnTo>
                    <a:pt x="2050211" y="1361173"/>
                  </a:lnTo>
                  <a:lnTo>
                    <a:pt x="2048344" y="1363040"/>
                  </a:lnTo>
                  <a:lnTo>
                    <a:pt x="2047875" y="1364157"/>
                  </a:lnTo>
                  <a:lnTo>
                    <a:pt x="2047875" y="1366786"/>
                  </a:lnTo>
                  <a:lnTo>
                    <a:pt x="2048344" y="1367904"/>
                  </a:lnTo>
                  <a:lnTo>
                    <a:pt x="2050211" y="1369771"/>
                  </a:lnTo>
                  <a:lnTo>
                    <a:pt x="2051329" y="1370228"/>
                  </a:lnTo>
                  <a:lnTo>
                    <a:pt x="2053958" y="1370228"/>
                  </a:lnTo>
                  <a:lnTo>
                    <a:pt x="2055075" y="1369771"/>
                  </a:lnTo>
                  <a:lnTo>
                    <a:pt x="2056942" y="1367904"/>
                  </a:lnTo>
                  <a:lnTo>
                    <a:pt x="2057400" y="1366786"/>
                  </a:lnTo>
                  <a:lnTo>
                    <a:pt x="2057400" y="1364157"/>
                  </a:lnTo>
                  <a:close/>
                </a:path>
                <a:path w="5248275" h="1370329">
                  <a:moveTo>
                    <a:pt x="2057400" y="683793"/>
                  </a:moveTo>
                  <a:lnTo>
                    <a:pt x="2056942" y="682675"/>
                  </a:lnTo>
                  <a:lnTo>
                    <a:pt x="2055075" y="680821"/>
                  </a:lnTo>
                  <a:lnTo>
                    <a:pt x="2053958" y="680351"/>
                  </a:lnTo>
                  <a:lnTo>
                    <a:pt x="2051329" y="680351"/>
                  </a:lnTo>
                  <a:lnTo>
                    <a:pt x="2050211" y="680821"/>
                  </a:lnTo>
                  <a:lnTo>
                    <a:pt x="2048344" y="682675"/>
                  </a:lnTo>
                  <a:lnTo>
                    <a:pt x="2047875" y="683793"/>
                  </a:lnTo>
                  <a:lnTo>
                    <a:pt x="2047875" y="686435"/>
                  </a:lnTo>
                  <a:lnTo>
                    <a:pt x="2048344" y="687552"/>
                  </a:lnTo>
                  <a:lnTo>
                    <a:pt x="2050211" y="689406"/>
                  </a:lnTo>
                  <a:lnTo>
                    <a:pt x="2051329" y="689876"/>
                  </a:lnTo>
                  <a:lnTo>
                    <a:pt x="2053958" y="689876"/>
                  </a:lnTo>
                  <a:lnTo>
                    <a:pt x="2055075" y="689406"/>
                  </a:lnTo>
                  <a:lnTo>
                    <a:pt x="2056942" y="687552"/>
                  </a:lnTo>
                  <a:lnTo>
                    <a:pt x="2057400" y="686435"/>
                  </a:lnTo>
                  <a:lnTo>
                    <a:pt x="2057400" y="683793"/>
                  </a:lnTo>
                  <a:close/>
                </a:path>
                <a:path w="5248275" h="1370329">
                  <a:moveTo>
                    <a:pt x="2057400" y="3441"/>
                  </a:moveTo>
                  <a:lnTo>
                    <a:pt x="2056942" y="2324"/>
                  </a:lnTo>
                  <a:lnTo>
                    <a:pt x="2055075" y="457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57"/>
                  </a:lnTo>
                  <a:lnTo>
                    <a:pt x="2048344" y="2324"/>
                  </a:lnTo>
                  <a:lnTo>
                    <a:pt x="2047875" y="3441"/>
                  </a:lnTo>
                  <a:lnTo>
                    <a:pt x="2047875" y="6070"/>
                  </a:lnTo>
                  <a:lnTo>
                    <a:pt x="2048344" y="7200"/>
                  </a:lnTo>
                  <a:lnTo>
                    <a:pt x="2050211" y="9055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55"/>
                  </a:lnTo>
                  <a:lnTo>
                    <a:pt x="2056942" y="7200"/>
                  </a:lnTo>
                  <a:lnTo>
                    <a:pt x="2057400" y="6070"/>
                  </a:lnTo>
                  <a:lnTo>
                    <a:pt x="2057400" y="3441"/>
                  </a:lnTo>
                  <a:close/>
                </a:path>
                <a:path w="5248275" h="1370329">
                  <a:moveTo>
                    <a:pt x="2105025" y="1364157"/>
                  </a:moveTo>
                  <a:lnTo>
                    <a:pt x="2104567" y="1363040"/>
                  </a:lnTo>
                  <a:lnTo>
                    <a:pt x="2102700" y="1361173"/>
                  </a:lnTo>
                  <a:lnTo>
                    <a:pt x="2101583" y="1360703"/>
                  </a:lnTo>
                  <a:lnTo>
                    <a:pt x="2098954" y="1360703"/>
                  </a:lnTo>
                  <a:lnTo>
                    <a:pt x="2097836" y="1361173"/>
                  </a:lnTo>
                  <a:lnTo>
                    <a:pt x="2095969" y="1363040"/>
                  </a:lnTo>
                  <a:lnTo>
                    <a:pt x="2095500" y="1364157"/>
                  </a:lnTo>
                  <a:lnTo>
                    <a:pt x="2095500" y="1366786"/>
                  </a:lnTo>
                  <a:lnTo>
                    <a:pt x="2095969" y="1367904"/>
                  </a:lnTo>
                  <a:lnTo>
                    <a:pt x="2097836" y="1369771"/>
                  </a:lnTo>
                  <a:lnTo>
                    <a:pt x="2098954" y="1370228"/>
                  </a:lnTo>
                  <a:lnTo>
                    <a:pt x="2101583" y="1370228"/>
                  </a:lnTo>
                  <a:lnTo>
                    <a:pt x="2102700" y="1369771"/>
                  </a:lnTo>
                  <a:lnTo>
                    <a:pt x="2104567" y="1367904"/>
                  </a:lnTo>
                  <a:lnTo>
                    <a:pt x="2105025" y="1366786"/>
                  </a:lnTo>
                  <a:lnTo>
                    <a:pt x="2105025" y="1364157"/>
                  </a:lnTo>
                  <a:close/>
                </a:path>
                <a:path w="5248275" h="1370329">
                  <a:moveTo>
                    <a:pt x="2105025" y="683793"/>
                  </a:moveTo>
                  <a:lnTo>
                    <a:pt x="2104567" y="682675"/>
                  </a:lnTo>
                  <a:lnTo>
                    <a:pt x="2102700" y="680821"/>
                  </a:lnTo>
                  <a:lnTo>
                    <a:pt x="2101583" y="680351"/>
                  </a:lnTo>
                  <a:lnTo>
                    <a:pt x="2098954" y="680351"/>
                  </a:lnTo>
                  <a:lnTo>
                    <a:pt x="2097836" y="680821"/>
                  </a:lnTo>
                  <a:lnTo>
                    <a:pt x="2095969" y="682675"/>
                  </a:lnTo>
                  <a:lnTo>
                    <a:pt x="2095500" y="683793"/>
                  </a:lnTo>
                  <a:lnTo>
                    <a:pt x="2095500" y="686435"/>
                  </a:lnTo>
                  <a:lnTo>
                    <a:pt x="2095969" y="687552"/>
                  </a:lnTo>
                  <a:lnTo>
                    <a:pt x="2097836" y="689406"/>
                  </a:lnTo>
                  <a:lnTo>
                    <a:pt x="2098954" y="689876"/>
                  </a:lnTo>
                  <a:lnTo>
                    <a:pt x="2101583" y="689876"/>
                  </a:lnTo>
                  <a:lnTo>
                    <a:pt x="2102700" y="689406"/>
                  </a:lnTo>
                  <a:lnTo>
                    <a:pt x="2104567" y="687552"/>
                  </a:lnTo>
                  <a:lnTo>
                    <a:pt x="2105025" y="686435"/>
                  </a:lnTo>
                  <a:lnTo>
                    <a:pt x="2105025" y="683793"/>
                  </a:lnTo>
                  <a:close/>
                </a:path>
                <a:path w="5248275" h="1370329">
                  <a:moveTo>
                    <a:pt x="2105025" y="3441"/>
                  </a:moveTo>
                  <a:lnTo>
                    <a:pt x="2104567" y="2324"/>
                  </a:lnTo>
                  <a:lnTo>
                    <a:pt x="2102700" y="457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57"/>
                  </a:lnTo>
                  <a:lnTo>
                    <a:pt x="2095969" y="2324"/>
                  </a:lnTo>
                  <a:lnTo>
                    <a:pt x="2095500" y="3441"/>
                  </a:lnTo>
                  <a:lnTo>
                    <a:pt x="2095500" y="6070"/>
                  </a:lnTo>
                  <a:lnTo>
                    <a:pt x="2095969" y="7200"/>
                  </a:lnTo>
                  <a:lnTo>
                    <a:pt x="2097836" y="9055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55"/>
                  </a:lnTo>
                  <a:lnTo>
                    <a:pt x="2104567" y="7200"/>
                  </a:lnTo>
                  <a:lnTo>
                    <a:pt x="2105025" y="6070"/>
                  </a:lnTo>
                  <a:lnTo>
                    <a:pt x="2105025" y="3441"/>
                  </a:lnTo>
                  <a:close/>
                </a:path>
                <a:path w="5248275" h="1370329">
                  <a:moveTo>
                    <a:pt x="2152650" y="1364157"/>
                  </a:moveTo>
                  <a:lnTo>
                    <a:pt x="2152192" y="1363040"/>
                  </a:lnTo>
                  <a:lnTo>
                    <a:pt x="2150326" y="1361173"/>
                  </a:lnTo>
                  <a:lnTo>
                    <a:pt x="2149208" y="1360703"/>
                  </a:lnTo>
                  <a:lnTo>
                    <a:pt x="2146579" y="1360703"/>
                  </a:lnTo>
                  <a:lnTo>
                    <a:pt x="2145461" y="1361173"/>
                  </a:lnTo>
                  <a:lnTo>
                    <a:pt x="2143595" y="1363040"/>
                  </a:lnTo>
                  <a:lnTo>
                    <a:pt x="2143125" y="1364157"/>
                  </a:lnTo>
                  <a:lnTo>
                    <a:pt x="2143125" y="1366786"/>
                  </a:lnTo>
                  <a:lnTo>
                    <a:pt x="2143595" y="1367904"/>
                  </a:lnTo>
                  <a:lnTo>
                    <a:pt x="2145461" y="1369771"/>
                  </a:lnTo>
                  <a:lnTo>
                    <a:pt x="2146579" y="1370228"/>
                  </a:lnTo>
                  <a:lnTo>
                    <a:pt x="2149208" y="1370228"/>
                  </a:lnTo>
                  <a:lnTo>
                    <a:pt x="2150326" y="1369771"/>
                  </a:lnTo>
                  <a:lnTo>
                    <a:pt x="2152192" y="1367904"/>
                  </a:lnTo>
                  <a:lnTo>
                    <a:pt x="2152650" y="1366786"/>
                  </a:lnTo>
                  <a:lnTo>
                    <a:pt x="2152650" y="1364157"/>
                  </a:lnTo>
                  <a:close/>
                </a:path>
                <a:path w="5248275" h="1370329">
                  <a:moveTo>
                    <a:pt x="2152650" y="683793"/>
                  </a:moveTo>
                  <a:lnTo>
                    <a:pt x="2152192" y="682675"/>
                  </a:lnTo>
                  <a:lnTo>
                    <a:pt x="2150326" y="680821"/>
                  </a:lnTo>
                  <a:lnTo>
                    <a:pt x="2149208" y="680351"/>
                  </a:lnTo>
                  <a:lnTo>
                    <a:pt x="2146579" y="680351"/>
                  </a:lnTo>
                  <a:lnTo>
                    <a:pt x="2145461" y="680821"/>
                  </a:lnTo>
                  <a:lnTo>
                    <a:pt x="2143595" y="682675"/>
                  </a:lnTo>
                  <a:lnTo>
                    <a:pt x="2143125" y="683793"/>
                  </a:lnTo>
                  <a:lnTo>
                    <a:pt x="2143125" y="686435"/>
                  </a:lnTo>
                  <a:lnTo>
                    <a:pt x="2143595" y="687552"/>
                  </a:lnTo>
                  <a:lnTo>
                    <a:pt x="2145461" y="689406"/>
                  </a:lnTo>
                  <a:lnTo>
                    <a:pt x="2146579" y="689876"/>
                  </a:lnTo>
                  <a:lnTo>
                    <a:pt x="2149208" y="689876"/>
                  </a:lnTo>
                  <a:lnTo>
                    <a:pt x="2150326" y="689406"/>
                  </a:lnTo>
                  <a:lnTo>
                    <a:pt x="2152192" y="687552"/>
                  </a:lnTo>
                  <a:lnTo>
                    <a:pt x="2152650" y="686435"/>
                  </a:lnTo>
                  <a:lnTo>
                    <a:pt x="2152650" y="683793"/>
                  </a:lnTo>
                  <a:close/>
                </a:path>
                <a:path w="5248275" h="1370329">
                  <a:moveTo>
                    <a:pt x="2152650" y="3441"/>
                  </a:moveTo>
                  <a:lnTo>
                    <a:pt x="2152192" y="2324"/>
                  </a:lnTo>
                  <a:lnTo>
                    <a:pt x="2150326" y="457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57"/>
                  </a:lnTo>
                  <a:lnTo>
                    <a:pt x="2143595" y="2324"/>
                  </a:lnTo>
                  <a:lnTo>
                    <a:pt x="2143125" y="3441"/>
                  </a:lnTo>
                  <a:lnTo>
                    <a:pt x="2143125" y="6070"/>
                  </a:lnTo>
                  <a:lnTo>
                    <a:pt x="2143595" y="7200"/>
                  </a:lnTo>
                  <a:lnTo>
                    <a:pt x="2145461" y="9055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55"/>
                  </a:lnTo>
                  <a:lnTo>
                    <a:pt x="2152192" y="7200"/>
                  </a:lnTo>
                  <a:lnTo>
                    <a:pt x="2152650" y="6070"/>
                  </a:lnTo>
                  <a:lnTo>
                    <a:pt x="2152650" y="3441"/>
                  </a:lnTo>
                  <a:close/>
                </a:path>
                <a:path w="5248275" h="1370329">
                  <a:moveTo>
                    <a:pt x="2200275" y="1364157"/>
                  </a:moveTo>
                  <a:lnTo>
                    <a:pt x="2199817" y="1363040"/>
                  </a:lnTo>
                  <a:lnTo>
                    <a:pt x="2197951" y="1361173"/>
                  </a:lnTo>
                  <a:lnTo>
                    <a:pt x="2196833" y="1360703"/>
                  </a:lnTo>
                  <a:lnTo>
                    <a:pt x="2194204" y="1360703"/>
                  </a:lnTo>
                  <a:lnTo>
                    <a:pt x="2193086" y="1361173"/>
                  </a:lnTo>
                  <a:lnTo>
                    <a:pt x="2191220" y="1363040"/>
                  </a:lnTo>
                  <a:lnTo>
                    <a:pt x="2190750" y="1364157"/>
                  </a:lnTo>
                  <a:lnTo>
                    <a:pt x="2190750" y="1366786"/>
                  </a:lnTo>
                  <a:lnTo>
                    <a:pt x="2191220" y="1367904"/>
                  </a:lnTo>
                  <a:lnTo>
                    <a:pt x="2193086" y="1369771"/>
                  </a:lnTo>
                  <a:lnTo>
                    <a:pt x="2194204" y="1370228"/>
                  </a:lnTo>
                  <a:lnTo>
                    <a:pt x="2196833" y="1370228"/>
                  </a:lnTo>
                  <a:lnTo>
                    <a:pt x="2197951" y="1369771"/>
                  </a:lnTo>
                  <a:lnTo>
                    <a:pt x="2199817" y="1367904"/>
                  </a:lnTo>
                  <a:lnTo>
                    <a:pt x="2200275" y="1366786"/>
                  </a:lnTo>
                  <a:lnTo>
                    <a:pt x="2200275" y="1364157"/>
                  </a:lnTo>
                  <a:close/>
                </a:path>
                <a:path w="5248275" h="1370329">
                  <a:moveTo>
                    <a:pt x="2200275" y="683793"/>
                  </a:moveTo>
                  <a:lnTo>
                    <a:pt x="2199817" y="682675"/>
                  </a:lnTo>
                  <a:lnTo>
                    <a:pt x="2197951" y="680821"/>
                  </a:lnTo>
                  <a:lnTo>
                    <a:pt x="2196833" y="680351"/>
                  </a:lnTo>
                  <a:lnTo>
                    <a:pt x="2194204" y="680351"/>
                  </a:lnTo>
                  <a:lnTo>
                    <a:pt x="2193086" y="680821"/>
                  </a:lnTo>
                  <a:lnTo>
                    <a:pt x="2191220" y="682675"/>
                  </a:lnTo>
                  <a:lnTo>
                    <a:pt x="2190750" y="683793"/>
                  </a:lnTo>
                  <a:lnTo>
                    <a:pt x="2190750" y="686435"/>
                  </a:lnTo>
                  <a:lnTo>
                    <a:pt x="2191220" y="687552"/>
                  </a:lnTo>
                  <a:lnTo>
                    <a:pt x="2193086" y="689406"/>
                  </a:lnTo>
                  <a:lnTo>
                    <a:pt x="2194204" y="689876"/>
                  </a:lnTo>
                  <a:lnTo>
                    <a:pt x="2196833" y="689876"/>
                  </a:lnTo>
                  <a:lnTo>
                    <a:pt x="2197951" y="689406"/>
                  </a:lnTo>
                  <a:lnTo>
                    <a:pt x="2199817" y="687552"/>
                  </a:lnTo>
                  <a:lnTo>
                    <a:pt x="2200275" y="686435"/>
                  </a:lnTo>
                  <a:lnTo>
                    <a:pt x="2200275" y="683793"/>
                  </a:lnTo>
                  <a:close/>
                </a:path>
                <a:path w="5248275" h="1370329">
                  <a:moveTo>
                    <a:pt x="2200275" y="3441"/>
                  </a:moveTo>
                  <a:lnTo>
                    <a:pt x="2199817" y="2324"/>
                  </a:lnTo>
                  <a:lnTo>
                    <a:pt x="2197951" y="457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57"/>
                  </a:lnTo>
                  <a:lnTo>
                    <a:pt x="2191220" y="2324"/>
                  </a:lnTo>
                  <a:lnTo>
                    <a:pt x="2190750" y="3441"/>
                  </a:lnTo>
                  <a:lnTo>
                    <a:pt x="2190750" y="6070"/>
                  </a:lnTo>
                  <a:lnTo>
                    <a:pt x="2191220" y="7200"/>
                  </a:lnTo>
                  <a:lnTo>
                    <a:pt x="2193086" y="9055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55"/>
                  </a:lnTo>
                  <a:lnTo>
                    <a:pt x="2199817" y="7200"/>
                  </a:lnTo>
                  <a:lnTo>
                    <a:pt x="2200275" y="6070"/>
                  </a:lnTo>
                  <a:lnTo>
                    <a:pt x="2200275" y="3441"/>
                  </a:lnTo>
                  <a:close/>
                </a:path>
                <a:path w="5248275" h="1370329">
                  <a:moveTo>
                    <a:pt x="2247900" y="1364157"/>
                  </a:moveTo>
                  <a:lnTo>
                    <a:pt x="2247442" y="1363040"/>
                  </a:lnTo>
                  <a:lnTo>
                    <a:pt x="2245576" y="1361173"/>
                  </a:lnTo>
                  <a:lnTo>
                    <a:pt x="2244458" y="1360703"/>
                  </a:lnTo>
                  <a:lnTo>
                    <a:pt x="2241829" y="1360703"/>
                  </a:lnTo>
                  <a:lnTo>
                    <a:pt x="2240711" y="1361173"/>
                  </a:lnTo>
                  <a:lnTo>
                    <a:pt x="2238845" y="1363040"/>
                  </a:lnTo>
                  <a:lnTo>
                    <a:pt x="2238375" y="1364157"/>
                  </a:lnTo>
                  <a:lnTo>
                    <a:pt x="2238375" y="1366786"/>
                  </a:lnTo>
                  <a:lnTo>
                    <a:pt x="2238845" y="1367904"/>
                  </a:lnTo>
                  <a:lnTo>
                    <a:pt x="2240711" y="1369771"/>
                  </a:lnTo>
                  <a:lnTo>
                    <a:pt x="2241829" y="1370228"/>
                  </a:lnTo>
                  <a:lnTo>
                    <a:pt x="2244458" y="1370228"/>
                  </a:lnTo>
                  <a:lnTo>
                    <a:pt x="2245576" y="1369771"/>
                  </a:lnTo>
                  <a:lnTo>
                    <a:pt x="2247442" y="1367904"/>
                  </a:lnTo>
                  <a:lnTo>
                    <a:pt x="2247900" y="1366786"/>
                  </a:lnTo>
                  <a:lnTo>
                    <a:pt x="2247900" y="1364157"/>
                  </a:lnTo>
                  <a:close/>
                </a:path>
                <a:path w="5248275" h="1370329">
                  <a:moveTo>
                    <a:pt x="2247900" y="683793"/>
                  </a:moveTo>
                  <a:lnTo>
                    <a:pt x="2247442" y="682675"/>
                  </a:lnTo>
                  <a:lnTo>
                    <a:pt x="2245576" y="680821"/>
                  </a:lnTo>
                  <a:lnTo>
                    <a:pt x="2244458" y="680351"/>
                  </a:lnTo>
                  <a:lnTo>
                    <a:pt x="2241829" y="680351"/>
                  </a:lnTo>
                  <a:lnTo>
                    <a:pt x="2240711" y="680821"/>
                  </a:lnTo>
                  <a:lnTo>
                    <a:pt x="2238845" y="682675"/>
                  </a:lnTo>
                  <a:lnTo>
                    <a:pt x="2238375" y="683793"/>
                  </a:lnTo>
                  <a:lnTo>
                    <a:pt x="2238375" y="686435"/>
                  </a:lnTo>
                  <a:lnTo>
                    <a:pt x="2238845" y="687552"/>
                  </a:lnTo>
                  <a:lnTo>
                    <a:pt x="2240711" y="689406"/>
                  </a:lnTo>
                  <a:lnTo>
                    <a:pt x="2241829" y="689876"/>
                  </a:lnTo>
                  <a:lnTo>
                    <a:pt x="2244458" y="689876"/>
                  </a:lnTo>
                  <a:lnTo>
                    <a:pt x="2245576" y="689406"/>
                  </a:lnTo>
                  <a:lnTo>
                    <a:pt x="2247442" y="687552"/>
                  </a:lnTo>
                  <a:lnTo>
                    <a:pt x="2247900" y="686435"/>
                  </a:lnTo>
                  <a:lnTo>
                    <a:pt x="2247900" y="683793"/>
                  </a:lnTo>
                  <a:close/>
                </a:path>
                <a:path w="5248275" h="1370329">
                  <a:moveTo>
                    <a:pt x="2247900" y="3441"/>
                  </a:moveTo>
                  <a:lnTo>
                    <a:pt x="2247442" y="2324"/>
                  </a:lnTo>
                  <a:lnTo>
                    <a:pt x="2245576" y="457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57"/>
                  </a:lnTo>
                  <a:lnTo>
                    <a:pt x="2238845" y="2324"/>
                  </a:lnTo>
                  <a:lnTo>
                    <a:pt x="2238375" y="3441"/>
                  </a:lnTo>
                  <a:lnTo>
                    <a:pt x="2238375" y="6070"/>
                  </a:lnTo>
                  <a:lnTo>
                    <a:pt x="2238845" y="7200"/>
                  </a:lnTo>
                  <a:lnTo>
                    <a:pt x="2240711" y="9055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55"/>
                  </a:lnTo>
                  <a:lnTo>
                    <a:pt x="2247442" y="7200"/>
                  </a:lnTo>
                  <a:lnTo>
                    <a:pt x="2247900" y="6070"/>
                  </a:lnTo>
                  <a:lnTo>
                    <a:pt x="2247900" y="3441"/>
                  </a:lnTo>
                  <a:close/>
                </a:path>
                <a:path w="5248275" h="1370329">
                  <a:moveTo>
                    <a:pt x="2295525" y="1364157"/>
                  </a:moveTo>
                  <a:lnTo>
                    <a:pt x="2295067" y="1363040"/>
                  </a:lnTo>
                  <a:lnTo>
                    <a:pt x="2293201" y="1361173"/>
                  </a:lnTo>
                  <a:lnTo>
                    <a:pt x="2292083" y="1360703"/>
                  </a:lnTo>
                  <a:lnTo>
                    <a:pt x="2289454" y="1360703"/>
                  </a:lnTo>
                  <a:lnTo>
                    <a:pt x="2288336" y="1361173"/>
                  </a:lnTo>
                  <a:lnTo>
                    <a:pt x="2286470" y="1363040"/>
                  </a:lnTo>
                  <a:lnTo>
                    <a:pt x="2286000" y="1364157"/>
                  </a:lnTo>
                  <a:lnTo>
                    <a:pt x="2286000" y="1366786"/>
                  </a:lnTo>
                  <a:lnTo>
                    <a:pt x="2286470" y="1367904"/>
                  </a:lnTo>
                  <a:lnTo>
                    <a:pt x="2288336" y="1369771"/>
                  </a:lnTo>
                  <a:lnTo>
                    <a:pt x="2289454" y="1370228"/>
                  </a:lnTo>
                  <a:lnTo>
                    <a:pt x="2292083" y="1370228"/>
                  </a:lnTo>
                  <a:lnTo>
                    <a:pt x="2293201" y="1369771"/>
                  </a:lnTo>
                  <a:lnTo>
                    <a:pt x="2295067" y="1367904"/>
                  </a:lnTo>
                  <a:lnTo>
                    <a:pt x="2295525" y="1366786"/>
                  </a:lnTo>
                  <a:lnTo>
                    <a:pt x="2295525" y="1364157"/>
                  </a:lnTo>
                  <a:close/>
                </a:path>
                <a:path w="5248275" h="1370329">
                  <a:moveTo>
                    <a:pt x="2295525" y="683793"/>
                  </a:moveTo>
                  <a:lnTo>
                    <a:pt x="2295067" y="682675"/>
                  </a:lnTo>
                  <a:lnTo>
                    <a:pt x="2293201" y="680821"/>
                  </a:lnTo>
                  <a:lnTo>
                    <a:pt x="2292083" y="680351"/>
                  </a:lnTo>
                  <a:lnTo>
                    <a:pt x="2289454" y="680351"/>
                  </a:lnTo>
                  <a:lnTo>
                    <a:pt x="2288336" y="680821"/>
                  </a:lnTo>
                  <a:lnTo>
                    <a:pt x="2286470" y="682675"/>
                  </a:lnTo>
                  <a:lnTo>
                    <a:pt x="2286000" y="683793"/>
                  </a:lnTo>
                  <a:lnTo>
                    <a:pt x="2286000" y="686435"/>
                  </a:lnTo>
                  <a:lnTo>
                    <a:pt x="2286470" y="687552"/>
                  </a:lnTo>
                  <a:lnTo>
                    <a:pt x="2288336" y="689406"/>
                  </a:lnTo>
                  <a:lnTo>
                    <a:pt x="2289454" y="689876"/>
                  </a:lnTo>
                  <a:lnTo>
                    <a:pt x="2292083" y="689876"/>
                  </a:lnTo>
                  <a:lnTo>
                    <a:pt x="2293201" y="689406"/>
                  </a:lnTo>
                  <a:lnTo>
                    <a:pt x="2295067" y="687552"/>
                  </a:lnTo>
                  <a:lnTo>
                    <a:pt x="2295525" y="686435"/>
                  </a:lnTo>
                  <a:lnTo>
                    <a:pt x="2295525" y="683793"/>
                  </a:lnTo>
                  <a:close/>
                </a:path>
                <a:path w="5248275" h="1370329">
                  <a:moveTo>
                    <a:pt x="2295525" y="3441"/>
                  </a:moveTo>
                  <a:lnTo>
                    <a:pt x="2295067" y="2324"/>
                  </a:lnTo>
                  <a:lnTo>
                    <a:pt x="2293201" y="457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57"/>
                  </a:lnTo>
                  <a:lnTo>
                    <a:pt x="2286470" y="2324"/>
                  </a:lnTo>
                  <a:lnTo>
                    <a:pt x="2286000" y="3441"/>
                  </a:lnTo>
                  <a:lnTo>
                    <a:pt x="2286000" y="6070"/>
                  </a:lnTo>
                  <a:lnTo>
                    <a:pt x="2286470" y="7200"/>
                  </a:lnTo>
                  <a:lnTo>
                    <a:pt x="2288336" y="9055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55"/>
                  </a:lnTo>
                  <a:lnTo>
                    <a:pt x="2295067" y="7200"/>
                  </a:lnTo>
                  <a:lnTo>
                    <a:pt x="2295525" y="6070"/>
                  </a:lnTo>
                  <a:lnTo>
                    <a:pt x="2295525" y="3441"/>
                  </a:lnTo>
                  <a:close/>
                </a:path>
                <a:path w="5248275" h="1370329">
                  <a:moveTo>
                    <a:pt x="2343150" y="1364157"/>
                  </a:moveTo>
                  <a:lnTo>
                    <a:pt x="2342692" y="1363040"/>
                  </a:lnTo>
                  <a:lnTo>
                    <a:pt x="2340826" y="1361173"/>
                  </a:lnTo>
                  <a:lnTo>
                    <a:pt x="2339708" y="1360703"/>
                  </a:lnTo>
                  <a:lnTo>
                    <a:pt x="2337079" y="1360703"/>
                  </a:lnTo>
                  <a:lnTo>
                    <a:pt x="2335961" y="1361173"/>
                  </a:lnTo>
                  <a:lnTo>
                    <a:pt x="2334095" y="1363040"/>
                  </a:lnTo>
                  <a:lnTo>
                    <a:pt x="2333625" y="1364157"/>
                  </a:lnTo>
                  <a:lnTo>
                    <a:pt x="2333625" y="1366786"/>
                  </a:lnTo>
                  <a:lnTo>
                    <a:pt x="2334095" y="1367904"/>
                  </a:lnTo>
                  <a:lnTo>
                    <a:pt x="2335961" y="1369771"/>
                  </a:lnTo>
                  <a:lnTo>
                    <a:pt x="2337079" y="1370228"/>
                  </a:lnTo>
                  <a:lnTo>
                    <a:pt x="2339708" y="1370228"/>
                  </a:lnTo>
                  <a:lnTo>
                    <a:pt x="2340826" y="1369771"/>
                  </a:lnTo>
                  <a:lnTo>
                    <a:pt x="2342692" y="1367904"/>
                  </a:lnTo>
                  <a:lnTo>
                    <a:pt x="2343150" y="1366786"/>
                  </a:lnTo>
                  <a:lnTo>
                    <a:pt x="2343150" y="1364157"/>
                  </a:lnTo>
                  <a:close/>
                </a:path>
                <a:path w="5248275" h="1370329">
                  <a:moveTo>
                    <a:pt x="2343150" y="683793"/>
                  </a:moveTo>
                  <a:lnTo>
                    <a:pt x="2342692" y="682675"/>
                  </a:lnTo>
                  <a:lnTo>
                    <a:pt x="2340826" y="680821"/>
                  </a:lnTo>
                  <a:lnTo>
                    <a:pt x="2339708" y="680351"/>
                  </a:lnTo>
                  <a:lnTo>
                    <a:pt x="2337079" y="680351"/>
                  </a:lnTo>
                  <a:lnTo>
                    <a:pt x="2335961" y="680821"/>
                  </a:lnTo>
                  <a:lnTo>
                    <a:pt x="2334095" y="682675"/>
                  </a:lnTo>
                  <a:lnTo>
                    <a:pt x="2333625" y="683793"/>
                  </a:lnTo>
                  <a:lnTo>
                    <a:pt x="2333625" y="686435"/>
                  </a:lnTo>
                  <a:lnTo>
                    <a:pt x="2334095" y="687552"/>
                  </a:lnTo>
                  <a:lnTo>
                    <a:pt x="2335961" y="689406"/>
                  </a:lnTo>
                  <a:lnTo>
                    <a:pt x="2337079" y="689876"/>
                  </a:lnTo>
                  <a:lnTo>
                    <a:pt x="2339708" y="689876"/>
                  </a:lnTo>
                  <a:lnTo>
                    <a:pt x="2340826" y="689406"/>
                  </a:lnTo>
                  <a:lnTo>
                    <a:pt x="2342692" y="687552"/>
                  </a:lnTo>
                  <a:lnTo>
                    <a:pt x="2343150" y="686435"/>
                  </a:lnTo>
                  <a:lnTo>
                    <a:pt x="2343150" y="683793"/>
                  </a:lnTo>
                  <a:close/>
                </a:path>
                <a:path w="5248275" h="1370329">
                  <a:moveTo>
                    <a:pt x="2343150" y="3441"/>
                  </a:moveTo>
                  <a:lnTo>
                    <a:pt x="2342692" y="2324"/>
                  </a:lnTo>
                  <a:lnTo>
                    <a:pt x="2340826" y="457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57"/>
                  </a:lnTo>
                  <a:lnTo>
                    <a:pt x="2334095" y="2324"/>
                  </a:lnTo>
                  <a:lnTo>
                    <a:pt x="2333625" y="3441"/>
                  </a:lnTo>
                  <a:lnTo>
                    <a:pt x="2333625" y="6070"/>
                  </a:lnTo>
                  <a:lnTo>
                    <a:pt x="2334095" y="7200"/>
                  </a:lnTo>
                  <a:lnTo>
                    <a:pt x="2335961" y="9055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55"/>
                  </a:lnTo>
                  <a:lnTo>
                    <a:pt x="2342692" y="7200"/>
                  </a:lnTo>
                  <a:lnTo>
                    <a:pt x="2343150" y="6070"/>
                  </a:lnTo>
                  <a:lnTo>
                    <a:pt x="2343150" y="3441"/>
                  </a:lnTo>
                  <a:close/>
                </a:path>
                <a:path w="5248275" h="1370329">
                  <a:moveTo>
                    <a:pt x="2390775" y="1364157"/>
                  </a:moveTo>
                  <a:lnTo>
                    <a:pt x="2390317" y="1363040"/>
                  </a:lnTo>
                  <a:lnTo>
                    <a:pt x="2388451" y="1361173"/>
                  </a:lnTo>
                  <a:lnTo>
                    <a:pt x="2387333" y="1360703"/>
                  </a:lnTo>
                  <a:lnTo>
                    <a:pt x="2384704" y="1360703"/>
                  </a:lnTo>
                  <a:lnTo>
                    <a:pt x="2383586" y="1361173"/>
                  </a:lnTo>
                  <a:lnTo>
                    <a:pt x="2381720" y="1363040"/>
                  </a:lnTo>
                  <a:lnTo>
                    <a:pt x="2381250" y="1364157"/>
                  </a:lnTo>
                  <a:lnTo>
                    <a:pt x="2381250" y="1366786"/>
                  </a:lnTo>
                  <a:lnTo>
                    <a:pt x="2381720" y="1367904"/>
                  </a:lnTo>
                  <a:lnTo>
                    <a:pt x="2383586" y="1369771"/>
                  </a:lnTo>
                  <a:lnTo>
                    <a:pt x="2384704" y="1370228"/>
                  </a:lnTo>
                  <a:lnTo>
                    <a:pt x="2387333" y="1370228"/>
                  </a:lnTo>
                  <a:lnTo>
                    <a:pt x="2388451" y="1369771"/>
                  </a:lnTo>
                  <a:lnTo>
                    <a:pt x="2390317" y="1367904"/>
                  </a:lnTo>
                  <a:lnTo>
                    <a:pt x="2390775" y="1366786"/>
                  </a:lnTo>
                  <a:lnTo>
                    <a:pt x="2390775" y="1364157"/>
                  </a:lnTo>
                  <a:close/>
                </a:path>
                <a:path w="5248275" h="1370329">
                  <a:moveTo>
                    <a:pt x="2390775" y="683793"/>
                  </a:moveTo>
                  <a:lnTo>
                    <a:pt x="2390317" y="682675"/>
                  </a:lnTo>
                  <a:lnTo>
                    <a:pt x="2388451" y="680821"/>
                  </a:lnTo>
                  <a:lnTo>
                    <a:pt x="2387333" y="680351"/>
                  </a:lnTo>
                  <a:lnTo>
                    <a:pt x="2384704" y="680351"/>
                  </a:lnTo>
                  <a:lnTo>
                    <a:pt x="2383586" y="680821"/>
                  </a:lnTo>
                  <a:lnTo>
                    <a:pt x="2381720" y="682675"/>
                  </a:lnTo>
                  <a:lnTo>
                    <a:pt x="2381250" y="683793"/>
                  </a:lnTo>
                  <a:lnTo>
                    <a:pt x="2381250" y="686435"/>
                  </a:lnTo>
                  <a:lnTo>
                    <a:pt x="2381720" y="687552"/>
                  </a:lnTo>
                  <a:lnTo>
                    <a:pt x="2383586" y="689406"/>
                  </a:lnTo>
                  <a:lnTo>
                    <a:pt x="2384704" y="689876"/>
                  </a:lnTo>
                  <a:lnTo>
                    <a:pt x="2387333" y="689876"/>
                  </a:lnTo>
                  <a:lnTo>
                    <a:pt x="2388451" y="689406"/>
                  </a:lnTo>
                  <a:lnTo>
                    <a:pt x="2390317" y="687552"/>
                  </a:lnTo>
                  <a:lnTo>
                    <a:pt x="2390775" y="686435"/>
                  </a:lnTo>
                  <a:lnTo>
                    <a:pt x="2390775" y="683793"/>
                  </a:lnTo>
                  <a:close/>
                </a:path>
                <a:path w="5248275" h="1370329">
                  <a:moveTo>
                    <a:pt x="2390775" y="3441"/>
                  </a:moveTo>
                  <a:lnTo>
                    <a:pt x="2390317" y="2324"/>
                  </a:lnTo>
                  <a:lnTo>
                    <a:pt x="2388451" y="457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57"/>
                  </a:lnTo>
                  <a:lnTo>
                    <a:pt x="2381720" y="2324"/>
                  </a:lnTo>
                  <a:lnTo>
                    <a:pt x="2381250" y="3441"/>
                  </a:lnTo>
                  <a:lnTo>
                    <a:pt x="2381250" y="6070"/>
                  </a:lnTo>
                  <a:lnTo>
                    <a:pt x="2381720" y="7200"/>
                  </a:lnTo>
                  <a:lnTo>
                    <a:pt x="2383586" y="9055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55"/>
                  </a:lnTo>
                  <a:lnTo>
                    <a:pt x="2390317" y="7200"/>
                  </a:lnTo>
                  <a:lnTo>
                    <a:pt x="2390775" y="6070"/>
                  </a:lnTo>
                  <a:lnTo>
                    <a:pt x="2390775" y="3441"/>
                  </a:lnTo>
                  <a:close/>
                </a:path>
                <a:path w="5248275" h="1370329">
                  <a:moveTo>
                    <a:pt x="2438400" y="1364157"/>
                  </a:moveTo>
                  <a:lnTo>
                    <a:pt x="2437942" y="1363040"/>
                  </a:lnTo>
                  <a:lnTo>
                    <a:pt x="2436076" y="1361173"/>
                  </a:lnTo>
                  <a:lnTo>
                    <a:pt x="2434958" y="1360703"/>
                  </a:lnTo>
                  <a:lnTo>
                    <a:pt x="2432329" y="1360703"/>
                  </a:lnTo>
                  <a:lnTo>
                    <a:pt x="2431211" y="1361173"/>
                  </a:lnTo>
                  <a:lnTo>
                    <a:pt x="2429345" y="1363040"/>
                  </a:lnTo>
                  <a:lnTo>
                    <a:pt x="2428875" y="1364157"/>
                  </a:lnTo>
                  <a:lnTo>
                    <a:pt x="2428875" y="1366786"/>
                  </a:lnTo>
                  <a:lnTo>
                    <a:pt x="2429345" y="1367904"/>
                  </a:lnTo>
                  <a:lnTo>
                    <a:pt x="2431211" y="1369771"/>
                  </a:lnTo>
                  <a:lnTo>
                    <a:pt x="2432329" y="1370228"/>
                  </a:lnTo>
                  <a:lnTo>
                    <a:pt x="2434958" y="1370228"/>
                  </a:lnTo>
                  <a:lnTo>
                    <a:pt x="2436076" y="1369771"/>
                  </a:lnTo>
                  <a:lnTo>
                    <a:pt x="2437942" y="1367904"/>
                  </a:lnTo>
                  <a:lnTo>
                    <a:pt x="2438400" y="1366786"/>
                  </a:lnTo>
                  <a:lnTo>
                    <a:pt x="2438400" y="1364157"/>
                  </a:lnTo>
                  <a:close/>
                </a:path>
                <a:path w="5248275" h="1370329">
                  <a:moveTo>
                    <a:pt x="2438400" y="683793"/>
                  </a:moveTo>
                  <a:lnTo>
                    <a:pt x="2437942" y="682675"/>
                  </a:lnTo>
                  <a:lnTo>
                    <a:pt x="2436076" y="680821"/>
                  </a:lnTo>
                  <a:lnTo>
                    <a:pt x="2434958" y="680351"/>
                  </a:lnTo>
                  <a:lnTo>
                    <a:pt x="2432329" y="680351"/>
                  </a:lnTo>
                  <a:lnTo>
                    <a:pt x="2431211" y="680821"/>
                  </a:lnTo>
                  <a:lnTo>
                    <a:pt x="2429345" y="682675"/>
                  </a:lnTo>
                  <a:lnTo>
                    <a:pt x="2428875" y="683793"/>
                  </a:lnTo>
                  <a:lnTo>
                    <a:pt x="2428875" y="686435"/>
                  </a:lnTo>
                  <a:lnTo>
                    <a:pt x="2429345" y="687552"/>
                  </a:lnTo>
                  <a:lnTo>
                    <a:pt x="2431211" y="689406"/>
                  </a:lnTo>
                  <a:lnTo>
                    <a:pt x="2432329" y="689876"/>
                  </a:lnTo>
                  <a:lnTo>
                    <a:pt x="2434958" y="689876"/>
                  </a:lnTo>
                  <a:lnTo>
                    <a:pt x="2436076" y="689406"/>
                  </a:lnTo>
                  <a:lnTo>
                    <a:pt x="2437942" y="687552"/>
                  </a:lnTo>
                  <a:lnTo>
                    <a:pt x="2438400" y="686435"/>
                  </a:lnTo>
                  <a:lnTo>
                    <a:pt x="2438400" y="683793"/>
                  </a:lnTo>
                  <a:close/>
                </a:path>
                <a:path w="5248275" h="1370329">
                  <a:moveTo>
                    <a:pt x="2438400" y="3441"/>
                  </a:moveTo>
                  <a:lnTo>
                    <a:pt x="2437942" y="2324"/>
                  </a:lnTo>
                  <a:lnTo>
                    <a:pt x="2436076" y="457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57"/>
                  </a:lnTo>
                  <a:lnTo>
                    <a:pt x="2429345" y="2324"/>
                  </a:lnTo>
                  <a:lnTo>
                    <a:pt x="2428875" y="3441"/>
                  </a:lnTo>
                  <a:lnTo>
                    <a:pt x="2428875" y="6070"/>
                  </a:lnTo>
                  <a:lnTo>
                    <a:pt x="2429345" y="7200"/>
                  </a:lnTo>
                  <a:lnTo>
                    <a:pt x="2431211" y="9055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55"/>
                  </a:lnTo>
                  <a:lnTo>
                    <a:pt x="2437942" y="7200"/>
                  </a:lnTo>
                  <a:lnTo>
                    <a:pt x="2438400" y="6070"/>
                  </a:lnTo>
                  <a:lnTo>
                    <a:pt x="2438400" y="3441"/>
                  </a:lnTo>
                  <a:close/>
                </a:path>
                <a:path w="5248275" h="1370329">
                  <a:moveTo>
                    <a:pt x="2486025" y="1364157"/>
                  </a:moveTo>
                  <a:lnTo>
                    <a:pt x="2485567" y="1363040"/>
                  </a:lnTo>
                  <a:lnTo>
                    <a:pt x="2483701" y="1361173"/>
                  </a:lnTo>
                  <a:lnTo>
                    <a:pt x="2482583" y="1360703"/>
                  </a:lnTo>
                  <a:lnTo>
                    <a:pt x="2479954" y="1360703"/>
                  </a:lnTo>
                  <a:lnTo>
                    <a:pt x="2478836" y="1361173"/>
                  </a:lnTo>
                  <a:lnTo>
                    <a:pt x="2476970" y="1363040"/>
                  </a:lnTo>
                  <a:lnTo>
                    <a:pt x="2476500" y="1364157"/>
                  </a:lnTo>
                  <a:lnTo>
                    <a:pt x="2476500" y="1366786"/>
                  </a:lnTo>
                  <a:lnTo>
                    <a:pt x="2476970" y="1367904"/>
                  </a:lnTo>
                  <a:lnTo>
                    <a:pt x="2478836" y="1369771"/>
                  </a:lnTo>
                  <a:lnTo>
                    <a:pt x="2479954" y="1370228"/>
                  </a:lnTo>
                  <a:lnTo>
                    <a:pt x="2482583" y="1370228"/>
                  </a:lnTo>
                  <a:lnTo>
                    <a:pt x="2483701" y="1369771"/>
                  </a:lnTo>
                  <a:lnTo>
                    <a:pt x="2485567" y="1367904"/>
                  </a:lnTo>
                  <a:lnTo>
                    <a:pt x="2486025" y="1366786"/>
                  </a:lnTo>
                  <a:lnTo>
                    <a:pt x="2486025" y="1364157"/>
                  </a:lnTo>
                  <a:close/>
                </a:path>
                <a:path w="5248275" h="1370329">
                  <a:moveTo>
                    <a:pt x="2486025" y="683793"/>
                  </a:moveTo>
                  <a:lnTo>
                    <a:pt x="2485567" y="682675"/>
                  </a:lnTo>
                  <a:lnTo>
                    <a:pt x="2483701" y="680821"/>
                  </a:lnTo>
                  <a:lnTo>
                    <a:pt x="2482583" y="680351"/>
                  </a:lnTo>
                  <a:lnTo>
                    <a:pt x="2479954" y="680351"/>
                  </a:lnTo>
                  <a:lnTo>
                    <a:pt x="2478836" y="680821"/>
                  </a:lnTo>
                  <a:lnTo>
                    <a:pt x="2476970" y="682675"/>
                  </a:lnTo>
                  <a:lnTo>
                    <a:pt x="2476500" y="683793"/>
                  </a:lnTo>
                  <a:lnTo>
                    <a:pt x="2476500" y="686435"/>
                  </a:lnTo>
                  <a:lnTo>
                    <a:pt x="2476970" y="687552"/>
                  </a:lnTo>
                  <a:lnTo>
                    <a:pt x="2478836" y="689406"/>
                  </a:lnTo>
                  <a:lnTo>
                    <a:pt x="2479954" y="689876"/>
                  </a:lnTo>
                  <a:lnTo>
                    <a:pt x="2482583" y="689876"/>
                  </a:lnTo>
                  <a:lnTo>
                    <a:pt x="2483701" y="689406"/>
                  </a:lnTo>
                  <a:lnTo>
                    <a:pt x="2485567" y="687552"/>
                  </a:lnTo>
                  <a:lnTo>
                    <a:pt x="2486025" y="686435"/>
                  </a:lnTo>
                  <a:lnTo>
                    <a:pt x="2486025" y="683793"/>
                  </a:lnTo>
                  <a:close/>
                </a:path>
                <a:path w="5248275" h="1370329">
                  <a:moveTo>
                    <a:pt x="2486025" y="3441"/>
                  </a:moveTo>
                  <a:lnTo>
                    <a:pt x="2485567" y="2324"/>
                  </a:lnTo>
                  <a:lnTo>
                    <a:pt x="2483701" y="457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57"/>
                  </a:lnTo>
                  <a:lnTo>
                    <a:pt x="2476970" y="2324"/>
                  </a:lnTo>
                  <a:lnTo>
                    <a:pt x="2476500" y="3441"/>
                  </a:lnTo>
                  <a:lnTo>
                    <a:pt x="2476500" y="6070"/>
                  </a:lnTo>
                  <a:lnTo>
                    <a:pt x="2476970" y="7200"/>
                  </a:lnTo>
                  <a:lnTo>
                    <a:pt x="2478836" y="9055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55"/>
                  </a:lnTo>
                  <a:lnTo>
                    <a:pt x="2485567" y="7200"/>
                  </a:lnTo>
                  <a:lnTo>
                    <a:pt x="2486025" y="6070"/>
                  </a:lnTo>
                  <a:lnTo>
                    <a:pt x="2486025" y="3441"/>
                  </a:lnTo>
                  <a:close/>
                </a:path>
                <a:path w="5248275" h="1370329">
                  <a:moveTo>
                    <a:pt x="2533650" y="1364157"/>
                  </a:moveTo>
                  <a:lnTo>
                    <a:pt x="2533192" y="1363040"/>
                  </a:lnTo>
                  <a:lnTo>
                    <a:pt x="2531326" y="1361173"/>
                  </a:lnTo>
                  <a:lnTo>
                    <a:pt x="2530208" y="1360703"/>
                  </a:lnTo>
                  <a:lnTo>
                    <a:pt x="2527579" y="1360703"/>
                  </a:lnTo>
                  <a:lnTo>
                    <a:pt x="2526461" y="1361173"/>
                  </a:lnTo>
                  <a:lnTo>
                    <a:pt x="2524595" y="1363040"/>
                  </a:lnTo>
                  <a:lnTo>
                    <a:pt x="2524125" y="1364157"/>
                  </a:lnTo>
                  <a:lnTo>
                    <a:pt x="2524125" y="1366786"/>
                  </a:lnTo>
                  <a:lnTo>
                    <a:pt x="2524595" y="1367904"/>
                  </a:lnTo>
                  <a:lnTo>
                    <a:pt x="2526461" y="1369771"/>
                  </a:lnTo>
                  <a:lnTo>
                    <a:pt x="2527579" y="1370228"/>
                  </a:lnTo>
                  <a:lnTo>
                    <a:pt x="2530208" y="1370228"/>
                  </a:lnTo>
                  <a:lnTo>
                    <a:pt x="2531326" y="1369771"/>
                  </a:lnTo>
                  <a:lnTo>
                    <a:pt x="2533192" y="1367904"/>
                  </a:lnTo>
                  <a:lnTo>
                    <a:pt x="2533650" y="1366786"/>
                  </a:lnTo>
                  <a:lnTo>
                    <a:pt x="2533650" y="1364157"/>
                  </a:lnTo>
                  <a:close/>
                </a:path>
                <a:path w="5248275" h="1370329">
                  <a:moveTo>
                    <a:pt x="2533650" y="683793"/>
                  </a:moveTo>
                  <a:lnTo>
                    <a:pt x="2533192" y="682675"/>
                  </a:lnTo>
                  <a:lnTo>
                    <a:pt x="2531326" y="680821"/>
                  </a:lnTo>
                  <a:lnTo>
                    <a:pt x="2530208" y="680351"/>
                  </a:lnTo>
                  <a:lnTo>
                    <a:pt x="2527579" y="680351"/>
                  </a:lnTo>
                  <a:lnTo>
                    <a:pt x="2526461" y="680821"/>
                  </a:lnTo>
                  <a:lnTo>
                    <a:pt x="2524595" y="682675"/>
                  </a:lnTo>
                  <a:lnTo>
                    <a:pt x="2524125" y="683793"/>
                  </a:lnTo>
                  <a:lnTo>
                    <a:pt x="2524125" y="686435"/>
                  </a:lnTo>
                  <a:lnTo>
                    <a:pt x="2524595" y="687552"/>
                  </a:lnTo>
                  <a:lnTo>
                    <a:pt x="2526461" y="689406"/>
                  </a:lnTo>
                  <a:lnTo>
                    <a:pt x="2527579" y="689876"/>
                  </a:lnTo>
                  <a:lnTo>
                    <a:pt x="2530208" y="689876"/>
                  </a:lnTo>
                  <a:lnTo>
                    <a:pt x="2531326" y="689406"/>
                  </a:lnTo>
                  <a:lnTo>
                    <a:pt x="2533192" y="687552"/>
                  </a:lnTo>
                  <a:lnTo>
                    <a:pt x="2533650" y="686435"/>
                  </a:lnTo>
                  <a:lnTo>
                    <a:pt x="2533650" y="683793"/>
                  </a:lnTo>
                  <a:close/>
                </a:path>
                <a:path w="5248275" h="1370329">
                  <a:moveTo>
                    <a:pt x="2533650" y="3441"/>
                  </a:moveTo>
                  <a:lnTo>
                    <a:pt x="2533192" y="2324"/>
                  </a:lnTo>
                  <a:lnTo>
                    <a:pt x="2531326" y="457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57"/>
                  </a:lnTo>
                  <a:lnTo>
                    <a:pt x="2524595" y="2324"/>
                  </a:lnTo>
                  <a:lnTo>
                    <a:pt x="2524125" y="3441"/>
                  </a:lnTo>
                  <a:lnTo>
                    <a:pt x="2524125" y="6070"/>
                  </a:lnTo>
                  <a:lnTo>
                    <a:pt x="2524595" y="7200"/>
                  </a:lnTo>
                  <a:lnTo>
                    <a:pt x="2526461" y="9055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55"/>
                  </a:lnTo>
                  <a:lnTo>
                    <a:pt x="2533192" y="7200"/>
                  </a:lnTo>
                  <a:lnTo>
                    <a:pt x="2533650" y="6070"/>
                  </a:lnTo>
                  <a:lnTo>
                    <a:pt x="2533650" y="3441"/>
                  </a:lnTo>
                  <a:close/>
                </a:path>
                <a:path w="5248275" h="1370329">
                  <a:moveTo>
                    <a:pt x="2581275" y="1364157"/>
                  </a:moveTo>
                  <a:lnTo>
                    <a:pt x="2580817" y="1363040"/>
                  </a:lnTo>
                  <a:lnTo>
                    <a:pt x="2578951" y="1361173"/>
                  </a:lnTo>
                  <a:lnTo>
                    <a:pt x="2577833" y="1360703"/>
                  </a:lnTo>
                  <a:lnTo>
                    <a:pt x="2575204" y="1360703"/>
                  </a:lnTo>
                  <a:lnTo>
                    <a:pt x="2574086" y="1361173"/>
                  </a:lnTo>
                  <a:lnTo>
                    <a:pt x="2572220" y="1363040"/>
                  </a:lnTo>
                  <a:lnTo>
                    <a:pt x="2571750" y="1364157"/>
                  </a:lnTo>
                  <a:lnTo>
                    <a:pt x="2571750" y="1366786"/>
                  </a:lnTo>
                  <a:lnTo>
                    <a:pt x="2572220" y="1367904"/>
                  </a:lnTo>
                  <a:lnTo>
                    <a:pt x="2574086" y="1369771"/>
                  </a:lnTo>
                  <a:lnTo>
                    <a:pt x="2575204" y="1370228"/>
                  </a:lnTo>
                  <a:lnTo>
                    <a:pt x="2577833" y="1370228"/>
                  </a:lnTo>
                  <a:lnTo>
                    <a:pt x="2578951" y="1369771"/>
                  </a:lnTo>
                  <a:lnTo>
                    <a:pt x="2580817" y="1367904"/>
                  </a:lnTo>
                  <a:lnTo>
                    <a:pt x="2581275" y="1366786"/>
                  </a:lnTo>
                  <a:lnTo>
                    <a:pt x="2581275" y="1364157"/>
                  </a:lnTo>
                  <a:close/>
                </a:path>
                <a:path w="5248275" h="1370329">
                  <a:moveTo>
                    <a:pt x="2581275" y="683793"/>
                  </a:moveTo>
                  <a:lnTo>
                    <a:pt x="2580817" y="682675"/>
                  </a:lnTo>
                  <a:lnTo>
                    <a:pt x="2578951" y="680821"/>
                  </a:lnTo>
                  <a:lnTo>
                    <a:pt x="2577833" y="680351"/>
                  </a:lnTo>
                  <a:lnTo>
                    <a:pt x="2575204" y="680351"/>
                  </a:lnTo>
                  <a:lnTo>
                    <a:pt x="2574086" y="680821"/>
                  </a:lnTo>
                  <a:lnTo>
                    <a:pt x="2572220" y="682675"/>
                  </a:lnTo>
                  <a:lnTo>
                    <a:pt x="2571750" y="683793"/>
                  </a:lnTo>
                  <a:lnTo>
                    <a:pt x="2571750" y="686435"/>
                  </a:lnTo>
                  <a:lnTo>
                    <a:pt x="2572220" y="687552"/>
                  </a:lnTo>
                  <a:lnTo>
                    <a:pt x="2574086" y="689406"/>
                  </a:lnTo>
                  <a:lnTo>
                    <a:pt x="2575204" y="689876"/>
                  </a:lnTo>
                  <a:lnTo>
                    <a:pt x="2577833" y="689876"/>
                  </a:lnTo>
                  <a:lnTo>
                    <a:pt x="2578951" y="689406"/>
                  </a:lnTo>
                  <a:lnTo>
                    <a:pt x="2580817" y="687552"/>
                  </a:lnTo>
                  <a:lnTo>
                    <a:pt x="2581275" y="686435"/>
                  </a:lnTo>
                  <a:lnTo>
                    <a:pt x="2581275" y="683793"/>
                  </a:lnTo>
                  <a:close/>
                </a:path>
                <a:path w="5248275" h="1370329">
                  <a:moveTo>
                    <a:pt x="2581275" y="3441"/>
                  </a:moveTo>
                  <a:lnTo>
                    <a:pt x="2580817" y="2324"/>
                  </a:lnTo>
                  <a:lnTo>
                    <a:pt x="2578951" y="457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57"/>
                  </a:lnTo>
                  <a:lnTo>
                    <a:pt x="2572220" y="2324"/>
                  </a:lnTo>
                  <a:lnTo>
                    <a:pt x="2571750" y="3441"/>
                  </a:lnTo>
                  <a:lnTo>
                    <a:pt x="2571750" y="6070"/>
                  </a:lnTo>
                  <a:lnTo>
                    <a:pt x="2572220" y="7200"/>
                  </a:lnTo>
                  <a:lnTo>
                    <a:pt x="2574086" y="9055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55"/>
                  </a:lnTo>
                  <a:lnTo>
                    <a:pt x="2580817" y="7200"/>
                  </a:lnTo>
                  <a:lnTo>
                    <a:pt x="2581275" y="6070"/>
                  </a:lnTo>
                  <a:lnTo>
                    <a:pt x="2581275" y="3441"/>
                  </a:lnTo>
                  <a:close/>
                </a:path>
                <a:path w="5248275" h="1370329">
                  <a:moveTo>
                    <a:pt x="2628900" y="1364157"/>
                  </a:moveTo>
                  <a:lnTo>
                    <a:pt x="2628442" y="1363040"/>
                  </a:lnTo>
                  <a:lnTo>
                    <a:pt x="2626576" y="1361173"/>
                  </a:lnTo>
                  <a:lnTo>
                    <a:pt x="2625458" y="1360703"/>
                  </a:lnTo>
                  <a:lnTo>
                    <a:pt x="2622829" y="1360703"/>
                  </a:lnTo>
                  <a:lnTo>
                    <a:pt x="2621711" y="1361173"/>
                  </a:lnTo>
                  <a:lnTo>
                    <a:pt x="2619845" y="1363040"/>
                  </a:lnTo>
                  <a:lnTo>
                    <a:pt x="2619375" y="1364157"/>
                  </a:lnTo>
                  <a:lnTo>
                    <a:pt x="2619375" y="1366786"/>
                  </a:lnTo>
                  <a:lnTo>
                    <a:pt x="2619845" y="1367904"/>
                  </a:lnTo>
                  <a:lnTo>
                    <a:pt x="2621711" y="1369771"/>
                  </a:lnTo>
                  <a:lnTo>
                    <a:pt x="2622829" y="1370228"/>
                  </a:lnTo>
                  <a:lnTo>
                    <a:pt x="2625458" y="1370228"/>
                  </a:lnTo>
                  <a:lnTo>
                    <a:pt x="2626576" y="1369771"/>
                  </a:lnTo>
                  <a:lnTo>
                    <a:pt x="2628442" y="1367904"/>
                  </a:lnTo>
                  <a:lnTo>
                    <a:pt x="2628900" y="1366786"/>
                  </a:lnTo>
                  <a:lnTo>
                    <a:pt x="2628900" y="1364157"/>
                  </a:lnTo>
                  <a:close/>
                </a:path>
                <a:path w="5248275" h="1370329">
                  <a:moveTo>
                    <a:pt x="2628900" y="683793"/>
                  </a:moveTo>
                  <a:lnTo>
                    <a:pt x="2628442" y="682675"/>
                  </a:lnTo>
                  <a:lnTo>
                    <a:pt x="2626576" y="680821"/>
                  </a:lnTo>
                  <a:lnTo>
                    <a:pt x="2625458" y="680351"/>
                  </a:lnTo>
                  <a:lnTo>
                    <a:pt x="2622829" y="680351"/>
                  </a:lnTo>
                  <a:lnTo>
                    <a:pt x="2621711" y="680821"/>
                  </a:lnTo>
                  <a:lnTo>
                    <a:pt x="2619845" y="682675"/>
                  </a:lnTo>
                  <a:lnTo>
                    <a:pt x="2619375" y="683793"/>
                  </a:lnTo>
                  <a:lnTo>
                    <a:pt x="2619375" y="686435"/>
                  </a:lnTo>
                  <a:lnTo>
                    <a:pt x="2619845" y="687552"/>
                  </a:lnTo>
                  <a:lnTo>
                    <a:pt x="2621711" y="689406"/>
                  </a:lnTo>
                  <a:lnTo>
                    <a:pt x="2622829" y="689876"/>
                  </a:lnTo>
                  <a:lnTo>
                    <a:pt x="2625458" y="689876"/>
                  </a:lnTo>
                  <a:lnTo>
                    <a:pt x="2626576" y="689406"/>
                  </a:lnTo>
                  <a:lnTo>
                    <a:pt x="2628442" y="687552"/>
                  </a:lnTo>
                  <a:lnTo>
                    <a:pt x="2628900" y="686435"/>
                  </a:lnTo>
                  <a:lnTo>
                    <a:pt x="2628900" y="683793"/>
                  </a:lnTo>
                  <a:close/>
                </a:path>
                <a:path w="5248275" h="1370329">
                  <a:moveTo>
                    <a:pt x="2628900" y="3441"/>
                  </a:moveTo>
                  <a:lnTo>
                    <a:pt x="2628442" y="2324"/>
                  </a:lnTo>
                  <a:lnTo>
                    <a:pt x="2626576" y="457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57"/>
                  </a:lnTo>
                  <a:lnTo>
                    <a:pt x="2619845" y="2324"/>
                  </a:lnTo>
                  <a:lnTo>
                    <a:pt x="2619375" y="3441"/>
                  </a:lnTo>
                  <a:lnTo>
                    <a:pt x="2619375" y="6070"/>
                  </a:lnTo>
                  <a:lnTo>
                    <a:pt x="2619845" y="7200"/>
                  </a:lnTo>
                  <a:lnTo>
                    <a:pt x="2621711" y="9055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55"/>
                  </a:lnTo>
                  <a:lnTo>
                    <a:pt x="2628442" y="7200"/>
                  </a:lnTo>
                  <a:lnTo>
                    <a:pt x="2628900" y="6070"/>
                  </a:lnTo>
                  <a:lnTo>
                    <a:pt x="2628900" y="3441"/>
                  </a:lnTo>
                  <a:close/>
                </a:path>
                <a:path w="5248275" h="1370329">
                  <a:moveTo>
                    <a:pt x="2676525" y="1364157"/>
                  </a:moveTo>
                  <a:lnTo>
                    <a:pt x="2676067" y="1363040"/>
                  </a:lnTo>
                  <a:lnTo>
                    <a:pt x="2674201" y="1361173"/>
                  </a:lnTo>
                  <a:lnTo>
                    <a:pt x="2673083" y="1360703"/>
                  </a:lnTo>
                  <a:lnTo>
                    <a:pt x="2670454" y="1360703"/>
                  </a:lnTo>
                  <a:lnTo>
                    <a:pt x="2669336" y="1361173"/>
                  </a:lnTo>
                  <a:lnTo>
                    <a:pt x="2667470" y="1363040"/>
                  </a:lnTo>
                  <a:lnTo>
                    <a:pt x="2667000" y="1364157"/>
                  </a:lnTo>
                  <a:lnTo>
                    <a:pt x="2667000" y="1366786"/>
                  </a:lnTo>
                  <a:lnTo>
                    <a:pt x="2667470" y="1367904"/>
                  </a:lnTo>
                  <a:lnTo>
                    <a:pt x="2669336" y="1369771"/>
                  </a:lnTo>
                  <a:lnTo>
                    <a:pt x="2670454" y="1370228"/>
                  </a:lnTo>
                  <a:lnTo>
                    <a:pt x="2673083" y="1370228"/>
                  </a:lnTo>
                  <a:lnTo>
                    <a:pt x="2674201" y="1369771"/>
                  </a:lnTo>
                  <a:lnTo>
                    <a:pt x="2676067" y="1367904"/>
                  </a:lnTo>
                  <a:lnTo>
                    <a:pt x="2676525" y="1366786"/>
                  </a:lnTo>
                  <a:lnTo>
                    <a:pt x="2676525" y="1364157"/>
                  </a:lnTo>
                  <a:close/>
                </a:path>
                <a:path w="5248275" h="1370329">
                  <a:moveTo>
                    <a:pt x="2676525" y="683793"/>
                  </a:moveTo>
                  <a:lnTo>
                    <a:pt x="2676067" y="682675"/>
                  </a:lnTo>
                  <a:lnTo>
                    <a:pt x="2674201" y="680821"/>
                  </a:lnTo>
                  <a:lnTo>
                    <a:pt x="2673083" y="680351"/>
                  </a:lnTo>
                  <a:lnTo>
                    <a:pt x="2670454" y="680351"/>
                  </a:lnTo>
                  <a:lnTo>
                    <a:pt x="2669336" y="680821"/>
                  </a:lnTo>
                  <a:lnTo>
                    <a:pt x="2667470" y="682675"/>
                  </a:lnTo>
                  <a:lnTo>
                    <a:pt x="2667000" y="683793"/>
                  </a:lnTo>
                  <a:lnTo>
                    <a:pt x="2667000" y="686435"/>
                  </a:lnTo>
                  <a:lnTo>
                    <a:pt x="2667470" y="687552"/>
                  </a:lnTo>
                  <a:lnTo>
                    <a:pt x="2669336" y="689406"/>
                  </a:lnTo>
                  <a:lnTo>
                    <a:pt x="2670454" y="689876"/>
                  </a:lnTo>
                  <a:lnTo>
                    <a:pt x="2673083" y="689876"/>
                  </a:lnTo>
                  <a:lnTo>
                    <a:pt x="2674201" y="689406"/>
                  </a:lnTo>
                  <a:lnTo>
                    <a:pt x="2676067" y="687552"/>
                  </a:lnTo>
                  <a:lnTo>
                    <a:pt x="2676525" y="686435"/>
                  </a:lnTo>
                  <a:lnTo>
                    <a:pt x="2676525" y="683793"/>
                  </a:lnTo>
                  <a:close/>
                </a:path>
                <a:path w="5248275" h="1370329">
                  <a:moveTo>
                    <a:pt x="2676525" y="3441"/>
                  </a:moveTo>
                  <a:lnTo>
                    <a:pt x="2676067" y="2324"/>
                  </a:lnTo>
                  <a:lnTo>
                    <a:pt x="2674201" y="457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57"/>
                  </a:lnTo>
                  <a:lnTo>
                    <a:pt x="2667470" y="2324"/>
                  </a:lnTo>
                  <a:lnTo>
                    <a:pt x="2667000" y="3441"/>
                  </a:lnTo>
                  <a:lnTo>
                    <a:pt x="2667000" y="6070"/>
                  </a:lnTo>
                  <a:lnTo>
                    <a:pt x="2667470" y="7200"/>
                  </a:lnTo>
                  <a:lnTo>
                    <a:pt x="2669336" y="9055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55"/>
                  </a:lnTo>
                  <a:lnTo>
                    <a:pt x="2676067" y="7200"/>
                  </a:lnTo>
                  <a:lnTo>
                    <a:pt x="2676525" y="6070"/>
                  </a:lnTo>
                  <a:lnTo>
                    <a:pt x="2676525" y="3441"/>
                  </a:lnTo>
                  <a:close/>
                </a:path>
                <a:path w="5248275" h="1370329">
                  <a:moveTo>
                    <a:pt x="2724150" y="1364157"/>
                  </a:moveTo>
                  <a:lnTo>
                    <a:pt x="2723692" y="1363040"/>
                  </a:lnTo>
                  <a:lnTo>
                    <a:pt x="2721826" y="1361173"/>
                  </a:lnTo>
                  <a:lnTo>
                    <a:pt x="2720708" y="1360703"/>
                  </a:lnTo>
                  <a:lnTo>
                    <a:pt x="2718079" y="1360703"/>
                  </a:lnTo>
                  <a:lnTo>
                    <a:pt x="2716961" y="1361173"/>
                  </a:lnTo>
                  <a:lnTo>
                    <a:pt x="2715095" y="1363040"/>
                  </a:lnTo>
                  <a:lnTo>
                    <a:pt x="2714625" y="1364157"/>
                  </a:lnTo>
                  <a:lnTo>
                    <a:pt x="2714625" y="1366786"/>
                  </a:lnTo>
                  <a:lnTo>
                    <a:pt x="2715095" y="1367904"/>
                  </a:lnTo>
                  <a:lnTo>
                    <a:pt x="2716961" y="1369771"/>
                  </a:lnTo>
                  <a:lnTo>
                    <a:pt x="2718079" y="1370228"/>
                  </a:lnTo>
                  <a:lnTo>
                    <a:pt x="2720708" y="1370228"/>
                  </a:lnTo>
                  <a:lnTo>
                    <a:pt x="2721826" y="1369771"/>
                  </a:lnTo>
                  <a:lnTo>
                    <a:pt x="2723692" y="1367904"/>
                  </a:lnTo>
                  <a:lnTo>
                    <a:pt x="2724150" y="1366786"/>
                  </a:lnTo>
                  <a:lnTo>
                    <a:pt x="2724150" y="1364157"/>
                  </a:lnTo>
                  <a:close/>
                </a:path>
                <a:path w="5248275" h="1370329">
                  <a:moveTo>
                    <a:pt x="2724150" y="683793"/>
                  </a:moveTo>
                  <a:lnTo>
                    <a:pt x="2723692" y="682675"/>
                  </a:lnTo>
                  <a:lnTo>
                    <a:pt x="2721826" y="680821"/>
                  </a:lnTo>
                  <a:lnTo>
                    <a:pt x="2720708" y="680351"/>
                  </a:lnTo>
                  <a:lnTo>
                    <a:pt x="2718079" y="680351"/>
                  </a:lnTo>
                  <a:lnTo>
                    <a:pt x="2716961" y="680821"/>
                  </a:lnTo>
                  <a:lnTo>
                    <a:pt x="2715095" y="682675"/>
                  </a:lnTo>
                  <a:lnTo>
                    <a:pt x="2714625" y="683793"/>
                  </a:lnTo>
                  <a:lnTo>
                    <a:pt x="2714625" y="686435"/>
                  </a:lnTo>
                  <a:lnTo>
                    <a:pt x="2715095" y="687552"/>
                  </a:lnTo>
                  <a:lnTo>
                    <a:pt x="2716961" y="689406"/>
                  </a:lnTo>
                  <a:lnTo>
                    <a:pt x="2718079" y="689876"/>
                  </a:lnTo>
                  <a:lnTo>
                    <a:pt x="2720708" y="689876"/>
                  </a:lnTo>
                  <a:lnTo>
                    <a:pt x="2721826" y="689406"/>
                  </a:lnTo>
                  <a:lnTo>
                    <a:pt x="2723692" y="687552"/>
                  </a:lnTo>
                  <a:lnTo>
                    <a:pt x="2724150" y="686435"/>
                  </a:lnTo>
                  <a:lnTo>
                    <a:pt x="2724150" y="683793"/>
                  </a:lnTo>
                  <a:close/>
                </a:path>
                <a:path w="5248275" h="1370329">
                  <a:moveTo>
                    <a:pt x="2724150" y="3441"/>
                  </a:moveTo>
                  <a:lnTo>
                    <a:pt x="2723692" y="2324"/>
                  </a:lnTo>
                  <a:lnTo>
                    <a:pt x="2721826" y="457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57"/>
                  </a:lnTo>
                  <a:lnTo>
                    <a:pt x="2715095" y="2324"/>
                  </a:lnTo>
                  <a:lnTo>
                    <a:pt x="2714625" y="3441"/>
                  </a:lnTo>
                  <a:lnTo>
                    <a:pt x="2714625" y="6070"/>
                  </a:lnTo>
                  <a:lnTo>
                    <a:pt x="2715095" y="7200"/>
                  </a:lnTo>
                  <a:lnTo>
                    <a:pt x="2716961" y="9055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55"/>
                  </a:lnTo>
                  <a:lnTo>
                    <a:pt x="2723692" y="7200"/>
                  </a:lnTo>
                  <a:lnTo>
                    <a:pt x="2724150" y="6070"/>
                  </a:lnTo>
                  <a:lnTo>
                    <a:pt x="2724150" y="3441"/>
                  </a:lnTo>
                  <a:close/>
                </a:path>
                <a:path w="5248275" h="1370329">
                  <a:moveTo>
                    <a:pt x="2771775" y="1364157"/>
                  </a:moveTo>
                  <a:lnTo>
                    <a:pt x="2771317" y="1363040"/>
                  </a:lnTo>
                  <a:lnTo>
                    <a:pt x="2769451" y="1361173"/>
                  </a:lnTo>
                  <a:lnTo>
                    <a:pt x="2768333" y="1360703"/>
                  </a:lnTo>
                  <a:lnTo>
                    <a:pt x="2765704" y="1360703"/>
                  </a:lnTo>
                  <a:lnTo>
                    <a:pt x="2764586" y="1361173"/>
                  </a:lnTo>
                  <a:lnTo>
                    <a:pt x="2762720" y="1363040"/>
                  </a:lnTo>
                  <a:lnTo>
                    <a:pt x="2762250" y="1364157"/>
                  </a:lnTo>
                  <a:lnTo>
                    <a:pt x="2762250" y="1366786"/>
                  </a:lnTo>
                  <a:lnTo>
                    <a:pt x="2762720" y="1367904"/>
                  </a:lnTo>
                  <a:lnTo>
                    <a:pt x="2764586" y="1369771"/>
                  </a:lnTo>
                  <a:lnTo>
                    <a:pt x="2765704" y="1370228"/>
                  </a:lnTo>
                  <a:lnTo>
                    <a:pt x="2768333" y="1370228"/>
                  </a:lnTo>
                  <a:lnTo>
                    <a:pt x="2769451" y="1369771"/>
                  </a:lnTo>
                  <a:lnTo>
                    <a:pt x="2771317" y="1367904"/>
                  </a:lnTo>
                  <a:lnTo>
                    <a:pt x="2771775" y="1366786"/>
                  </a:lnTo>
                  <a:lnTo>
                    <a:pt x="2771775" y="1364157"/>
                  </a:lnTo>
                  <a:close/>
                </a:path>
                <a:path w="5248275" h="1370329">
                  <a:moveTo>
                    <a:pt x="2771775" y="683793"/>
                  </a:moveTo>
                  <a:lnTo>
                    <a:pt x="2771317" y="682675"/>
                  </a:lnTo>
                  <a:lnTo>
                    <a:pt x="2769451" y="680821"/>
                  </a:lnTo>
                  <a:lnTo>
                    <a:pt x="2768333" y="680351"/>
                  </a:lnTo>
                  <a:lnTo>
                    <a:pt x="2765704" y="680351"/>
                  </a:lnTo>
                  <a:lnTo>
                    <a:pt x="2764586" y="680821"/>
                  </a:lnTo>
                  <a:lnTo>
                    <a:pt x="2762720" y="682675"/>
                  </a:lnTo>
                  <a:lnTo>
                    <a:pt x="2762250" y="683793"/>
                  </a:lnTo>
                  <a:lnTo>
                    <a:pt x="2762250" y="686435"/>
                  </a:lnTo>
                  <a:lnTo>
                    <a:pt x="2762720" y="687552"/>
                  </a:lnTo>
                  <a:lnTo>
                    <a:pt x="2764586" y="689406"/>
                  </a:lnTo>
                  <a:lnTo>
                    <a:pt x="2765704" y="689876"/>
                  </a:lnTo>
                  <a:lnTo>
                    <a:pt x="2768333" y="689876"/>
                  </a:lnTo>
                  <a:lnTo>
                    <a:pt x="2769451" y="689406"/>
                  </a:lnTo>
                  <a:lnTo>
                    <a:pt x="2771317" y="687552"/>
                  </a:lnTo>
                  <a:lnTo>
                    <a:pt x="2771775" y="686435"/>
                  </a:lnTo>
                  <a:lnTo>
                    <a:pt x="2771775" y="683793"/>
                  </a:lnTo>
                  <a:close/>
                </a:path>
                <a:path w="5248275" h="1370329">
                  <a:moveTo>
                    <a:pt x="2771775" y="3441"/>
                  </a:moveTo>
                  <a:lnTo>
                    <a:pt x="2771317" y="2324"/>
                  </a:lnTo>
                  <a:lnTo>
                    <a:pt x="2769451" y="457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57"/>
                  </a:lnTo>
                  <a:lnTo>
                    <a:pt x="2762720" y="2324"/>
                  </a:lnTo>
                  <a:lnTo>
                    <a:pt x="2762250" y="3441"/>
                  </a:lnTo>
                  <a:lnTo>
                    <a:pt x="2762250" y="6070"/>
                  </a:lnTo>
                  <a:lnTo>
                    <a:pt x="2762720" y="7200"/>
                  </a:lnTo>
                  <a:lnTo>
                    <a:pt x="2764586" y="9055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55"/>
                  </a:lnTo>
                  <a:lnTo>
                    <a:pt x="2771317" y="7200"/>
                  </a:lnTo>
                  <a:lnTo>
                    <a:pt x="2771775" y="6070"/>
                  </a:lnTo>
                  <a:lnTo>
                    <a:pt x="2771775" y="3441"/>
                  </a:lnTo>
                  <a:close/>
                </a:path>
                <a:path w="5248275" h="1370329">
                  <a:moveTo>
                    <a:pt x="2819400" y="1364157"/>
                  </a:moveTo>
                  <a:lnTo>
                    <a:pt x="2818942" y="1363040"/>
                  </a:lnTo>
                  <a:lnTo>
                    <a:pt x="2817076" y="1361173"/>
                  </a:lnTo>
                  <a:lnTo>
                    <a:pt x="2815958" y="1360703"/>
                  </a:lnTo>
                  <a:lnTo>
                    <a:pt x="2813329" y="1360703"/>
                  </a:lnTo>
                  <a:lnTo>
                    <a:pt x="2812211" y="1361173"/>
                  </a:lnTo>
                  <a:lnTo>
                    <a:pt x="2810345" y="1363040"/>
                  </a:lnTo>
                  <a:lnTo>
                    <a:pt x="2809875" y="1364157"/>
                  </a:lnTo>
                  <a:lnTo>
                    <a:pt x="2809875" y="1366786"/>
                  </a:lnTo>
                  <a:lnTo>
                    <a:pt x="2810345" y="1367904"/>
                  </a:lnTo>
                  <a:lnTo>
                    <a:pt x="2812211" y="1369771"/>
                  </a:lnTo>
                  <a:lnTo>
                    <a:pt x="2813329" y="1370228"/>
                  </a:lnTo>
                  <a:lnTo>
                    <a:pt x="2815958" y="1370228"/>
                  </a:lnTo>
                  <a:lnTo>
                    <a:pt x="2817076" y="1369771"/>
                  </a:lnTo>
                  <a:lnTo>
                    <a:pt x="2818942" y="1367904"/>
                  </a:lnTo>
                  <a:lnTo>
                    <a:pt x="2819400" y="1366786"/>
                  </a:lnTo>
                  <a:lnTo>
                    <a:pt x="2819400" y="1364157"/>
                  </a:lnTo>
                  <a:close/>
                </a:path>
                <a:path w="5248275" h="1370329">
                  <a:moveTo>
                    <a:pt x="2819400" y="683793"/>
                  </a:moveTo>
                  <a:lnTo>
                    <a:pt x="2818942" y="682675"/>
                  </a:lnTo>
                  <a:lnTo>
                    <a:pt x="2817076" y="680821"/>
                  </a:lnTo>
                  <a:lnTo>
                    <a:pt x="2815958" y="680351"/>
                  </a:lnTo>
                  <a:lnTo>
                    <a:pt x="2813329" y="680351"/>
                  </a:lnTo>
                  <a:lnTo>
                    <a:pt x="2812211" y="680821"/>
                  </a:lnTo>
                  <a:lnTo>
                    <a:pt x="2810345" y="682675"/>
                  </a:lnTo>
                  <a:lnTo>
                    <a:pt x="2809875" y="683793"/>
                  </a:lnTo>
                  <a:lnTo>
                    <a:pt x="2809875" y="686435"/>
                  </a:lnTo>
                  <a:lnTo>
                    <a:pt x="2810345" y="687552"/>
                  </a:lnTo>
                  <a:lnTo>
                    <a:pt x="2812211" y="689406"/>
                  </a:lnTo>
                  <a:lnTo>
                    <a:pt x="2813329" y="689876"/>
                  </a:lnTo>
                  <a:lnTo>
                    <a:pt x="2815958" y="689876"/>
                  </a:lnTo>
                  <a:lnTo>
                    <a:pt x="2817076" y="689406"/>
                  </a:lnTo>
                  <a:lnTo>
                    <a:pt x="2818942" y="687552"/>
                  </a:lnTo>
                  <a:lnTo>
                    <a:pt x="2819400" y="686435"/>
                  </a:lnTo>
                  <a:lnTo>
                    <a:pt x="2819400" y="683793"/>
                  </a:lnTo>
                  <a:close/>
                </a:path>
                <a:path w="5248275" h="1370329">
                  <a:moveTo>
                    <a:pt x="2819400" y="3441"/>
                  </a:moveTo>
                  <a:lnTo>
                    <a:pt x="2818942" y="2324"/>
                  </a:lnTo>
                  <a:lnTo>
                    <a:pt x="2817076" y="457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57"/>
                  </a:lnTo>
                  <a:lnTo>
                    <a:pt x="2810345" y="2324"/>
                  </a:lnTo>
                  <a:lnTo>
                    <a:pt x="2809875" y="3441"/>
                  </a:lnTo>
                  <a:lnTo>
                    <a:pt x="2809875" y="6070"/>
                  </a:lnTo>
                  <a:lnTo>
                    <a:pt x="2810345" y="7200"/>
                  </a:lnTo>
                  <a:lnTo>
                    <a:pt x="2812211" y="9055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55"/>
                  </a:lnTo>
                  <a:lnTo>
                    <a:pt x="2818942" y="7200"/>
                  </a:lnTo>
                  <a:lnTo>
                    <a:pt x="2819400" y="6070"/>
                  </a:lnTo>
                  <a:lnTo>
                    <a:pt x="2819400" y="3441"/>
                  </a:lnTo>
                  <a:close/>
                </a:path>
                <a:path w="5248275" h="1370329">
                  <a:moveTo>
                    <a:pt x="2867025" y="1364157"/>
                  </a:moveTo>
                  <a:lnTo>
                    <a:pt x="2866567" y="1363040"/>
                  </a:lnTo>
                  <a:lnTo>
                    <a:pt x="2864701" y="1361173"/>
                  </a:lnTo>
                  <a:lnTo>
                    <a:pt x="2863583" y="1360703"/>
                  </a:lnTo>
                  <a:lnTo>
                    <a:pt x="2860954" y="1360703"/>
                  </a:lnTo>
                  <a:lnTo>
                    <a:pt x="2859836" y="1361173"/>
                  </a:lnTo>
                  <a:lnTo>
                    <a:pt x="2857970" y="1363040"/>
                  </a:lnTo>
                  <a:lnTo>
                    <a:pt x="2857500" y="1364157"/>
                  </a:lnTo>
                  <a:lnTo>
                    <a:pt x="2857500" y="1366786"/>
                  </a:lnTo>
                  <a:lnTo>
                    <a:pt x="2857970" y="1367904"/>
                  </a:lnTo>
                  <a:lnTo>
                    <a:pt x="2859836" y="1369771"/>
                  </a:lnTo>
                  <a:lnTo>
                    <a:pt x="2860954" y="1370228"/>
                  </a:lnTo>
                  <a:lnTo>
                    <a:pt x="2863583" y="1370228"/>
                  </a:lnTo>
                  <a:lnTo>
                    <a:pt x="2864701" y="1369771"/>
                  </a:lnTo>
                  <a:lnTo>
                    <a:pt x="2866567" y="1367904"/>
                  </a:lnTo>
                  <a:lnTo>
                    <a:pt x="2867025" y="1366786"/>
                  </a:lnTo>
                  <a:lnTo>
                    <a:pt x="2867025" y="1364157"/>
                  </a:lnTo>
                  <a:close/>
                </a:path>
                <a:path w="5248275" h="1370329">
                  <a:moveTo>
                    <a:pt x="2867025" y="683793"/>
                  </a:moveTo>
                  <a:lnTo>
                    <a:pt x="2866567" y="682675"/>
                  </a:lnTo>
                  <a:lnTo>
                    <a:pt x="2864701" y="680821"/>
                  </a:lnTo>
                  <a:lnTo>
                    <a:pt x="2863583" y="680351"/>
                  </a:lnTo>
                  <a:lnTo>
                    <a:pt x="2860954" y="680351"/>
                  </a:lnTo>
                  <a:lnTo>
                    <a:pt x="2859836" y="680821"/>
                  </a:lnTo>
                  <a:lnTo>
                    <a:pt x="2857970" y="682675"/>
                  </a:lnTo>
                  <a:lnTo>
                    <a:pt x="2857500" y="683793"/>
                  </a:lnTo>
                  <a:lnTo>
                    <a:pt x="2857500" y="686435"/>
                  </a:lnTo>
                  <a:lnTo>
                    <a:pt x="2857970" y="687552"/>
                  </a:lnTo>
                  <a:lnTo>
                    <a:pt x="2859836" y="689406"/>
                  </a:lnTo>
                  <a:lnTo>
                    <a:pt x="2860954" y="689876"/>
                  </a:lnTo>
                  <a:lnTo>
                    <a:pt x="2863583" y="689876"/>
                  </a:lnTo>
                  <a:lnTo>
                    <a:pt x="2864701" y="689406"/>
                  </a:lnTo>
                  <a:lnTo>
                    <a:pt x="2866567" y="687552"/>
                  </a:lnTo>
                  <a:lnTo>
                    <a:pt x="2867025" y="686435"/>
                  </a:lnTo>
                  <a:lnTo>
                    <a:pt x="2867025" y="683793"/>
                  </a:lnTo>
                  <a:close/>
                </a:path>
                <a:path w="5248275" h="1370329">
                  <a:moveTo>
                    <a:pt x="2867025" y="3441"/>
                  </a:moveTo>
                  <a:lnTo>
                    <a:pt x="2866567" y="2324"/>
                  </a:lnTo>
                  <a:lnTo>
                    <a:pt x="2864701" y="457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57"/>
                  </a:lnTo>
                  <a:lnTo>
                    <a:pt x="2857970" y="2324"/>
                  </a:lnTo>
                  <a:lnTo>
                    <a:pt x="2857500" y="3441"/>
                  </a:lnTo>
                  <a:lnTo>
                    <a:pt x="2857500" y="6070"/>
                  </a:lnTo>
                  <a:lnTo>
                    <a:pt x="2857970" y="7200"/>
                  </a:lnTo>
                  <a:lnTo>
                    <a:pt x="2859836" y="9055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55"/>
                  </a:lnTo>
                  <a:lnTo>
                    <a:pt x="2866567" y="7200"/>
                  </a:lnTo>
                  <a:lnTo>
                    <a:pt x="2867025" y="6070"/>
                  </a:lnTo>
                  <a:lnTo>
                    <a:pt x="2867025" y="3441"/>
                  </a:lnTo>
                  <a:close/>
                </a:path>
                <a:path w="5248275" h="1370329">
                  <a:moveTo>
                    <a:pt x="2914650" y="1364157"/>
                  </a:moveTo>
                  <a:lnTo>
                    <a:pt x="2914192" y="1363040"/>
                  </a:lnTo>
                  <a:lnTo>
                    <a:pt x="2912326" y="1361173"/>
                  </a:lnTo>
                  <a:lnTo>
                    <a:pt x="2911208" y="1360703"/>
                  </a:lnTo>
                  <a:lnTo>
                    <a:pt x="2908579" y="1360703"/>
                  </a:lnTo>
                  <a:lnTo>
                    <a:pt x="2907461" y="1361173"/>
                  </a:lnTo>
                  <a:lnTo>
                    <a:pt x="2905595" y="1363040"/>
                  </a:lnTo>
                  <a:lnTo>
                    <a:pt x="2905125" y="1364157"/>
                  </a:lnTo>
                  <a:lnTo>
                    <a:pt x="2905125" y="1366786"/>
                  </a:lnTo>
                  <a:lnTo>
                    <a:pt x="2905595" y="1367904"/>
                  </a:lnTo>
                  <a:lnTo>
                    <a:pt x="2907461" y="1369771"/>
                  </a:lnTo>
                  <a:lnTo>
                    <a:pt x="2908579" y="1370228"/>
                  </a:lnTo>
                  <a:lnTo>
                    <a:pt x="2911208" y="1370228"/>
                  </a:lnTo>
                  <a:lnTo>
                    <a:pt x="2912326" y="1369771"/>
                  </a:lnTo>
                  <a:lnTo>
                    <a:pt x="2914192" y="1367904"/>
                  </a:lnTo>
                  <a:lnTo>
                    <a:pt x="2914650" y="1366786"/>
                  </a:lnTo>
                  <a:lnTo>
                    <a:pt x="2914650" y="1364157"/>
                  </a:lnTo>
                  <a:close/>
                </a:path>
                <a:path w="5248275" h="1370329">
                  <a:moveTo>
                    <a:pt x="2914650" y="683793"/>
                  </a:moveTo>
                  <a:lnTo>
                    <a:pt x="2914192" y="682675"/>
                  </a:lnTo>
                  <a:lnTo>
                    <a:pt x="2912326" y="680821"/>
                  </a:lnTo>
                  <a:lnTo>
                    <a:pt x="2911208" y="680351"/>
                  </a:lnTo>
                  <a:lnTo>
                    <a:pt x="2908579" y="680351"/>
                  </a:lnTo>
                  <a:lnTo>
                    <a:pt x="2907461" y="680821"/>
                  </a:lnTo>
                  <a:lnTo>
                    <a:pt x="2905595" y="682675"/>
                  </a:lnTo>
                  <a:lnTo>
                    <a:pt x="2905125" y="683793"/>
                  </a:lnTo>
                  <a:lnTo>
                    <a:pt x="2905125" y="686435"/>
                  </a:lnTo>
                  <a:lnTo>
                    <a:pt x="2905595" y="687552"/>
                  </a:lnTo>
                  <a:lnTo>
                    <a:pt x="2907461" y="689406"/>
                  </a:lnTo>
                  <a:lnTo>
                    <a:pt x="2908579" y="689876"/>
                  </a:lnTo>
                  <a:lnTo>
                    <a:pt x="2911208" y="689876"/>
                  </a:lnTo>
                  <a:lnTo>
                    <a:pt x="2912326" y="689406"/>
                  </a:lnTo>
                  <a:lnTo>
                    <a:pt x="2914192" y="687552"/>
                  </a:lnTo>
                  <a:lnTo>
                    <a:pt x="2914650" y="686435"/>
                  </a:lnTo>
                  <a:lnTo>
                    <a:pt x="2914650" y="683793"/>
                  </a:lnTo>
                  <a:close/>
                </a:path>
                <a:path w="5248275" h="1370329">
                  <a:moveTo>
                    <a:pt x="2914650" y="3441"/>
                  </a:moveTo>
                  <a:lnTo>
                    <a:pt x="2914192" y="2324"/>
                  </a:lnTo>
                  <a:lnTo>
                    <a:pt x="2912326" y="457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57"/>
                  </a:lnTo>
                  <a:lnTo>
                    <a:pt x="2905595" y="2324"/>
                  </a:lnTo>
                  <a:lnTo>
                    <a:pt x="2905125" y="3441"/>
                  </a:lnTo>
                  <a:lnTo>
                    <a:pt x="2905125" y="6070"/>
                  </a:lnTo>
                  <a:lnTo>
                    <a:pt x="2905595" y="7200"/>
                  </a:lnTo>
                  <a:lnTo>
                    <a:pt x="2907461" y="9055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55"/>
                  </a:lnTo>
                  <a:lnTo>
                    <a:pt x="2914192" y="7200"/>
                  </a:lnTo>
                  <a:lnTo>
                    <a:pt x="2914650" y="6070"/>
                  </a:lnTo>
                  <a:lnTo>
                    <a:pt x="2914650" y="3441"/>
                  </a:lnTo>
                  <a:close/>
                </a:path>
                <a:path w="5248275" h="1370329">
                  <a:moveTo>
                    <a:pt x="2962275" y="1364157"/>
                  </a:moveTo>
                  <a:lnTo>
                    <a:pt x="2961817" y="1363040"/>
                  </a:lnTo>
                  <a:lnTo>
                    <a:pt x="2959951" y="1361173"/>
                  </a:lnTo>
                  <a:lnTo>
                    <a:pt x="2958833" y="1360703"/>
                  </a:lnTo>
                  <a:lnTo>
                    <a:pt x="2956204" y="1360703"/>
                  </a:lnTo>
                  <a:lnTo>
                    <a:pt x="2955086" y="1361173"/>
                  </a:lnTo>
                  <a:lnTo>
                    <a:pt x="2953220" y="1363040"/>
                  </a:lnTo>
                  <a:lnTo>
                    <a:pt x="2952750" y="1364157"/>
                  </a:lnTo>
                  <a:lnTo>
                    <a:pt x="2952750" y="1366786"/>
                  </a:lnTo>
                  <a:lnTo>
                    <a:pt x="2953220" y="1367904"/>
                  </a:lnTo>
                  <a:lnTo>
                    <a:pt x="2955086" y="1369771"/>
                  </a:lnTo>
                  <a:lnTo>
                    <a:pt x="2956204" y="1370228"/>
                  </a:lnTo>
                  <a:lnTo>
                    <a:pt x="2958833" y="1370228"/>
                  </a:lnTo>
                  <a:lnTo>
                    <a:pt x="2959951" y="1369771"/>
                  </a:lnTo>
                  <a:lnTo>
                    <a:pt x="2961817" y="1367904"/>
                  </a:lnTo>
                  <a:lnTo>
                    <a:pt x="2962275" y="1366786"/>
                  </a:lnTo>
                  <a:lnTo>
                    <a:pt x="2962275" y="1364157"/>
                  </a:lnTo>
                  <a:close/>
                </a:path>
                <a:path w="5248275" h="1370329">
                  <a:moveTo>
                    <a:pt x="2962275" y="683793"/>
                  </a:moveTo>
                  <a:lnTo>
                    <a:pt x="2961817" y="682675"/>
                  </a:lnTo>
                  <a:lnTo>
                    <a:pt x="2959951" y="680821"/>
                  </a:lnTo>
                  <a:lnTo>
                    <a:pt x="2958833" y="680351"/>
                  </a:lnTo>
                  <a:lnTo>
                    <a:pt x="2956204" y="680351"/>
                  </a:lnTo>
                  <a:lnTo>
                    <a:pt x="2955086" y="680821"/>
                  </a:lnTo>
                  <a:lnTo>
                    <a:pt x="2953220" y="682675"/>
                  </a:lnTo>
                  <a:lnTo>
                    <a:pt x="2952750" y="683793"/>
                  </a:lnTo>
                  <a:lnTo>
                    <a:pt x="2952750" y="686435"/>
                  </a:lnTo>
                  <a:lnTo>
                    <a:pt x="2953220" y="687552"/>
                  </a:lnTo>
                  <a:lnTo>
                    <a:pt x="2955086" y="689406"/>
                  </a:lnTo>
                  <a:lnTo>
                    <a:pt x="2956204" y="689876"/>
                  </a:lnTo>
                  <a:lnTo>
                    <a:pt x="2958833" y="689876"/>
                  </a:lnTo>
                  <a:lnTo>
                    <a:pt x="2959951" y="689406"/>
                  </a:lnTo>
                  <a:lnTo>
                    <a:pt x="2961817" y="687552"/>
                  </a:lnTo>
                  <a:lnTo>
                    <a:pt x="2962275" y="686435"/>
                  </a:lnTo>
                  <a:lnTo>
                    <a:pt x="2962275" y="683793"/>
                  </a:lnTo>
                  <a:close/>
                </a:path>
                <a:path w="5248275" h="1370329">
                  <a:moveTo>
                    <a:pt x="2962275" y="3441"/>
                  </a:moveTo>
                  <a:lnTo>
                    <a:pt x="2961817" y="2324"/>
                  </a:lnTo>
                  <a:lnTo>
                    <a:pt x="2959951" y="457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57"/>
                  </a:lnTo>
                  <a:lnTo>
                    <a:pt x="2953220" y="2324"/>
                  </a:lnTo>
                  <a:lnTo>
                    <a:pt x="2952750" y="3441"/>
                  </a:lnTo>
                  <a:lnTo>
                    <a:pt x="2952750" y="6070"/>
                  </a:lnTo>
                  <a:lnTo>
                    <a:pt x="2953220" y="7200"/>
                  </a:lnTo>
                  <a:lnTo>
                    <a:pt x="2955086" y="9055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55"/>
                  </a:lnTo>
                  <a:lnTo>
                    <a:pt x="2961817" y="7200"/>
                  </a:lnTo>
                  <a:lnTo>
                    <a:pt x="2962275" y="6070"/>
                  </a:lnTo>
                  <a:lnTo>
                    <a:pt x="2962275" y="3441"/>
                  </a:lnTo>
                  <a:close/>
                </a:path>
                <a:path w="5248275" h="1370329">
                  <a:moveTo>
                    <a:pt x="3009900" y="1364157"/>
                  </a:moveTo>
                  <a:lnTo>
                    <a:pt x="3009442" y="1363040"/>
                  </a:lnTo>
                  <a:lnTo>
                    <a:pt x="3007576" y="1361173"/>
                  </a:lnTo>
                  <a:lnTo>
                    <a:pt x="3006458" y="1360703"/>
                  </a:lnTo>
                  <a:lnTo>
                    <a:pt x="3003829" y="1360703"/>
                  </a:lnTo>
                  <a:lnTo>
                    <a:pt x="3002711" y="1361173"/>
                  </a:lnTo>
                  <a:lnTo>
                    <a:pt x="3000845" y="1363040"/>
                  </a:lnTo>
                  <a:lnTo>
                    <a:pt x="3000375" y="1364157"/>
                  </a:lnTo>
                  <a:lnTo>
                    <a:pt x="3000375" y="1366786"/>
                  </a:lnTo>
                  <a:lnTo>
                    <a:pt x="3000845" y="1367904"/>
                  </a:lnTo>
                  <a:lnTo>
                    <a:pt x="3002711" y="1369771"/>
                  </a:lnTo>
                  <a:lnTo>
                    <a:pt x="3003829" y="1370228"/>
                  </a:lnTo>
                  <a:lnTo>
                    <a:pt x="3006458" y="1370228"/>
                  </a:lnTo>
                  <a:lnTo>
                    <a:pt x="3007576" y="1369771"/>
                  </a:lnTo>
                  <a:lnTo>
                    <a:pt x="3009442" y="1367904"/>
                  </a:lnTo>
                  <a:lnTo>
                    <a:pt x="3009900" y="1366786"/>
                  </a:lnTo>
                  <a:lnTo>
                    <a:pt x="3009900" y="1364157"/>
                  </a:lnTo>
                  <a:close/>
                </a:path>
                <a:path w="5248275" h="1370329">
                  <a:moveTo>
                    <a:pt x="3009900" y="683793"/>
                  </a:moveTo>
                  <a:lnTo>
                    <a:pt x="3009442" y="682675"/>
                  </a:lnTo>
                  <a:lnTo>
                    <a:pt x="3007576" y="680821"/>
                  </a:lnTo>
                  <a:lnTo>
                    <a:pt x="3006458" y="680351"/>
                  </a:lnTo>
                  <a:lnTo>
                    <a:pt x="3003829" y="680351"/>
                  </a:lnTo>
                  <a:lnTo>
                    <a:pt x="3002711" y="680821"/>
                  </a:lnTo>
                  <a:lnTo>
                    <a:pt x="3000845" y="682675"/>
                  </a:lnTo>
                  <a:lnTo>
                    <a:pt x="3000375" y="683793"/>
                  </a:lnTo>
                  <a:lnTo>
                    <a:pt x="3000375" y="686435"/>
                  </a:lnTo>
                  <a:lnTo>
                    <a:pt x="3000845" y="687552"/>
                  </a:lnTo>
                  <a:lnTo>
                    <a:pt x="3002711" y="689406"/>
                  </a:lnTo>
                  <a:lnTo>
                    <a:pt x="3003829" y="689876"/>
                  </a:lnTo>
                  <a:lnTo>
                    <a:pt x="3006458" y="689876"/>
                  </a:lnTo>
                  <a:lnTo>
                    <a:pt x="3007576" y="689406"/>
                  </a:lnTo>
                  <a:lnTo>
                    <a:pt x="3009442" y="687552"/>
                  </a:lnTo>
                  <a:lnTo>
                    <a:pt x="3009900" y="686435"/>
                  </a:lnTo>
                  <a:lnTo>
                    <a:pt x="3009900" y="683793"/>
                  </a:lnTo>
                  <a:close/>
                </a:path>
                <a:path w="5248275" h="1370329">
                  <a:moveTo>
                    <a:pt x="3009900" y="3441"/>
                  </a:moveTo>
                  <a:lnTo>
                    <a:pt x="3009442" y="2324"/>
                  </a:lnTo>
                  <a:lnTo>
                    <a:pt x="3007576" y="457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57"/>
                  </a:lnTo>
                  <a:lnTo>
                    <a:pt x="3000845" y="2324"/>
                  </a:lnTo>
                  <a:lnTo>
                    <a:pt x="3000375" y="3441"/>
                  </a:lnTo>
                  <a:lnTo>
                    <a:pt x="3000375" y="6070"/>
                  </a:lnTo>
                  <a:lnTo>
                    <a:pt x="3000845" y="7200"/>
                  </a:lnTo>
                  <a:lnTo>
                    <a:pt x="3002711" y="9055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55"/>
                  </a:lnTo>
                  <a:lnTo>
                    <a:pt x="3009442" y="7200"/>
                  </a:lnTo>
                  <a:lnTo>
                    <a:pt x="3009900" y="6070"/>
                  </a:lnTo>
                  <a:lnTo>
                    <a:pt x="3009900" y="3441"/>
                  </a:lnTo>
                  <a:close/>
                </a:path>
                <a:path w="5248275" h="1370329">
                  <a:moveTo>
                    <a:pt x="3057525" y="1364157"/>
                  </a:moveTo>
                  <a:lnTo>
                    <a:pt x="3057067" y="1363040"/>
                  </a:lnTo>
                  <a:lnTo>
                    <a:pt x="3055201" y="1361173"/>
                  </a:lnTo>
                  <a:lnTo>
                    <a:pt x="3054083" y="1360703"/>
                  </a:lnTo>
                  <a:lnTo>
                    <a:pt x="3051454" y="1360703"/>
                  </a:lnTo>
                  <a:lnTo>
                    <a:pt x="3050336" y="1361173"/>
                  </a:lnTo>
                  <a:lnTo>
                    <a:pt x="3048470" y="1363040"/>
                  </a:lnTo>
                  <a:lnTo>
                    <a:pt x="3048000" y="1364157"/>
                  </a:lnTo>
                  <a:lnTo>
                    <a:pt x="3048000" y="1366786"/>
                  </a:lnTo>
                  <a:lnTo>
                    <a:pt x="3048470" y="1367904"/>
                  </a:lnTo>
                  <a:lnTo>
                    <a:pt x="3050336" y="1369771"/>
                  </a:lnTo>
                  <a:lnTo>
                    <a:pt x="3051454" y="1370228"/>
                  </a:lnTo>
                  <a:lnTo>
                    <a:pt x="3054083" y="1370228"/>
                  </a:lnTo>
                  <a:lnTo>
                    <a:pt x="3055201" y="1369771"/>
                  </a:lnTo>
                  <a:lnTo>
                    <a:pt x="3057067" y="1367904"/>
                  </a:lnTo>
                  <a:lnTo>
                    <a:pt x="3057525" y="1366786"/>
                  </a:lnTo>
                  <a:lnTo>
                    <a:pt x="3057525" y="1364157"/>
                  </a:lnTo>
                  <a:close/>
                </a:path>
                <a:path w="5248275" h="1370329">
                  <a:moveTo>
                    <a:pt x="3057525" y="683793"/>
                  </a:moveTo>
                  <a:lnTo>
                    <a:pt x="3057067" y="682675"/>
                  </a:lnTo>
                  <a:lnTo>
                    <a:pt x="3055201" y="680821"/>
                  </a:lnTo>
                  <a:lnTo>
                    <a:pt x="3054083" y="680351"/>
                  </a:lnTo>
                  <a:lnTo>
                    <a:pt x="3051454" y="680351"/>
                  </a:lnTo>
                  <a:lnTo>
                    <a:pt x="3050336" y="680821"/>
                  </a:lnTo>
                  <a:lnTo>
                    <a:pt x="3048470" y="682675"/>
                  </a:lnTo>
                  <a:lnTo>
                    <a:pt x="3048000" y="683793"/>
                  </a:lnTo>
                  <a:lnTo>
                    <a:pt x="3048000" y="686435"/>
                  </a:lnTo>
                  <a:lnTo>
                    <a:pt x="3048470" y="687552"/>
                  </a:lnTo>
                  <a:lnTo>
                    <a:pt x="3050336" y="689406"/>
                  </a:lnTo>
                  <a:lnTo>
                    <a:pt x="3051454" y="689876"/>
                  </a:lnTo>
                  <a:lnTo>
                    <a:pt x="3054083" y="689876"/>
                  </a:lnTo>
                  <a:lnTo>
                    <a:pt x="3055201" y="689406"/>
                  </a:lnTo>
                  <a:lnTo>
                    <a:pt x="3057067" y="687552"/>
                  </a:lnTo>
                  <a:lnTo>
                    <a:pt x="3057525" y="686435"/>
                  </a:lnTo>
                  <a:lnTo>
                    <a:pt x="3057525" y="683793"/>
                  </a:lnTo>
                  <a:close/>
                </a:path>
                <a:path w="5248275" h="1370329">
                  <a:moveTo>
                    <a:pt x="3057525" y="3441"/>
                  </a:moveTo>
                  <a:lnTo>
                    <a:pt x="3057067" y="2324"/>
                  </a:lnTo>
                  <a:lnTo>
                    <a:pt x="3055201" y="457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57"/>
                  </a:lnTo>
                  <a:lnTo>
                    <a:pt x="3048470" y="2324"/>
                  </a:lnTo>
                  <a:lnTo>
                    <a:pt x="3048000" y="3441"/>
                  </a:lnTo>
                  <a:lnTo>
                    <a:pt x="3048000" y="6070"/>
                  </a:lnTo>
                  <a:lnTo>
                    <a:pt x="3048470" y="7200"/>
                  </a:lnTo>
                  <a:lnTo>
                    <a:pt x="3050336" y="9055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55"/>
                  </a:lnTo>
                  <a:lnTo>
                    <a:pt x="3057067" y="7200"/>
                  </a:lnTo>
                  <a:lnTo>
                    <a:pt x="3057525" y="6070"/>
                  </a:lnTo>
                  <a:lnTo>
                    <a:pt x="3057525" y="3441"/>
                  </a:lnTo>
                  <a:close/>
                </a:path>
                <a:path w="5248275" h="1370329">
                  <a:moveTo>
                    <a:pt x="3105150" y="1364157"/>
                  </a:moveTo>
                  <a:lnTo>
                    <a:pt x="3104692" y="1363040"/>
                  </a:lnTo>
                  <a:lnTo>
                    <a:pt x="3102826" y="1361173"/>
                  </a:lnTo>
                  <a:lnTo>
                    <a:pt x="3101708" y="1360703"/>
                  </a:lnTo>
                  <a:lnTo>
                    <a:pt x="3099079" y="1360703"/>
                  </a:lnTo>
                  <a:lnTo>
                    <a:pt x="3097961" y="1361173"/>
                  </a:lnTo>
                  <a:lnTo>
                    <a:pt x="3096095" y="1363040"/>
                  </a:lnTo>
                  <a:lnTo>
                    <a:pt x="3095625" y="1364157"/>
                  </a:lnTo>
                  <a:lnTo>
                    <a:pt x="3095625" y="1366786"/>
                  </a:lnTo>
                  <a:lnTo>
                    <a:pt x="3096095" y="1367904"/>
                  </a:lnTo>
                  <a:lnTo>
                    <a:pt x="3097961" y="1369771"/>
                  </a:lnTo>
                  <a:lnTo>
                    <a:pt x="3099079" y="1370228"/>
                  </a:lnTo>
                  <a:lnTo>
                    <a:pt x="3101708" y="1370228"/>
                  </a:lnTo>
                  <a:lnTo>
                    <a:pt x="3102826" y="1369771"/>
                  </a:lnTo>
                  <a:lnTo>
                    <a:pt x="3104692" y="1367904"/>
                  </a:lnTo>
                  <a:lnTo>
                    <a:pt x="3105150" y="1366786"/>
                  </a:lnTo>
                  <a:lnTo>
                    <a:pt x="3105150" y="1364157"/>
                  </a:lnTo>
                  <a:close/>
                </a:path>
                <a:path w="5248275" h="1370329">
                  <a:moveTo>
                    <a:pt x="3105150" y="683793"/>
                  </a:moveTo>
                  <a:lnTo>
                    <a:pt x="3104692" y="682675"/>
                  </a:lnTo>
                  <a:lnTo>
                    <a:pt x="3102826" y="680821"/>
                  </a:lnTo>
                  <a:lnTo>
                    <a:pt x="3101708" y="680351"/>
                  </a:lnTo>
                  <a:lnTo>
                    <a:pt x="3099079" y="680351"/>
                  </a:lnTo>
                  <a:lnTo>
                    <a:pt x="3097961" y="680821"/>
                  </a:lnTo>
                  <a:lnTo>
                    <a:pt x="3096095" y="682675"/>
                  </a:lnTo>
                  <a:lnTo>
                    <a:pt x="3095625" y="683793"/>
                  </a:lnTo>
                  <a:lnTo>
                    <a:pt x="3095625" y="686435"/>
                  </a:lnTo>
                  <a:lnTo>
                    <a:pt x="3096095" y="687552"/>
                  </a:lnTo>
                  <a:lnTo>
                    <a:pt x="3097961" y="689406"/>
                  </a:lnTo>
                  <a:lnTo>
                    <a:pt x="3099079" y="689876"/>
                  </a:lnTo>
                  <a:lnTo>
                    <a:pt x="3101708" y="689876"/>
                  </a:lnTo>
                  <a:lnTo>
                    <a:pt x="3102826" y="689406"/>
                  </a:lnTo>
                  <a:lnTo>
                    <a:pt x="3104692" y="687552"/>
                  </a:lnTo>
                  <a:lnTo>
                    <a:pt x="3105150" y="686435"/>
                  </a:lnTo>
                  <a:lnTo>
                    <a:pt x="3105150" y="683793"/>
                  </a:lnTo>
                  <a:close/>
                </a:path>
                <a:path w="5248275" h="1370329">
                  <a:moveTo>
                    <a:pt x="3105150" y="3441"/>
                  </a:moveTo>
                  <a:lnTo>
                    <a:pt x="3104692" y="2324"/>
                  </a:lnTo>
                  <a:lnTo>
                    <a:pt x="3102826" y="457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57"/>
                  </a:lnTo>
                  <a:lnTo>
                    <a:pt x="3096095" y="2324"/>
                  </a:lnTo>
                  <a:lnTo>
                    <a:pt x="3095625" y="3441"/>
                  </a:lnTo>
                  <a:lnTo>
                    <a:pt x="3095625" y="6070"/>
                  </a:lnTo>
                  <a:lnTo>
                    <a:pt x="3096095" y="7200"/>
                  </a:lnTo>
                  <a:lnTo>
                    <a:pt x="3097961" y="9055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55"/>
                  </a:lnTo>
                  <a:lnTo>
                    <a:pt x="3104692" y="7200"/>
                  </a:lnTo>
                  <a:lnTo>
                    <a:pt x="3105150" y="6070"/>
                  </a:lnTo>
                  <a:lnTo>
                    <a:pt x="3105150" y="3441"/>
                  </a:lnTo>
                  <a:close/>
                </a:path>
                <a:path w="5248275" h="1370329">
                  <a:moveTo>
                    <a:pt x="3152775" y="1364157"/>
                  </a:moveTo>
                  <a:lnTo>
                    <a:pt x="3152317" y="1363040"/>
                  </a:lnTo>
                  <a:lnTo>
                    <a:pt x="3150451" y="1361173"/>
                  </a:lnTo>
                  <a:lnTo>
                    <a:pt x="3149333" y="1360703"/>
                  </a:lnTo>
                  <a:lnTo>
                    <a:pt x="3146704" y="1360703"/>
                  </a:lnTo>
                  <a:lnTo>
                    <a:pt x="3145586" y="1361173"/>
                  </a:lnTo>
                  <a:lnTo>
                    <a:pt x="3143720" y="1363040"/>
                  </a:lnTo>
                  <a:lnTo>
                    <a:pt x="3143250" y="1364157"/>
                  </a:lnTo>
                  <a:lnTo>
                    <a:pt x="3143250" y="1366786"/>
                  </a:lnTo>
                  <a:lnTo>
                    <a:pt x="3143720" y="1367904"/>
                  </a:lnTo>
                  <a:lnTo>
                    <a:pt x="3145586" y="1369771"/>
                  </a:lnTo>
                  <a:lnTo>
                    <a:pt x="3146704" y="1370228"/>
                  </a:lnTo>
                  <a:lnTo>
                    <a:pt x="3149333" y="1370228"/>
                  </a:lnTo>
                  <a:lnTo>
                    <a:pt x="3150451" y="1369771"/>
                  </a:lnTo>
                  <a:lnTo>
                    <a:pt x="3152317" y="1367904"/>
                  </a:lnTo>
                  <a:lnTo>
                    <a:pt x="3152775" y="1366786"/>
                  </a:lnTo>
                  <a:lnTo>
                    <a:pt x="3152775" y="1364157"/>
                  </a:lnTo>
                  <a:close/>
                </a:path>
                <a:path w="5248275" h="1370329">
                  <a:moveTo>
                    <a:pt x="3152775" y="683793"/>
                  </a:moveTo>
                  <a:lnTo>
                    <a:pt x="3152317" y="682675"/>
                  </a:lnTo>
                  <a:lnTo>
                    <a:pt x="3150451" y="680821"/>
                  </a:lnTo>
                  <a:lnTo>
                    <a:pt x="3149333" y="680351"/>
                  </a:lnTo>
                  <a:lnTo>
                    <a:pt x="3146704" y="680351"/>
                  </a:lnTo>
                  <a:lnTo>
                    <a:pt x="3145586" y="680821"/>
                  </a:lnTo>
                  <a:lnTo>
                    <a:pt x="3143720" y="682675"/>
                  </a:lnTo>
                  <a:lnTo>
                    <a:pt x="3143250" y="683793"/>
                  </a:lnTo>
                  <a:lnTo>
                    <a:pt x="3143250" y="686435"/>
                  </a:lnTo>
                  <a:lnTo>
                    <a:pt x="3143720" y="687552"/>
                  </a:lnTo>
                  <a:lnTo>
                    <a:pt x="3145586" y="689406"/>
                  </a:lnTo>
                  <a:lnTo>
                    <a:pt x="3146704" y="689876"/>
                  </a:lnTo>
                  <a:lnTo>
                    <a:pt x="3149333" y="689876"/>
                  </a:lnTo>
                  <a:lnTo>
                    <a:pt x="3150451" y="689406"/>
                  </a:lnTo>
                  <a:lnTo>
                    <a:pt x="3152317" y="687552"/>
                  </a:lnTo>
                  <a:lnTo>
                    <a:pt x="3152775" y="686435"/>
                  </a:lnTo>
                  <a:lnTo>
                    <a:pt x="3152775" y="683793"/>
                  </a:lnTo>
                  <a:close/>
                </a:path>
                <a:path w="5248275" h="1370329">
                  <a:moveTo>
                    <a:pt x="3152775" y="3441"/>
                  </a:moveTo>
                  <a:lnTo>
                    <a:pt x="3152317" y="2324"/>
                  </a:lnTo>
                  <a:lnTo>
                    <a:pt x="3150451" y="457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57"/>
                  </a:lnTo>
                  <a:lnTo>
                    <a:pt x="3143720" y="2324"/>
                  </a:lnTo>
                  <a:lnTo>
                    <a:pt x="3143250" y="3441"/>
                  </a:lnTo>
                  <a:lnTo>
                    <a:pt x="3143250" y="6070"/>
                  </a:lnTo>
                  <a:lnTo>
                    <a:pt x="3143720" y="7200"/>
                  </a:lnTo>
                  <a:lnTo>
                    <a:pt x="3145586" y="9055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55"/>
                  </a:lnTo>
                  <a:lnTo>
                    <a:pt x="3152317" y="7200"/>
                  </a:lnTo>
                  <a:lnTo>
                    <a:pt x="3152775" y="6070"/>
                  </a:lnTo>
                  <a:lnTo>
                    <a:pt x="3152775" y="3441"/>
                  </a:lnTo>
                  <a:close/>
                </a:path>
                <a:path w="5248275" h="1370329">
                  <a:moveTo>
                    <a:pt x="3200400" y="1364157"/>
                  </a:moveTo>
                  <a:lnTo>
                    <a:pt x="3199942" y="1363040"/>
                  </a:lnTo>
                  <a:lnTo>
                    <a:pt x="3198076" y="1361173"/>
                  </a:lnTo>
                  <a:lnTo>
                    <a:pt x="3196958" y="1360703"/>
                  </a:lnTo>
                  <a:lnTo>
                    <a:pt x="3194329" y="1360703"/>
                  </a:lnTo>
                  <a:lnTo>
                    <a:pt x="3193211" y="1361173"/>
                  </a:lnTo>
                  <a:lnTo>
                    <a:pt x="3191345" y="1363040"/>
                  </a:lnTo>
                  <a:lnTo>
                    <a:pt x="3190875" y="1364157"/>
                  </a:lnTo>
                  <a:lnTo>
                    <a:pt x="3190875" y="1366786"/>
                  </a:lnTo>
                  <a:lnTo>
                    <a:pt x="3191345" y="1367904"/>
                  </a:lnTo>
                  <a:lnTo>
                    <a:pt x="3193211" y="1369771"/>
                  </a:lnTo>
                  <a:lnTo>
                    <a:pt x="3194329" y="1370228"/>
                  </a:lnTo>
                  <a:lnTo>
                    <a:pt x="3196958" y="1370228"/>
                  </a:lnTo>
                  <a:lnTo>
                    <a:pt x="3198076" y="1369771"/>
                  </a:lnTo>
                  <a:lnTo>
                    <a:pt x="3199942" y="1367904"/>
                  </a:lnTo>
                  <a:lnTo>
                    <a:pt x="3200400" y="1366786"/>
                  </a:lnTo>
                  <a:lnTo>
                    <a:pt x="3200400" y="1364157"/>
                  </a:lnTo>
                  <a:close/>
                </a:path>
                <a:path w="5248275" h="1370329">
                  <a:moveTo>
                    <a:pt x="3200400" y="683793"/>
                  </a:moveTo>
                  <a:lnTo>
                    <a:pt x="3199942" y="682675"/>
                  </a:lnTo>
                  <a:lnTo>
                    <a:pt x="3198076" y="680821"/>
                  </a:lnTo>
                  <a:lnTo>
                    <a:pt x="3196958" y="680351"/>
                  </a:lnTo>
                  <a:lnTo>
                    <a:pt x="3194329" y="680351"/>
                  </a:lnTo>
                  <a:lnTo>
                    <a:pt x="3193211" y="680821"/>
                  </a:lnTo>
                  <a:lnTo>
                    <a:pt x="3191345" y="682675"/>
                  </a:lnTo>
                  <a:lnTo>
                    <a:pt x="3190875" y="683793"/>
                  </a:lnTo>
                  <a:lnTo>
                    <a:pt x="3190875" y="686435"/>
                  </a:lnTo>
                  <a:lnTo>
                    <a:pt x="3191345" y="687552"/>
                  </a:lnTo>
                  <a:lnTo>
                    <a:pt x="3193211" y="689406"/>
                  </a:lnTo>
                  <a:lnTo>
                    <a:pt x="3194329" y="689876"/>
                  </a:lnTo>
                  <a:lnTo>
                    <a:pt x="3196958" y="689876"/>
                  </a:lnTo>
                  <a:lnTo>
                    <a:pt x="3198076" y="689406"/>
                  </a:lnTo>
                  <a:lnTo>
                    <a:pt x="3199942" y="687552"/>
                  </a:lnTo>
                  <a:lnTo>
                    <a:pt x="3200400" y="686435"/>
                  </a:lnTo>
                  <a:lnTo>
                    <a:pt x="3200400" y="683793"/>
                  </a:lnTo>
                  <a:close/>
                </a:path>
                <a:path w="5248275" h="1370329">
                  <a:moveTo>
                    <a:pt x="3200400" y="3441"/>
                  </a:moveTo>
                  <a:lnTo>
                    <a:pt x="3199942" y="2324"/>
                  </a:lnTo>
                  <a:lnTo>
                    <a:pt x="3198076" y="457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57"/>
                  </a:lnTo>
                  <a:lnTo>
                    <a:pt x="3191345" y="2324"/>
                  </a:lnTo>
                  <a:lnTo>
                    <a:pt x="3190875" y="3441"/>
                  </a:lnTo>
                  <a:lnTo>
                    <a:pt x="3190875" y="6070"/>
                  </a:lnTo>
                  <a:lnTo>
                    <a:pt x="3191345" y="7200"/>
                  </a:lnTo>
                  <a:lnTo>
                    <a:pt x="3193211" y="9055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55"/>
                  </a:lnTo>
                  <a:lnTo>
                    <a:pt x="3199942" y="7200"/>
                  </a:lnTo>
                  <a:lnTo>
                    <a:pt x="3200400" y="6070"/>
                  </a:lnTo>
                  <a:lnTo>
                    <a:pt x="3200400" y="3441"/>
                  </a:lnTo>
                  <a:close/>
                </a:path>
                <a:path w="5248275" h="1370329">
                  <a:moveTo>
                    <a:pt x="3248025" y="1364157"/>
                  </a:moveTo>
                  <a:lnTo>
                    <a:pt x="3247567" y="1363040"/>
                  </a:lnTo>
                  <a:lnTo>
                    <a:pt x="3245701" y="1361173"/>
                  </a:lnTo>
                  <a:lnTo>
                    <a:pt x="3244583" y="1360703"/>
                  </a:lnTo>
                  <a:lnTo>
                    <a:pt x="3241954" y="1360703"/>
                  </a:lnTo>
                  <a:lnTo>
                    <a:pt x="3240836" y="1361173"/>
                  </a:lnTo>
                  <a:lnTo>
                    <a:pt x="3238970" y="1363040"/>
                  </a:lnTo>
                  <a:lnTo>
                    <a:pt x="3238500" y="1364157"/>
                  </a:lnTo>
                  <a:lnTo>
                    <a:pt x="3238500" y="1366786"/>
                  </a:lnTo>
                  <a:lnTo>
                    <a:pt x="3238970" y="1367904"/>
                  </a:lnTo>
                  <a:lnTo>
                    <a:pt x="3240836" y="1369771"/>
                  </a:lnTo>
                  <a:lnTo>
                    <a:pt x="3241954" y="1370228"/>
                  </a:lnTo>
                  <a:lnTo>
                    <a:pt x="3244583" y="1370228"/>
                  </a:lnTo>
                  <a:lnTo>
                    <a:pt x="3245701" y="1369771"/>
                  </a:lnTo>
                  <a:lnTo>
                    <a:pt x="3247567" y="1367904"/>
                  </a:lnTo>
                  <a:lnTo>
                    <a:pt x="3248025" y="1366786"/>
                  </a:lnTo>
                  <a:lnTo>
                    <a:pt x="3248025" y="1364157"/>
                  </a:lnTo>
                  <a:close/>
                </a:path>
                <a:path w="5248275" h="1370329">
                  <a:moveTo>
                    <a:pt x="3248025" y="683793"/>
                  </a:moveTo>
                  <a:lnTo>
                    <a:pt x="3247567" y="682675"/>
                  </a:lnTo>
                  <a:lnTo>
                    <a:pt x="3245701" y="680821"/>
                  </a:lnTo>
                  <a:lnTo>
                    <a:pt x="3244583" y="680351"/>
                  </a:lnTo>
                  <a:lnTo>
                    <a:pt x="3241954" y="680351"/>
                  </a:lnTo>
                  <a:lnTo>
                    <a:pt x="3240836" y="680821"/>
                  </a:lnTo>
                  <a:lnTo>
                    <a:pt x="3238970" y="682675"/>
                  </a:lnTo>
                  <a:lnTo>
                    <a:pt x="3238500" y="683793"/>
                  </a:lnTo>
                  <a:lnTo>
                    <a:pt x="3238500" y="686435"/>
                  </a:lnTo>
                  <a:lnTo>
                    <a:pt x="3238970" y="687552"/>
                  </a:lnTo>
                  <a:lnTo>
                    <a:pt x="3240836" y="689406"/>
                  </a:lnTo>
                  <a:lnTo>
                    <a:pt x="3241954" y="689876"/>
                  </a:lnTo>
                  <a:lnTo>
                    <a:pt x="3244583" y="689876"/>
                  </a:lnTo>
                  <a:lnTo>
                    <a:pt x="3245701" y="689406"/>
                  </a:lnTo>
                  <a:lnTo>
                    <a:pt x="3247567" y="687552"/>
                  </a:lnTo>
                  <a:lnTo>
                    <a:pt x="3248025" y="686435"/>
                  </a:lnTo>
                  <a:lnTo>
                    <a:pt x="3248025" y="683793"/>
                  </a:lnTo>
                  <a:close/>
                </a:path>
                <a:path w="5248275" h="1370329">
                  <a:moveTo>
                    <a:pt x="3248025" y="3441"/>
                  </a:moveTo>
                  <a:lnTo>
                    <a:pt x="3247567" y="2324"/>
                  </a:lnTo>
                  <a:lnTo>
                    <a:pt x="3245701" y="457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57"/>
                  </a:lnTo>
                  <a:lnTo>
                    <a:pt x="3238970" y="2324"/>
                  </a:lnTo>
                  <a:lnTo>
                    <a:pt x="3238500" y="3441"/>
                  </a:lnTo>
                  <a:lnTo>
                    <a:pt x="3238500" y="6070"/>
                  </a:lnTo>
                  <a:lnTo>
                    <a:pt x="3238970" y="7200"/>
                  </a:lnTo>
                  <a:lnTo>
                    <a:pt x="3240836" y="9055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55"/>
                  </a:lnTo>
                  <a:lnTo>
                    <a:pt x="3247567" y="7200"/>
                  </a:lnTo>
                  <a:lnTo>
                    <a:pt x="3248025" y="6070"/>
                  </a:lnTo>
                  <a:lnTo>
                    <a:pt x="3248025" y="3441"/>
                  </a:lnTo>
                  <a:close/>
                </a:path>
                <a:path w="5248275" h="1370329">
                  <a:moveTo>
                    <a:pt x="3295650" y="1364157"/>
                  </a:moveTo>
                  <a:lnTo>
                    <a:pt x="3295192" y="1363040"/>
                  </a:lnTo>
                  <a:lnTo>
                    <a:pt x="3293326" y="1361173"/>
                  </a:lnTo>
                  <a:lnTo>
                    <a:pt x="3292208" y="1360703"/>
                  </a:lnTo>
                  <a:lnTo>
                    <a:pt x="3289579" y="1360703"/>
                  </a:lnTo>
                  <a:lnTo>
                    <a:pt x="3288461" y="1361173"/>
                  </a:lnTo>
                  <a:lnTo>
                    <a:pt x="3286595" y="1363040"/>
                  </a:lnTo>
                  <a:lnTo>
                    <a:pt x="3286125" y="1364157"/>
                  </a:lnTo>
                  <a:lnTo>
                    <a:pt x="3286125" y="1366786"/>
                  </a:lnTo>
                  <a:lnTo>
                    <a:pt x="3286595" y="1367904"/>
                  </a:lnTo>
                  <a:lnTo>
                    <a:pt x="3288461" y="1369771"/>
                  </a:lnTo>
                  <a:lnTo>
                    <a:pt x="3289579" y="1370228"/>
                  </a:lnTo>
                  <a:lnTo>
                    <a:pt x="3292208" y="1370228"/>
                  </a:lnTo>
                  <a:lnTo>
                    <a:pt x="3293326" y="1369771"/>
                  </a:lnTo>
                  <a:lnTo>
                    <a:pt x="3295192" y="1367904"/>
                  </a:lnTo>
                  <a:lnTo>
                    <a:pt x="3295650" y="1366786"/>
                  </a:lnTo>
                  <a:lnTo>
                    <a:pt x="3295650" y="1364157"/>
                  </a:lnTo>
                  <a:close/>
                </a:path>
                <a:path w="5248275" h="1370329">
                  <a:moveTo>
                    <a:pt x="3295650" y="683793"/>
                  </a:moveTo>
                  <a:lnTo>
                    <a:pt x="3295192" y="682675"/>
                  </a:lnTo>
                  <a:lnTo>
                    <a:pt x="3293326" y="680821"/>
                  </a:lnTo>
                  <a:lnTo>
                    <a:pt x="3292208" y="680351"/>
                  </a:lnTo>
                  <a:lnTo>
                    <a:pt x="3289579" y="680351"/>
                  </a:lnTo>
                  <a:lnTo>
                    <a:pt x="3288461" y="680821"/>
                  </a:lnTo>
                  <a:lnTo>
                    <a:pt x="3286595" y="682675"/>
                  </a:lnTo>
                  <a:lnTo>
                    <a:pt x="3286125" y="683793"/>
                  </a:lnTo>
                  <a:lnTo>
                    <a:pt x="3286125" y="686435"/>
                  </a:lnTo>
                  <a:lnTo>
                    <a:pt x="3286595" y="687552"/>
                  </a:lnTo>
                  <a:lnTo>
                    <a:pt x="3288461" y="689406"/>
                  </a:lnTo>
                  <a:lnTo>
                    <a:pt x="3289579" y="689876"/>
                  </a:lnTo>
                  <a:lnTo>
                    <a:pt x="3292208" y="689876"/>
                  </a:lnTo>
                  <a:lnTo>
                    <a:pt x="3293326" y="689406"/>
                  </a:lnTo>
                  <a:lnTo>
                    <a:pt x="3295192" y="687552"/>
                  </a:lnTo>
                  <a:lnTo>
                    <a:pt x="3295650" y="686435"/>
                  </a:lnTo>
                  <a:lnTo>
                    <a:pt x="3295650" y="683793"/>
                  </a:lnTo>
                  <a:close/>
                </a:path>
                <a:path w="5248275" h="1370329">
                  <a:moveTo>
                    <a:pt x="3295650" y="3441"/>
                  </a:moveTo>
                  <a:lnTo>
                    <a:pt x="3295192" y="2324"/>
                  </a:lnTo>
                  <a:lnTo>
                    <a:pt x="3293326" y="457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57"/>
                  </a:lnTo>
                  <a:lnTo>
                    <a:pt x="3286595" y="2324"/>
                  </a:lnTo>
                  <a:lnTo>
                    <a:pt x="3286125" y="3441"/>
                  </a:lnTo>
                  <a:lnTo>
                    <a:pt x="3286125" y="6070"/>
                  </a:lnTo>
                  <a:lnTo>
                    <a:pt x="3286595" y="7200"/>
                  </a:lnTo>
                  <a:lnTo>
                    <a:pt x="3288461" y="9055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55"/>
                  </a:lnTo>
                  <a:lnTo>
                    <a:pt x="3295192" y="7200"/>
                  </a:lnTo>
                  <a:lnTo>
                    <a:pt x="3295650" y="6070"/>
                  </a:lnTo>
                  <a:lnTo>
                    <a:pt x="3295650" y="3441"/>
                  </a:lnTo>
                  <a:close/>
                </a:path>
                <a:path w="5248275" h="1370329">
                  <a:moveTo>
                    <a:pt x="3343275" y="1364157"/>
                  </a:moveTo>
                  <a:lnTo>
                    <a:pt x="3342817" y="1363040"/>
                  </a:lnTo>
                  <a:lnTo>
                    <a:pt x="3340951" y="1361173"/>
                  </a:lnTo>
                  <a:lnTo>
                    <a:pt x="3339833" y="1360703"/>
                  </a:lnTo>
                  <a:lnTo>
                    <a:pt x="3337204" y="1360703"/>
                  </a:lnTo>
                  <a:lnTo>
                    <a:pt x="3336086" y="1361173"/>
                  </a:lnTo>
                  <a:lnTo>
                    <a:pt x="3334220" y="1363040"/>
                  </a:lnTo>
                  <a:lnTo>
                    <a:pt x="3333750" y="1364157"/>
                  </a:lnTo>
                  <a:lnTo>
                    <a:pt x="3333750" y="1366786"/>
                  </a:lnTo>
                  <a:lnTo>
                    <a:pt x="3334220" y="1367904"/>
                  </a:lnTo>
                  <a:lnTo>
                    <a:pt x="3336086" y="1369771"/>
                  </a:lnTo>
                  <a:lnTo>
                    <a:pt x="3337204" y="1370228"/>
                  </a:lnTo>
                  <a:lnTo>
                    <a:pt x="3339833" y="1370228"/>
                  </a:lnTo>
                  <a:lnTo>
                    <a:pt x="3340951" y="1369771"/>
                  </a:lnTo>
                  <a:lnTo>
                    <a:pt x="3342817" y="1367904"/>
                  </a:lnTo>
                  <a:lnTo>
                    <a:pt x="3343275" y="1366786"/>
                  </a:lnTo>
                  <a:lnTo>
                    <a:pt x="3343275" y="1364157"/>
                  </a:lnTo>
                  <a:close/>
                </a:path>
                <a:path w="5248275" h="1370329">
                  <a:moveTo>
                    <a:pt x="3343275" y="683793"/>
                  </a:moveTo>
                  <a:lnTo>
                    <a:pt x="3342817" y="682675"/>
                  </a:lnTo>
                  <a:lnTo>
                    <a:pt x="3340951" y="680821"/>
                  </a:lnTo>
                  <a:lnTo>
                    <a:pt x="3339833" y="680351"/>
                  </a:lnTo>
                  <a:lnTo>
                    <a:pt x="3337204" y="680351"/>
                  </a:lnTo>
                  <a:lnTo>
                    <a:pt x="3336086" y="680821"/>
                  </a:lnTo>
                  <a:lnTo>
                    <a:pt x="3334220" y="682675"/>
                  </a:lnTo>
                  <a:lnTo>
                    <a:pt x="3333750" y="683793"/>
                  </a:lnTo>
                  <a:lnTo>
                    <a:pt x="3333750" y="686435"/>
                  </a:lnTo>
                  <a:lnTo>
                    <a:pt x="3334220" y="687552"/>
                  </a:lnTo>
                  <a:lnTo>
                    <a:pt x="3336086" y="689406"/>
                  </a:lnTo>
                  <a:lnTo>
                    <a:pt x="3337204" y="689876"/>
                  </a:lnTo>
                  <a:lnTo>
                    <a:pt x="3339833" y="689876"/>
                  </a:lnTo>
                  <a:lnTo>
                    <a:pt x="3340951" y="689406"/>
                  </a:lnTo>
                  <a:lnTo>
                    <a:pt x="3342817" y="687552"/>
                  </a:lnTo>
                  <a:lnTo>
                    <a:pt x="3343275" y="686435"/>
                  </a:lnTo>
                  <a:lnTo>
                    <a:pt x="3343275" y="683793"/>
                  </a:lnTo>
                  <a:close/>
                </a:path>
                <a:path w="5248275" h="1370329">
                  <a:moveTo>
                    <a:pt x="3343275" y="3441"/>
                  </a:moveTo>
                  <a:lnTo>
                    <a:pt x="3342817" y="2324"/>
                  </a:lnTo>
                  <a:lnTo>
                    <a:pt x="3340951" y="457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86" y="457"/>
                  </a:lnTo>
                  <a:lnTo>
                    <a:pt x="3334220" y="2324"/>
                  </a:lnTo>
                  <a:lnTo>
                    <a:pt x="3333750" y="3441"/>
                  </a:lnTo>
                  <a:lnTo>
                    <a:pt x="3333750" y="6070"/>
                  </a:lnTo>
                  <a:lnTo>
                    <a:pt x="3334220" y="7200"/>
                  </a:lnTo>
                  <a:lnTo>
                    <a:pt x="3336086" y="9055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55"/>
                  </a:lnTo>
                  <a:lnTo>
                    <a:pt x="3342817" y="7200"/>
                  </a:lnTo>
                  <a:lnTo>
                    <a:pt x="3343275" y="6070"/>
                  </a:lnTo>
                  <a:lnTo>
                    <a:pt x="3343275" y="3441"/>
                  </a:lnTo>
                  <a:close/>
                </a:path>
                <a:path w="5248275" h="1370329">
                  <a:moveTo>
                    <a:pt x="3390900" y="1364157"/>
                  </a:moveTo>
                  <a:lnTo>
                    <a:pt x="3390442" y="1363040"/>
                  </a:lnTo>
                  <a:lnTo>
                    <a:pt x="3388576" y="1361173"/>
                  </a:lnTo>
                  <a:lnTo>
                    <a:pt x="3387458" y="1360703"/>
                  </a:lnTo>
                  <a:lnTo>
                    <a:pt x="3384829" y="1360703"/>
                  </a:lnTo>
                  <a:lnTo>
                    <a:pt x="3383711" y="1361173"/>
                  </a:lnTo>
                  <a:lnTo>
                    <a:pt x="3381845" y="1363040"/>
                  </a:lnTo>
                  <a:lnTo>
                    <a:pt x="3381375" y="1364157"/>
                  </a:lnTo>
                  <a:lnTo>
                    <a:pt x="3381375" y="1366786"/>
                  </a:lnTo>
                  <a:lnTo>
                    <a:pt x="3381845" y="1367904"/>
                  </a:lnTo>
                  <a:lnTo>
                    <a:pt x="3383711" y="1369771"/>
                  </a:lnTo>
                  <a:lnTo>
                    <a:pt x="3384829" y="1370228"/>
                  </a:lnTo>
                  <a:lnTo>
                    <a:pt x="3387458" y="1370228"/>
                  </a:lnTo>
                  <a:lnTo>
                    <a:pt x="3388576" y="1369771"/>
                  </a:lnTo>
                  <a:lnTo>
                    <a:pt x="3390442" y="1367904"/>
                  </a:lnTo>
                  <a:lnTo>
                    <a:pt x="3390900" y="1366786"/>
                  </a:lnTo>
                  <a:lnTo>
                    <a:pt x="3390900" y="1364157"/>
                  </a:lnTo>
                  <a:close/>
                </a:path>
                <a:path w="5248275" h="1370329">
                  <a:moveTo>
                    <a:pt x="3390900" y="683793"/>
                  </a:moveTo>
                  <a:lnTo>
                    <a:pt x="3390442" y="682675"/>
                  </a:lnTo>
                  <a:lnTo>
                    <a:pt x="3388576" y="680821"/>
                  </a:lnTo>
                  <a:lnTo>
                    <a:pt x="3387458" y="680351"/>
                  </a:lnTo>
                  <a:lnTo>
                    <a:pt x="3384829" y="680351"/>
                  </a:lnTo>
                  <a:lnTo>
                    <a:pt x="3383711" y="680821"/>
                  </a:lnTo>
                  <a:lnTo>
                    <a:pt x="3381845" y="682675"/>
                  </a:lnTo>
                  <a:lnTo>
                    <a:pt x="3381375" y="683793"/>
                  </a:lnTo>
                  <a:lnTo>
                    <a:pt x="3381375" y="686435"/>
                  </a:lnTo>
                  <a:lnTo>
                    <a:pt x="3381845" y="687552"/>
                  </a:lnTo>
                  <a:lnTo>
                    <a:pt x="3383711" y="689406"/>
                  </a:lnTo>
                  <a:lnTo>
                    <a:pt x="3384829" y="689876"/>
                  </a:lnTo>
                  <a:lnTo>
                    <a:pt x="3387458" y="689876"/>
                  </a:lnTo>
                  <a:lnTo>
                    <a:pt x="3388576" y="689406"/>
                  </a:lnTo>
                  <a:lnTo>
                    <a:pt x="3390442" y="687552"/>
                  </a:lnTo>
                  <a:lnTo>
                    <a:pt x="3390900" y="686435"/>
                  </a:lnTo>
                  <a:lnTo>
                    <a:pt x="3390900" y="683793"/>
                  </a:lnTo>
                  <a:close/>
                </a:path>
                <a:path w="5248275" h="1370329">
                  <a:moveTo>
                    <a:pt x="3390900" y="3441"/>
                  </a:moveTo>
                  <a:lnTo>
                    <a:pt x="3390442" y="2324"/>
                  </a:lnTo>
                  <a:lnTo>
                    <a:pt x="3388576" y="457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711" y="457"/>
                  </a:lnTo>
                  <a:lnTo>
                    <a:pt x="3381845" y="2324"/>
                  </a:lnTo>
                  <a:lnTo>
                    <a:pt x="3381375" y="3441"/>
                  </a:lnTo>
                  <a:lnTo>
                    <a:pt x="3381375" y="6070"/>
                  </a:lnTo>
                  <a:lnTo>
                    <a:pt x="3381845" y="7200"/>
                  </a:lnTo>
                  <a:lnTo>
                    <a:pt x="3383711" y="9055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55"/>
                  </a:lnTo>
                  <a:lnTo>
                    <a:pt x="3390442" y="7200"/>
                  </a:lnTo>
                  <a:lnTo>
                    <a:pt x="3390900" y="6070"/>
                  </a:lnTo>
                  <a:lnTo>
                    <a:pt x="3390900" y="3441"/>
                  </a:lnTo>
                  <a:close/>
                </a:path>
                <a:path w="5248275" h="1370329">
                  <a:moveTo>
                    <a:pt x="3438525" y="1364157"/>
                  </a:moveTo>
                  <a:lnTo>
                    <a:pt x="3438067" y="1363040"/>
                  </a:lnTo>
                  <a:lnTo>
                    <a:pt x="3436201" y="1361173"/>
                  </a:lnTo>
                  <a:lnTo>
                    <a:pt x="3435083" y="1360703"/>
                  </a:lnTo>
                  <a:lnTo>
                    <a:pt x="3432454" y="1360703"/>
                  </a:lnTo>
                  <a:lnTo>
                    <a:pt x="3431336" y="1361173"/>
                  </a:lnTo>
                  <a:lnTo>
                    <a:pt x="3429470" y="1363040"/>
                  </a:lnTo>
                  <a:lnTo>
                    <a:pt x="3429000" y="1364157"/>
                  </a:lnTo>
                  <a:lnTo>
                    <a:pt x="3429000" y="1366786"/>
                  </a:lnTo>
                  <a:lnTo>
                    <a:pt x="3429470" y="1367904"/>
                  </a:lnTo>
                  <a:lnTo>
                    <a:pt x="3431336" y="1369771"/>
                  </a:lnTo>
                  <a:lnTo>
                    <a:pt x="3432454" y="1370228"/>
                  </a:lnTo>
                  <a:lnTo>
                    <a:pt x="3435083" y="1370228"/>
                  </a:lnTo>
                  <a:lnTo>
                    <a:pt x="3436201" y="1369771"/>
                  </a:lnTo>
                  <a:lnTo>
                    <a:pt x="3438067" y="1367904"/>
                  </a:lnTo>
                  <a:lnTo>
                    <a:pt x="3438525" y="1366786"/>
                  </a:lnTo>
                  <a:lnTo>
                    <a:pt x="3438525" y="1364157"/>
                  </a:lnTo>
                  <a:close/>
                </a:path>
                <a:path w="5248275" h="1370329">
                  <a:moveTo>
                    <a:pt x="3438525" y="683793"/>
                  </a:moveTo>
                  <a:lnTo>
                    <a:pt x="3438067" y="682675"/>
                  </a:lnTo>
                  <a:lnTo>
                    <a:pt x="3436201" y="680821"/>
                  </a:lnTo>
                  <a:lnTo>
                    <a:pt x="3435083" y="680351"/>
                  </a:lnTo>
                  <a:lnTo>
                    <a:pt x="3432454" y="680351"/>
                  </a:lnTo>
                  <a:lnTo>
                    <a:pt x="3431336" y="680821"/>
                  </a:lnTo>
                  <a:lnTo>
                    <a:pt x="3429470" y="682675"/>
                  </a:lnTo>
                  <a:lnTo>
                    <a:pt x="3429000" y="683793"/>
                  </a:lnTo>
                  <a:lnTo>
                    <a:pt x="3429000" y="686435"/>
                  </a:lnTo>
                  <a:lnTo>
                    <a:pt x="3429470" y="687552"/>
                  </a:lnTo>
                  <a:lnTo>
                    <a:pt x="3431336" y="689406"/>
                  </a:lnTo>
                  <a:lnTo>
                    <a:pt x="3432454" y="689876"/>
                  </a:lnTo>
                  <a:lnTo>
                    <a:pt x="3435083" y="689876"/>
                  </a:lnTo>
                  <a:lnTo>
                    <a:pt x="3436201" y="689406"/>
                  </a:lnTo>
                  <a:lnTo>
                    <a:pt x="3438067" y="687552"/>
                  </a:lnTo>
                  <a:lnTo>
                    <a:pt x="3438525" y="686435"/>
                  </a:lnTo>
                  <a:lnTo>
                    <a:pt x="3438525" y="683793"/>
                  </a:lnTo>
                  <a:close/>
                </a:path>
                <a:path w="5248275" h="1370329">
                  <a:moveTo>
                    <a:pt x="3438525" y="3441"/>
                  </a:moveTo>
                  <a:lnTo>
                    <a:pt x="3438067" y="2324"/>
                  </a:lnTo>
                  <a:lnTo>
                    <a:pt x="3436201" y="457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57"/>
                  </a:lnTo>
                  <a:lnTo>
                    <a:pt x="3429470" y="2324"/>
                  </a:lnTo>
                  <a:lnTo>
                    <a:pt x="3429000" y="3441"/>
                  </a:lnTo>
                  <a:lnTo>
                    <a:pt x="3429000" y="6070"/>
                  </a:lnTo>
                  <a:lnTo>
                    <a:pt x="3429470" y="7200"/>
                  </a:lnTo>
                  <a:lnTo>
                    <a:pt x="3431336" y="9055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55"/>
                  </a:lnTo>
                  <a:lnTo>
                    <a:pt x="3438067" y="7200"/>
                  </a:lnTo>
                  <a:lnTo>
                    <a:pt x="3438525" y="6070"/>
                  </a:lnTo>
                  <a:lnTo>
                    <a:pt x="3438525" y="3441"/>
                  </a:lnTo>
                  <a:close/>
                </a:path>
                <a:path w="5248275" h="1370329">
                  <a:moveTo>
                    <a:pt x="3486150" y="1364157"/>
                  </a:moveTo>
                  <a:lnTo>
                    <a:pt x="3485692" y="1363040"/>
                  </a:lnTo>
                  <a:lnTo>
                    <a:pt x="3483826" y="1361173"/>
                  </a:lnTo>
                  <a:lnTo>
                    <a:pt x="3482708" y="1360703"/>
                  </a:lnTo>
                  <a:lnTo>
                    <a:pt x="3480079" y="1360703"/>
                  </a:lnTo>
                  <a:lnTo>
                    <a:pt x="3478961" y="1361173"/>
                  </a:lnTo>
                  <a:lnTo>
                    <a:pt x="3477095" y="1363040"/>
                  </a:lnTo>
                  <a:lnTo>
                    <a:pt x="3476625" y="1364157"/>
                  </a:lnTo>
                  <a:lnTo>
                    <a:pt x="3476625" y="1366786"/>
                  </a:lnTo>
                  <a:lnTo>
                    <a:pt x="3477095" y="1367904"/>
                  </a:lnTo>
                  <a:lnTo>
                    <a:pt x="3478961" y="1369771"/>
                  </a:lnTo>
                  <a:lnTo>
                    <a:pt x="3480079" y="1370228"/>
                  </a:lnTo>
                  <a:lnTo>
                    <a:pt x="3482708" y="1370228"/>
                  </a:lnTo>
                  <a:lnTo>
                    <a:pt x="3483826" y="1369771"/>
                  </a:lnTo>
                  <a:lnTo>
                    <a:pt x="3485692" y="1367904"/>
                  </a:lnTo>
                  <a:lnTo>
                    <a:pt x="3486150" y="1366786"/>
                  </a:lnTo>
                  <a:lnTo>
                    <a:pt x="3486150" y="1364157"/>
                  </a:lnTo>
                  <a:close/>
                </a:path>
                <a:path w="5248275" h="1370329">
                  <a:moveTo>
                    <a:pt x="3486150" y="683793"/>
                  </a:moveTo>
                  <a:lnTo>
                    <a:pt x="3485692" y="682675"/>
                  </a:lnTo>
                  <a:lnTo>
                    <a:pt x="3483826" y="680821"/>
                  </a:lnTo>
                  <a:lnTo>
                    <a:pt x="3482708" y="680351"/>
                  </a:lnTo>
                  <a:lnTo>
                    <a:pt x="3480079" y="680351"/>
                  </a:lnTo>
                  <a:lnTo>
                    <a:pt x="3478961" y="680821"/>
                  </a:lnTo>
                  <a:lnTo>
                    <a:pt x="3477095" y="682675"/>
                  </a:lnTo>
                  <a:lnTo>
                    <a:pt x="3476625" y="683793"/>
                  </a:lnTo>
                  <a:lnTo>
                    <a:pt x="3476625" y="686435"/>
                  </a:lnTo>
                  <a:lnTo>
                    <a:pt x="3477095" y="687552"/>
                  </a:lnTo>
                  <a:lnTo>
                    <a:pt x="3478961" y="689406"/>
                  </a:lnTo>
                  <a:lnTo>
                    <a:pt x="3480079" y="689876"/>
                  </a:lnTo>
                  <a:lnTo>
                    <a:pt x="3482708" y="689876"/>
                  </a:lnTo>
                  <a:lnTo>
                    <a:pt x="3483826" y="689406"/>
                  </a:lnTo>
                  <a:lnTo>
                    <a:pt x="3485692" y="687552"/>
                  </a:lnTo>
                  <a:lnTo>
                    <a:pt x="3486150" y="686435"/>
                  </a:lnTo>
                  <a:lnTo>
                    <a:pt x="3486150" y="683793"/>
                  </a:lnTo>
                  <a:close/>
                </a:path>
                <a:path w="5248275" h="1370329">
                  <a:moveTo>
                    <a:pt x="3486150" y="3441"/>
                  </a:moveTo>
                  <a:lnTo>
                    <a:pt x="3485692" y="2324"/>
                  </a:lnTo>
                  <a:lnTo>
                    <a:pt x="3483826" y="457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57"/>
                  </a:lnTo>
                  <a:lnTo>
                    <a:pt x="3477095" y="2324"/>
                  </a:lnTo>
                  <a:lnTo>
                    <a:pt x="3476625" y="3441"/>
                  </a:lnTo>
                  <a:lnTo>
                    <a:pt x="3476625" y="6070"/>
                  </a:lnTo>
                  <a:lnTo>
                    <a:pt x="3477095" y="7200"/>
                  </a:lnTo>
                  <a:lnTo>
                    <a:pt x="3478961" y="9055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55"/>
                  </a:lnTo>
                  <a:lnTo>
                    <a:pt x="3485692" y="7200"/>
                  </a:lnTo>
                  <a:lnTo>
                    <a:pt x="3486150" y="6070"/>
                  </a:lnTo>
                  <a:lnTo>
                    <a:pt x="3486150" y="3441"/>
                  </a:lnTo>
                  <a:close/>
                </a:path>
                <a:path w="5248275" h="1370329">
                  <a:moveTo>
                    <a:pt x="3533775" y="1364157"/>
                  </a:moveTo>
                  <a:lnTo>
                    <a:pt x="3533317" y="1363040"/>
                  </a:lnTo>
                  <a:lnTo>
                    <a:pt x="3531451" y="1361173"/>
                  </a:lnTo>
                  <a:lnTo>
                    <a:pt x="3530333" y="1360703"/>
                  </a:lnTo>
                  <a:lnTo>
                    <a:pt x="3527704" y="1360703"/>
                  </a:lnTo>
                  <a:lnTo>
                    <a:pt x="3526586" y="1361173"/>
                  </a:lnTo>
                  <a:lnTo>
                    <a:pt x="3524720" y="1363040"/>
                  </a:lnTo>
                  <a:lnTo>
                    <a:pt x="3524250" y="1364157"/>
                  </a:lnTo>
                  <a:lnTo>
                    <a:pt x="3524250" y="1366786"/>
                  </a:lnTo>
                  <a:lnTo>
                    <a:pt x="3524720" y="1367904"/>
                  </a:lnTo>
                  <a:lnTo>
                    <a:pt x="3526586" y="1369771"/>
                  </a:lnTo>
                  <a:lnTo>
                    <a:pt x="3527704" y="1370228"/>
                  </a:lnTo>
                  <a:lnTo>
                    <a:pt x="3530333" y="1370228"/>
                  </a:lnTo>
                  <a:lnTo>
                    <a:pt x="3531451" y="1369771"/>
                  </a:lnTo>
                  <a:lnTo>
                    <a:pt x="3533317" y="1367904"/>
                  </a:lnTo>
                  <a:lnTo>
                    <a:pt x="3533775" y="1366786"/>
                  </a:lnTo>
                  <a:lnTo>
                    <a:pt x="3533775" y="1364157"/>
                  </a:lnTo>
                  <a:close/>
                </a:path>
                <a:path w="5248275" h="1370329">
                  <a:moveTo>
                    <a:pt x="3533775" y="683793"/>
                  </a:moveTo>
                  <a:lnTo>
                    <a:pt x="3533317" y="682675"/>
                  </a:lnTo>
                  <a:lnTo>
                    <a:pt x="3531451" y="680821"/>
                  </a:lnTo>
                  <a:lnTo>
                    <a:pt x="3530333" y="680351"/>
                  </a:lnTo>
                  <a:lnTo>
                    <a:pt x="3527704" y="680351"/>
                  </a:lnTo>
                  <a:lnTo>
                    <a:pt x="3526586" y="680821"/>
                  </a:lnTo>
                  <a:lnTo>
                    <a:pt x="3524720" y="682675"/>
                  </a:lnTo>
                  <a:lnTo>
                    <a:pt x="3524250" y="683793"/>
                  </a:lnTo>
                  <a:lnTo>
                    <a:pt x="3524250" y="686435"/>
                  </a:lnTo>
                  <a:lnTo>
                    <a:pt x="3524720" y="687552"/>
                  </a:lnTo>
                  <a:lnTo>
                    <a:pt x="3526586" y="689406"/>
                  </a:lnTo>
                  <a:lnTo>
                    <a:pt x="3527704" y="689876"/>
                  </a:lnTo>
                  <a:lnTo>
                    <a:pt x="3530333" y="689876"/>
                  </a:lnTo>
                  <a:lnTo>
                    <a:pt x="3531451" y="689406"/>
                  </a:lnTo>
                  <a:lnTo>
                    <a:pt x="3533317" y="687552"/>
                  </a:lnTo>
                  <a:lnTo>
                    <a:pt x="3533775" y="686435"/>
                  </a:lnTo>
                  <a:lnTo>
                    <a:pt x="3533775" y="683793"/>
                  </a:lnTo>
                  <a:close/>
                </a:path>
                <a:path w="5248275" h="1370329">
                  <a:moveTo>
                    <a:pt x="3533775" y="3441"/>
                  </a:moveTo>
                  <a:lnTo>
                    <a:pt x="3533317" y="2324"/>
                  </a:lnTo>
                  <a:lnTo>
                    <a:pt x="3531451" y="457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57"/>
                  </a:lnTo>
                  <a:lnTo>
                    <a:pt x="3524720" y="2324"/>
                  </a:lnTo>
                  <a:lnTo>
                    <a:pt x="3524250" y="3441"/>
                  </a:lnTo>
                  <a:lnTo>
                    <a:pt x="3524250" y="6070"/>
                  </a:lnTo>
                  <a:lnTo>
                    <a:pt x="3524720" y="7200"/>
                  </a:lnTo>
                  <a:lnTo>
                    <a:pt x="3526586" y="9055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55"/>
                  </a:lnTo>
                  <a:lnTo>
                    <a:pt x="3533317" y="7200"/>
                  </a:lnTo>
                  <a:lnTo>
                    <a:pt x="3533775" y="6070"/>
                  </a:lnTo>
                  <a:lnTo>
                    <a:pt x="3533775" y="3441"/>
                  </a:lnTo>
                  <a:close/>
                </a:path>
                <a:path w="5248275" h="1370329">
                  <a:moveTo>
                    <a:pt x="3581400" y="1364157"/>
                  </a:moveTo>
                  <a:lnTo>
                    <a:pt x="3580942" y="1363040"/>
                  </a:lnTo>
                  <a:lnTo>
                    <a:pt x="3579076" y="1361173"/>
                  </a:lnTo>
                  <a:lnTo>
                    <a:pt x="3577958" y="1360703"/>
                  </a:lnTo>
                  <a:lnTo>
                    <a:pt x="3575329" y="1360703"/>
                  </a:lnTo>
                  <a:lnTo>
                    <a:pt x="3574211" y="1361173"/>
                  </a:lnTo>
                  <a:lnTo>
                    <a:pt x="3572345" y="1363040"/>
                  </a:lnTo>
                  <a:lnTo>
                    <a:pt x="3571875" y="1364157"/>
                  </a:lnTo>
                  <a:lnTo>
                    <a:pt x="3571875" y="1366786"/>
                  </a:lnTo>
                  <a:lnTo>
                    <a:pt x="3572345" y="1367904"/>
                  </a:lnTo>
                  <a:lnTo>
                    <a:pt x="3574211" y="1369771"/>
                  </a:lnTo>
                  <a:lnTo>
                    <a:pt x="3575329" y="1370228"/>
                  </a:lnTo>
                  <a:lnTo>
                    <a:pt x="3577958" y="1370228"/>
                  </a:lnTo>
                  <a:lnTo>
                    <a:pt x="3579076" y="1369771"/>
                  </a:lnTo>
                  <a:lnTo>
                    <a:pt x="3580942" y="1367904"/>
                  </a:lnTo>
                  <a:lnTo>
                    <a:pt x="3581400" y="1366786"/>
                  </a:lnTo>
                  <a:lnTo>
                    <a:pt x="3581400" y="1364157"/>
                  </a:lnTo>
                  <a:close/>
                </a:path>
                <a:path w="5248275" h="1370329">
                  <a:moveTo>
                    <a:pt x="3581400" y="683793"/>
                  </a:moveTo>
                  <a:lnTo>
                    <a:pt x="3580942" y="682675"/>
                  </a:lnTo>
                  <a:lnTo>
                    <a:pt x="3579076" y="680821"/>
                  </a:lnTo>
                  <a:lnTo>
                    <a:pt x="3577958" y="680351"/>
                  </a:lnTo>
                  <a:lnTo>
                    <a:pt x="3575329" y="680351"/>
                  </a:lnTo>
                  <a:lnTo>
                    <a:pt x="3574211" y="680821"/>
                  </a:lnTo>
                  <a:lnTo>
                    <a:pt x="3572345" y="682675"/>
                  </a:lnTo>
                  <a:lnTo>
                    <a:pt x="3571875" y="683793"/>
                  </a:lnTo>
                  <a:lnTo>
                    <a:pt x="3571875" y="686435"/>
                  </a:lnTo>
                  <a:lnTo>
                    <a:pt x="3572345" y="687552"/>
                  </a:lnTo>
                  <a:lnTo>
                    <a:pt x="3574211" y="689406"/>
                  </a:lnTo>
                  <a:lnTo>
                    <a:pt x="3575329" y="689876"/>
                  </a:lnTo>
                  <a:lnTo>
                    <a:pt x="3577958" y="689876"/>
                  </a:lnTo>
                  <a:lnTo>
                    <a:pt x="3579076" y="689406"/>
                  </a:lnTo>
                  <a:lnTo>
                    <a:pt x="3580942" y="687552"/>
                  </a:lnTo>
                  <a:lnTo>
                    <a:pt x="3581400" y="686435"/>
                  </a:lnTo>
                  <a:lnTo>
                    <a:pt x="3581400" y="683793"/>
                  </a:lnTo>
                  <a:close/>
                </a:path>
                <a:path w="5248275" h="1370329">
                  <a:moveTo>
                    <a:pt x="3581400" y="3441"/>
                  </a:moveTo>
                  <a:lnTo>
                    <a:pt x="3580942" y="2324"/>
                  </a:lnTo>
                  <a:lnTo>
                    <a:pt x="3579076" y="457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57"/>
                  </a:lnTo>
                  <a:lnTo>
                    <a:pt x="3572345" y="2324"/>
                  </a:lnTo>
                  <a:lnTo>
                    <a:pt x="3571875" y="3441"/>
                  </a:lnTo>
                  <a:lnTo>
                    <a:pt x="3571875" y="6070"/>
                  </a:lnTo>
                  <a:lnTo>
                    <a:pt x="3572345" y="7200"/>
                  </a:lnTo>
                  <a:lnTo>
                    <a:pt x="3574211" y="9055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55"/>
                  </a:lnTo>
                  <a:lnTo>
                    <a:pt x="3580942" y="7200"/>
                  </a:lnTo>
                  <a:lnTo>
                    <a:pt x="3581400" y="6070"/>
                  </a:lnTo>
                  <a:lnTo>
                    <a:pt x="3581400" y="3441"/>
                  </a:lnTo>
                  <a:close/>
                </a:path>
                <a:path w="5248275" h="1370329">
                  <a:moveTo>
                    <a:pt x="3629025" y="1364157"/>
                  </a:moveTo>
                  <a:lnTo>
                    <a:pt x="3628567" y="1363040"/>
                  </a:lnTo>
                  <a:lnTo>
                    <a:pt x="3626701" y="1361173"/>
                  </a:lnTo>
                  <a:lnTo>
                    <a:pt x="3625583" y="1360703"/>
                  </a:lnTo>
                  <a:lnTo>
                    <a:pt x="3622954" y="1360703"/>
                  </a:lnTo>
                  <a:lnTo>
                    <a:pt x="3621836" y="1361173"/>
                  </a:lnTo>
                  <a:lnTo>
                    <a:pt x="3619970" y="1363040"/>
                  </a:lnTo>
                  <a:lnTo>
                    <a:pt x="3619500" y="1364157"/>
                  </a:lnTo>
                  <a:lnTo>
                    <a:pt x="3619500" y="1366786"/>
                  </a:lnTo>
                  <a:lnTo>
                    <a:pt x="3619970" y="1367904"/>
                  </a:lnTo>
                  <a:lnTo>
                    <a:pt x="3621836" y="1369771"/>
                  </a:lnTo>
                  <a:lnTo>
                    <a:pt x="3622954" y="1370228"/>
                  </a:lnTo>
                  <a:lnTo>
                    <a:pt x="3625583" y="1370228"/>
                  </a:lnTo>
                  <a:lnTo>
                    <a:pt x="3626701" y="1369771"/>
                  </a:lnTo>
                  <a:lnTo>
                    <a:pt x="3628567" y="1367904"/>
                  </a:lnTo>
                  <a:lnTo>
                    <a:pt x="3629025" y="1366786"/>
                  </a:lnTo>
                  <a:lnTo>
                    <a:pt x="3629025" y="1364157"/>
                  </a:lnTo>
                  <a:close/>
                </a:path>
                <a:path w="5248275" h="1370329">
                  <a:moveTo>
                    <a:pt x="3629025" y="683793"/>
                  </a:moveTo>
                  <a:lnTo>
                    <a:pt x="3628567" y="682675"/>
                  </a:lnTo>
                  <a:lnTo>
                    <a:pt x="3626701" y="680821"/>
                  </a:lnTo>
                  <a:lnTo>
                    <a:pt x="3625583" y="680351"/>
                  </a:lnTo>
                  <a:lnTo>
                    <a:pt x="3622954" y="680351"/>
                  </a:lnTo>
                  <a:lnTo>
                    <a:pt x="3621836" y="680821"/>
                  </a:lnTo>
                  <a:lnTo>
                    <a:pt x="3619970" y="682675"/>
                  </a:lnTo>
                  <a:lnTo>
                    <a:pt x="3619500" y="683793"/>
                  </a:lnTo>
                  <a:lnTo>
                    <a:pt x="3619500" y="686435"/>
                  </a:lnTo>
                  <a:lnTo>
                    <a:pt x="3619970" y="687552"/>
                  </a:lnTo>
                  <a:lnTo>
                    <a:pt x="3621836" y="689406"/>
                  </a:lnTo>
                  <a:lnTo>
                    <a:pt x="3622954" y="689876"/>
                  </a:lnTo>
                  <a:lnTo>
                    <a:pt x="3625583" y="689876"/>
                  </a:lnTo>
                  <a:lnTo>
                    <a:pt x="3626701" y="689406"/>
                  </a:lnTo>
                  <a:lnTo>
                    <a:pt x="3628567" y="687552"/>
                  </a:lnTo>
                  <a:lnTo>
                    <a:pt x="3629025" y="686435"/>
                  </a:lnTo>
                  <a:lnTo>
                    <a:pt x="3629025" y="683793"/>
                  </a:lnTo>
                  <a:close/>
                </a:path>
                <a:path w="5248275" h="1370329">
                  <a:moveTo>
                    <a:pt x="3629025" y="3441"/>
                  </a:moveTo>
                  <a:lnTo>
                    <a:pt x="3628567" y="2324"/>
                  </a:lnTo>
                  <a:lnTo>
                    <a:pt x="3626701" y="457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57"/>
                  </a:lnTo>
                  <a:lnTo>
                    <a:pt x="3619970" y="2324"/>
                  </a:lnTo>
                  <a:lnTo>
                    <a:pt x="3619500" y="3441"/>
                  </a:lnTo>
                  <a:lnTo>
                    <a:pt x="3619500" y="6070"/>
                  </a:lnTo>
                  <a:lnTo>
                    <a:pt x="3619970" y="7200"/>
                  </a:lnTo>
                  <a:lnTo>
                    <a:pt x="3621836" y="9055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55"/>
                  </a:lnTo>
                  <a:lnTo>
                    <a:pt x="3628567" y="7200"/>
                  </a:lnTo>
                  <a:lnTo>
                    <a:pt x="3629025" y="6070"/>
                  </a:lnTo>
                  <a:lnTo>
                    <a:pt x="3629025" y="3441"/>
                  </a:lnTo>
                  <a:close/>
                </a:path>
                <a:path w="5248275" h="1370329">
                  <a:moveTo>
                    <a:pt x="3676650" y="1364157"/>
                  </a:moveTo>
                  <a:lnTo>
                    <a:pt x="3676192" y="1363040"/>
                  </a:lnTo>
                  <a:lnTo>
                    <a:pt x="3674326" y="1361173"/>
                  </a:lnTo>
                  <a:lnTo>
                    <a:pt x="3673208" y="1360703"/>
                  </a:lnTo>
                  <a:lnTo>
                    <a:pt x="3670579" y="1360703"/>
                  </a:lnTo>
                  <a:lnTo>
                    <a:pt x="3669461" y="1361173"/>
                  </a:lnTo>
                  <a:lnTo>
                    <a:pt x="3667595" y="1363040"/>
                  </a:lnTo>
                  <a:lnTo>
                    <a:pt x="3667125" y="1364157"/>
                  </a:lnTo>
                  <a:lnTo>
                    <a:pt x="3667125" y="1366786"/>
                  </a:lnTo>
                  <a:lnTo>
                    <a:pt x="3667595" y="1367904"/>
                  </a:lnTo>
                  <a:lnTo>
                    <a:pt x="3669461" y="1369771"/>
                  </a:lnTo>
                  <a:lnTo>
                    <a:pt x="3670579" y="1370228"/>
                  </a:lnTo>
                  <a:lnTo>
                    <a:pt x="3673208" y="1370228"/>
                  </a:lnTo>
                  <a:lnTo>
                    <a:pt x="3674326" y="1369771"/>
                  </a:lnTo>
                  <a:lnTo>
                    <a:pt x="3676192" y="1367904"/>
                  </a:lnTo>
                  <a:lnTo>
                    <a:pt x="3676650" y="1366786"/>
                  </a:lnTo>
                  <a:lnTo>
                    <a:pt x="3676650" y="1364157"/>
                  </a:lnTo>
                  <a:close/>
                </a:path>
                <a:path w="5248275" h="1370329">
                  <a:moveTo>
                    <a:pt x="3676650" y="683793"/>
                  </a:moveTo>
                  <a:lnTo>
                    <a:pt x="3676192" y="682675"/>
                  </a:lnTo>
                  <a:lnTo>
                    <a:pt x="3674326" y="680821"/>
                  </a:lnTo>
                  <a:lnTo>
                    <a:pt x="3673208" y="680351"/>
                  </a:lnTo>
                  <a:lnTo>
                    <a:pt x="3670579" y="680351"/>
                  </a:lnTo>
                  <a:lnTo>
                    <a:pt x="3669461" y="680821"/>
                  </a:lnTo>
                  <a:lnTo>
                    <a:pt x="3667595" y="682675"/>
                  </a:lnTo>
                  <a:lnTo>
                    <a:pt x="3667125" y="683793"/>
                  </a:lnTo>
                  <a:lnTo>
                    <a:pt x="3667125" y="686435"/>
                  </a:lnTo>
                  <a:lnTo>
                    <a:pt x="3667595" y="687552"/>
                  </a:lnTo>
                  <a:lnTo>
                    <a:pt x="3669461" y="689406"/>
                  </a:lnTo>
                  <a:lnTo>
                    <a:pt x="3670579" y="689876"/>
                  </a:lnTo>
                  <a:lnTo>
                    <a:pt x="3673208" y="689876"/>
                  </a:lnTo>
                  <a:lnTo>
                    <a:pt x="3674326" y="689406"/>
                  </a:lnTo>
                  <a:lnTo>
                    <a:pt x="3676192" y="687552"/>
                  </a:lnTo>
                  <a:lnTo>
                    <a:pt x="3676650" y="686435"/>
                  </a:lnTo>
                  <a:lnTo>
                    <a:pt x="3676650" y="683793"/>
                  </a:lnTo>
                  <a:close/>
                </a:path>
                <a:path w="5248275" h="1370329">
                  <a:moveTo>
                    <a:pt x="3676650" y="3441"/>
                  </a:moveTo>
                  <a:lnTo>
                    <a:pt x="3676192" y="2324"/>
                  </a:lnTo>
                  <a:lnTo>
                    <a:pt x="3674326" y="457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57"/>
                  </a:lnTo>
                  <a:lnTo>
                    <a:pt x="3667595" y="2324"/>
                  </a:lnTo>
                  <a:lnTo>
                    <a:pt x="3667125" y="3441"/>
                  </a:lnTo>
                  <a:lnTo>
                    <a:pt x="3667125" y="6070"/>
                  </a:lnTo>
                  <a:lnTo>
                    <a:pt x="3667595" y="7200"/>
                  </a:lnTo>
                  <a:lnTo>
                    <a:pt x="3669461" y="9055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55"/>
                  </a:lnTo>
                  <a:lnTo>
                    <a:pt x="3676192" y="7200"/>
                  </a:lnTo>
                  <a:lnTo>
                    <a:pt x="3676650" y="6070"/>
                  </a:lnTo>
                  <a:lnTo>
                    <a:pt x="3676650" y="3441"/>
                  </a:lnTo>
                  <a:close/>
                </a:path>
                <a:path w="5248275" h="1370329">
                  <a:moveTo>
                    <a:pt x="3724275" y="1364157"/>
                  </a:moveTo>
                  <a:lnTo>
                    <a:pt x="3723817" y="1363040"/>
                  </a:lnTo>
                  <a:lnTo>
                    <a:pt x="3721951" y="1361173"/>
                  </a:lnTo>
                  <a:lnTo>
                    <a:pt x="3720833" y="1360703"/>
                  </a:lnTo>
                  <a:lnTo>
                    <a:pt x="3718204" y="1360703"/>
                  </a:lnTo>
                  <a:lnTo>
                    <a:pt x="3717086" y="1361173"/>
                  </a:lnTo>
                  <a:lnTo>
                    <a:pt x="3715220" y="1363040"/>
                  </a:lnTo>
                  <a:lnTo>
                    <a:pt x="3714750" y="1364157"/>
                  </a:lnTo>
                  <a:lnTo>
                    <a:pt x="3714750" y="1366786"/>
                  </a:lnTo>
                  <a:lnTo>
                    <a:pt x="3715220" y="1367904"/>
                  </a:lnTo>
                  <a:lnTo>
                    <a:pt x="3717086" y="1369771"/>
                  </a:lnTo>
                  <a:lnTo>
                    <a:pt x="3718204" y="1370228"/>
                  </a:lnTo>
                  <a:lnTo>
                    <a:pt x="3720833" y="1370228"/>
                  </a:lnTo>
                  <a:lnTo>
                    <a:pt x="3721951" y="1369771"/>
                  </a:lnTo>
                  <a:lnTo>
                    <a:pt x="3723817" y="1367904"/>
                  </a:lnTo>
                  <a:lnTo>
                    <a:pt x="3724275" y="1366786"/>
                  </a:lnTo>
                  <a:lnTo>
                    <a:pt x="3724275" y="1364157"/>
                  </a:lnTo>
                  <a:close/>
                </a:path>
                <a:path w="5248275" h="1370329">
                  <a:moveTo>
                    <a:pt x="3724275" y="683793"/>
                  </a:moveTo>
                  <a:lnTo>
                    <a:pt x="3723817" y="682675"/>
                  </a:lnTo>
                  <a:lnTo>
                    <a:pt x="3721951" y="680821"/>
                  </a:lnTo>
                  <a:lnTo>
                    <a:pt x="3720833" y="680351"/>
                  </a:lnTo>
                  <a:lnTo>
                    <a:pt x="3718204" y="680351"/>
                  </a:lnTo>
                  <a:lnTo>
                    <a:pt x="3717086" y="680821"/>
                  </a:lnTo>
                  <a:lnTo>
                    <a:pt x="3715220" y="682675"/>
                  </a:lnTo>
                  <a:lnTo>
                    <a:pt x="3714750" y="683793"/>
                  </a:lnTo>
                  <a:lnTo>
                    <a:pt x="3714750" y="686435"/>
                  </a:lnTo>
                  <a:lnTo>
                    <a:pt x="3715220" y="687552"/>
                  </a:lnTo>
                  <a:lnTo>
                    <a:pt x="3717086" y="689406"/>
                  </a:lnTo>
                  <a:lnTo>
                    <a:pt x="3718204" y="689876"/>
                  </a:lnTo>
                  <a:lnTo>
                    <a:pt x="3720833" y="689876"/>
                  </a:lnTo>
                  <a:lnTo>
                    <a:pt x="3721951" y="689406"/>
                  </a:lnTo>
                  <a:lnTo>
                    <a:pt x="3723817" y="687552"/>
                  </a:lnTo>
                  <a:lnTo>
                    <a:pt x="3724275" y="686435"/>
                  </a:lnTo>
                  <a:lnTo>
                    <a:pt x="3724275" y="683793"/>
                  </a:lnTo>
                  <a:close/>
                </a:path>
                <a:path w="5248275" h="1370329">
                  <a:moveTo>
                    <a:pt x="3724275" y="3441"/>
                  </a:moveTo>
                  <a:lnTo>
                    <a:pt x="3723817" y="2324"/>
                  </a:lnTo>
                  <a:lnTo>
                    <a:pt x="3721951" y="457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57"/>
                  </a:lnTo>
                  <a:lnTo>
                    <a:pt x="3715220" y="2324"/>
                  </a:lnTo>
                  <a:lnTo>
                    <a:pt x="3714750" y="3441"/>
                  </a:lnTo>
                  <a:lnTo>
                    <a:pt x="3714750" y="6070"/>
                  </a:lnTo>
                  <a:lnTo>
                    <a:pt x="3715220" y="7200"/>
                  </a:lnTo>
                  <a:lnTo>
                    <a:pt x="3717086" y="9055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55"/>
                  </a:lnTo>
                  <a:lnTo>
                    <a:pt x="3723817" y="7200"/>
                  </a:lnTo>
                  <a:lnTo>
                    <a:pt x="3724275" y="6070"/>
                  </a:lnTo>
                  <a:lnTo>
                    <a:pt x="3724275" y="3441"/>
                  </a:lnTo>
                  <a:close/>
                </a:path>
                <a:path w="5248275" h="1370329">
                  <a:moveTo>
                    <a:pt x="3771900" y="1364157"/>
                  </a:moveTo>
                  <a:lnTo>
                    <a:pt x="3771442" y="1363040"/>
                  </a:lnTo>
                  <a:lnTo>
                    <a:pt x="3769576" y="1361173"/>
                  </a:lnTo>
                  <a:lnTo>
                    <a:pt x="3768458" y="1360703"/>
                  </a:lnTo>
                  <a:lnTo>
                    <a:pt x="3765829" y="1360703"/>
                  </a:lnTo>
                  <a:lnTo>
                    <a:pt x="3764711" y="1361173"/>
                  </a:lnTo>
                  <a:lnTo>
                    <a:pt x="3762845" y="1363040"/>
                  </a:lnTo>
                  <a:lnTo>
                    <a:pt x="3762375" y="1364157"/>
                  </a:lnTo>
                  <a:lnTo>
                    <a:pt x="3762375" y="1366786"/>
                  </a:lnTo>
                  <a:lnTo>
                    <a:pt x="3762845" y="1367904"/>
                  </a:lnTo>
                  <a:lnTo>
                    <a:pt x="3764711" y="1369771"/>
                  </a:lnTo>
                  <a:lnTo>
                    <a:pt x="3765829" y="1370228"/>
                  </a:lnTo>
                  <a:lnTo>
                    <a:pt x="3768458" y="1370228"/>
                  </a:lnTo>
                  <a:lnTo>
                    <a:pt x="3769576" y="1369771"/>
                  </a:lnTo>
                  <a:lnTo>
                    <a:pt x="3771442" y="1367904"/>
                  </a:lnTo>
                  <a:lnTo>
                    <a:pt x="3771900" y="1366786"/>
                  </a:lnTo>
                  <a:lnTo>
                    <a:pt x="3771900" y="1364157"/>
                  </a:lnTo>
                  <a:close/>
                </a:path>
                <a:path w="5248275" h="1370329">
                  <a:moveTo>
                    <a:pt x="3771900" y="683793"/>
                  </a:moveTo>
                  <a:lnTo>
                    <a:pt x="3771442" y="682675"/>
                  </a:lnTo>
                  <a:lnTo>
                    <a:pt x="3769576" y="680821"/>
                  </a:lnTo>
                  <a:lnTo>
                    <a:pt x="3768458" y="680351"/>
                  </a:lnTo>
                  <a:lnTo>
                    <a:pt x="3765829" y="680351"/>
                  </a:lnTo>
                  <a:lnTo>
                    <a:pt x="3764711" y="680821"/>
                  </a:lnTo>
                  <a:lnTo>
                    <a:pt x="3762845" y="682675"/>
                  </a:lnTo>
                  <a:lnTo>
                    <a:pt x="3762375" y="683793"/>
                  </a:lnTo>
                  <a:lnTo>
                    <a:pt x="3762375" y="686435"/>
                  </a:lnTo>
                  <a:lnTo>
                    <a:pt x="3762845" y="687552"/>
                  </a:lnTo>
                  <a:lnTo>
                    <a:pt x="3764711" y="689406"/>
                  </a:lnTo>
                  <a:lnTo>
                    <a:pt x="3765829" y="689876"/>
                  </a:lnTo>
                  <a:lnTo>
                    <a:pt x="3768458" y="689876"/>
                  </a:lnTo>
                  <a:lnTo>
                    <a:pt x="3769576" y="689406"/>
                  </a:lnTo>
                  <a:lnTo>
                    <a:pt x="3771442" y="687552"/>
                  </a:lnTo>
                  <a:lnTo>
                    <a:pt x="3771900" y="686435"/>
                  </a:lnTo>
                  <a:lnTo>
                    <a:pt x="3771900" y="683793"/>
                  </a:lnTo>
                  <a:close/>
                </a:path>
                <a:path w="5248275" h="1370329">
                  <a:moveTo>
                    <a:pt x="3771900" y="3441"/>
                  </a:moveTo>
                  <a:lnTo>
                    <a:pt x="3771442" y="2324"/>
                  </a:lnTo>
                  <a:lnTo>
                    <a:pt x="3769576" y="457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57"/>
                  </a:lnTo>
                  <a:lnTo>
                    <a:pt x="3762845" y="2324"/>
                  </a:lnTo>
                  <a:lnTo>
                    <a:pt x="3762375" y="3441"/>
                  </a:lnTo>
                  <a:lnTo>
                    <a:pt x="3762375" y="6070"/>
                  </a:lnTo>
                  <a:lnTo>
                    <a:pt x="3762845" y="7200"/>
                  </a:lnTo>
                  <a:lnTo>
                    <a:pt x="3764711" y="9055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55"/>
                  </a:lnTo>
                  <a:lnTo>
                    <a:pt x="3771442" y="7200"/>
                  </a:lnTo>
                  <a:lnTo>
                    <a:pt x="3771900" y="6070"/>
                  </a:lnTo>
                  <a:lnTo>
                    <a:pt x="3771900" y="3441"/>
                  </a:lnTo>
                  <a:close/>
                </a:path>
                <a:path w="5248275" h="1370329">
                  <a:moveTo>
                    <a:pt x="3819525" y="1364157"/>
                  </a:moveTo>
                  <a:lnTo>
                    <a:pt x="3819067" y="1363040"/>
                  </a:lnTo>
                  <a:lnTo>
                    <a:pt x="3817201" y="1361173"/>
                  </a:lnTo>
                  <a:lnTo>
                    <a:pt x="3816083" y="1360703"/>
                  </a:lnTo>
                  <a:lnTo>
                    <a:pt x="3813454" y="1360703"/>
                  </a:lnTo>
                  <a:lnTo>
                    <a:pt x="3812336" y="1361173"/>
                  </a:lnTo>
                  <a:lnTo>
                    <a:pt x="3810470" y="1363040"/>
                  </a:lnTo>
                  <a:lnTo>
                    <a:pt x="3810000" y="1364157"/>
                  </a:lnTo>
                  <a:lnTo>
                    <a:pt x="3810000" y="1366786"/>
                  </a:lnTo>
                  <a:lnTo>
                    <a:pt x="3810470" y="1367904"/>
                  </a:lnTo>
                  <a:lnTo>
                    <a:pt x="3812336" y="1369771"/>
                  </a:lnTo>
                  <a:lnTo>
                    <a:pt x="3813454" y="1370228"/>
                  </a:lnTo>
                  <a:lnTo>
                    <a:pt x="3816083" y="1370228"/>
                  </a:lnTo>
                  <a:lnTo>
                    <a:pt x="3817201" y="1369771"/>
                  </a:lnTo>
                  <a:lnTo>
                    <a:pt x="3819067" y="1367904"/>
                  </a:lnTo>
                  <a:lnTo>
                    <a:pt x="3819525" y="1366786"/>
                  </a:lnTo>
                  <a:lnTo>
                    <a:pt x="3819525" y="1364157"/>
                  </a:lnTo>
                  <a:close/>
                </a:path>
                <a:path w="5248275" h="1370329">
                  <a:moveTo>
                    <a:pt x="3819525" y="683793"/>
                  </a:moveTo>
                  <a:lnTo>
                    <a:pt x="3819067" y="682675"/>
                  </a:lnTo>
                  <a:lnTo>
                    <a:pt x="3817201" y="680821"/>
                  </a:lnTo>
                  <a:lnTo>
                    <a:pt x="3816083" y="680351"/>
                  </a:lnTo>
                  <a:lnTo>
                    <a:pt x="3813454" y="680351"/>
                  </a:lnTo>
                  <a:lnTo>
                    <a:pt x="3812336" y="680821"/>
                  </a:lnTo>
                  <a:lnTo>
                    <a:pt x="3810470" y="682675"/>
                  </a:lnTo>
                  <a:lnTo>
                    <a:pt x="3810000" y="683793"/>
                  </a:lnTo>
                  <a:lnTo>
                    <a:pt x="3810000" y="686435"/>
                  </a:lnTo>
                  <a:lnTo>
                    <a:pt x="3810470" y="687552"/>
                  </a:lnTo>
                  <a:lnTo>
                    <a:pt x="3812336" y="689406"/>
                  </a:lnTo>
                  <a:lnTo>
                    <a:pt x="3813454" y="689876"/>
                  </a:lnTo>
                  <a:lnTo>
                    <a:pt x="3816083" y="689876"/>
                  </a:lnTo>
                  <a:lnTo>
                    <a:pt x="3817201" y="689406"/>
                  </a:lnTo>
                  <a:lnTo>
                    <a:pt x="3819067" y="687552"/>
                  </a:lnTo>
                  <a:lnTo>
                    <a:pt x="3819525" y="686435"/>
                  </a:lnTo>
                  <a:lnTo>
                    <a:pt x="3819525" y="683793"/>
                  </a:lnTo>
                  <a:close/>
                </a:path>
                <a:path w="5248275" h="1370329">
                  <a:moveTo>
                    <a:pt x="3819525" y="3441"/>
                  </a:moveTo>
                  <a:lnTo>
                    <a:pt x="3819067" y="2324"/>
                  </a:lnTo>
                  <a:lnTo>
                    <a:pt x="3817201" y="457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57"/>
                  </a:lnTo>
                  <a:lnTo>
                    <a:pt x="3810470" y="2324"/>
                  </a:lnTo>
                  <a:lnTo>
                    <a:pt x="3810000" y="3441"/>
                  </a:lnTo>
                  <a:lnTo>
                    <a:pt x="3810000" y="6070"/>
                  </a:lnTo>
                  <a:lnTo>
                    <a:pt x="3810470" y="7200"/>
                  </a:lnTo>
                  <a:lnTo>
                    <a:pt x="3812336" y="9055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55"/>
                  </a:lnTo>
                  <a:lnTo>
                    <a:pt x="3819067" y="7200"/>
                  </a:lnTo>
                  <a:lnTo>
                    <a:pt x="3819525" y="6070"/>
                  </a:lnTo>
                  <a:lnTo>
                    <a:pt x="3819525" y="3441"/>
                  </a:lnTo>
                  <a:close/>
                </a:path>
                <a:path w="5248275" h="1370329">
                  <a:moveTo>
                    <a:pt x="3867150" y="1364157"/>
                  </a:moveTo>
                  <a:lnTo>
                    <a:pt x="3866692" y="1363040"/>
                  </a:lnTo>
                  <a:lnTo>
                    <a:pt x="3864826" y="1361173"/>
                  </a:lnTo>
                  <a:lnTo>
                    <a:pt x="3863708" y="1360703"/>
                  </a:lnTo>
                  <a:lnTo>
                    <a:pt x="3861079" y="1360703"/>
                  </a:lnTo>
                  <a:lnTo>
                    <a:pt x="3859949" y="1361173"/>
                  </a:lnTo>
                  <a:lnTo>
                    <a:pt x="3858095" y="1363040"/>
                  </a:lnTo>
                  <a:lnTo>
                    <a:pt x="3857625" y="1364157"/>
                  </a:lnTo>
                  <a:lnTo>
                    <a:pt x="3857625" y="1366786"/>
                  </a:lnTo>
                  <a:lnTo>
                    <a:pt x="3858095" y="1367904"/>
                  </a:lnTo>
                  <a:lnTo>
                    <a:pt x="3859949" y="1369771"/>
                  </a:lnTo>
                  <a:lnTo>
                    <a:pt x="3861079" y="1370228"/>
                  </a:lnTo>
                  <a:lnTo>
                    <a:pt x="3863708" y="1370228"/>
                  </a:lnTo>
                  <a:lnTo>
                    <a:pt x="3864826" y="1369771"/>
                  </a:lnTo>
                  <a:lnTo>
                    <a:pt x="3866692" y="1367904"/>
                  </a:lnTo>
                  <a:lnTo>
                    <a:pt x="3867150" y="1366786"/>
                  </a:lnTo>
                  <a:lnTo>
                    <a:pt x="3867150" y="1364157"/>
                  </a:lnTo>
                  <a:close/>
                </a:path>
                <a:path w="5248275" h="1370329">
                  <a:moveTo>
                    <a:pt x="3867150" y="683793"/>
                  </a:moveTo>
                  <a:lnTo>
                    <a:pt x="3866692" y="682675"/>
                  </a:lnTo>
                  <a:lnTo>
                    <a:pt x="3864826" y="680821"/>
                  </a:lnTo>
                  <a:lnTo>
                    <a:pt x="3863708" y="680351"/>
                  </a:lnTo>
                  <a:lnTo>
                    <a:pt x="3861079" y="680351"/>
                  </a:lnTo>
                  <a:lnTo>
                    <a:pt x="3859949" y="680821"/>
                  </a:lnTo>
                  <a:lnTo>
                    <a:pt x="3858095" y="682675"/>
                  </a:lnTo>
                  <a:lnTo>
                    <a:pt x="3857625" y="683793"/>
                  </a:lnTo>
                  <a:lnTo>
                    <a:pt x="3857625" y="686435"/>
                  </a:lnTo>
                  <a:lnTo>
                    <a:pt x="3858095" y="687552"/>
                  </a:lnTo>
                  <a:lnTo>
                    <a:pt x="3859949" y="689406"/>
                  </a:lnTo>
                  <a:lnTo>
                    <a:pt x="3861079" y="689876"/>
                  </a:lnTo>
                  <a:lnTo>
                    <a:pt x="3863708" y="689876"/>
                  </a:lnTo>
                  <a:lnTo>
                    <a:pt x="3864826" y="689406"/>
                  </a:lnTo>
                  <a:lnTo>
                    <a:pt x="3866692" y="687552"/>
                  </a:lnTo>
                  <a:lnTo>
                    <a:pt x="3867150" y="686435"/>
                  </a:lnTo>
                  <a:lnTo>
                    <a:pt x="3867150" y="683793"/>
                  </a:lnTo>
                  <a:close/>
                </a:path>
                <a:path w="5248275" h="1370329">
                  <a:moveTo>
                    <a:pt x="3867150" y="3441"/>
                  </a:moveTo>
                  <a:lnTo>
                    <a:pt x="3866692" y="2324"/>
                  </a:lnTo>
                  <a:lnTo>
                    <a:pt x="3864826" y="457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57"/>
                  </a:lnTo>
                  <a:lnTo>
                    <a:pt x="3858095" y="2324"/>
                  </a:lnTo>
                  <a:lnTo>
                    <a:pt x="3857625" y="3441"/>
                  </a:lnTo>
                  <a:lnTo>
                    <a:pt x="3857625" y="6070"/>
                  </a:lnTo>
                  <a:lnTo>
                    <a:pt x="3858095" y="7200"/>
                  </a:lnTo>
                  <a:lnTo>
                    <a:pt x="3859949" y="9055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55"/>
                  </a:lnTo>
                  <a:lnTo>
                    <a:pt x="3866692" y="7200"/>
                  </a:lnTo>
                  <a:lnTo>
                    <a:pt x="3867150" y="6070"/>
                  </a:lnTo>
                  <a:lnTo>
                    <a:pt x="3867150" y="3441"/>
                  </a:lnTo>
                  <a:close/>
                </a:path>
                <a:path w="5248275" h="1370329">
                  <a:moveTo>
                    <a:pt x="3914775" y="1364157"/>
                  </a:moveTo>
                  <a:lnTo>
                    <a:pt x="3914317" y="1363040"/>
                  </a:lnTo>
                  <a:lnTo>
                    <a:pt x="3912451" y="1361173"/>
                  </a:lnTo>
                  <a:lnTo>
                    <a:pt x="3911333" y="1360703"/>
                  </a:lnTo>
                  <a:lnTo>
                    <a:pt x="3908704" y="1360703"/>
                  </a:lnTo>
                  <a:lnTo>
                    <a:pt x="3907574" y="1361173"/>
                  </a:lnTo>
                  <a:lnTo>
                    <a:pt x="3905720" y="1363040"/>
                  </a:lnTo>
                  <a:lnTo>
                    <a:pt x="3905250" y="1364157"/>
                  </a:lnTo>
                  <a:lnTo>
                    <a:pt x="3905250" y="1366786"/>
                  </a:lnTo>
                  <a:lnTo>
                    <a:pt x="3905720" y="1367904"/>
                  </a:lnTo>
                  <a:lnTo>
                    <a:pt x="3907574" y="1369771"/>
                  </a:lnTo>
                  <a:lnTo>
                    <a:pt x="3908704" y="1370228"/>
                  </a:lnTo>
                  <a:lnTo>
                    <a:pt x="3911333" y="1370228"/>
                  </a:lnTo>
                  <a:lnTo>
                    <a:pt x="3912451" y="1369771"/>
                  </a:lnTo>
                  <a:lnTo>
                    <a:pt x="3914317" y="1367904"/>
                  </a:lnTo>
                  <a:lnTo>
                    <a:pt x="3914775" y="1366786"/>
                  </a:lnTo>
                  <a:lnTo>
                    <a:pt x="3914775" y="1364157"/>
                  </a:lnTo>
                  <a:close/>
                </a:path>
                <a:path w="5248275" h="1370329">
                  <a:moveTo>
                    <a:pt x="3914775" y="683793"/>
                  </a:moveTo>
                  <a:lnTo>
                    <a:pt x="3914317" y="682675"/>
                  </a:lnTo>
                  <a:lnTo>
                    <a:pt x="3912451" y="680821"/>
                  </a:lnTo>
                  <a:lnTo>
                    <a:pt x="3911333" y="680351"/>
                  </a:lnTo>
                  <a:lnTo>
                    <a:pt x="3908704" y="680351"/>
                  </a:lnTo>
                  <a:lnTo>
                    <a:pt x="3907574" y="680821"/>
                  </a:lnTo>
                  <a:lnTo>
                    <a:pt x="3905720" y="682675"/>
                  </a:lnTo>
                  <a:lnTo>
                    <a:pt x="3905250" y="683793"/>
                  </a:lnTo>
                  <a:lnTo>
                    <a:pt x="3905250" y="686435"/>
                  </a:lnTo>
                  <a:lnTo>
                    <a:pt x="3905720" y="687552"/>
                  </a:lnTo>
                  <a:lnTo>
                    <a:pt x="3907574" y="689406"/>
                  </a:lnTo>
                  <a:lnTo>
                    <a:pt x="3908704" y="689876"/>
                  </a:lnTo>
                  <a:lnTo>
                    <a:pt x="3911333" y="689876"/>
                  </a:lnTo>
                  <a:lnTo>
                    <a:pt x="3912451" y="689406"/>
                  </a:lnTo>
                  <a:lnTo>
                    <a:pt x="3914317" y="687552"/>
                  </a:lnTo>
                  <a:lnTo>
                    <a:pt x="3914775" y="686435"/>
                  </a:lnTo>
                  <a:lnTo>
                    <a:pt x="3914775" y="683793"/>
                  </a:lnTo>
                  <a:close/>
                </a:path>
                <a:path w="5248275" h="1370329">
                  <a:moveTo>
                    <a:pt x="3914775" y="3441"/>
                  </a:moveTo>
                  <a:lnTo>
                    <a:pt x="3914317" y="2324"/>
                  </a:lnTo>
                  <a:lnTo>
                    <a:pt x="3912451" y="457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57"/>
                  </a:lnTo>
                  <a:lnTo>
                    <a:pt x="3905720" y="2324"/>
                  </a:lnTo>
                  <a:lnTo>
                    <a:pt x="3905250" y="3441"/>
                  </a:lnTo>
                  <a:lnTo>
                    <a:pt x="3905250" y="6070"/>
                  </a:lnTo>
                  <a:lnTo>
                    <a:pt x="3905720" y="7200"/>
                  </a:lnTo>
                  <a:lnTo>
                    <a:pt x="3907574" y="9055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55"/>
                  </a:lnTo>
                  <a:lnTo>
                    <a:pt x="3914317" y="7200"/>
                  </a:lnTo>
                  <a:lnTo>
                    <a:pt x="3914775" y="6070"/>
                  </a:lnTo>
                  <a:lnTo>
                    <a:pt x="3914775" y="3441"/>
                  </a:lnTo>
                  <a:close/>
                </a:path>
                <a:path w="5248275" h="1370329">
                  <a:moveTo>
                    <a:pt x="3962400" y="1364157"/>
                  </a:moveTo>
                  <a:lnTo>
                    <a:pt x="3961942" y="1363040"/>
                  </a:lnTo>
                  <a:lnTo>
                    <a:pt x="3960076" y="1361173"/>
                  </a:lnTo>
                  <a:lnTo>
                    <a:pt x="3958958" y="1360703"/>
                  </a:lnTo>
                  <a:lnTo>
                    <a:pt x="3956329" y="1360703"/>
                  </a:lnTo>
                  <a:lnTo>
                    <a:pt x="3955211" y="1361173"/>
                  </a:lnTo>
                  <a:lnTo>
                    <a:pt x="3953345" y="1363040"/>
                  </a:lnTo>
                  <a:lnTo>
                    <a:pt x="3952875" y="1364157"/>
                  </a:lnTo>
                  <a:lnTo>
                    <a:pt x="3952875" y="1366786"/>
                  </a:lnTo>
                  <a:lnTo>
                    <a:pt x="3953345" y="1367904"/>
                  </a:lnTo>
                  <a:lnTo>
                    <a:pt x="3955211" y="1369771"/>
                  </a:lnTo>
                  <a:lnTo>
                    <a:pt x="3956329" y="1370228"/>
                  </a:lnTo>
                  <a:lnTo>
                    <a:pt x="3958958" y="1370228"/>
                  </a:lnTo>
                  <a:lnTo>
                    <a:pt x="3960076" y="1369771"/>
                  </a:lnTo>
                  <a:lnTo>
                    <a:pt x="3961942" y="1367904"/>
                  </a:lnTo>
                  <a:lnTo>
                    <a:pt x="3962400" y="1366786"/>
                  </a:lnTo>
                  <a:lnTo>
                    <a:pt x="3962400" y="1364157"/>
                  </a:lnTo>
                  <a:close/>
                </a:path>
                <a:path w="5248275" h="1370329">
                  <a:moveTo>
                    <a:pt x="3962400" y="683793"/>
                  </a:moveTo>
                  <a:lnTo>
                    <a:pt x="3961942" y="682675"/>
                  </a:lnTo>
                  <a:lnTo>
                    <a:pt x="3960076" y="680821"/>
                  </a:lnTo>
                  <a:lnTo>
                    <a:pt x="3958958" y="680351"/>
                  </a:lnTo>
                  <a:lnTo>
                    <a:pt x="3956329" y="680351"/>
                  </a:lnTo>
                  <a:lnTo>
                    <a:pt x="3955211" y="680821"/>
                  </a:lnTo>
                  <a:lnTo>
                    <a:pt x="3953345" y="682675"/>
                  </a:lnTo>
                  <a:lnTo>
                    <a:pt x="3952875" y="683793"/>
                  </a:lnTo>
                  <a:lnTo>
                    <a:pt x="3952875" y="686435"/>
                  </a:lnTo>
                  <a:lnTo>
                    <a:pt x="3953345" y="687552"/>
                  </a:lnTo>
                  <a:lnTo>
                    <a:pt x="3955211" y="689406"/>
                  </a:lnTo>
                  <a:lnTo>
                    <a:pt x="3956329" y="689876"/>
                  </a:lnTo>
                  <a:lnTo>
                    <a:pt x="3958958" y="689876"/>
                  </a:lnTo>
                  <a:lnTo>
                    <a:pt x="3960076" y="689406"/>
                  </a:lnTo>
                  <a:lnTo>
                    <a:pt x="3961942" y="687552"/>
                  </a:lnTo>
                  <a:lnTo>
                    <a:pt x="3962400" y="686435"/>
                  </a:lnTo>
                  <a:lnTo>
                    <a:pt x="3962400" y="683793"/>
                  </a:lnTo>
                  <a:close/>
                </a:path>
                <a:path w="5248275" h="1370329">
                  <a:moveTo>
                    <a:pt x="3962400" y="3441"/>
                  </a:moveTo>
                  <a:lnTo>
                    <a:pt x="3961942" y="2324"/>
                  </a:lnTo>
                  <a:lnTo>
                    <a:pt x="3960076" y="457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57"/>
                  </a:lnTo>
                  <a:lnTo>
                    <a:pt x="3953345" y="2324"/>
                  </a:lnTo>
                  <a:lnTo>
                    <a:pt x="3952875" y="3441"/>
                  </a:lnTo>
                  <a:lnTo>
                    <a:pt x="3952875" y="6070"/>
                  </a:lnTo>
                  <a:lnTo>
                    <a:pt x="3953345" y="7200"/>
                  </a:lnTo>
                  <a:lnTo>
                    <a:pt x="3955211" y="9055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55"/>
                  </a:lnTo>
                  <a:lnTo>
                    <a:pt x="3961942" y="7200"/>
                  </a:lnTo>
                  <a:lnTo>
                    <a:pt x="3962400" y="6070"/>
                  </a:lnTo>
                  <a:lnTo>
                    <a:pt x="3962400" y="3441"/>
                  </a:lnTo>
                  <a:close/>
                </a:path>
                <a:path w="5248275" h="1370329">
                  <a:moveTo>
                    <a:pt x="4010025" y="1364157"/>
                  </a:moveTo>
                  <a:lnTo>
                    <a:pt x="4009567" y="1363040"/>
                  </a:lnTo>
                  <a:lnTo>
                    <a:pt x="4007701" y="1361173"/>
                  </a:lnTo>
                  <a:lnTo>
                    <a:pt x="4006583" y="1360703"/>
                  </a:lnTo>
                  <a:lnTo>
                    <a:pt x="4003954" y="1360703"/>
                  </a:lnTo>
                  <a:lnTo>
                    <a:pt x="4002836" y="1361173"/>
                  </a:lnTo>
                  <a:lnTo>
                    <a:pt x="4000970" y="1363040"/>
                  </a:lnTo>
                  <a:lnTo>
                    <a:pt x="4000500" y="1364157"/>
                  </a:lnTo>
                  <a:lnTo>
                    <a:pt x="4000500" y="1366786"/>
                  </a:lnTo>
                  <a:lnTo>
                    <a:pt x="4000970" y="1367904"/>
                  </a:lnTo>
                  <a:lnTo>
                    <a:pt x="4002836" y="1369771"/>
                  </a:lnTo>
                  <a:lnTo>
                    <a:pt x="4003954" y="1370228"/>
                  </a:lnTo>
                  <a:lnTo>
                    <a:pt x="4006583" y="1370228"/>
                  </a:lnTo>
                  <a:lnTo>
                    <a:pt x="4007701" y="1369771"/>
                  </a:lnTo>
                  <a:lnTo>
                    <a:pt x="4009567" y="1367904"/>
                  </a:lnTo>
                  <a:lnTo>
                    <a:pt x="4010025" y="1366786"/>
                  </a:lnTo>
                  <a:lnTo>
                    <a:pt x="4010025" y="1364157"/>
                  </a:lnTo>
                  <a:close/>
                </a:path>
                <a:path w="5248275" h="1370329">
                  <a:moveTo>
                    <a:pt x="4010025" y="683793"/>
                  </a:moveTo>
                  <a:lnTo>
                    <a:pt x="4009567" y="682675"/>
                  </a:lnTo>
                  <a:lnTo>
                    <a:pt x="4007701" y="680821"/>
                  </a:lnTo>
                  <a:lnTo>
                    <a:pt x="4006583" y="680351"/>
                  </a:lnTo>
                  <a:lnTo>
                    <a:pt x="4003954" y="680351"/>
                  </a:lnTo>
                  <a:lnTo>
                    <a:pt x="4002836" y="680821"/>
                  </a:lnTo>
                  <a:lnTo>
                    <a:pt x="4000970" y="682675"/>
                  </a:lnTo>
                  <a:lnTo>
                    <a:pt x="4000500" y="683793"/>
                  </a:lnTo>
                  <a:lnTo>
                    <a:pt x="4000500" y="686435"/>
                  </a:lnTo>
                  <a:lnTo>
                    <a:pt x="4000970" y="687552"/>
                  </a:lnTo>
                  <a:lnTo>
                    <a:pt x="4002836" y="689406"/>
                  </a:lnTo>
                  <a:lnTo>
                    <a:pt x="4003954" y="689876"/>
                  </a:lnTo>
                  <a:lnTo>
                    <a:pt x="4006583" y="689876"/>
                  </a:lnTo>
                  <a:lnTo>
                    <a:pt x="4007701" y="689406"/>
                  </a:lnTo>
                  <a:lnTo>
                    <a:pt x="4009567" y="687552"/>
                  </a:lnTo>
                  <a:lnTo>
                    <a:pt x="4010025" y="686435"/>
                  </a:lnTo>
                  <a:lnTo>
                    <a:pt x="4010025" y="683793"/>
                  </a:lnTo>
                  <a:close/>
                </a:path>
                <a:path w="5248275" h="1370329">
                  <a:moveTo>
                    <a:pt x="4010025" y="3441"/>
                  </a:moveTo>
                  <a:lnTo>
                    <a:pt x="4009567" y="2324"/>
                  </a:lnTo>
                  <a:lnTo>
                    <a:pt x="4007701" y="457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57"/>
                  </a:lnTo>
                  <a:lnTo>
                    <a:pt x="4000970" y="2324"/>
                  </a:lnTo>
                  <a:lnTo>
                    <a:pt x="4000500" y="3441"/>
                  </a:lnTo>
                  <a:lnTo>
                    <a:pt x="4000500" y="6070"/>
                  </a:lnTo>
                  <a:lnTo>
                    <a:pt x="4000970" y="7200"/>
                  </a:lnTo>
                  <a:lnTo>
                    <a:pt x="4002836" y="9055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55"/>
                  </a:lnTo>
                  <a:lnTo>
                    <a:pt x="4009567" y="7200"/>
                  </a:lnTo>
                  <a:lnTo>
                    <a:pt x="4010025" y="6070"/>
                  </a:lnTo>
                  <a:lnTo>
                    <a:pt x="4010025" y="3441"/>
                  </a:lnTo>
                  <a:close/>
                </a:path>
                <a:path w="5248275" h="1370329">
                  <a:moveTo>
                    <a:pt x="4057650" y="1364157"/>
                  </a:moveTo>
                  <a:lnTo>
                    <a:pt x="4057192" y="1363040"/>
                  </a:lnTo>
                  <a:lnTo>
                    <a:pt x="4055326" y="1361173"/>
                  </a:lnTo>
                  <a:lnTo>
                    <a:pt x="4054208" y="1360703"/>
                  </a:lnTo>
                  <a:lnTo>
                    <a:pt x="4051579" y="1360703"/>
                  </a:lnTo>
                  <a:lnTo>
                    <a:pt x="4050461" y="1361173"/>
                  </a:lnTo>
                  <a:lnTo>
                    <a:pt x="4048595" y="1363040"/>
                  </a:lnTo>
                  <a:lnTo>
                    <a:pt x="4048125" y="1364157"/>
                  </a:lnTo>
                  <a:lnTo>
                    <a:pt x="4048125" y="1366786"/>
                  </a:lnTo>
                  <a:lnTo>
                    <a:pt x="4048595" y="1367904"/>
                  </a:lnTo>
                  <a:lnTo>
                    <a:pt x="4050461" y="1369771"/>
                  </a:lnTo>
                  <a:lnTo>
                    <a:pt x="4051579" y="1370228"/>
                  </a:lnTo>
                  <a:lnTo>
                    <a:pt x="4054208" y="1370228"/>
                  </a:lnTo>
                  <a:lnTo>
                    <a:pt x="4055326" y="1369771"/>
                  </a:lnTo>
                  <a:lnTo>
                    <a:pt x="4057192" y="1367904"/>
                  </a:lnTo>
                  <a:lnTo>
                    <a:pt x="4057650" y="1366786"/>
                  </a:lnTo>
                  <a:lnTo>
                    <a:pt x="4057650" y="1364157"/>
                  </a:lnTo>
                  <a:close/>
                </a:path>
                <a:path w="5248275" h="1370329">
                  <a:moveTo>
                    <a:pt x="4057650" y="683793"/>
                  </a:moveTo>
                  <a:lnTo>
                    <a:pt x="4057192" y="682675"/>
                  </a:lnTo>
                  <a:lnTo>
                    <a:pt x="4055326" y="680821"/>
                  </a:lnTo>
                  <a:lnTo>
                    <a:pt x="4054208" y="680351"/>
                  </a:lnTo>
                  <a:lnTo>
                    <a:pt x="4051579" y="680351"/>
                  </a:lnTo>
                  <a:lnTo>
                    <a:pt x="4050461" y="680821"/>
                  </a:lnTo>
                  <a:lnTo>
                    <a:pt x="4048595" y="682675"/>
                  </a:lnTo>
                  <a:lnTo>
                    <a:pt x="4048125" y="683793"/>
                  </a:lnTo>
                  <a:lnTo>
                    <a:pt x="4048125" y="686435"/>
                  </a:lnTo>
                  <a:lnTo>
                    <a:pt x="4048595" y="687552"/>
                  </a:lnTo>
                  <a:lnTo>
                    <a:pt x="4050461" y="689406"/>
                  </a:lnTo>
                  <a:lnTo>
                    <a:pt x="4051579" y="689876"/>
                  </a:lnTo>
                  <a:lnTo>
                    <a:pt x="4054208" y="689876"/>
                  </a:lnTo>
                  <a:lnTo>
                    <a:pt x="4055326" y="689406"/>
                  </a:lnTo>
                  <a:lnTo>
                    <a:pt x="4057192" y="687552"/>
                  </a:lnTo>
                  <a:lnTo>
                    <a:pt x="4057650" y="686435"/>
                  </a:lnTo>
                  <a:lnTo>
                    <a:pt x="4057650" y="683793"/>
                  </a:lnTo>
                  <a:close/>
                </a:path>
                <a:path w="5248275" h="1370329">
                  <a:moveTo>
                    <a:pt x="4057650" y="3441"/>
                  </a:moveTo>
                  <a:lnTo>
                    <a:pt x="4057192" y="2324"/>
                  </a:lnTo>
                  <a:lnTo>
                    <a:pt x="4055326" y="457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57"/>
                  </a:lnTo>
                  <a:lnTo>
                    <a:pt x="4048595" y="2324"/>
                  </a:lnTo>
                  <a:lnTo>
                    <a:pt x="4048125" y="3441"/>
                  </a:lnTo>
                  <a:lnTo>
                    <a:pt x="4048125" y="6070"/>
                  </a:lnTo>
                  <a:lnTo>
                    <a:pt x="4048595" y="7200"/>
                  </a:lnTo>
                  <a:lnTo>
                    <a:pt x="4050461" y="9055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55"/>
                  </a:lnTo>
                  <a:lnTo>
                    <a:pt x="4057192" y="7200"/>
                  </a:lnTo>
                  <a:lnTo>
                    <a:pt x="4057650" y="6070"/>
                  </a:lnTo>
                  <a:lnTo>
                    <a:pt x="4057650" y="3441"/>
                  </a:lnTo>
                  <a:close/>
                </a:path>
                <a:path w="5248275" h="1370329">
                  <a:moveTo>
                    <a:pt x="4105275" y="1364157"/>
                  </a:moveTo>
                  <a:lnTo>
                    <a:pt x="4104817" y="1363040"/>
                  </a:lnTo>
                  <a:lnTo>
                    <a:pt x="4102951" y="1361173"/>
                  </a:lnTo>
                  <a:lnTo>
                    <a:pt x="4101833" y="1360703"/>
                  </a:lnTo>
                  <a:lnTo>
                    <a:pt x="4099204" y="1360703"/>
                  </a:lnTo>
                  <a:lnTo>
                    <a:pt x="4098086" y="1361173"/>
                  </a:lnTo>
                  <a:lnTo>
                    <a:pt x="4096220" y="1363040"/>
                  </a:lnTo>
                  <a:lnTo>
                    <a:pt x="4095750" y="1364157"/>
                  </a:lnTo>
                  <a:lnTo>
                    <a:pt x="4095750" y="1366786"/>
                  </a:lnTo>
                  <a:lnTo>
                    <a:pt x="4096220" y="1367904"/>
                  </a:lnTo>
                  <a:lnTo>
                    <a:pt x="4098086" y="1369771"/>
                  </a:lnTo>
                  <a:lnTo>
                    <a:pt x="4099204" y="1370228"/>
                  </a:lnTo>
                  <a:lnTo>
                    <a:pt x="4101833" y="1370228"/>
                  </a:lnTo>
                  <a:lnTo>
                    <a:pt x="4102951" y="1369771"/>
                  </a:lnTo>
                  <a:lnTo>
                    <a:pt x="4104817" y="1367904"/>
                  </a:lnTo>
                  <a:lnTo>
                    <a:pt x="4105275" y="1366786"/>
                  </a:lnTo>
                  <a:lnTo>
                    <a:pt x="4105275" y="1364157"/>
                  </a:lnTo>
                  <a:close/>
                </a:path>
                <a:path w="5248275" h="1370329">
                  <a:moveTo>
                    <a:pt x="4105275" y="683793"/>
                  </a:moveTo>
                  <a:lnTo>
                    <a:pt x="4104817" y="682675"/>
                  </a:lnTo>
                  <a:lnTo>
                    <a:pt x="4102951" y="680821"/>
                  </a:lnTo>
                  <a:lnTo>
                    <a:pt x="4101833" y="680351"/>
                  </a:lnTo>
                  <a:lnTo>
                    <a:pt x="4099204" y="680351"/>
                  </a:lnTo>
                  <a:lnTo>
                    <a:pt x="4098086" y="680821"/>
                  </a:lnTo>
                  <a:lnTo>
                    <a:pt x="4096220" y="682675"/>
                  </a:lnTo>
                  <a:lnTo>
                    <a:pt x="4095750" y="683793"/>
                  </a:lnTo>
                  <a:lnTo>
                    <a:pt x="4095750" y="686435"/>
                  </a:lnTo>
                  <a:lnTo>
                    <a:pt x="4096220" y="687552"/>
                  </a:lnTo>
                  <a:lnTo>
                    <a:pt x="4098086" y="689406"/>
                  </a:lnTo>
                  <a:lnTo>
                    <a:pt x="4099204" y="689876"/>
                  </a:lnTo>
                  <a:lnTo>
                    <a:pt x="4101833" y="689876"/>
                  </a:lnTo>
                  <a:lnTo>
                    <a:pt x="4102951" y="689406"/>
                  </a:lnTo>
                  <a:lnTo>
                    <a:pt x="4104817" y="687552"/>
                  </a:lnTo>
                  <a:lnTo>
                    <a:pt x="4105275" y="686435"/>
                  </a:lnTo>
                  <a:lnTo>
                    <a:pt x="4105275" y="683793"/>
                  </a:lnTo>
                  <a:close/>
                </a:path>
                <a:path w="5248275" h="1370329">
                  <a:moveTo>
                    <a:pt x="4105275" y="3441"/>
                  </a:moveTo>
                  <a:lnTo>
                    <a:pt x="4104817" y="2324"/>
                  </a:lnTo>
                  <a:lnTo>
                    <a:pt x="4102951" y="457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86" y="457"/>
                  </a:lnTo>
                  <a:lnTo>
                    <a:pt x="4096220" y="2324"/>
                  </a:lnTo>
                  <a:lnTo>
                    <a:pt x="4095750" y="3441"/>
                  </a:lnTo>
                  <a:lnTo>
                    <a:pt x="4095750" y="6070"/>
                  </a:lnTo>
                  <a:lnTo>
                    <a:pt x="4096220" y="7200"/>
                  </a:lnTo>
                  <a:lnTo>
                    <a:pt x="4098086" y="9055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55"/>
                  </a:lnTo>
                  <a:lnTo>
                    <a:pt x="4104817" y="7200"/>
                  </a:lnTo>
                  <a:lnTo>
                    <a:pt x="4105275" y="6070"/>
                  </a:lnTo>
                  <a:lnTo>
                    <a:pt x="4105275" y="3441"/>
                  </a:lnTo>
                  <a:close/>
                </a:path>
                <a:path w="5248275" h="1370329">
                  <a:moveTo>
                    <a:pt x="4152900" y="1364157"/>
                  </a:moveTo>
                  <a:lnTo>
                    <a:pt x="4152442" y="1363040"/>
                  </a:lnTo>
                  <a:lnTo>
                    <a:pt x="4150576" y="1361173"/>
                  </a:lnTo>
                  <a:lnTo>
                    <a:pt x="4149458" y="1360703"/>
                  </a:lnTo>
                  <a:lnTo>
                    <a:pt x="4146829" y="1360703"/>
                  </a:lnTo>
                  <a:lnTo>
                    <a:pt x="4145711" y="1361173"/>
                  </a:lnTo>
                  <a:lnTo>
                    <a:pt x="4143845" y="1363040"/>
                  </a:lnTo>
                  <a:lnTo>
                    <a:pt x="4143375" y="1364157"/>
                  </a:lnTo>
                  <a:lnTo>
                    <a:pt x="4143375" y="1366786"/>
                  </a:lnTo>
                  <a:lnTo>
                    <a:pt x="4143845" y="1367904"/>
                  </a:lnTo>
                  <a:lnTo>
                    <a:pt x="4145711" y="1369771"/>
                  </a:lnTo>
                  <a:lnTo>
                    <a:pt x="4146829" y="1370228"/>
                  </a:lnTo>
                  <a:lnTo>
                    <a:pt x="4149458" y="1370228"/>
                  </a:lnTo>
                  <a:lnTo>
                    <a:pt x="4150576" y="1369771"/>
                  </a:lnTo>
                  <a:lnTo>
                    <a:pt x="4152442" y="1367904"/>
                  </a:lnTo>
                  <a:lnTo>
                    <a:pt x="4152900" y="1366786"/>
                  </a:lnTo>
                  <a:lnTo>
                    <a:pt x="4152900" y="1364157"/>
                  </a:lnTo>
                  <a:close/>
                </a:path>
                <a:path w="5248275" h="1370329">
                  <a:moveTo>
                    <a:pt x="4152900" y="683793"/>
                  </a:moveTo>
                  <a:lnTo>
                    <a:pt x="4152442" y="682675"/>
                  </a:lnTo>
                  <a:lnTo>
                    <a:pt x="4150576" y="680821"/>
                  </a:lnTo>
                  <a:lnTo>
                    <a:pt x="4149458" y="680351"/>
                  </a:lnTo>
                  <a:lnTo>
                    <a:pt x="4146829" y="680351"/>
                  </a:lnTo>
                  <a:lnTo>
                    <a:pt x="4145711" y="680821"/>
                  </a:lnTo>
                  <a:lnTo>
                    <a:pt x="4143845" y="682675"/>
                  </a:lnTo>
                  <a:lnTo>
                    <a:pt x="4143375" y="683793"/>
                  </a:lnTo>
                  <a:lnTo>
                    <a:pt x="4143375" y="686435"/>
                  </a:lnTo>
                  <a:lnTo>
                    <a:pt x="4143845" y="687552"/>
                  </a:lnTo>
                  <a:lnTo>
                    <a:pt x="4145711" y="689406"/>
                  </a:lnTo>
                  <a:lnTo>
                    <a:pt x="4146829" y="689876"/>
                  </a:lnTo>
                  <a:lnTo>
                    <a:pt x="4149458" y="689876"/>
                  </a:lnTo>
                  <a:lnTo>
                    <a:pt x="4150576" y="689406"/>
                  </a:lnTo>
                  <a:lnTo>
                    <a:pt x="4152442" y="687552"/>
                  </a:lnTo>
                  <a:lnTo>
                    <a:pt x="4152900" y="686435"/>
                  </a:lnTo>
                  <a:lnTo>
                    <a:pt x="4152900" y="683793"/>
                  </a:lnTo>
                  <a:close/>
                </a:path>
                <a:path w="5248275" h="1370329">
                  <a:moveTo>
                    <a:pt x="4152900" y="3441"/>
                  </a:moveTo>
                  <a:lnTo>
                    <a:pt x="4152442" y="2324"/>
                  </a:lnTo>
                  <a:lnTo>
                    <a:pt x="4150576" y="457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711" y="457"/>
                  </a:lnTo>
                  <a:lnTo>
                    <a:pt x="4143845" y="2324"/>
                  </a:lnTo>
                  <a:lnTo>
                    <a:pt x="4143375" y="3441"/>
                  </a:lnTo>
                  <a:lnTo>
                    <a:pt x="4143375" y="6070"/>
                  </a:lnTo>
                  <a:lnTo>
                    <a:pt x="4143845" y="7200"/>
                  </a:lnTo>
                  <a:lnTo>
                    <a:pt x="4145711" y="9055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55"/>
                  </a:lnTo>
                  <a:lnTo>
                    <a:pt x="4152442" y="7200"/>
                  </a:lnTo>
                  <a:lnTo>
                    <a:pt x="4152900" y="6070"/>
                  </a:lnTo>
                  <a:lnTo>
                    <a:pt x="4152900" y="3441"/>
                  </a:lnTo>
                  <a:close/>
                </a:path>
                <a:path w="5248275" h="1370329">
                  <a:moveTo>
                    <a:pt x="4200525" y="1364157"/>
                  </a:moveTo>
                  <a:lnTo>
                    <a:pt x="4200067" y="1363040"/>
                  </a:lnTo>
                  <a:lnTo>
                    <a:pt x="4198201" y="1361173"/>
                  </a:lnTo>
                  <a:lnTo>
                    <a:pt x="4197083" y="1360703"/>
                  </a:lnTo>
                  <a:lnTo>
                    <a:pt x="4194454" y="1360703"/>
                  </a:lnTo>
                  <a:lnTo>
                    <a:pt x="4193336" y="1361173"/>
                  </a:lnTo>
                  <a:lnTo>
                    <a:pt x="4191470" y="1363040"/>
                  </a:lnTo>
                  <a:lnTo>
                    <a:pt x="4191000" y="1364157"/>
                  </a:lnTo>
                  <a:lnTo>
                    <a:pt x="4191000" y="1366786"/>
                  </a:lnTo>
                  <a:lnTo>
                    <a:pt x="4191470" y="1367904"/>
                  </a:lnTo>
                  <a:lnTo>
                    <a:pt x="4193336" y="1369771"/>
                  </a:lnTo>
                  <a:lnTo>
                    <a:pt x="4194454" y="1370228"/>
                  </a:lnTo>
                  <a:lnTo>
                    <a:pt x="4197083" y="1370228"/>
                  </a:lnTo>
                  <a:lnTo>
                    <a:pt x="4198201" y="1369771"/>
                  </a:lnTo>
                  <a:lnTo>
                    <a:pt x="4200067" y="1367904"/>
                  </a:lnTo>
                  <a:lnTo>
                    <a:pt x="4200525" y="1366786"/>
                  </a:lnTo>
                  <a:lnTo>
                    <a:pt x="4200525" y="1364157"/>
                  </a:lnTo>
                  <a:close/>
                </a:path>
                <a:path w="5248275" h="1370329">
                  <a:moveTo>
                    <a:pt x="4200525" y="683793"/>
                  </a:moveTo>
                  <a:lnTo>
                    <a:pt x="4200067" y="682675"/>
                  </a:lnTo>
                  <a:lnTo>
                    <a:pt x="4198201" y="680821"/>
                  </a:lnTo>
                  <a:lnTo>
                    <a:pt x="4197083" y="680351"/>
                  </a:lnTo>
                  <a:lnTo>
                    <a:pt x="4194454" y="680351"/>
                  </a:lnTo>
                  <a:lnTo>
                    <a:pt x="4193336" y="680821"/>
                  </a:lnTo>
                  <a:lnTo>
                    <a:pt x="4191470" y="682675"/>
                  </a:lnTo>
                  <a:lnTo>
                    <a:pt x="4191000" y="683793"/>
                  </a:lnTo>
                  <a:lnTo>
                    <a:pt x="4191000" y="686435"/>
                  </a:lnTo>
                  <a:lnTo>
                    <a:pt x="4191470" y="687552"/>
                  </a:lnTo>
                  <a:lnTo>
                    <a:pt x="4193336" y="689406"/>
                  </a:lnTo>
                  <a:lnTo>
                    <a:pt x="4194454" y="689876"/>
                  </a:lnTo>
                  <a:lnTo>
                    <a:pt x="4197083" y="689876"/>
                  </a:lnTo>
                  <a:lnTo>
                    <a:pt x="4198201" y="689406"/>
                  </a:lnTo>
                  <a:lnTo>
                    <a:pt x="4200067" y="687552"/>
                  </a:lnTo>
                  <a:lnTo>
                    <a:pt x="4200525" y="686435"/>
                  </a:lnTo>
                  <a:lnTo>
                    <a:pt x="4200525" y="683793"/>
                  </a:lnTo>
                  <a:close/>
                </a:path>
                <a:path w="5248275" h="1370329">
                  <a:moveTo>
                    <a:pt x="4200525" y="3441"/>
                  </a:moveTo>
                  <a:lnTo>
                    <a:pt x="4200067" y="2324"/>
                  </a:lnTo>
                  <a:lnTo>
                    <a:pt x="4198201" y="457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36" y="457"/>
                  </a:lnTo>
                  <a:lnTo>
                    <a:pt x="4191470" y="2324"/>
                  </a:lnTo>
                  <a:lnTo>
                    <a:pt x="4191000" y="3441"/>
                  </a:lnTo>
                  <a:lnTo>
                    <a:pt x="4191000" y="6070"/>
                  </a:lnTo>
                  <a:lnTo>
                    <a:pt x="4191470" y="7200"/>
                  </a:lnTo>
                  <a:lnTo>
                    <a:pt x="4193336" y="9055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55"/>
                  </a:lnTo>
                  <a:lnTo>
                    <a:pt x="4200067" y="7200"/>
                  </a:lnTo>
                  <a:lnTo>
                    <a:pt x="4200525" y="6070"/>
                  </a:lnTo>
                  <a:lnTo>
                    <a:pt x="4200525" y="3441"/>
                  </a:lnTo>
                  <a:close/>
                </a:path>
                <a:path w="5248275" h="1370329">
                  <a:moveTo>
                    <a:pt x="4248150" y="1364157"/>
                  </a:moveTo>
                  <a:lnTo>
                    <a:pt x="4247693" y="1363040"/>
                  </a:lnTo>
                  <a:lnTo>
                    <a:pt x="4245826" y="1361173"/>
                  </a:lnTo>
                  <a:lnTo>
                    <a:pt x="4244708" y="1360703"/>
                  </a:lnTo>
                  <a:lnTo>
                    <a:pt x="4242079" y="1360703"/>
                  </a:lnTo>
                  <a:lnTo>
                    <a:pt x="4240962" y="1361173"/>
                  </a:lnTo>
                  <a:lnTo>
                    <a:pt x="4239095" y="1363040"/>
                  </a:lnTo>
                  <a:lnTo>
                    <a:pt x="4238625" y="1364157"/>
                  </a:lnTo>
                  <a:lnTo>
                    <a:pt x="4238625" y="1366786"/>
                  </a:lnTo>
                  <a:lnTo>
                    <a:pt x="4239095" y="1367904"/>
                  </a:lnTo>
                  <a:lnTo>
                    <a:pt x="4240962" y="1369771"/>
                  </a:lnTo>
                  <a:lnTo>
                    <a:pt x="4242079" y="1370228"/>
                  </a:lnTo>
                  <a:lnTo>
                    <a:pt x="4244708" y="1370228"/>
                  </a:lnTo>
                  <a:lnTo>
                    <a:pt x="4245826" y="1369771"/>
                  </a:lnTo>
                  <a:lnTo>
                    <a:pt x="4247693" y="1367904"/>
                  </a:lnTo>
                  <a:lnTo>
                    <a:pt x="4248150" y="1366786"/>
                  </a:lnTo>
                  <a:lnTo>
                    <a:pt x="4248150" y="1364157"/>
                  </a:lnTo>
                  <a:close/>
                </a:path>
                <a:path w="5248275" h="1370329">
                  <a:moveTo>
                    <a:pt x="4248150" y="683793"/>
                  </a:moveTo>
                  <a:lnTo>
                    <a:pt x="4247693" y="682675"/>
                  </a:lnTo>
                  <a:lnTo>
                    <a:pt x="4245826" y="680821"/>
                  </a:lnTo>
                  <a:lnTo>
                    <a:pt x="4244708" y="680351"/>
                  </a:lnTo>
                  <a:lnTo>
                    <a:pt x="4242079" y="680351"/>
                  </a:lnTo>
                  <a:lnTo>
                    <a:pt x="4240962" y="680821"/>
                  </a:lnTo>
                  <a:lnTo>
                    <a:pt x="4239095" y="682675"/>
                  </a:lnTo>
                  <a:lnTo>
                    <a:pt x="4238625" y="683793"/>
                  </a:lnTo>
                  <a:lnTo>
                    <a:pt x="4238625" y="686435"/>
                  </a:lnTo>
                  <a:lnTo>
                    <a:pt x="4239095" y="687552"/>
                  </a:lnTo>
                  <a:lnTo>
                    <a:pt x="4240962" y="689406"/>
                  </a:lnTo>
                  <a:lnTo>
                    <a:pt x="4242079" y="689876"/>
                  </a:lnTo>
                  <a:lnTo>
                    <a:pt x="4244708" y="689876"/>
                  </a:lnTo>
                  <a:lnTo>
                    <a:pt x="4245826" y="689406"/>
                  </a:lnTo>
                  <a:lnTo>
                    <a:pt x="4247693" y="687552"/>
                  </a:lnTo>
                  <a:lnTo>
                    <a:pt x="4248150" y="686435"/>
                  </a:lnTo>
                  <a:lnTo>
                    <a:pt x="4248150" y="683793"/>
                  </a:lnTo>
                  <a:close/>
                </a:path>
                <a:path w="5248275" h="1370329">
                  <a:moveTo>
                    <a:pt x="4248150" y="3441"/>
                  </a:moveTo>
                  <a:lnTo>
                    <a:pt x="4247693" y="2324"/>
                  </a:lnTo>
                  <a:lnTo>
                    <a:pt x="4245826" y="457"/>
                  </a:lnTo>
                  <a:lnTo>
                    <a:pt x="4244708" y="0"/>
                  </a:lnTo>
                  <a:lnTo>
                    <a:pt x="4242079" y="0"/>
                  </a:lnTo>
                  <a:lnTo>
                    <a:pt x="4240962" y="457"/>
                  </a:lnTo>
                  <a:lnTo>
                    <a:pt x="4239095" y="2324"/>
                  </a:lnTo>
                  <a:lnTo>
                    <a:pt x="4238625" y="3441"/>
                  </a:lnTo>
                  <a:lnTo>
                    <a:pt x="4238625" y="6070"/>
                  </a:lnTo>
                  <a:lnTo>
                    <a:pt x="4239095" y="7200"/>
                  </a:lnTo>
                  <a:lnTo>
                    <a:pt x="4240962" y="9055"/>
                  </a:lnTo>
                  <a:lnTo>
                    <a:pt x="4242079" y="9525"/>
                  </a:lnTo>
                  <a:lnTo>
                    <a:pt x="4244708" y="9525"/>
                  </a:lnTo>
                  <a:lnTo>
                    <a:pt x="4245826" y="9055"/>
                  </a:lnTo>
                  <a:lnTo>
                    <a:pt x="4247693" y="7200"/>
                  </a:lnTo>
                  <a:lnTo>
                    <a:pt x="4248150" y="6070"/>
                  </a:lnTo>
                  <a:lnTo>
                    <a:pt x="4248150" y="3441"/>
                  </a:lnTo>
                  <a:close/>
                </a:path>
                <a:path w="5248275" h="1370329">
                  <a:moveTo>
                    <a:pt x="4295775" y="1364157"/>
                  </a:moveTo>
                  <a:lnTo>
                    <a:pt x="4295318" y="1363040"/>
                  </a:lnTo>
                  <a:lnTo>
                    <a:pt x="4293451" y="1361173"/>
                  </a:lnTo>
                  <a:lnTo>
                    <a:pt x="4292333" y="1360703"/>
                  </a:lnTo>
                  <a:lnTo>
                    <a:pt x="4289704" y="1360703"/>
                  </a:lnTo>
                  <a:lnTo>
                    <a:pt x="4288587" y="1361173"/>
                  </a:lnTo>
                  <a:lnTo>
                    <a:pt x="4286720" y="1363040"/>
                  </a:lnTo>
                  <a:lnTo>
                    <a:pt x="4286250" y="1364157"/>
                  </a:lnTo>
                  <a:lnTo>
                    <a:pt x="4286250" y="1366786"/>
                  </a:lnTo>
                  <a:lnTo>
                    <a:pt x="4286720" y="1367904"/>
                  </a:lnTo>
                  <a:lnTo>
                    <a:pt x="4288587" y="1369771"/>
                  </a:lnTo>
                  <a:lnTo>
                    <a:pt x="4289704" y="1370228"/>
                  </a:lnTo>
                  <a:lnTo>
                    <a:pt x="4292333" y="1370228"/>
                  </a:lnTo>
                  <a:lnTo>
                    <a:pt x="4293451" y="1369771"/>
                  </a:lnTo>
                  <a:lnTo>
                    <a:pt x="4295318" y="1367904"/>
                  </a:lnTo>
                  <a:lnTo>
                    <a:pt x="4295775" y="1366786"/>
                  </a:lnTo>
                  <a:lnTo>
                    <a:pt x="4295775" y="1364157"/>
                  </a:lnTo>
                  <a:close/>
                </a:path>
                <a:path w="5248275" h="1370329">
                  <a:moveTo>
                    <a:pt x="4295775" y="683793"/>
                  </a:moveTo>
                  <a:lnTo>
                    <a:pt x="4295318" y="682675"/>
                  </a:lnTo>
                  <a:lnTo>
                    <a:pt x="4293451" y="680821"/>
                  </a:lnTo>
                  <a:lnTo>
                    <a:pt x="4292333" y="680351"/>
                  </a:lnTo>
                  <a:lnTo>
                    <a:pt x="4289704" y="680351"/>
                  </a:lnTo>
                  <a:lnTo>
                    <a:pt x="4288587" y="680821"/>
                  </a:lnTo>
                  <a:lnTo>
                    <a:pt x="4286720" y="682675"/>
                  </a:lnTo>
                  <a:lnTo>
                    <a:pt x="4286250" y="683793"/>
                  </a:lnTo>
                  <a:lnTo>
                    <a:pt x="4286250" y="686435"/>
                  </a:lnTo>
                  <a:lnTo>
                    <a:pt x="4286720" y="687552"/>
                  </a:lnTo>
                  <a:lnTo>
                    <a:pt x="4288587" y="689406"/>
                  </a:lnTo>
                  <a:lnTo>
                    <a:pt x="4289704" y="689876"/>
                  </a:lnTo>
                  <a:lnTo>
                    <a:pt x="4292333" y="689876"/>
                  </a:lnTo>
                  <a:lnTo>
                    <a:pt x="4293451" y="689406"/>
                  </a:lnTo>
                  <a:lnTo>
                    <a:pt x="4295318" y="687552"/>
                  </a:lnTo>
                  <a:lnTo>
                    <a:pt x="4295775" y="686435"/>
                  </a:lnTo>
                  <a:lnTo>
                    <a:pt x="4295775" y="683793"/>
                  </a:lnTo>
                  <a:close/>
                </a:path>
                <a:path w="5248275" h="1370329">
                  <a:moveTo>
                    <a:pt x="4295775" y="3441"/>
                  </a:moveTo>
                  <a:lnTo>
                    <a:pt x="4295318" y="2324"/>
                  </a:lnTo>
                  <a:lnTo>
                    <a:pt x="4293451" y="457"/>
                  </a:lnTo>
                  <a:lnTo>
                    <a:pt x="4292333" y="0"/>
                  </a:lnTo>
                  <a:lnTo>
                    <a:pt x="4289704" y="0"/>
                  </a:lnTo>
                  <a:lnTo>
                    <a:pt x="4288587" y="457"/>
                  </a:lnTo>
                  <a:lnTo>
                    <a:pt x="4286720" y="2324"/>
                  </a:lnTo>
                  <a:lnTo>
                    <a:pt x="4286250" y="3441"/>
                  </a:lnTo>
                  <a:lnTo>
                    <a:pt x="4286250" y="6070"/>
                  </a:lnTo>
                  <a:lnTo>
                    <a:pt x="4286720" y="7200"/>
                  </a:lnTo>
                  <a:lnTo>
                    <a:pt x="4288587" y="9055"/>
                  </a:lnTo>
                  <a:lnTo>
                    <a:pt x="4289704" y="9525"/>
                  </a:lnTo>
                  <a:lnTo>
                    <a:pt x="4292333" y="9525"/>
                  </a:lnTo>
                  <a:lnTo>
                    <a:pt x="4293451" y="9055"/>
                  </a:lnTo>
                  <a:lnTo>
                    <a:pt x="4295318" y="7200"/>
                  </a:lnTo>
                  <a:lnTo>
                    <a:pt x="4295775" y="6070"/>
                  </a:lnTo>
                  <a:lnTo>
                    <a:pt x="4295775" y="3441"/>
                  </a:lnTo>
                  <a:close/>
                </a:path>
                <a:path w="5248275" h="1370329">
                  <a:moveTo>
                    <a:pt x="4343400" y="1364157"/>
                  </a:moveTo>
                  <a:lnTo>
                    <a:pt x="4342943" y="1363040"/>
                  </a:lnTo>
                  <a:lnTo>
                    <a:pt x="4341076" y="1361173"/>
                  </a:lnTo>
                  <a:lnTo>
                    <a:pt x="4339958" y="1360703"/>
                  </a:lnTo>
                  <a:lnTo>
                    <a:pt x="4337329" y="1360703"/>
                  </a:lnTo>
                  <a:lnTo>
                    <a:pt x="4336199" y="1361173"/>
                  </a:lnTo>
                  <a:lnTo>
                    <a:pt x="4334345" y="1363040"/>
                  </a:lnTo>
                  <a:lnTo>
                    <a:pt x="4333875" y="1364157"/>
                  </a:lnTo>
                  <a:lnTo>
                    <a:pt x="4333875" y="1366786"/>
                  </a:lnTo>
                  <a:lnTo>
                    <a:pt x="4334345" y="1367904"/>
                  </a:lnTo>
                  <a:lnTo>
                    <a:pt x="4336199" y="1369771"/>
                  </a:lnTo>
                  <a:lnTo>
                    <a:pt x="4337329" y="1370228"/>
                  </a:lnTo>
                  <a:lnTo>
                    <a:pt x="4339958" y="1370228"/>
                  </a:lnTo>
                  <a:lnTo>
                    <a:pt x="4341076" y="1369771"/>
                  </a:lnTo>
                  <a:lnTo>
                    <a:pt x="4342943" y="1367904"/>
                  </a:lnTo>
                  <a:lnTo>
                    <a:pt x="4343400" y="1366786"/>
                  </a:lnTo>
                  <a:lnTo>
                    <a:pt x="4343400" y="1364157"/>
                  </a:lnTo>
                  <a:close/>
                </a:path>
                <a:path w="5248275" h="1370329">
                  <a:moveTo>
                    <a:pt x="4343400" y="683793"/>
                  </a:moveTo>
                  <a:lnTo>
                    <a:pt x="4342943" y="682675"/>
                  </a:lnTo>
                  <a:lnTo>
                    <a:pt x="4341076" y="680821"/>
                  </a:lnTo>
                  <a:lnTo>
                    <a:pt x="4339958" y="680351"/>
                  </a:lnTo>
                  <a:lnTo>
                    <a:pt x="4337329" y="680351"/>
                  </a:lnTo>
                  <a:lnTo>
                    <a:pt x="4336199" y="680821"/>
                  </a:lnTo>
                  <a:lnTo>
                    <a:pt x="4334345" y="682675"/>
                  </a:lnTo>
                  <a:lnTo>
                    <a:pt x="4333875" y="683793"/>
                  </a:lnTo>
                  <a:lnTo>
                    <a:pt x="4333875" y="686435"/>
                  </a:lnTo>
                  <a:lnTo>
                    <a:pt x="4334345" y="687552"/>
                  </a:lnTo>
                  <a:lnTo>
                    <a:pt x="4336199" y="689406"/>
                  </a:lnTo>
                  <a:lnTo>
                    <a:pt x="4337329" y="689876"/>
                  </a:lnTo>
                  <a:lnTo>
                    <a:pt x="4339958" y="689876"/>
                  </a:lnTo>
                  <a:lnTo>
                    <a:pt x="4341076" y="689406"/>
                  </a:lnTo>
                  <a:lnTo>
                    <a:pt x="4342943" y="687552"/>
                  </a:lnTo>
                  <a:lnTo>
                    <a:pt x="4343400" y="686435"/>
                  </a:lnTo>
                  <a:lnTo>
                    <a:pt x="4343400" y="683793"/>
                  </a:lnTo>
                  <a:close/>
                </a:path>
                <a:path w="5248275" h="1370329">
                  <a:moveTo>
                    <a:pt x="4343400" y="3441"/>
                  </a:moveTo>
                  <a:lnTo>
                    <a:pt x="4342943" y="2324"/>
                  </a:lnTo>
                  <a:lnTo>
                    <a:pt x="4341076" y="457"/>
                  </a:lnTo>
                  <a:lnTo>
                    <a:pt x="4339958" y="0"/>
                  </a:lnTo>
                  <a:lnTo>
                    <a:pt x="4337329" y="0"/>
                  </a:lnTo>
                  <a:lnTo>
                    <a:pt x="4336199" y="457"/>
                  </a:lnTo>
                  <a:lnTo>
                    <a:pt x="4334345" y="2324"/>
                  </a:lnTo>
                  <a:lnTo>
                    <a:pt x="4333875" y="3441"/>
                  </a:lnTo>
                  <a:lnTo>
                    <a:pt x="4333875" y="6070"/>
                  </a:lnTo>
                  <a:lnTo>
                    <a:pt x="4334345" y="7200"/>
                  </a:lnTo>
                  <a:lnTo>
                    <a:pt x="4336199" y="9055"/>
                  </a:lnTo>
                  <a:lnTo>
                    <a:pt x="4337329" y="9525"/>
                  </a:lnTo>
                  <a:lnTo>
                    <a:pt x="4339958" y="9525"/>
                  </a:lnTo>
                  <a:lnTo>
                    <a:pt x="4341076" y="9055"/>
                  </a:lnTo>
                  <a:lnTo>
                    <a:pt x="4342943" y="7200"/>
                  </a:lnTo>
                  <a:lnTo>
                    <a:pt x="4343400" y="6070"/>
                  </a:lnTo>
                  <a:lnTo>
                    <a:pt x="4343400" y="3441"/>
                  </a:lnTo>
                  <a:close/>
                </a:path>
                <a:path w="5248275" h="1370329">
                  <a:moveTo>
                    <a:pt x="4391025" y="1364157"/>
                  </a:moveTo>
                  <a:lnTo>
                    <a:pt x="4390568" y="1363040"/>
                  </a:lnTo>
                  <a:lnTo>
                    <a:pt x="4388701" y="1361173"/>
                  </a:lnTo>
                  <a:lnTo>
                    <a:pt x="4387583" y="1360703"/>
                  </a:lnTo>
                  <a:lnTo>
                    <a:pt x="4384954" y="1360703"/>
                  </a:lnTo>
                  <a:lnTo>
                    <a:pt x="4383824" y="1361173"/>
                  </a:lnTo>
                  <a:lnTo>
                    <a:pt x="4381970" y="1363040"/>
                  </a:lnTo>
                  <a:lnTo>
                    <a:pt x="4381500" y="1364157"/>
                  </a:lnTo>
                  <a:lnTo>
                    <a:pt x="4381500" y="1366786"/>
                  </a:lnTo>
                  <a:lnTo>
                    <a:pt x="4381970" y="1367904"/>
                  </a:lnTo>
                  <a:lnTo>
                    <a:pt x="4383824" y="1369771"/>
                  </a:lnTo>
                  <a:lnTo>
                    <a:pt x="4384954" y="1370228"/>
                  </a:lnTo>
                  <a:lnTo>
                    <a:pt x="4387583" y="1370228"/>
                  </a:lnTo>
                  <a:lnTo>
                    <a:pt x="4388701" y="1369771"/>
                  </a:lnTo>
                  <a:lnTo>
                    <a:pt x="4390568" y="1367904"/>
                  </a:lnTo>
                  <a:lnTo>
                    <a:pt x="4391025" y="1366786"/>
                  </a:lnTo>
                  <a:lnTo>
                    <a:pt x="4391025" y="1364157"/>
                  </a:lnTo>
                  <a:close/>
                </a:path>
                <a:path w="5248275" h="1370329">
                  <a:moveTo>
                    <a:pt x="4391025" y="683793"/>
                  </a:moveTo>
                  <a:lnTo>
                    <a:pt x="4390568" y="682675"/>
                  </a:lnTo>
                  <a:lnTo>
                    <a:pt x="4388701" y="680821"/>
                  </a:lnTo>
                  <a:lnTo>
                    <a:pt x="4387583" y="680351"/>
                  </a:lnTo>
                  <a:lnTo>
                    <a:pt x="4384954" y="680351"/>
                  </a:lnTo>
                  <a:lnTo>
                    <a:pt x="4383824" y="680821"/>
                  </a:lnTo>
                  <a:lnTo>
                    <a:pt x="4381970" y="682675"/>
                  </a:lnTo>
                  <a:lnTo>
                    <a:pt x="4381500" y="683793"/>
                  </a:lnTo>
                  <a:lnTo>
                    <a:pt x="4381500" y="686435"/>
                  </a:lnTo>
                  <a:lnTo>
                    <a:pt x="4381970" y="687552"/>
                  </a:lnTo>
                  <a:lnTo>
                    <a:pt x="4383824" y="689406"/>
                  </a:lnTo>
                  <a:lnTo>
                    <a:pt x="4384954" y="689876"/>
                  </a:lnTo>
                  <a:lnTo>
                    <a:pt x="4387583" y="689876"/>
                  </a:lnTo>
                  <a:lnTo>
                    <a:pt x="4388701" y="689406"/>
                  </a:lnTo>
                  <a:lnTo>
                    <a:pt x="4390568" y="687552"/>
                  </a:lnTo>
                  <a:lnTo>
                    <a:pt x="4391025" y="686435"/>
                  </a:lnTo>
                  <a:lnTo>
                    <a:pt x="4391025" y="683793"/>
                  </a:lnTo>
                  <a:close/>
                </a:path>
                <a:path w="5248275" h="1370329">
                  <a:moveTo>
                    <a:pt x="4391025" y="3441"/>
                  </a:moveTo>
                  <a:lnTo>
                    <a:pt x="4390568" y="2324"/>
                  </a:lnTo>
                  <a:lnTo>
                    <a:pt x="4388701" y="457"/>
                  </a:lnTo>
                  <a:lnTo>
                    <a:pt x="4387583" y="0"/>
                  </a:lnTo>
                  <a:lnTo>
                    <a:pt x="4384954" y="0"/>
                  </a:lnTo>
                  <a:lnTo>
                    <a:pt x="4383824" y="457"/>
                  </a:lnTo>
                  <a:lnTo>
                    <a:pt x="4381970" y="2324"/>
                  </a:lnTo>
                  <a:lnTo>
                    <a:pt x="4381500" y="3441"/>
                  </a:lnTo>
                  <a:lnTo>
                    <a:pt x="4381500" y="6070"/>
                  </a:lnTo>
                  <a:lnTo>
                    <a:pt x="4381970" y="7200"/>
                  </a:lnTo>
                  <a:lnTo>
                    <a:pt x="4383824" y="9055"/>
                  </a:lnTo>
                  <a:lnTo>
                    <a:pt x="4384954" y="9525"/>
                  </a:lnTo>
                  <a:lnTo>
                    <a:pt x="4387583" y="9525"/>
                  </a:lnTo>
                  <a:lnTo>
                    <a:pt x="4388701" y="9055"/>
                  </a:lnTo>
                  <a:lnTo>
                    <a:pt x="4390568" y="7200"/>
                  </a:lnTo>
                  <a:lnTo>
                    <a:pt x="4391025" y="6070"/>
                  </a:lnTo>
                  <a:lnTo>
                    <a:pt x="4391025" y="3441"/>
                  </a:lnTo>
                  <a:close/>
                </a:path>
                <a:path w="5248275" h="1370329">
                  <a:moveTo>
                    <a:pt x="4438650" y="1364157"/>
                  </a:moveTo>
                  <a:lnTo>
                    <a:pt x="4438193" y="1363040"/>
                  </a:lnTo>
                  <a:lnTo>
                    <a:pt x="4436326" y="1361173"/>
                  </a:lnTo>
                  <a:lnTo>
                    <a:pt x="4435208" y="1360703"/>
                  </a:lnTo>
                  <a:lnTo>
                    <a:pt x="4432579" y="1360703"/>
                  </a:lnTo>
                  <a:lnTo>
                    <a:pt x="4431449" y="1361173"/>
                  </a:lnTo>
                  <a:lnTo>
                    <a:pt x="4429595" y="1363040"/>
                  </a:lnTo>
                  <a:lnTo>
                    <a:pt x="4429125" y="1364157"/>
                  </a:lnTo>
                  <a:lnTo>
                    <a:pt x="4429125" y="1366786"/>
                  </a:lnTo>
                  <a:lnTo>
                    <a:pt x="4429595" y="1367904"/>
                  </a:lnTo>
                  <a:lnTo>
                    <a:pt x="4431449" y="1369771"/>
                  </a:lnTo>
                  <a:lnTo>
                    <a:pt x="4432579" y="1370228"/>
                  </a:lnTo>
                  <a:lnTo>
                    <a:pt x="4435208" y="1370228"/>
                  </a:lnTo>
                  <a:lnTo>
                    <a:pt x="4436326" y="1369771"/>
                  </a:lnTo>
                  <a:lnTo>
                    <a:pt x="4438193" y="1367904"/>
                  </a:lnTo>
                  <a:lnTo>
                    <a:pt x="4438650" y="1366786"/>
                  </a:lnTo>
                  <a:lnTo>
                    <a:pt x="4438650" y="1364157"/>
                  </a:lnTo>
                  <a:close/>
                </a:path>
                <a:path w="5248275" h="1370329">
                  <a:moveTo>
                    <a:pt x="4438650" y="683793"/>
                  </a:moveTo>
                  <a:lnTo>
                    <a:pt x="4438193" y="682675"/>
                  </a:lnTo>
                  <a:lnTo>
                    <a:pt x="4436326" y="680821"/>
                  </a:lnTo>
                  <a:lnTo>
                    <a:pt x="4435208" y="680351"/>
                  </a:lnTo>
                  <a:lnTo>
                    <a:pt x="4432579" y="680351"/>
                  </a:lnTo>
                  <a:lnTo>
                    <a:pt x="4431449" y="680821"/>
                  </a:lnTo>
                  <a:lnTo>
                    <a:pt x="4429595" y="682675"/>
                  </a:lnTo>
                  <a:lnTo>
                    <a:pt x="4429125" y="683793"/>
                  </a:lnTo>
                  <a:lnTo>
                    <a:pt x="4429125" y="686435"/>
                  </a:lnTo>
                  <a:lnTo>
                    <a:pt x="4429595" y="687552"/>
                  </a:lnTo>
                  <a:lnTo>
                    <a:pt x="4431449" y="689406"/>
                  </a:lnTo>
                  <a:lnTo>
                    <a:pt x="4432579" y="689876"/>
                  </a:lnTo>
                  <a:lnTo>
                    <a:pt x="4435208" y="689876"/>
                  </a:lnTo>
                  <a:lnTo>
                    <a:pt x="4436326" y="689406"/>
                  </a:lnTo>
                  <a:lnTo>
                    <a:pt x="4438193" y="687552"/>
                  </a:lnTo>
                  <a:lnTo>
                    <a:pt x="4438650" y="686435"/>
                  </a:lnTo>
                  <a:lnTo>
                    <a:pt x="4438650" y="683793"/>
                  </a:lnTo>
                  <a:close/>
                </a:path>
                <a:path w="5248275" h="1370329">
                  <a:moveTo>
                    <a:pt x="4438650" y="3441"/>
                  </a:moveTo>
                  <a:lnTo>
                    <a:pt x="4438193" y="2324"/>
                  </a:lnTo>
                  <a:lnTo>
                    <a:pt x="4436326" y="457"/>
                  </a:lnTo>
                  <a:lnTo>
                    <a:pt x="4435208" y="0"/>
                  </a:lnTo>
                  <a:lnTo>
                    <a:pt x="4432579" y="0"/>
                  </a:lnTo>
                  <a:lnTo>
                    <a:pt x="4431449" y="457"/>
                  </a:lnTo>
                  <a:lnTo>
                    <a:pt x="4429595" y="2324"/>
                  </a:lnTo>
                  <a:lnTo>
                    <a:pt x="4429125" y="3441"/>
                  </a:lnTo>
                  <a:lnTo>
                    <a:pt x="4429125" y="6070"/>
                  </a:lnTo>
                  <a:lnTo>
                    <a:pt x="4429595" y="7200"/>
                  </a:lnTo>
                  <a:lnTo>
                    <a:pt x="4431449" y="9055"/>
                  </a:lnTo>
                  <a:lnTo>
                    <a:pt x="4432579" y="9525"/>
                  </a:lnTo>
                  <a:lnTo>
                    <a:pt x="4435208" y="9525"/>
                  </a:lnTo>
                  <a:lnTo>
                    <a:pt x="4436326" y="9055"/>
                  </a:lnTo>
                  <a:lnTo>
                    <a:pt x="4438193" y="7200"/>
                  </a:lnTo>
                  <a:lnTo>
                    <a:pt x="4438650" y="6070"/>
                  </a:lnTo>
                  <a:lnTo>
                    <a:pt x="4438650" y="3441"/>
                  </a:lnTo>
                  <a:close/>
                </a:path>
                <a:path w="5248275" h="1370329">
                  <a:moveTo>
                    <a:pt x="4486275" y="1364157"/>
                  </a:moveTo>
                  <a:lnTo>
                    <a:pt x="4485818" y="1363040"/>
                  </a:lnTo>
                  <a:lnTo>
                    <a:pt x="4483951" y="1361173"/>
                  </a:lnTo>
                  <a:lnTo>
                    <a:pt x="4482833" y="1360703"/>
                  </a:lnTo>
                  <a:lnTo>
                    <a:pt x="4480204" y="1360703"/>
                  </a:lnTo>
                  <a:lnTo>
                    <a:pt x="4479087" y="1361173"/>
                  </a:lnTo>
                  <a:lnTo>
                    <a:pt x="4477220" y="1363040"/>
                  </a:lnTo>
                  <a:lnTo>
                    <a:pt x="4476750" y="1364157"/>
                  </a:lnTo>
                  <a:lnTo>
                    <a:pt x="4476750" y="1366786"/>
                  </a:lnTo>
                  <a:lnTo>
                    <a:pt x="4477220" y="1367904"/>
                  </a:lnTo>
                  <a:lnTo>
                    <a:pt x="4479087" y="1369771"/>
                  </a:lnTo>
                  <a:lnTo>
                    <a:pt x="4480204" y="1370228"/>
                  </a:lnTo>
                  <a:lnTo>
                    <a:pt x="4482833" y="1370228"/>
                  </a:lnTo>
                  <a:lnTo>
                    <a:pt x="4483951" y="1369771"/>
                  </a:lnTo>
                  <a:lnTo>
                    <a:pt x="4485818" y="1367904"/>
                  </a:lnTo>
                  <a:lnTo>
                    <a:pt x="4486275" y="1366786"/>
                  </a:lnTo>
                  <a:lnTo>
                    <a:pt x="4486275" y="1364157"/>
                  </a:lnTo>
                  <a:close/>
                </a:path>
                <a:path w="5248275" h="1370329">
                  <a:moveTo>
                    <a:pt x="4486275" y="683793"/>
                  </a:moveTo>
                  <a:lnTo>
                    <a:pt x="4485818" y="682675"/>
                  </a:lnTo>
                  <a:lnTo>
                    <a:pt x="4483951" y="680821"/>
                  </a:lnTo>
                  <a:lnTo>
                    <a:pt x="4482833" y="680351"/>
                  </a:lnTo>
                  <a:lnTo>
                    <a:pt x="4480204" y="680351"/>
                  </a:lnTo>
                  <a:lnTo>
                    <a:pt x="4479087" y="680821"/>
                  </a:lnTo>
                  <a:lnTo>
                    <a:pt x="4477220" y="682675"/>
                  </a:lnTo>
                  <a:lnTo>
                    <a:pt x="4476750" y="683793"/>
                  </a:lnTo>
                  <a:lnTo>
                    <a:pt x="4476750" y="686435"/>
                  </a:lnTo>
                  <a:lnTo>
                    <a:pt x="4477220" y="687552"/>
                  </a:lnTo>
                  <a:lnTo>
                    <a:pt x="4479087" y="689406"/>
                  </a:lnTo>
                  <a:lnTo>
                    <a:pt x="4480204" y="689876"/>
                  </a:lnTo>
                  <a:lnTo>
                    <a:pt x="4482833" y="689876"/>
                  </a:lnTo>
                  <a:lnTo>
                    <a:pt x="4483951" y="689406"/>
                  </a:lnTo>
                  <a:lnTo>
                    <a:pt x="4485818" y="687552"/>
                  </a:lnTo>
                  <a:lnTo>
                    <a:pt x="4486275" y="686435"/>
                  </a:lnTo>
                  <a:lnTo>
                    <a:pt x="4486275" y="683793"/>
                  </a:lnTo>
                  <a:close/>
                </a:path>
                <a:path w="5248275" h="1370329">
                  <a:moveTo>
                    <a:pt x="4486275" y="3441"/>
                  </a:moveTo>
                  <a:lnTo>
                    <a:pt x="4485818" y="2324"/>
                  </a:lnTo>
                  <a:lnTo>
                    <a:pt x="4483951" y="457"/>
                  </a:lnTo>
                  <a:lnTo>
                    <a:pt x="4482833" y="0"/>
                  </a:lnTo>
                  <a:lnTo>
                    <a:pt x="4480204" y="0"/>
                  </a:lnTo>
                  <a:lnTo>
                    <a:pt x="4479087" y="457"/>
                  </a:lnTo>
                  <a:lnTo>
                    <a:pt x="4477220" y="2324"/>
                  </a:lnTo>
                  <a:lnTo>
                    <a:pt x="4476750" y="3441"/>
                  </a:lnTo>
                  <a:lnTo>
                    <a:pt x="4476750" y="6070"/>
                  </a:lnTo>
                  <a:lnTo>
                    <a:pt x="4477220" y="7200"/>
                  </a:lnTo>
                  <a:lnTo>
                    <a:pt x="4479087" y="9055"/>
                  </a:lnTo>
                  <a:lnTo>
                    <a:pt x="4480204" y="9525"/>
                  </a:lnTo>
                  <a:lnTo>
                    <a:pt x="4482833" y="9525"/>
                  </a:lnTo>
                  <a:lnTo>
                    <a:pt x="4483951" y="9055"/>
                  </a:lnTo>
                  <a:lnTo>
                    <a:pt x="4485818" y="7200"/>
                  </a:lnTo>
                  <a:lnTo>
                    <a:pt x="4486275" y="6070"/>
                  </a:lnTo>
                  <a:lnTo>
                    <a:pt x="4486275" y="3441"/>
                  </a:lnTo>
                  <a:close/>
                </a:path>
                <a:path w="5248275" h="1370329">
                  <a:moveTo>
                    <a:pt x="4533900" y="1364157"/>
                  </a:moveTo>
                  <a:lnTo>
                    <a:pt x="4533443" y="1363040"/>
                  </a:lnTo>
                  <a:lnTo>
                    <a:pt x="4531576" y="1361173"/>
                  </a:lnTo>
                  <a:lnTo>
                    <a:pt x="4530458" y="1360703"/>
                  </a:lnTo>
                  <a:lnTo>
                    <a:pt x="4527829" y="1360703"/>
                  </a:lnTo>
                  <a:lnTo>
                    <a:pt x="4526712" y="1361173"/>
                  </a:lnTo>
                  <a:lnTo>
                    <a:pt x="4524845" y="1363040"/>
                  </a:lnTo>
                  <a:lnTo>
                    <a:pt x="4524375" y="1364157"/>
                  </a:lnTo>
                  <a:lnTo>
                    <a:pt x="4524375" y="1366786"/>
                  </a:lnTo>
                  <a:lnTo>
                    <a:pt x="4524845" y="1367904"/>
                  </a:lnTo>
                  <a:lnTo>
                    <a:pt x="4526712" y="1369771"/>
                  </a:lnTo>
                  <a:lnTo>
                    <a:pt x="4527829" y="1370228"/>
                  </a:lnTo>
                  <a:lnTo>
                    <a:pt x="4530458" y="1370228"/>
                  </a:lnTo>
                  <a:lnTo>
                    <a:pt x="4531576" y="1369771"/>
                  </a:lnTo>
                  <a:lnTo>
                    <a:pt x="4533443" y="1367904"/>
                  </a:lnTo>
                  <a:lnTo>
                    <a:pt x="4533900" y="1366786"/>
                  </a:lnTo>
                  <a:lnTo>
                    <a:pt x="4533900" y="1364157"/>
                  </a:lnTo>
                  <a:close/>
                </a:path>
                <a:path w="5248275" h="1370329">
                  <a:moveTo>
                    <a:pt x="4533900" y="683793"/>
                  </a:moveTo>
                  <a:lnTo>
                    <a:pt x="4533443" y="682675"/>
                  </a:lnTo>
                  <a:lnTo>
                    <a:pt x="4531576" y="680821"/>
                  </a:lnTo>
                  <a:lnTo>
                    <a:pt x="4530458" y="680351"/>
                  </a:lnTo>
                  <a:lnTo>
                    <a:pt x="4527829" y="680351"/>
                  </a:lnTo>
                  <a:lnTo>
                    <a:pt x="4526712" y="680821"/>
                  </a:lnTo>
                  <a:lnTo>
                    <a:pt x="4524845" y="682675"/>
                  </a:lnTo>
                  <a:lnTo>
                    <a:pt x="4524375" y="683793"/>
                  </a:lnTo>
                  <a:lnTo>
                    <a:pt x="4524375" y="686435"/>
                  </a:lnTo>
                  <a:lnTo>
                    <a:pt x="4524845" y="687552"/>
                  </a:lnTo>
                  <a:lnTo>
                    <a:pt x="4526712" y="689406"/>
                  </a:lnTo>
                  <a:lnTo>
                    <a:pt x="4527829" y="689876"/>
                  </a:lnTo>
                  <a:lnTo>
                    <a:pt x="4530458" y="689876"/>
                  </a:lnTo>
                  <a:lnTo>
                    <a:pt x="4531576" y="689406"/>
                  </a:lnTo>
                  <a:lnTo>
                    <a:pt x="4533443" y="687552"/>
                  </a:lnTo>
                  <a:lnTo>
                    <a:pt x="4533900" y="686435"/>
                  </a:lnTo>
                  <a:lnTo>
                    <a:pt x="4533900" y="683793"/>
                  </a:lnTo>
                  <a:close/>
                </a:path>
                <a:path w="5248275" h="1370329">
                  <a:moveTo>
                    <a:pt x="4533900" y="3441"/>
                  </a:moveTo>
                  <a:lnTo>
                    <a:pt x="4533443" y="2324"/>
                  </a:lnTo>
                  <a:lnTo>
                    <a:pt x="4531576" y="457"/>
                  </a:lnTo>
                  <a:lnTo>
                    <a:pt x="4530458" y="0"/>
                  </a:lnTo>
                  <a:lnTo>
                    <a:pt x="4527829" y="0"/>
                  </a:lnTo>
                  <a:lnTo>
                    <a:pt x="4526712" y="457"/>
                  </a:lnTo>
                  <a:lnTo>
                    <a:pt x="4524845" y="2324"/>
                  </a:lnTo>
                  <a:lnTo>
                    <a:pt x="4524375" y="3441"/>
                  </a:lnTo>
                  <a:lnTo>
                    <a:pt x="4524375" y="6070"/>
                  </a:lnTo>
                  <a:lnTo>
                    <a:pt x="4524845" y="7200"/>
                  </a:lnTo>
                  <a:lnTo>
                    <a:pt x="4526712" y="9055"/>
                  </a:lnTo>
                  <a:lnTo>
                    <a:pt x="4527829" y="9525"/>
                  </a:lnTo>
                  <a:lnTo>
                    <a:pt x="4530458" y="9525"/>
                  </a:lnTo>
                  <a:lnTo>
                    <a:pt x="4531576" y="9055"/>
                  </a:lnTo>
                  <a:lnTo>
                    <a:pt x="4533443" y="7200"/>
                  </a:lnTo>
                  <a:lnTo>
                    <a:pt x="4533900" y="6070"/>
                  </a:lnTo>
                  <a:lnTo>
                    <a:pt x="4533900" y="3441"/>
                  </a:lnTo>
                  <a:close/>
                </a:path>
                <a:path w="5248275" h="1370329">
                  <a:moveTo>
                    <a:pt x="4581525" y="1364157"/>
                  </a:moveTo>
                  <a:lnTo>
                    <a:pt x="4581068" y="1363040"/>
                  </a:lnTo>
                  <a:lnTo>
                    <a:pt x="4579201" y="1361173"/>
                  </a:lnTo>
                  <a:lnTo>
                    <a:pt x="4578083" y="1360703"/>
                  </a:lnTo>
                  <a:lnTo>
                    <a:pt x="4575454" y="1360703"/>
                  </a:lnTo>
                  <a:lnTo>
                    <a:pt x="4574337" y="1361173"/>
                  </a:lnTo>
                  <a:lnTo>
                    <a:pt x="4572470" y="1363040"/>
                  </a:lnTo>
                  <a:lnTo>
                    <a:pt x="4572000" y="1364157"/>
                  </a:lnTo>
                  <a:lnTo>
                    <a:pt x="4572000" y="1366786"/>
                  </a:lnTo>
                  <a:lnTo>
                    <a:pt x="4572470" y="1367904"/>
                  </a:lnTo>
                  <a:lnTo>
                    <a:pt x="4574337" y="1369771"/>
                  </a:lnTo>
                  <a:lnTo>
                    <a:pt x="4575454" y="1370228"/>
                  </a:lnTo>
                  <a:lnTo>
                    <a:pt x="4578083" y="1370228"/>
                  </a:lnTo>
                  <a:lnTo>
                    <a:pt x="4579201" y="1369771"/>
                  </a:lnTo>
                  <a:lnTo>
                    <a:pt x="4581068" y="1367904"/>
                  </a:lnTo>
                  <a:lnTo>
                    <a:pt x="4581525" y="1366786"/>
                  </a:lnTo>
                  <a:lnTo>
                    <a:pt x="4581525" y="1364157"/>
                  </a:lnTo>
                  <a:close/>
                </a:path>
                <a:path w="5248275" h="1370329">
                  <a:moveTo>
                    <a:pt x="4581525" y="683793"/>
                  </a:moveTo>
                  <a:lnTo>
                    <a:pt x="4581068" y="682675"/>
                  </a:lnTo>
                  <a:lnTo>
                    <a:pt x="4579201" y="680821"/>
                  </a:lnTo>
                  <a:lnTo>
                    <a:pt x="4578083" y="680351"/>
                  </a:lnTo>
                  <a:lnTo>
                    <a:pt x="4575454" y="680351"/>
                  </a:lnTo>
                  <a:lnTo>
                    <a:pt x="4574337" y="680821"/>
                  </a:lnTo>
                  <a:lnTo>
                    <a:pt x="4572470" y="682675"/>
                  </a:lnTo>
                  <a:lnTo>
                    <a:pt x="4572000" y="683793"/>
                  </a:lnTo>
                  <a:lnTo>
                    <a:pt x="4572000" y="686435"/>
                  </a:lnTo>
                  <a:lnTo>
                    <a:pt x="4572470" y="687552"/>
                  </a:lnTo>
                  <a:lnTo>
                    <a:pt x="4574337" y="689406"/>
                  </a:lnTo>
                  <a:lnTo>
                    <a:pt x="4575454" y="689876"/>
                  </a:lnTo>
                  <a:lnTo>
                    <a:pt x="4578083" y="689876"/>
                  </a:lnTo>
                  <a:lnTo>
                    <a:pt x="4579201" y="689406"/>
                  </a:lnTo>
                  <a:lnTo>
                    <a:pt x="4581068" y="687552"/>
                  </a:lnTo>
                  <a:lnTo>
                    <a:pt x="4581525" y="686435"/>
                  </a:lnTo>
                  <a:lnTo>
                    <a:pt x="4581525" y="683793"/>
                  </a:lnTo>
                  <a:close/>
                </a:path>
                <a:path w="5248275" h="1370329">
                  <a:moveTo>
                    <a:pt x="4581525" y="3441"/>
                  </a:moveTo>
                  <a:lnTo>
                    <a:pt x="4581068" y="2324"/>
                  </a:lnTo>
                  <a:lnTo>
                    <a:pt x="4579201" y="457"/>
                  </a:lnTo>
                  <a:lnTo>
                    <a:pt x="4578083" y="0"/>
                  </a:lnTo>
                  <a:lnTo>
                    <a:pt x="4575454" y="0"/>
                  </a:lnTo>
                  <a:lnTo>
                    <a:pt x="4574337" y="457"/>
                  </a:lnTo>
                  <a:lnTo>
                    <a:pt x="4572470" y="2324"/>
                  </a:lnTo>
                  <a:lnTo>
                    <a:pt x="4572000" y="3441"/>
                  </a:lnTo>
                  <a:lnTo>
                    <a:pt x="4572000" y="6070"/>
                  </a:lnTo>
                  <a:lnTo>
                    <a:pt x="4572470" y="7200"/>
                  </a:lnTo>
                  <a:lnTo>
                    <a:pt x="4574337" y="9055"/>
                  </a:lnTo>
                  <a:lnTo>
                    <a:pt x="4575454" y="9525"/>
                  </a:lnTo>
                  <a:lnTo>
                    <a:pt x="4578083" y="9525"/>
                  </a:lnTo>
                  <a:lnTo>
                    <a:pt x="4579201" y="9055"/>
                  </a:lnTo>
                  <a:lnTo>
                    <a:pt x="4581068" y="7200"/>
                  </a:lnTo>
                  <a:lnTo>
                    <a:pt x="4581525" y="6070"/>
                  </a:lnTo>
                  <a:lnTo>
                    <a:pt x="4581525" y="3441"/>
                  </a:lnTo>
                  <a:close/>
                </a:path>
                <a:path w="5248275" h="1370329">
                  <a:moveTo>
                    <a:pt x="4629150" y="1364157"/>
                  </a:moveTo>
                  <a:lnTo>
                    <a:pt x="4628693" y="1363040"/>
                  </a:lnTo>
                  <a:lnTo>
                    <a:pt x="4626826" y="1361173"/>
                  </a:lnTo>
                  <a:lnTo>
                    <a:pt x="4625708" y="1360703"/>
                  </a:lnTo>
                  <a:lnTo>
                    <a:pt x="4623079" y="1360703"/>
                  </a:lnTo>
                  <a:lnTo>
                    <a:pt x="4621962" y="1361173"/>
                  </a:lnTo>
                  <a:lnTo>
                    <a:pt x="4620095" y="1363040"/>
                  </a:lnTo>
                  <a:lnTo>
                    <a:pt x="4619625" y="1364157"/>
                  </a:lnTo>
                  <a:lnTo>
                    <a:pt x="4619625" y="1366786"/>
                  </a:lnTo>
                  <a:lnTo>
                    <a:pt x="4620095" y="1367904"/>
                  </a:lnTo>
                  <a:lnTo>
                    <a:pt x="4621962" y="1369771"/>
                  </a:lnTo>
                  <a:lnTo>
                    <a:pt x="4623079" y="1370228"/>
                  </a:lnTo>
                  <a:lnTo>
                    <a:pt x="4625708" y="1370228"/>
                  </a:lnTo>
                  <a:lnTo>
                    <a:pt x="4626826" y="1369771"/>
                  </a:lnTo>
                  <a:lnTo>
                    <a:pt x="4628693" y="1367904"/>
                  </a:lnTo>
                  <a:lnTo>
                    <a:pt x="4629150" y="1366786"/>
                  </a:lnTo>
                  <a:lnTo>
                    <a:pt x="4629150" y="1364157"/>
                  </a:lnTo>
                  <a:close/>
                </a:path>
                <a:path w="5248275" h="1370329">
                  <a:moveTo>
                    <a:pt x="4629150" y="683793"/>
                  </a:moveTo>
                  <a:lnTo>
                    <a:pt x="4628693" y="682675"/>
                  </a:lnTo>
                  <a:lnTo>
                    <a:pt x="4626826" y="680821"/>
                  </a:lnTo>
                  <a:lnTo>
                    <a:pt x="4625708" y="680351"/>
                  </a:lnTo>
                  <a:lnTo>
                    <a:pt x="4623079" y="680351"/>
                  </a:lnTo>
                  <a:lnTo>
                    <a:pt x="4621962" y="680821"/>
                  </a:lnTo>
                  <a:lnTo>
                    <a:pt x="4620095" y="682675"/>
                  </a:lnTo>
                  <a:lnTo>
                    <a:pt x="4619625" y="683793"/>
                  </a:lnTo>
                  <a:lnTo>
                    <a:pt x="4619625" y="686435"/>
                  </a:lnTo>
                  <a:lnTo>
                    <a:pt x="4620095" y="687552"/>
                  </a:lnTo>
                  <a:lnTo>
                    <a:pt x="4621962" y="689406"/>
                  </a:lnTo>
                  <a:lnTo>
                    <a:pt x="4623079" y="689876"/>
                  </a:lnTo>
                  <a:lnTo>
                    <a:pt x="4625708" y="689876"/>
                  </a:lnTo>
                  <a:lnTo>
                    <a:pt x="4626826" y="689406"/>
                  </a:lnTo>
                  <a:lnTo>
                    <a:pt x="4628693" y="687552"/>
                  </a:lnTo>
                  <a:lnTo>
                    <a:pt x="4629150" y="686435"/>
                  </a:lnTo>
                  <a:lnTo>
                    <a:pt x="4629150" y="683793"/>
                  </a:lnTo>
                  <a:close/>
                </a:path>
                <a:path w="5248275" h="1370329">
                  <a:moveTo>
                    <a:pt x="4629150" y="3441"/>
                  </a:moveTo>
                  <a:lnTo>
                    <a:pt x="4628693" y="2324"/>
                  </a:lnTo>
                  <a:lnTo>
                    <a:pt x="4626826" y="457"/>
                  </a:lnTo>
                  <a:lnTo>
                    <a:pt x="4625708" y="0"/>
                  </a:lnTo>
                  <a:lnTo>
                    <a:pt x="4623079" y="0"/>
                  </a:lnTo>
                  <a:lnTo>
                    <a:pt x="4621962" y="457"/>
                  </a:lnTo>
                  <a:lnTo>
                    <a:pt x="4620095" y="2324"/>
                  </a:lnTo>
                  <a:lnTo>
                    <a:pt x="4619625" y="3441"/>
                  </a:lnTo>
                  <a:lnTo>
                    <a:pt x="4619625" y="6070"/>
                  </a:lnTo>
                  <a:lnTo>
                    <a:pt x="4620095" y="7200"/>
                  </a:lnTo>
                  <a:lnTo>
                    <a:pt x="4621962" y="9055"/>
                  </a:lnTo>
                  <a:lnTo>
                    <a:pt x="4623079" y="9525"/>
                  </a:lnTo>
                  <a:lnTo>
                    <a:pt x="4625708" y="9525"/>
                  </a:lnTo>
                  <a:lnTo>
                    <a:pt x="4626826" y="9055"/>
                  </a:lnTo>
                  <a:lnTo>
                    <a:pt x="4628693" y="7200"/>
                  </a:lnTo>
                  <a:lnTo>
                    <a:pt x="4629150" y="6070"/>
                  </a:lnTo>
                  <a:lnTo>
                    <a:pt x="4629150" y="3441"/>
                  </a:lnTo>
                  <a:close/>
                </a:path>
                <a:path w="5248275" h="1370329">
                  <a:moveTo>
                    <a:pt x="4676775" y="1364157"/>
                  </a:moveTo>
                  <a:lnTo>
                    <a:pt x="4676318" y="1363040"/>
                  </a:lnTo>
                  <a:lnTo>
                    <a:pt x="4674451" y="1361173"/>
                  </a:lnTo>
                  <a:lnTo>
                    <a:pt x="4673333" y="1360703"/>
                  </a:lnTo>
                  <a:lnTo>
                    <a:pt x="4670704" y="1360703"/>
                  </a:lnTo>
                  <a:lnTo>
                    <a:pt x="4669587" y="1361173"/>
                  </a:lnTo>
                  <a:lnTo>
                    <a:pt x="4667720" y="1363040"/>
                  </a:lnTo>
                  <a:lnTo>
                    <a:pt x="4667250" y="1364157"/>
                  </a:lnTo>
                  <a:lnTo>
                    <a:pt x="4667250" y="1366786"/>
                  </a:lnTo>
                  <a:lnTo>
                    <a:pt x="4667720" y="1367904"/>
                  </a:lnTo>
                  <a:lnTo>
                    <a:pt x="4669587" y="1369771"/>
                  </a:lnTo>
                  <a:lnTo>
                    <a:pt x="4670704" y="1370228"/>
                  </a:lnTo>
                  <a:lnTo>
                    <a:pt x="4673333" y="1370228"/>
                  </a:lnTo>
                  <a:lnTo>
                    <a:pt x="4674451" y="1369771"/>
                  </a:lnTo>
                  <a:lnTo>
                    <a:pt x="4676318" y="1367904"/>
                  </a:lnTo>
                  <a:lnTo>
                    <a:pt x="4676775" y="1366786"/>
                  </a:lnTo>
                  <a:lnTo>
                    <a:pt x="4676775" y="1364157"/>
                  </a:lnTo>
                  <a:close/>
                </a:path>
                <a:path w="5248275" h="1370329">
                  <a:moveTo>
                    <a:pt x="4676775" y="683793"/>
                  </a:moveTo>
                  <a:lnTo>
                    <a:pt x="4676318" y="682675"/>
                  </a:lnTo>
                  <a:lnTo>
                    <a:pt x="4674451" y="680821"/>
                  </a:lnTo>
                  <a:lnTo>
                    <a:pt x="4673333" y="680351"/>
                  </a:lnTo>
                  <a:lnTo>
                    <a:pt x="4670704" y="680351"/>
                  </a:lnTo>
                  <a:lnTo>
                    <a:pt x="4669587" y="680821"/>
                  </a:lnTo>
                  <a:lnTo>
                    <a:pt x="4667720" y="682675"/>
                  </a:lnTo>
                  <a:lnTo>
                    <a:pt x="4667250" y="683793"/>
                  </a:lnTo>
                  <a:lnTo>
                    <a:pt x="4667250" y="686435"/>
                  </a:lnTo>
                  <a:lnTo>
                    <a:pt x="4667720" y="687552"/>
                  </a:lnTo>
                  <a:lnTo>
                    <a:pt x="4669587" y="689406"/>
                  </a:lnTo>
                  <a:lnTo>
                    <a:pt x="4670704" y="689876"/>
                  </a:lnTo>
                  <a:lnTo>
                    <a:pt x="4673333" y="689876"/>
                  </a:lnTo>
                  <a:lnTo>
                    <a:pt x="4674451" y="689406"/>
                  </a:lnTo>
                  <a:lnTo>
                    <a:pt x="4676318" y="687552"/>
                  </a:lnTo>
                  <a:lnTo>
                    <a:pt x="4676775" y="686435"/>
                  </a:lnTo>
                  <a:lnTo>
                    <a:pt x="4676775" y="683793"/>
                  </a:lnTo>
                  <a:close/>
                </a:path>
                <a:path w="5248275" h="1370329">
                  <a:moveTo>
                    <a:pt x="4676775" y="3441"/>
                  </a:moveTo>
                  <a:lnTo>
                    <a:pt x="4676318" y="2324"/>
                  </a:lnTo>
                  <a:lnTo>
                    <a:pt x="4674451" y="457"/>
                  </a:lnTo>
                  <a:lnTo>
                    <a:pt x="4673333" y="0"/>
                  </a:lnTo>
                  <a:lnTo>
                    <a:pt x="4670704" y="0"/>
                  </a:lnTo>
                  <a:lnTo>
                    <a:pt x="4669587" y="457"/>
                  </a:lnTo>
                  <a:lnTo>
                    <a:pt x="4667720" y="2324"/>
                  </a:lnTo>
                  <a:lnTo>
                    <a:pt x="4667250" y="3441"/>
                  </a:lnTo>
                  <a:lnTo>
                    <a:pt x="4667250" y="6070"/>
                  </a:lnTo>
                  <a:lnTo>
                    <a:pt x="4667720" y="7200"/>
                  </a:lnTo>
                  <a:lnTo>
                    <a:pt x="4669587" y="9055"/>
                  </a:lnTo>
                  <a:lnTo>
                    <a:pt x="4670704" y="9525"/>
                  </a:lnTo>
                  <a:lnTo>
                    <a:pt x="4673333" y="9525"/>
                  </a:lnTo>
                  <a:lnTo>
                    <a:pt x="4674451" y="9055"/>
                  </a:lnTo>
                  <a:lnTo>
                    <a:pt x="4676318" y="7200"/>
                  </a:lnTo>
                  <a:lnTo>
                    <a:pt x="4676775" y="6070"/>
                  </a:lnTo>
                  <a:lnTo>
                    <a:pt x="4676775" y="3441"/>
                  </a:lnTo>
                  <a:close/>
                </a:path>
                <a:path w="5248275" h="1370329">
                  <a:moveTo>
                    <a:pt x="4724400" y="1364157"/>
                  </a:moveTo>
                  <a:lnTo>
                    <a:pt x="4723943" y="1363040"/>
                  </a:lnTo>
                  <a:lnTo>
                    <a:pt x="4722076" y="1361173"/>
                  </a:lnTo>
                  <a:lnTo>
                    <a:pt x="4720958" y="1360703"/>
                  </a:lnTo>
                  <a:lnTo>
                    <a:pt x="4718329" y="1360703"/>
                  </a:lnTo>
                  <a:lnTo>
                    <a:pt x="4717212" y="1361173"/>
                  </a:lnTo>
                  <a:lnTo>
                    <a:pt x="4715345" y="1363040"/>
                  </a:lnTo>
                  <a:lnTo>
                    <a:pt x="4714875" y="1364157"/>
                  </a:lnTo>
                  <a:lnTo>
                    <a:pt x="4714875" y="1366786"/>
                  </a:lnTo>
                  <a:lnTo>
                    <a:pt x="4715345" y="1367904"/>
                  </a:lnTo>
                  <a:lnTo>
                    <a:pt x="4717212" y="1369771"/>
                  </a:lnTo>
                  <a:lnTo>
                    <a:pt x="4718329" y="1370228"/>
                  </a:lnTo>
                  <a:lnTo>
                    <a:pt x="4720958" y="1370228"/>
                  </a:lnTo>
                  <a:lnTo>
                    <a:pt x="4722076" y="1369771"/>
                  </a:lnTo>
                  <a:lnTo>
                    <a:pt x="4723943" y="1367904"/>
                  </a:lnTo>
                  <a:lnTo>
                    <a:pt x="4724400" y="1366786"/>
                  </a:lnTo>
                  <a:lnTo>
                    <a:pt x="4724400" y="1364157"/>
                  </a:lnTo>
                  <a:close/>
                </a:path>
                <a:path w="5248275" h="1370329">
                  <a:moveTo>
                    <a:pt x="4724400" y="683793"/>
                  </a:moveTo>
                  <a:lnTo>
                    <a:pt x="4723943" y="682675"/>
                  </a:lnTo>
                  <a:lnTo>
                    <a:pt x="4722076" y="680821"/>
                  </a:lnTo>
                  <a:lnTo>
                    <a:pt x="4720958" y="680351"/>
                  </a:lnTo>
                  <a:lnTo>
                    <a:pt x="4718329" y="680351"/>
                  </a:lnTo>
                  <a:lnTo>
                    <a:pt x="4717212" y="680821"/>
                  </a:lnTo>
                  <a:lnTo>
                    <a:pt x="4715345" y="682675"/>
                  </a:lnTo>
                  <a:lnTo>
                    <a:pt x="4714875" y="683793"/>
                  </a:lnTo>
                  <a:lnTo>
                    <a:pt x="4714875" y="686435"/>
                  </a:lnTo>
                  <a:lnTo>
                    <a:pt x="4715345" y="687552"/>
                  </a:lnTo>
                  <a:lnTo>
                    <a:pt x="4717212" y="689406"/>
                  </a:lnTo>
                  <a:lnTo>
                    <a:pt x="4718329" y="689876"/>
                  </a:lnTo>
                  <a:lnTo>
                    <a:pt x="4720958" y="689876"/>
                  </a:lnTo>
                  <a:lnTo>
                    <a:pt x="4722076" y="689406"/>
                  </a:lnTo>
                  <a:lnTo>
                    <a:pt x="4723943" y="687552"/>
                  </a:lnTo>
                  <a:lnTo>
                    <a:pt x="4724400" y="686435"/>
                  </a:lnTo>
                  <a:lnTo>
                    <a:pt x="4724400" y="683793"/>
                  </a:lnTo>
                  <a:close/>
                </a:path>
                <a:path w="5248275" h="1370329">
                  <a:moveTo>
                    <a:pt x="4724400" y="3441"/>
                  </a:moveTo>
                  <a:lnTo>
                    <a:pt x="4723943" y="2324"/>
                  </a:lnTo>
                  <a:lnTo>
                    <a:pt x="4722076" y="457"/>
                  </a:lnTo>
                  <a:lnTo>
                    <a:pt x="4720958" y="0"/>
                  </a:lnTo>
                  <a:lnTo>
                    <a:pt x="4718329" y="0"/>
                  </a:lnTo>
                  <a:lnTo>
                    <a:pt x="4717212" y="457"/>
                  </a:lnTo>
                  <a:lnTo>
                    <a:pt x="4715345" y="2324"/>
                  </a:lnTo>
                  <a:lnTo>
                    <a:pt x="4714875" y="3441"/>
                  </a:lnTo>
                  <a:lnTo>
                    <a:pt x="4714875" y="6070"/>
                  </a:lnTo>
                  <a:lnTo>
                    <a:pt x="4715345" y="7200"/>
                  </a:lnTo>
                  <a:lnTo>
                    <a:pt x="4717212" y="9055"/>
                  </a:lnTo>
                  <a:lnTo>
                    <a:pt x="4718329" y="9525"/>
                  </a:lnTo>
                  <a:lnTo>
                    <a:pt x="4720958" y="9525"/>
                  </a:lnTo>
                  <a:lnTo>
                    <a:pt x="4722076" y="9055"/>
                  </a:lnTo>
                  <a:lnTo>
                    <a:pt x="4723943" y="7200"/>
                  </a:lnTo>
                  <a:lnTo>
                    <a:pt x="4724400" y="6070"/>
                  </a:lnTo>
                  <a:lnTo>
                    <a:pt x="4724400" y="3441"/>
                  </a:lnTo>
                  <a:close/>
                </a:path>
                <a:path w="5248275" h="1370329">
                  <a:moveTo>
                    <a:pt x="4772025" y="1364157"/>
                  </a:moveTo>
                  <a:lnTo>
                    <a:pt x="4771568" y="1363040"/>
                  </a:lnTo>
                  <a:lnTo>
                    <a:pt x="4769701" y="1361173"/>
                  </a:lnTo>
                  <a:lnTo>
                    <a:pt x="4768583" y="1360703"/>
                  </a:lnTo>
                  <a:lnTo>
                    <a:pt x="4765954" y="1360703"/>
                  </a:lnTo>
                  <a:lnTo>
                    <a:pt x="4764837" y="1361173"/>
                  </a:lnTo>
                  <a:lnTo>
                    <a:pt x="4762970" y="1363040"/>
                  </a:lnTo>
                  <a:lnTo>
                    <a:pt x="4762500" y="1364157"/>
                  </a:lnTo>
                  <a:lnTo>
                    <a:pt x="4762500" y="1366786"/>
                  </a:lnTo>
                  <a:lnTo>
                    <a:pt x="4762970" y="1367904"/>
                  </a:lnTo>
                  <a:lnTo>
                    <a:pt x="4764837" y="1369771"/>
                  </a:lnTo>
                  <a:lnTo>
                    <a:pt x="4765954" y="1370228"/>
                  </a:lnTo>
                  <a:lnTo>
                    <a:pt x="4768583" y="1370228"/>
                  </a:lnTo>
                  <a:lnTo>
                    <a:pt x="4769701" y="1369771"/>
                  </a:lnTo>
                  <a:lnTo>
                    <a:pt x="4771568" y="1367904"/>
                  </a:lnTo>
                  <a:lnTo>
                    <a:pt x="4772025" y="1366786"/>
                  </a:lnTo>
                  <a:lnTo>
                    <a:pt x="4772025" y="1364157"/>
                  </a:lnTo>
                  <a:close/>
                </a:path>
                <a:path w="5248275" h="1370329">
                  <a:moveTo>
                    <a:pt x="4772025" y="683793"/>
                  </a:moveTo>
                  <a:lnTo>
                    <a:pt x="4771568" y="682675"/>
                  </a:lnTo>
                  <a:lnTo>
                    <a:pt x="4769701" y="680821"/>
                  </a:lnTo>
                  <a:lnTo>
                    <a:pt x="4768583" y="680351"/>
                  </a:lnTo>
                  <a:lnTo>
                    <a:pt x="4765954" y="680351"/>
                  </a:lnTo>
                  <a:lnTo>
                    <a:pt x="4764837" y="680821"/>
                  </a:lnTo>
                  <a:lnTo>
                    <a:pt x="4762970" y="682675"/>
                  </a:lnTo>
                  <a:lnTo>
                    <a:pt x="4762500" y="683793"/>
                  </a:lnTo>
                  <a:lnTo>
                    <a:pt x="4762500" y="686435"/>
                  </a:lnTo>
                  <a:lnTo>
                    <a:pt x="4762970" y="687552"/>
                  </a:lnTo>
                  <a:lnTo>
                    <a:pt x="4764837" y="689406"/>
                  </a:lnTo>
                  <a:lnTo>
                    <a:pt x="4765954" y="689876"/>
                  </a:lnTo>
                  <a:lnTo>
                    <a:pt x="4768583" y="689876"/>
                  </a:lnTo>
                  <a:lnTo>
                    <a:pt x="4769701" y="689406"/>
                  </a:lnTo>
                  <a:lnTo>
                    <a:pt x="4771568" y="687552"/>
                  </a:lnTo>
                  <a:lnTo>
                    <a:pt x="4772025" y="686435"/>
                  </a:lnTo>
                  <a:lnTo>
                    <a:pt x="4772025" y="683793"/>
                  </a:lnTo>
                  <a:close/>
                </a:path>
                <a:path w="5248275" h="1370329">
                  <a:moveTo>
                    <a:pt x="4772025" y="3441"/>
                  </a:moveTo>
                  <a:lnTo>
                    <a:pt x="4771568" y="2324"/>
                  </a:lnTo>
                  <a:lnTo>
                    <a:pt x="4769701" y="457"/>
                  </a:lnTo>
                  <a:lnTo>
                    <a:pt x="4768583" y="0"/>
                  </a:lnTo>
                  <a:lnTo>
                    <a:pt x="4765954" y="0"/>
                  </a:lnTo>
                  <a:lnTo>
                    <a:pt x="4764837" y="457"/>
                  </a:lnTo>
                  <a:lnTo>
                    <a:pt x="4762970" y="2324"/>
                  </a:lnTo>
                  <a:lnTo>
                    <a:pt x="4762500" y="3441"/>
                  </a:lnTo>
                  <a:lnTo>
                    <a:pt x="4762500" y="6070"/>
                  </a:lnTo>
                  <a:lnTo>
                    <a:pt x="4762970" y="7200"/>
                  </a:lnTo>
                  <a:lnTo>
                    <a:pt x="4764837" y="9055"/>
                  </a:lnTo>
                  <a:lnTo>
                    <a:pt x="4765954" y="9525"/>
                  </a:lnTo>
                  <a:lnTo>
                    <a:pt x="4768583" y="9525"/>
                  </a:lnTo>
                  <a:lnTo>
                    <a:pt x="4769701" y="9055"/>
                  </a:lnTo>
                  <a:lnTo>
                    <a:pt x="4771568" y="7200"/>
                  </a:lnTo>
                  <a:lnTo>
                    <a:pt x="4772025" y="6070"/>
                  </a:lnTo>
                  <a:lnTo>
                    <a:pt x="4772025" y="3441"/>
                  </a:lnTo>
                  <a:close/>
                </a:path>
                <a:path w="5248275" h="1370329">
                  <a:moveTo>
                    <a:pt x="4819650" y="1364157"/>
                  </a:moveTo>
                  <a:lnTo>
                    <a:pt x="4819193" y="1363040"/>
                  </a:lnTo>
                  <a:lnTo>
                    <a:pt x="4817326" y="1361173"/>
                  </a:lnTo>
                  <a:lnTo>
                    <a:pt x="4816208" y="1360703"/>
                  </a:lnTo>
                  <a:lnTo>
                    <a:pt x="4813579" y="1360703"/>
                  </a:lnTo>
                  <a:lnTo>
                    <a:pt x="4812449" y="1361173"/>
                  </a:lnTo>
                  <a:lnTo>
                    <a:pt x="4810595" y="1363040"/>
                  </a:lnTo>
                  <a:lnTo>
                    <a:pt x="4810125" y="1364157"/>
                  </a:lnTo>
                  <a:lnTo>
                    <a:pt x="4810125" y="1366786"/>
                  </a:lnTo>
                  <a:lnTo>
                    <a:pt x="4810595" y="1367904"/>
                  </a:lnTo>
                  <a:lnTo>
                    <a:pt x="4812449" y="1369771"/>
                  </a:lnTo>
                  <a:lnTo>
                    <a:pt x="4813579" y="1370228"/>
                  </a:lnTo>
                  <a:lnTo>
                    <a:pt x="4816208" y="1370228"/>
                  </a:lnTo>
                  <a:lnTo>
                    <a:pt x="4817326" y="1369771"/>
                  </a:lnTo>
                  <a:lnTo>
                    <a:pt x="4819193" y="1367904"/>
                  </a:lnTo>
                  <a:lnTo>
                    <a:pt x="4819650" y="1366786"/>
                  </a:lnTo>
                  <a:lnTo>
                    <a:pt x="4819650" y="1364157"/>
                  </a:lnTo>
                  <a:close/>
                </a:path>
                <a:path w="5248275" h="1370329">
                  <a:moveTo>
                    <a:pt x="4819650" y="683793"/>
                  </a:moveTo>
                  <a:lnTo>
                    <a:pt x="4819193" y="682675"/>
                  </a:lnTo>
                  <a:lnTo>
                    <a:pt x="4817326" y="680821"/>
                  </a:lnTo>
                  <a:lnTo>
                    <a:pt x="4816208" y="680351"/>
                  </a:lnTo>
                  <a:lnTo>
                    <a:pt x="4813579" y="680351"/>
                  </a:lnTo>
                  <a:lnTo>
                    <a:pt x="4812449" y="680821"/>
                  </a:lnTo>
                  <a:lnTo>
                    <a:pt x="4810595" y="682675"/>
                  </a:lnTo>
                  <a:lnTo>
                    <a:pt x="4810125" y="683793"/>
                  </a:lnTo>
                  <a:lnTo>
                    <a:pt x="4810125" y="686435"/>
                  </a:lnTo>
                  <a:lnTo>
                    <a:pt x="4810595" y="687552"/>
                  </a:lnTo>
                  <a:lnTo>
                    <a:pt x="4812449" y="689406"/>
                  </a:lnTo>
                  <a:lnTo>
                    <a:pt x="4813579" y="689876"/>
                  </a:lnTo>
                  <a:lnTo>
                    <a:pt x="4816208" y="689876"/>
                  </a:lnTo>
                  <a:lnTo>
                    <a:pt x="4817326" y="689406"/>
                  </a:lnTo>
                  <a:lnTo>
                    <a:pt x="4819193" y="687552"/>
                  </a:lnTo>
                  <a:lnTo>
                    <a:pt x="4819650" y="686435"/>
                  </a:lnTo>
                  <a:lnTo>
                    <a:pt x="4819650" y="683793"/>
                  </a:lnTo>
                  <a:close/>
                </a:path>
                <a:path w="5248275" h="1370329">
                  <a:moveTo>
                    <a:pt x="4819650" y="3441"/>
                  </a:moveTo>
                  <a:lnTo>
                    <a:pt x="4819193" y="2324"/>
                  </a:lnTo>
                  <a:lnTo>
                    <a:pt x="4817326" y="457"/>
                  </a:lnTo>
                  <a:lnTo>
                    <a:pt x="4816208" y="0"/>
                  </a:lnTo>
                  <a:lnTo>
                    <a:pt x="4813579" y="0"/>
                  </a:lnTo>
                  <a:lnTo>
                    <a:pt x="4812449" y="457"/>
                  </a:lnTo>
                  <a:lnTo>
                    <a:pt x="4810595" y="2324"/>
                  </a:lnTo>
                  <a:lnTo>
                    <a:pt x="4810125" y="3441"/>
                  </a:lnTo>
                  <a:lnTo>
                    <a:pt x="4810125" y="6070"/>
                  </a:lnTo>
                  <a:lnTo>
                    <a:pt x="4810595" y="7200"/>
                  </a:lnTo>
                  <a:lnTo>
                    <a:pt x="4812449" y="9055"/>
                  </a:lnTo>
                  <a:lnTo>
                    <a:pt x="4813579" y="9525"/>
                  </a:lnTo>
                  <a:lnTo>
                    <a:pt x="4816208" y="9525"/>
                  </a:lnTo>
                  <a:lnTo>
                    <a:pt x="4817326" y="9055"/>
                  </a:lnTo>
                  <a:lnTo>
                    <a:pt x="4819193" y="7200"/>
                  </a:lnTo>
                  <a:lnTo>
                    <a:pt x="4819650" y="6070"/>
                  </a:lnTo>
                  <a:lnTo>
                    <a:pt x="4819650" y="3441"/>
                  </a:lnTo>
                  <a:close/>
                </a:path>
                <a:path w="5248275" h="1370329">
                  <a:moveTo>
                    <a:pt x="4867275" y="1364157"/>
                  </a:moveTo>
                  <a:lnTo>
                    <a:pt x="4866818" y="1363040"/>
                  </a:lnTo>
                  <a:lnTo>
                    <a:pt x="4864951" y="1361173"/>
                  </a:lnTo>
                  <a:lnTo>
                    <a:pt x="4863833" y="1360703"/>
                  </a:lnTo>
                  <a:lnTo>
                    <a:pt x="4861204" y="1360703"/>
                  </a:lnTo>
                  <a:lnTo>
                    <a:pt x="4860074" y="1361173"/>
                  </a:lnTo>
                  <a:lnTo>
                    <a:pt x="4858220" y="1363040"/>
                  </a:lnTo>
                  <a:lnTo>
                    <a:pt x="4857750" y="1364157"/>
                  </a:lnTo>
                  <a:lnTo>
                    <a:pt x="4857750" y="1366786"/>
                  </a:lnTo>
                  <a:lnTo>
                    <a:pt x="4858220" y="1367904"/>
                  </a:lnTo>
                  <a:lnTo>
                    <a:pt x="4860074" y="1369771"/>
                  </a:lnTo>
                  <a:lnTo>
                    <a:pt x="4861204" y="1370228"/>
                  </a:lnTo>
                  <a:lnTo>
                    <a:pt x="4863833" y="1370228"/>
                  </a:lnTo>
                  <a:lnTo>
                    <a:pt x="4864951" y="1369771"/>
                  </a:lnTo>
                  <a:lnTo>
                    <a:pt x="4866818" y="1367904"/>
                  </a:lnTo>
                  <a:lnTo>
                    <a:pt x="4867275" y="1366786"/>
                  </a:lnTo>
                  <a:lnTo>
                    <a:pt x="4867275" y="1364157"/>
                  </a:lnTo>
                  <a:close/>
                </a:path>
                <a:path w="5248275" h="1370329">
                  <a:moveTo>
                    <a:pt x="4867275" y="683793"/>
                  </a:moveTo>
                  <a:lnTo>
                    <a:pt x="4866818" y="682675"/>
                  </a:lnTo>
                  <a:lnTo>
                    <a:pt x="4864951" y="680821"/>
                  </a:lnTo>
                  <a:lnTo>
                    <a:pt x="4863833" y="680351"/>
                  </a:lnTo>
                  <a:lnTo>
                    <a:pt x="4861204" y="680351"/>
                  </a:lnTo>
                  <a:lnTo>
                    <a:pt x="4860074" y="680821"/>
                  </a:lnTo>
                  <a:lnTo>
                    <a:pt x="4858220" y="682675"/>
                  </a:lnTo>
                  <a:lnTo>
                    <a:pt x="4857750" y="683793"/>
                  </a:lnTo>
                  <a:lnTo>
                    <a:pt x="4857750" y="686435"/>
                  </a:lnTo>
                  <a:lnTo>
                    <a:pt x="4858220" y="687552"/>
                  </a:lnTo>
                  <a:lnTo>
                    <a:pt x="4860074" y="689406"/>
                  </a:lnTo>
                  <a:lnTo>
                    <a:pt x="4861204" y="689876"/>
                  </a:lnTo>
                  <a:lnTo>
                    <a:pt x="4863833" y="689876"/>
                  </a:lnTo>
                  <a:lnTo>
                    <a:pt x="4864951" y="689406"/>
                  </a:lnTo>
                  <a:lnTo>
                    <a:pt x="4866818" y="687552"/>
                  </a:lnTo>
                  <a:lnTo>
                    <a:pt x="4867275" y="686435"/>
                  </a:lnTo>
                  <a:lnTo>
                    <a:pt x="4867275" y="683793"/>
                  </a:lnTo>
                  <a:close/>
                </a:path>
                <a:path w="5248275" h="1370329">
                  <a:moveTo>
                    <a:pt x="4867275" y="3441"/>
                  </a:moveTo>
                  <a:lnTo>
                    <a:pt x="4866818" y="2324"/>
                  </a:lnTo>
                  <a:lnTo>
                    <a:pt x="4864951" y="457"/>
                  </a:lnTo>
                  <a:lnTo>
                    <a:pt x="4863833" y="0"/>
                  </a:lnTo>
                  <a:lnTo>
                    <a:pt x="4861204" y="0"/>
                  </a:lnTo>
                  <a:lnTo>
                    <a:pt x="4860074" y="457"/>
                  </a:lnTo>
                  <a:lnTo>
                    <a:pt x="4858220" y="2324"/>
                  </a:lnTo>
                  <a:lnTo>
                    <a:pt x="4857750" y="3441"/>
                  </a:lnTo>
                  <a:lnTo>
                    <a:pt x="4857750" y="6070"/>
                  </a:lnTo>
                  <a:lnTo>
                    <a:pt x="4858220" y="7200"/>
                  </a:lnTo>
                  <a:lnTo>
                    <a:pt x="4860074" y="9055"/>
                  </a:lnTo>
                  <a:lnTo>
                    <a:pt x="4861204" y="9525"/>
                  </a:lnTo>
                  <a:lnTo>
                    <a:pt x="4863833" y="9525"/>
                  </a:lnTo>
                  <a:lnTo>
                    <a:pt x="4864951" y="9055"/>
                  </a:lnTo>
                  <a:lnTo>
                    <a:pt x="4866818" y="7200"/>
                  </a:lnTo>
                  <a:lnTo>
                    <a:pt x="4867275" y="6070"/>
                  </a:lnTo>
                  <a:lnTo>
                    <a:pt x="4867275" y="3441"/>
                  </a:lnTo>
                  <a:close/>
                </a:path>
                <a:path w="5248275" h="1370329">
                  <a:moveTo>
                    <a:pt x="4914900" y="1364157"/>
                  </a:moveTo>
                  <a:lnTo>
                    <a:pt x="4914443" y="1363040"/>
                  </a:lnTo>
                  <a:lnTo>
                    <a:pt x="4912576" y="1361173"/>
                  </a:lnTo>
                  <a:lnTo>
                    <a:pt x="4911458" y="1360703"/>
                  </a:lnTo>
                  <a:lnTo>
                    <a:pt x="4908829" y="1360703"/>
                  </a:lnTo>
                  <a:lnTo>
                    <a:pt x="4907699" y="1361173"/>
                  </a:lnTo>
                  <a:lnTo>
                    <a:pt x="4905845" y="1363040"/>
                  </a:lnTo>
                  <a:lnTo>
                    <a:pt x="4905375" y="1364157"/>
                  </a:lnTo>
                  <a:lnTo>
                    <a:pt x="4905375" y="1366786"/>
                  </a:lnTo>
                  <a:lnTo>
                    <a:pt x="4905845" y="1367904"/>
                  </a:lnTo>
                  <a:lnTo>
                    <a:pt x="4907699" y="1369771"/>
                  </a:lnTo>
                  <a:lnTo>
                    <a:pt x="4908829" y="1370228"/>
                  </a:lnTo>
                  <a:lnTo>
                    <a:pt x="4911458" y="1370228"/>
                  </a:lnTo>
                  <a:lnTo>
                    <a:pt x="4912576" y="1369771"/>
                  </a:lnTo>
                  <a:lnTo>
                    <a:pt x="4914443" y="1367904"/>
                  </a:lnTo>
                  <a:lnTo>
                    <a:pt x="4914900" y="1366786"/>
                  </a:lnTo>
                  <a:lnTo>
                    <a:pt x="4914900" y="1364157"/>
                  </a:lnTo>
                  <a:close/>
                </a:path>
                <a:path w="5248275" h="1370329">
                  <a:moveTo>
                    <a:pt x="4914900" y="683793"/>
                  </a:moveTo>
                  <a:lnTo>
                    <a:pt x="4914443" y="682675"/>
                  </a:lnTo>
                  <a:lnTo>
                    <a:pt x="4912576" y="680821"/>
                  </a:lnTo>
                  <a:lnTo>
                    <a:pt x="4911458" y="680351"/>
                  </a:lnTo>
                  <a:lnTo>
                    <a:pt x="4908829" y="680351"/>
                  </a:lnTo>
                  <a:lnTo>
                    <a:pt x="4907699" y="680821"/>
                  </a:lnTo>
                  <a:lnTo>
                    <a:pt x="4905845" y="682675"/>
                  </a:lnTo>
                  <a:lnTo>
                    <a:pt x="4905375" y="683793"/>
                  </a:lnTo>
                  <a:lnTo>
                    <a:pt x="4905375" y="686435"/>
                  </a:lnTo>
                  <a:lnTo>
                    <a:pt x="4905845" y="687552"/>
                  </a:lnTo>
                  <a:lnTo>
                    <a:pt x="4907699" y="689406"/>
                  </a:lnTo>
                  <a:lnTo>
                    <a:pt x="4908829" y="689876"/>
                  </a:lnTo>
                  <a:lnTo>
                    <a:pt x="4911458" y="689876"/>
                  </a:lnTo>
                  <a:lnTo>
                    <a:pt x="4912576" y="689406"/>
                  </a:lnTo>
                  <a:lnTo>
                    <a:pt x="4914443" y="687552"/>
                  </a:lnTo>
                  <a:lnTo>
                    <a:pt x="4914900" y="686435"/>
                  </a:lnTo>
                  <a:lnTo>
                    <a:pt x="4914900" y="683793"/>
                  </a:lnTo>
                  <a:close/>
                </a:path>
                <a:path w="5248275" h="1370329">
                  <a:moveTo>
                    <a:pt x="4914900" y="3441"/>
                  </a:moveTo>
                  <a:lnTo>
                    <a:pt x="4914443" y="2324"/>
                  </a:lnTo>
                  <a:lnTo>
                    <a:pt x="4912576" y="457"/>
                  </a:lnTo>
                  <a:lnTo>
                    <a:pt x="4911458" y="0"/>
                  </a:lnTo>
                  <a:lnTo>
                    <a:pt x="4908829" y="0"/>
                  </a:lnTo>
                  <a:lnTo>
                    <a:pt x="4907699" y="457"/>
                  </a:lnTo>
                  <a:lnTo>
                    <a:pt x="4905845" y="2324"/>
                  </a:lnTo>
                  <a:lnTo>
                    <a:pt x="4905375" y="3441"/>
                  </a:lnTo>
                  <a:lnTo>
                    <a:pt x="4905375" y="6070"/>
                  </a:lnTo>
                  <a:lnTo>
                    <a:pt x="4905845" y="7200"/>
                  </a:lnTo>
                  <a:lnTo>
                    <a:pt x="4907699" y="9055"/>
                  </a:lnTo>
                  <a:lnTo>
                    <a:pt x="4908829" y="9525"/>
                  </a:lnTo>
                  <a:lnTo>
                    <a:pt x="4911458" y="9525"/>
                  </a:lnTo>
                  <a:lnTo>
                    <a:pt x="4912576" y="9055"/>
                  </a:lnTo>
                  <a:lnTo>
                    <a:pt x="4914443" y="7200"/>
                  </a:lnTo>
                  <a:lnTo>
                    <a:pt x="4914900" y="6070"/>
                  </a:lnTo>
                  <a:lnTo>
                    <a:pt x="4914900" y="3441"/>
                  </a:lnTo>
                  <a:close/>
                </a:path>
                <a:path w="5248275" h="1370329">
                  <a:moveTo>
                    <a:pt x="4962525" y="1364157"/>
                  </a:moveTo>
                  <a:lnTo>
                    <a:pt x="4962068" y="1363040"/>
                  </a:lnTo>
                  <a:lnTo>
                    <a:pt x="4960201" y="1361173"/>
                  </a:lnTo>
                  <a:lnTo>
                    <a:pt x="4959083" y="1360703"/>
                  </a:lnTo>
                  <a:lnTo>
                    <a:pt x="4956454" y="1360703"/>
                  </a:lnTo>
                  <a:lnTo>
                    <a:pt x="4955324" y="1361173"/>
                  </a:lnTo>
                  <a:lnTo>
                    <a:pt x="4953470" y="1363040"/>
                  </a:lnTo>
                  <a:lnTo>
                    <a:pt x="4953000" y="1364157"/>
                  </a:lnTo>
                  <a:lnTo>
                    <a:pt x="4953000" y="1366786"/>
                  </a:lnTo>
                  <a:lnTo>
                    <a:pt x="4953470" y="1367904"/>
                  </a:lnTo>
                  <a:lnTo>
                    <a:pt x="4955324" y="1369771"/>
                  </a:lnTo>
                  <a:lnTo>
                    <a:pt x="4956454" y="1370228"/>
                  </a:lnTo>
                  <a:lnTo>
                    <a:pt x="4959083" y="1370228"/>
                  </a:lnTo>
                  <a:lnTo>
                    <a:pt x="4960201" y="1369771"/>
                  </a:lnTo>
                  <a:lnTo>
                    <a:pt x="4962068" y="1367904"/>
                  </a:lnTo>
                  <a:lnTo>
                    <a:pt x="4962525" y="1366786"/>
                  </a:lnTo>
                  <a:lnTo>
                    <a:pt x="4962525" y="1364157"/>
                  </a:lnTo>
                  <a:close/>
                </a:path>
                <a:path w="5248275" h="1370329">
                  <a:moveTo>
                    <a:pt x="4962525" y="683793"/>
                  </a:moveTo>
                  <a:lnTo>
                    <a:pt x="4962068" y="682675"/>
                  </a:lnTo>
                  <a:lnTo>
                    <a:pt x="4960201" y="680821"/>
                  </a:lnTo>
                  <a:lnTo>
                    <a:pt x="4959083" y="680351"/>
                  </a:lnTo>
                  <a:lnTo>
                    <a:pt x="4956454" y="680351"/>
                  </a:lnTo>
                  <a:lnTo>
                    <a:pt x="4955324" y="680821"/>
                  </a:lnTo>
                  <a:lnTo>
                    <a:pt x="4953470" y="682675"/>
                  </a:lnTo>
                  <a:lnTo>
                    <a:pt x="4953000" y="683793"/>
                  </a:lnTo>
                  <a:lnTo>
                    <a:pt x="4953000" y="686435"/>
                  </a:lnTo>
                  <a:lnTo>
                    <a:pt x="4953470" y="687552"/>
                  </a:lnTo>
                  <a:lnTo>
                    <a:pt x="4955324" y="689406"/>
                  </a:lnTo>
                  <a:lnTo>
                    <a:pt x="4956454" y="689876"/>
                  </a:lnTo>
                  <a:lnTo>
                    <a:pt x="4959083" y="689876"/>
                  </a:lnTo>
                  <a:lnTo>
                    <a:pt x="4960201" y="689406"/>
                  </a:lnTo>
                  <a:lnTo>
                    <a:pt x="4962068" y="687552"/>
                  </a:lnTo>
                  <a:lnTo>
                    <a:pt x="4962525" y="686435"/>
                  </a:lnTo>
                  <a:lnTo>
                    <a:pt x="4962525" y="683793"/>
                  </a:lnTo>
                  <a:close/>
                </a:path>
                <a:path w="5248275" h="1370329">
                  <a:moveTo>
                    <a:pt x="4962525" y="3441"/>
                  </a:moveTo>
                  <a:lnTo>
                    <a:pt x="4962068" y="2324"/>
                  </a:lnTo>
                  <a:lnTo>
                    <a:pt x="4960201" y="457"/>
                  </a:lnTo>
                  <a:lnTo>
                    <a:pt x="4959083" y="0"/>
                  </a:lnTo>
                  <a:lnTo>
                    <a:pt x="4956454" y="0"/>
                  </a:lnTo>
                  <a:lnTo>
                    <a:pt x="4955324" y="457"/>
                  </a:lnTo>
                  <a:lnTo>
                    <a:pt x="4953470" y="2324"/>
                  </a:lnTo>
                  <a:lnTo>
                    <a:pt x="4953000" y="3441"/>
                  </a:lnTo>
                  <a:lnTo>
                    <a:pt x="4953000" y="6070"/>
                  </a:lnTo>
                  <a:lnTo>
                    <a:pt x="4953470" y="7200"/>
                  </a:lnTo>
                  <a:lnTo>
                    <a:pt x="4955324" y="9055"/>
                  </a:lnTo>
                  <a:lnTo>
                    <a:pt x="4956454" y="9525"/>
                  </a:lnTo>
                  <a:lnTo>
                    <a:pt x="4959083" y="9525"/>
                  </a:lnTo>
                  <a:lnTo>
                    <a:pt x="4960201" y="9055"/>
                  </a:lnTo>
                  <a:lnTo>
                    <a:pt x="4962068" y="7200"/>
                  </a:lnTo>
                  <a:lnTo>
                    <a:pt x="4962525" y="6070"/>
                  </a:lnTo>
                  <a:lnTo>
                    <a:pt x="4962525" y="3441"/>
                  </a:lnTo>
                  <a:close/>
                </a:path>
                <a:path w="5248275" h="1370329">
                  <a:moveTo>
                    <a:pt x="5010150" y="1364157"/>
                  </a:moveTo>
                  <a:lnTo>
                    <a:pt x="5009693" y="1363040"/>
                  </a:lnTo>
                  <a:lnTo>
                    <a:pt x="5007826" y="1361173"/>
                  </a:lnTo>
                  <a:lnTo>
                    <a:pt x="5006708" y="1360703"/>
                  </a:lnTo>
                  <a:lnTo>
                    <a:pt x="5004079" y="1360703"/>
                  </a:lnTo>
                  <a:lnTo>
                    <a:pt x="5002949" y="1361173"/>
                  </a:lnTo>
                  <a:lnTo>
                    <a:pt x="5001095" y="1363040"/>
                  </a:lnTo>
                  <a:lnTo>
                    <a:pt x="5000625" y="1364157"/>
                  </a:lnTo>
                  <a:lnTo>
                    <a:pt x="5000625" y="1366786"/>
                  </a:lnTo>
                  <a:lnTo>
                    <a:pt x="5001095" y="1367904"/>
                  </a:lnTo>
                  <a:lnTo>
                    <a:pt x="5002949" y="1369771"/>
                  </a:lnTo>
                  <a:lnTo>
                    <a:pt x="5004079" y="1370228"/>
                  </a:lnTo>
                  <a:lnTo>
                    <a:pt x="5006708" y="1370228"/>
                  </a:lnTo>
                  <a:lnTo>
                    <a:pt x="5007826" y="1369771"/>
                  </a:lnTo>
                  <a:lnTo>
                    <a:pt x="5009693" y="1367904"/>
                  </a:lnTo>
                  <a:lnTo>
                    <a:pt x="5010150" y="1366786"/>
                  </a:lnTo>
                  <a:lnTo>
                    <a:pt x="5010150" y="1364157"/>
                  </a:lnTo>
                  <a:close/>
                </a:path>
                <a:path w="5248275" h="1370329">
                  <a:moveTo>
                    <a:pt x="5010150" y="683793"/>
                  </a:moveTo>
                  <a:lnTo>
                    <a:pt x="5009693" y="682675"/>
                  </a:lnTo>
                  <a:lnTo>
                    <a:pt x="5007826" y="680821"/>
                  </a:lnTo>
                  <a:lnTo>
                    <a:pt x="5006708" y="680351"/>
                  </a:lnTo>
                  <a:lnTo>
                    <a:pt x="5004079" y="680351"/>
                  </a:lnTo>
                  <a:lnTo>
                    <a:pt x="5002949" y="680821"/>
                  </a:lnTo>
                  <a:lnTo>
                    <a:pt x="5001095" y="682675"/>
                  </a:lnTo>
                  <a:lnTo>
                    <a:pt x="5000625" y="683793"/>
                  </a:lnTo>
                  <a:lnTo>
                    <a:pt x="5000625" y="686435"/>
                  </a:lnTo>
                  <a:lnTo>
                    <a:pt x="5001095" y="687552"/>
                  </a:lnTo>
                  <a:lnTo>
                    <a:pt x="5002949" y="689406"/>
                  </a:lnTo>
                  <a:lnTo>
                    <a:pt x="5004079" y="689876"/>
                  </a:lnTo>
                  <a:lnTo>
                    <a:pt x="5006708" y="689876"/>
                  </a:lnTo>
                  <a:lnTo>
                    <a:pt x="5007826" y="689406"/>
                  </a:lnTo>
                  <a:lnTo>
                    <a:pt x="5009693" y="687552"/>
                  </a:lnTo>
                  <a:lnTo>
                    <a:pt x="5010150" y="686435"/>
                  </a:lnTo>
                  <a:lnTo>
                    <a:pt x="5010150" y="683793"/>
                  </a:lnTo>
                  <a:close/>
                </a:path>
                <a:path w="5248275" h="1370329">
                  <a:moveTo>
                    <a:pt x="5010150" y="3441"/>
                  </a:moveTo>
                  <a:lnTo>
                    <a:pt x="5009693" y="2324"/>
                  </a:lnTo>
                  <a:lnTo>
                    <a:pt x="5007826" y="457"/>
                  </a:lnTo>
                  <a:lnTo>
                    <a:pt x="5006708" y="0"/>
                  </a:lnTo>
                  <a:lnTo>
                    <a:pt x="5004079" y="0"/>
                  </a:lnTo>
                  <a:lnTo>
                    <a:pt x="5002949" y="457"/>
                  </a:lnTo>
                  <a:lnTo>
                    <a:pt x="5001095" y="2324"/>
                  </a:lnTo>
                  <a:lnTo>
                    <a:pt x="5000625" y="3441"/>
                  </a:lnTo>
                  <a:lnTo>
                    <a:pt x="5000625" y="6070"/>
                  </a:lnTo>
                  <a:lnTo>
                    <a:pt x="5001095" y="7200"/>
                  </a:lnTo>
                  <a:lnTo>
                    <a:pt x="5002949" y="9055"/>
                  </a:lnTo>
                  <a:lnTo>
                    <a:pt x="5004079" y="9525"/>
                  </a:lnTo>
                  <a:lnTo>
                    <a:pt x="5006708" y="9525"/>
                  </a:lnTo>
                  <a:lnTo>
                    <a:pt x="5007826" y="9055"/>
                  </a:lnTo>
                  <a:lnTo>
                    <a:pt x="5009693" y="7200"/>
                  </a:lnTo>
                  <a:lnTo>
                    <a:pt x="5010150" y="6070"/>
                  </a:lnTo>
                  <a:lnTo>
                    <a:pt x="5010150" y="3441"/>
                  </a:lnTo>
                  <a:close/>
                </a:path>
                <a:path w="5248275" h="1370329">
                  <a:moveTo>
                    <a:pt x="5057775" y="1364157"/>
                  </a:moveTo>
                  <a:lnTo>
                    <a:pt x="5057318" y="1363040"/>
                  </a:lnTo>
                  <a:lnTo>
                    <a:pt x="5055451" y="1361173"/>
                  </a:lnTo>
                  <a:lnTo>
                    <a:pt x="5054333" y="1360703"/>
                  </a:lnTo>
                  <a:lnTo>
                    <a:pt x="5051704" y="1360703"/>
                  </a:lnTo>
                  <a:lnTo>
                    <a:pt x="5050574" y="1361173"/>
                  </a:lnTo>
                  <a:lnTo>
                    <a:pt x="5048720" y="1363040"/>
                  </a:lnTo>
                  <a:lnTo>
                    <a:pt x="5048250" y="1364157"/>
                  </a:lnTo>
                  <a:lnTo>
                    <a:pt x="5048250" y="1366786"/>
                  </a:lnTo>
                  <a:lnTo>
                    <a:pt x="5048720" y="1367904"/>
                  </a:lnTo>
                  <a:lnTo>
                    <a:pt x="5050574" y="1369771"/>
                  </a:lnTo>
                  <a:lnTo>
                    <a:pt x="5051704" y="1370228"/>
                  </a:lnTo>
                  <a:lnTo>
                    <a:pt x="5054333" y="1370228"/>
                  </a:lnTo>
                  <a:lnTo>
                    <a:pt x="5055451" y="1369771"/>
                  </a:lnTo>
                  <a:lnTo>
                    <a:pt x="5057318" y="1367904"/>
                  </a:lnTo>
                  <a:lnTo>
                    <a:pt x="5057775" y="1366786"/>
                  </a:lnTo>
                  <a:lnTo>
                    <a:pt x="5057775" y="1364157"/>
                  </a:lnTo>
                  <a:close/>
                </a:path>
                <a:path w="5248275" h="1370329">
                  <a:moveTo>
                    <a:pt x="5057775" y="683793"/>
                  </a:moveTo>
                  <a:lnTo>
                    <a:pt x="5057318" y="682675"/>
                  </a:lnTo>
                  <a:lnTo>
                    <a:pt x="5055451" y="680821"/>
                  </a:lnTo>
                  <a:lnTo>
                    <a:pt x="5054333" y="680351"/>
                  </a:lnTo>
                  <a:lnTo>
                    <a:pt x="5051704" y="680351"/>
                  </a:lnTo>
                  <a:lnTo>
                    <a:pt x="5050574" y="680821"/>
                  </a:lnTo>
                  <a:lnTo>
                    <a:pt x="5048720" y="682675"/>
                  </a:lnTo>
                  <a:lnTo>
                    <a:pt x="5048250" y="683793"/>
                  </a:lnTo>
                  <a:lnTo>
                    <a:pt x="5048250" y="686435"/>
                  </a:lnTo>
                  <a:lnTo>
                    <a:pt x="5048720" y="687552"/>
                  </a:lnTo>
                  <a:lnTo>
                    <a:pt x="5050574" y="689406"/>
                  </a:lnTo>
                  <a:lnTo>
                    <a:pt x="5051704" y="689876"/>
                  </a:lnTo>
                  <a:lnTo>
                    <a:pt x="5054333" y="689876"/>
                  </a:lnTo>
                  <a:lnTo>
                    <a:pt x="5055451" y="689406"/>
                  </a:lnTo>
                  <a:lnTo>
                    <a:pt x="5057318" y="687552"/>
                  </a:lnTo>
                  <a:lnTo>
                    <a:pt x="5057775" y="686435"/>
                  </a:lnTo>
                  <a:lnTo>
                    <a:pt x="5057775" y="683793"/>
                  </a:lnTo>
                  <a:close/>
                </a:path>
                <a:path w="5248275" h="1370329">
                  <a:moveTo>
                    <a:pt x="5057775" y="3441"/>
                  </a:moveTo>
                  <a:lnTo>
                    <a:pt x="5057318" y="2324"/>
                  </a:lnTo>
                  <a:lnTo>
                    <a:pt x="5055451" y="457"/>
                  </a:lnTo>
                  <a:lnTo>
                    <a:pt x="5054333" y="0"/>
                  </a:lnTo>
                  <a:lnTo>
                    <a:pt x="5051704" y="0"/>
                  </a:lnTo>
                  <a:lnTo>
                    <a:pt x="5050574" y="457"/>
                  </a:lnTo>
                  <a:lnTo>
                    <a:pt x="5048720" y="2324"/>
                  </a:lnTo>
                  <a:lnTo>
                    <a:pt x="5048250" y="3441"/>
                  </a:lnTo>
                  <a:lnTo>
                    <a:pt x="5048250" y="6070"/>
                  </a:lnTo>
                  <a:lnTo>
                    <a:pt x="5048720" y="7200"/>
                  </a:lnTo>
                  <a:lnTo>
                    <a:pt x="5050574" y="9055"/>
                  </a:lnTo>
                  <a:lnTo>
                    <a:pt x="5051704" y="9525"/>
                  </a:lnTo>
                  <a:lnTo>
                    <a:pt x="5054333" y="9525"/>
                  </a:lnTo>
                  <a:lnTo>
                    <a:pt x="5055451" y="9055"/>
                  </a:lnTo>
                  <a:lnTo>
                    <a:pt x="5057318" y="7200"/>
                  </a:lnTo>
                  <a:lnTo>
                    <a:pt x="5057775" y="6070"/>
                  </a:lnTo>
                  <a:lnTo>
                    <a:pt x="5057775" y="3441"/>
                  </a:lnTo>
                  <a:close/>
                </a:path>
                <a:path w="5248275" h="1370329">
                  <a:moveTo>
                    <a:pt x="5105400" y="1364157"/>
                  </a:moveTo>
                  <a:lnTo>
                    <a:pt x="5104943" y="1363040"/>
                  </a:lnTo>
                  <a:lnTo>
                    <a:pt x="5103076" y="1361173"/>
                  </a:lnTo>
                  <a:lnTo>
                    <a:pt x="5101958" y="1360703"/>
                  </a:lnTo>
                  <a:lnTo>
                    <a:pt x="5099329" y="1360703"/>
                  </a:lnTo>
                  <a:lnTo>
                    <a:pt x="5098212" y="1361173"/>
                  </a:lnTo>
                  <a:lnTo>
                    <a:pt x="5096345" y="1363040"/>
                  </a:lnTo>
                  <a:lnTo>
                    <a:pt x="5095875" y="1364157"/>
                  </a:lnTo>
                  <a:lnTo>
                    <a:pt x="5095875" y="1366786"/>
                  </a:lnTo>
                  <a:lnTo>
                    <a:pt x="5096345" y="1367904"/>
                  </a:lnTo>
                  <a:lnTo>
                    <a:pt x="5098212" y="1369771"/>
                  </a:lnTo>
                  <a:lnTo>
                    <a:pt x="5099329" y="1370228"/>
                  </a:lnTo>
                  <a:lnTo>
                    <a:pt x="5101958" y="1370228"/>
                  </a:lnTo>
                  <a:lnTo>
                    <a:pt x="5103076" y="1369771"/>
                  </a:lnTo>
                  <a:lnTo>
                    <a:pt x="5104943" y="1367904"/>
                  </a:lnTo>
                  <a:lnTo>
                    <a:pt x="5105400" y="1366786"/>
                  </a:lnTo>
                  <a:lnTo>
                    <a:pt x="5105400" y="1364157"/>
                  </a:lnTo>
                  <a:close/>
                </a:path>
                <a:path w="5248275" h="1370329">
                  <a:moveTo>
                    <a:pt x="5105400" y="683793"/>
                  </a:moveTo>
                  <a:lnTo>
                    <a:pt x="5104943" y="682675"/>
                  </a:lnTo>
                  <a:lnTo>
                    <a:pt x="5103076" y="680821"/>
                  </a:lnTo>
                  <a:lnTo>
                    <a:pt x="5101958" y="680351"/>
                  </a:lnTo>
                  <a:lnTo>
                    <a:pt x="5099329" y="680351"/>
                  </a:lnTo>
                  <a:lnTo>
                    <a:pt x="5098212" y="680821"/>
                  </a:lnTo>
                  <a:lnTo>
                    <a:pt x="5096345" y="682675"/>
                  </a:lnTo>
                  <a:lnTo>
                    <a:pt x="5095875" y="683793"/>
                  </a:lnTo>
                  <a:lnTo>
                    <a:pt x="5095875" y="686435"/>
                  </a:lnTo>
                  <a:lnTo>
                    <a:pt x="5096345" y="687552"/>
                  </a:lnTo>
                  <a:lnTo>
                    <a:pt x="5098212" y="689406"/>
                  </a:lnTo>
                  <a:lnTo>
                    <a:pt x="5099329" y="689876"/>
                  </a:lnTo>
                  <a:lnTo>
                    <a:pt x="5101958" y="689876"/>
                  </a:lnTo>
                  <a:lnTo>
                    <a:pt x="5103076" y="689406"/>
                  </a:lnTo>
                  <a:lnTo>
                    <a:pt x="5104943" y="687552"/>
                  </a:lnTo>
                  <a:lnTo>
                    <a:pt x="5105400" y="686435"/>
                  </a:lnTo>
                  <a:lnTo>
                    <a:pt x="5105400" y="683793"/>
                  </a:lnTo>
                  <a:close/>
                </a:path>
                <a:path w="5248275" h="1370329">
                  <a:moveTo>
                    <a:pt x="5105400" y="3441"/>
                  </a:moveTo>
                  <a:lnTo>
                    <a:pt x="5104943" y="2324"/>
                  </a:lnTo>
                  <a:lnTo>
                    <a:pt x="5103076" y="457"/>
                  </a:lnTo>
                  <a:lnTo>
                    <a:pt x="5101958" y="0"/>
                  </a:lnTo>
                  <a:lnTo>
                    <a:pt x="5099329" y="0"/>
                  </a:lnTo>
                  <a:lnTo>
                    <a:pt x="5098212" y="457"/>
                  </a:lnTo>
                  <a:lnTo>
                    <a:pt x="5096345" y="2324"/>
                  </a:lnTo>
                  <a:lnTo>
                    <a:pt x="5095875" y="3441"/>
                  </a:lnTo>
                  <a:lnTo>
                    <a:pt x="5095875" y="6070"/>
                  </a:lnTo>
                  <a:lnTo>
                    <a:pt x="5096345" y="7200"/>
                  </a:lnTo>
                  <a:lnTo>
                    <a:pt x="5098212" y="9055"/>
                  </a:lnTo>
                  <a:lnTo>
                    <a:pt x="5099329" y="9525"/>
                  </a:lnTo>
                  <a:lnTo>
                    <a:pt x="5101958" y="9525"/>
                  </a:lnTo>
                  <a:lnTo>
                    <a:pt x="5103076" y="9055"/>
                  </a:lnTo>
                  <a:lnTo>
                    <a:pt x="5104943" y="7200"/>
                  </a:lnTo>
                  <a:lnTo>
                    <a:pt x="5105400" y="6070"/>
                  </a:lnTo>
                  <a:lnTo>
                    <a:pt x="5105400" y="3441"/>
                  </a:lnTo>
                  <a:close/>
                </a:path>
                <a:path w="5248275" h="1370329">
                  <a:moveTo>
                    <a:pt x="5153025" y="1364157"/>
                  </a:moveTo>
                  <a:lnTo>
                    <a:pt x="5152568" y="1363040"/>
                  </a:lnTo>
                  <a:lnTo>
                    <a:pt x="5150701" y="1361173"/>
                  </a:lnTo>
                  <a:lnTo>
                    <a:pt x="5149583" y="1360703"/>
                  </a:lnTo>
                  <a:lnTo>
                    <a:pt x="5146954" y="1360703"/>
                  </a:lnTo>
                  <a:lnTo>
                    <a:pt x="5145824" y="1361173"/>
                  </a:lnTo>
                  <a:lnTo>
                    <a:pt x="5143970" y="1363040"/>
                  </a:lnTo>
                  <a:lnTo>
                    <a:pt x="5143500" y="1364157"/>
                  </a:lnTo>
                  <a:lnTo>
                    <a:pt x="5143500" y="1366786"/>
                  </a:lnTo>
                  <a:lnTo>
                    <a:pt x="5143970" y="1367904"/>
                  </a:lnTo>
                  <a:lnTo>
                    <a:pt x="5145824" y="1369771"/>
                  </a:lnTo>
                  <a:lnTo>
                    <a:pt x="5146954" y="1370228"/>
                  </a:lnTo>
                  <a:lnTo>
                    <a:pt x="5149583" y="1370228"/>
                  </a:lnTo>
                  <a:lnTo>
                    <a:pt x="5150701" y="1369771"/>
                  </a:lnTo>
                  <a:lnTo>
                    <a:pt x="5152568" y="1367904"/>
                  </a:lnTo>
                  <a:lnTo>
                    <a:pt x="5153025" y="1366786"/>
                  </a:lnTo>
                  <a:lnTo>
                    <a:pt x="5153025" y="1364157"/>
                  </a:lnTo>
                  <a:close/>
                </a:path>
                <a:path w="5248275" h="1370329">
                  <a:moveTo>
                    <a:pt x="5153025" y="683793"/>
                  </a:moveTo>
                  <a:lnTo>
                    <a:pt x="5152568" y="682675"/>
                  </a:lnTo>
                  <a:lnTo>
                    <a:pt x="5150701" y="680821"/>
                  </a:lnTo>
                  <a:lnTo>
                    <a:pt x="5149583" y="680351"/>
                  </a:lnTo>
                  <a:lnTo>
                    <a:pt x="5146954" y="680351"/>
                  </a:lnTo>
                  <a:lnTo>
                    <a:pt x="5145824" y="680821"/>
                  </a:lnTo>
                  <a:lnTo>
                    <a:pt x="5143970" y="682675"/>
                  </a:lnTo>
                  <a:lnTo>
                    <a:pt x="5143500" y="683793"/>
                  </a:lnTo>
                  <a:lnTo>
                    <a:pt x="5143500" y="686435"/>
                  </a:lnTo>
                  <a:lnTo>
                    <a:pt x="5143970" y="687552"/>
                  </a:lnTo>
                  <a:lnTo>
                    <a:pt x="5145824" y="689406"/>
                  </a:lnTo>
                  <a:lnTo>
                    <a:pt x="5146954" y="689876"/>
                  </a:lnTo>
                  <a:lnTo>
                    <a:pt x="5149583" y="689876"/>
                  </a:lnTo>
                  <a:lnTo>
                    <a:pt x="5150701" y="689406"/>
                  </a:lnTo>
                  <a:lnTo>
                    <a:pt x="5152568" y="687552"/>
                  </a:lnTo>
                  <a:lnTo>
                    <a:pt x="5153025" y="686435"/>
                  </a:lnTo>
                  <a:lnTo>
                    <a:pt x="5153025" y="683793"/>
                  </a:lnTo>
                  <a:close/>
                </a:path>
                <a:path w="5248275" h="1370329">
                  <a:moveTo>
                    <a:pt x="5153025" y="3441"/>
                  </a:moveTo>
                  <a:lnTo>
                    <a:pt x="5152568" y="2324"/>
                  </a:lnTo>
                  <a:lnTo>
                    <a:pt x="5150701" y="457"/>
                  </a:lnTo>
                  <a:lnTo>
                    <a:pt x="5149583" y="0"/>
                  </a:lnTo>
                  <a:lnTo>
                    <a:pt x="5146954" y="0"/>
                  </a:lnTo>
                  <a:lnTo>
                    <a:pt x="5145824" y="457"/>
                  </a:lnTo>
                  <a:lnTo>
                    <a:pt x="5143970" y="2324"/>
                  </a:lnTo>
                  <a:lnTo>
                    <a:pt x="5143500" y="3441"/>
                  </a:lnTo>
                  <a:lnTo>
                    <a:pt x="5143500" y="6070"/>
                  </a:lnTo>
                  <a:lnTo>
                    <a:pt x="5143970" y="7200"/>
                  </a:lnTo>
                  <a:lnTo>
                    <a:pt x="5145824" y="9055"/>
                  </a:lnTo>
                  <a:lnTo>
                    <a:pt x="5146954" y="9525"/>
                  </a:lnTo>
                  <a:lnTo>
                    <a:pt x="5149583" y="9525"/>
                  </a:lnTo>
                  <a:lnTo>
                    <a:pt x="5150701" y="9055"/>
                  </a:lnTo>
                  <a:lnTo>
                    <a:pt x="5152568" y="7200"/>
                  </a:lnTo>
                  <a:lnTo>
                    <a:pt x="5153025" y="6070"/>
                  </a:lnTo>
                  <a:lnTo>
                    <a:pt x="5153025" y="3441"/>
                  </a:lnTo>
                  <a:close/>
                </a:path>
                <a:path w="5248275" h="1370329">
                  <a:moveTo>
                    <a:pt x="5200650" y="1364157"/>
                  </a:moveTo>
                  <a:lnTo>
                    <a:pt x="5200193" y="1363040"/>
                  </a:lnTo>
                  <a:lnTo>
                    <a:pt x="5198326" y="1361173"/>
                  </a:lnTo>
                  <a:lnTo>
                    <a:pt x="5197208" y="1360703"/>
                  </a:lnTo>
                  <a:lnTo>
                    <a:pt x="5194579" y="1360703"/>
                  </a:lnTo>
                  <a:lnTo>
                    <a:pt x="5193449" y="1361173"/>
                  </a:lnTo>
                  <a:lnTo>
                    <a:pt x="5191595" y="1363040"/>
                  </a:lnTo>
                  <a:lnTo>
                    <a:pt x="5191125" y="1364157"/>
                  </a:lnTo>
                  <a:lnTo>
                    <a:pt x="5191125" y="1366786"/>
                  </a:lnTo>
                  <a:lnTo>
                    <a:pt x="5191595" y="1367904"/>
                  </a:lnTo>
                  <a:lnTo>
                    <a:pt x="5193449" y="1369771"/>
                  </a:lnTo>
                  <a:lnTo>
                    <a:pt x="5194579" y="1370228"/>
                  </a:lnTo>
                  <a:lnTo>
                    <a:pt x="5197208" y="1370228"/>
                  </a:lnTo>
                  <a:lnTo>
                    <a:pt x="5198326" y="1369771"/>
                  </a:lnTo>
                  <a:lnTo>
                    <a:pt x="5200193" y="1367904"/>
                  </a:lnTo>
                  <a:lnTo>
                    <a:pt x="5200650" y="1366786"/>
                  </a:lnTo>
                  <a:lnTo>
                    <a:pt x="5200650" y="1364157"/>
                  </a:lnTo>
                  <a:close/>
                </a:path>
                <a:path w="5248275" h="1370329">
                  <a:moveTo>
                    <a:pt x="5200650" y="683793"/>
                  </a:moveTo>
                  <a:lnTo>
                    <a:pt x="5200193" y="682675"/>
                  </a:lnTo>
                  <a:lnTo>
                    <a:pt x="5198326" y="680821"/>
                  </a:lnTo>
                  <a:lnTo>
                    <a:pt x="5197208" y="680351"/>
                  </a:lnTo>
                  <a:lnTo>
                    <a:pt x="5194579" y="680351"/>
                  </a:lnTo>
                  <a:lnTo>
                    <a:pt x="5193449" y="680821"/>
                  </a:lnTo>
                  <a:lnTo>
                    <a:pt x="5191595" y="682675"/>
                  </a:lnTo>
                  <a:lnTo>
                    <a:pt x="5191125" y="683793"/>
                  </a:lnTo>
                  <a:lnTo>
                    <a:pt x="5191125" y="686435"/>
                  </a:lnTo>
                  <a:lnTo>
                    <a:pt x="5191595" y="687552"/>
                  </a:lnTo>
                  <a:lnTo>
                    <a:pt x="5193449" y="689406"/>
                  </a:lnTo>
                  <a:lnTo>
                    <a:pt x="5194579" y="689876"/>
                  </a:lnTo>
                  <a:lnTo>
                    <a:pt x="5197208" y="689876"/>
                  </a:lnTo>
                  <a:lnTo>
                    <a:pt x="5198326" y="689406"/>
                  </a:lnTo>
                  <a:lnTo>
                    <a:pt x="5200193" y="687552"/>
                  </a:lnTo>
                  <a:lnTo>
                    <a:pt x="5200650" y="686435"/>
                  </a:lnTo>
                  <a:lnTo>
                    <a:pt x="5200650" y="683793"/>
                  </a:lnTo>
                  <a:close/>
                </a:path>
                <a:path w="5248275" h="1370329">
                  <a:moveTo>
                    <a:pt x="5200650" y="3441"/>
                  </a:moveTo>
                  <a:lnTo>
                    <a:pt x="5200193" y="2324"/>
                  </a:lnTo>
                  <a:lnTo>
                    <a:pt x="5198326" y="457"/>
                  </a:lnTo>
                  <a:lnTo>
                    <a:pt x="5197208" y="0"/>
                  </a:lnTo>
                  <a:lnTo>
                    <a:pt x="5194579" y="0"/>
                  </a:lnTo>
                  <a:lnTo>
                    <a:pt x="5193449" y="457"/>
                  </a:lnTo>
                  <a:lnTo>
                    <a:pt x="5191595" y="2324"/>
                  </a:lnTo>
                  <a:lnTo>
                    <a:pt x="5191125" y="3441"/>
                  </a:lnTo>
                  <a:lnTo>
                    <a:pt x="5191125" y="6070"/>
                  </a:lnTo>
                  <a:lnTo>
                    <a:pt x="5191595" y="7200"/>
                  </a:lnTo>
                  <a:lnTo>
                    <a:pt x="5193449" y="9055"/>
                  </a:lnTo>
                  <a:lnTo>
                    <a:pt x="5194579" y="9525"/>
                  </a:lnTo>
                  <a:lnTo>
                    <a:pt x="5197208" y="9525"/>
                  </a:lnTo>
                  <a:lnTo>
                    <a:pt x="5198326" y="9055"/>
                  </a:lnTo>
                  <a:lnTo>
                    <a:pt x="5200193" y="7200"/>
                  </a:lnTo>
                  <a:lnTo>
                    <a:pt x="5200650" y="6070"/>
                  </a:lnTo>
                  <a:lnTo>
                    <a:pt x="5200650" y="3441"/>
                  </a:lnTo>
                  <a:close/>
                </a:path>
                <a:path w="5248275" h="1370329">
                  <a:moveTo>
                    <a:pt x="5248275" y="1364157"/>
                  </a:moveTo>
                  <a:lnTo>
                    <a:pt x="5247818" y="1363040"/>
                  </a:lnTo>
                  <a:lnTo>
                    <a:pt x="5245951" y="1361173"/>
                  </a:lnTo>
                  <a:lnTo>
                    <a:pt x="5244833" y="1360703"/>
                  </a:lnTo>
                  <a:lnTo>
                    <a:pt x="5242204" y="1360703"/>
                  </a:lnTo>
                  <a:lnTo>
                    <a:pt x="5241074" y="1361173"/>
                  </a:lnTo>
                  <a:lnTo>
                    <a:pt x="5239220" y="1363040"/>
                  </a:lnTo>
                  <a:lnTo>
                    <a:pt x="5238750" y="1364157"/>
                  </a:lnTo>
                  <a:lnTo>
                    <a:pt x="5238750" y="1366786"/>
                  </a:lnTo>
                  <a:lnTo>
                    <a:pt x="5239220" y="1367904"/>
                  </a:lnTo>
                  <a:lnTo>
                    <a:pt x="5241074" y="1369771"/>
                  </a:lnTo>
                  <a:lnTo>
                    <a:pt x="5242204" y="1370228"/>
                  </a:lnTo>
                  <a:lnTo>
                    <a:pt x="5244833" y="1370228"/>
                  </a:lnTo>
                  <a:lnTo>
                    <a:pt x="5245951" y="1369771"/>
                  </a:lnTo>
                  <a:lnTo>
                    <a:pt x="5247818" y="1367904"/>
                  </a:lnTo>
                  <a:lnTo>
                    <a:pt x="5248275" y="1366786"/>
                  </a:lnTo>
                  <a:lnTo>
                    <a:pt x="5248275" y="1364157"/>
                  </a:lnTo>
                  <a:close/>
                </a:path>
                <a:path w="5248275" h="1370329">
                  <a:moveTo>
                    <a:pt x="5248275" y="683793"/>
                  </a:moveTo>
                  <a:lnTo>
                    <a:pt x="5247818" y="682675"/>
                  </a:lnTo>
                  <a:lnTo>
                    <a:pt x="5245951" y="680821"/>
                  </a:lnTo>
                  <a:lnTo>
                    <a:pt x="5244833" y="680351"/>
                  </a:lnTo>
                  <a:lnTo>
                    <a:pt x="5242204" y="680351"/>
                  </a:lnTo>
                  <a:lnTo>
                    <a:pt x="5241074" y="680821"/>
                  </a:lnTo>
                  <a:lnTo>
                    <a:pt x="5239220" y="682675"/>
                  </a:lnTo>
                  <a:lnTo>
                    <a:pt x="5238750" y="683793"/>
                  </a:lnTo>
                  <a:lnTo>
                    <a:pt x="5238750" y="686435"/>
                  </a:lnTo>
                  <a:lnTo>
                    <a:pt x="5239220" y="687552"/>
                  </a:lnTo>
                  <a:lnTo>
                    <a:pt x="5241074" y="689406"/>
                  </a:lnTo>
                  <a:lnTo>
                    <a:pt x="5242204" y="689876"/>
                  </a:lnTo>
                  <a:lnTo>
                    <a:pt x="5244833" y="689876"/>
                  </a:lnTo>
                  <a:lnTo>
                    <a:pt x="5245951" y="689406"/>
                  </a:lnTo>
                  <a:lnTo>
                    <a:pt x="5247818" y="687552"/>
                  </a:lnTo>
                  <a:lnTo>
                    <a:pt x="5248275" y="686435"/>
                  </a:lnTo>
                  <a:lnTo>
                    <a:pt x="5248275" y="683793"/>
                  </a:lnTo>
                  <a:close/>
                </a:path>
                <a:path w="5248275" h="1370329">
                  <a:moveTo>
                    <a:pt x="5248275" y="3441"/>
                  </a:moveTo>
                  <a:lnTo>
                    <a:pt x="5247818" y="2324"/>
                  </a:lnTo>
                  <a:lnTo>
                    <a:pt x="5245951" y="457"/>
                  </a:lnTo>
                  <a:lnTo>
                    <a:pt x="5244833" y="0"/>
                  </a:lnTo>
                  <a:lnTo>
                    <a:pt x="5242204" y="0"/>
                  </a:lnTo>
                  <a:lnTo>
                    <a:pt x="5241074" y="457"/>
                  </a:lnTo>
                  <a:lnTo>
                    <a:pt x="5239220" y="2324"/>
                  </a:lnTo>
                  <a:lnTo>
                    <a:pt x="5238750" y="3441"/>
                  </a:lnTo>
                  <a:lnTo>
                    <a:pt x="5238750" y="6070"/>
                  </a:lnTo>
                  <a:lnTo>
                    <a:pt x="5239220" y="7200"/>
                  </a:lnTo>
                  <a:lnTo>
                    <a:pt x="5241074" y="9055"/>
                  </a:lnTo>
                  <a:lnTo>
                    <a:pt x="5242204" y="9525"/>
                  </a:lnTo>
                  <a:lnTo>
                    <a:pt x="5244833" y="9525"/>
                  </a:lnTo>
                  <a:lnTo>
                    <a:pt x="5245951" y="9055"/>
                  </a:lnTo>
                  <a:lnTo>
                    <a:pt x="5247818" y="7200"/>
                  </a:lnTo>
                  <a:lnTo>
                    <a:pt x="5248275" y="6070"/>
                  </a:lnTo>
                  <a:lnTo>
                    <a:pt x="5248275" y="3441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263525" y="3771963"/>
            <a:ext cx="16522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C_Sales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70">
                <a:solidFill>
                  <a:srgbClr val="252423"/>
                </a:solidFill>
                <a:latin typeface="Tahoma"/>
                <a:cs typeface="Tahoma"/>
              </a:rPr>
              <a:t>Ano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26057" y="5943698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26057" y="5263341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5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64442" y="4582984"/>
            <a:ext cx="310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343225" y="6845300"/>
            <a:ext cx="2768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68595" y="4822502"/>
            <a:ext cx="177800" cy="508634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45">
                <a:solidFill>
                  <a:srgbClr val="252423"/>
                </a:solidFill>
                <a:latin typeface="Tahoma"/>
                <a:cs typeface="Tahoma"/>
              </a:rPr>
              <a:t>C_Sales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14172" y="6076992"/>
            <a:ext cx="177800" cy="50482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330333" y="6076899"/>
            <a:ext cx="177800" cy="4349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646494" y="6077029"/>
            <a:ext cx="177800" cy="54419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962655" y="6076936"/>
            <a:ext cx="177800" cy="5365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278816" y="6076899"/>
            <a:ext cx="177800" cy="37020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janeiro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594978" y="6077029"/>
            <a:ext cx="177800" cy="46990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fevereiro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911139" y="6076900"/>
            <a:ext cx="177800" cy="34163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março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227300" y="6077011"/>
            <a:ext cx="177800" cy="246379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abril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543461" y="6077011"/>
            <a:ext cx="177800" cy="27686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maio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859622" y="6076918"/>
            <a:ext cx="177800" cy="31432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junho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175783" y="6077011"/>
            <a:ext cx="177800" cy="27749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julho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491945" y="6077029"/>
            <a:ext cx="177800" cy="37211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agosto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808105" y="6076992"/>
            <a:ext cx="177800" cy="50482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124267" y="6076899"/>
            <a:ext cx="177800" cy="4349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440428" y="6077029"/>
            <a:ext cx="177800" cy="54419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756589" y="6076936"/>
            <a:ext cx="177800" cy="5365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947335" y="1261372"/>
            <a:ext cx="6866890" cy="5592445"/>
            <a:chOff x="947335" y="1261372"/>
            <a:chExt cx="6866890" cy="5592445"/>
          </a:xfrm>
        </p:grpSpPr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7335" y="6081712"/>
              <a:ext cx="9524" cy="771524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1980" y="6081712"/>
              <a:ext cx="9525" cy="77152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5913" y="6081712"/>
              <a:ext cx="9525" cy="771524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983703" y="1261376"/>
              <a:ext cx="6722745" cy="4768215"/>
            </a:xfrm>
            <a:custGeom>
              <a:avLst/>
              <a:gdLst/>
              <a:ahLst/>
              <a:cxnLst/>
              <a:rect l="l" t="t" r="r" b="b"/>
              <a:pathLst>
                <a:path w="6722745" h="4768215">
                  <a:moveTo>
                    <a:pt x="249923" y="4157815"/>
                  </a:moveTo>
                  <a:lnTo>
                    <a:pt x="0" y="4157815"/>
                  </a:lnTo>
                  <a:lnTo>
                    <a:pt x="0" y="4767948"/>
                  </a:lnTo>
                  <a:lnTo>
                    <a:pt x="249923" y="4767948"/>
                  </a:lnTo>
                  <a:lnTo>
                    <a:pt x="249923" y="4157815"/>
                  </a:lnTo>
                  <a:close/>
                </a:path>
                <a:path w="6722745" h="4768215">
                  <a:moveTo>
                    <a:pt x="566077" y="3503091"/>
                  </a:moveTo>
                  <a:lnTo>
                    <a:pt x="316166" y="3503091"/>
                  </a:lnTo>
                  <a:lnTo>
                    <a:pt x="316166" y="4767948"/>
                  </a:lnTo>
                  <a:lnTo>
                    <a:pt x="566077" y="4767948"/>
                  </a:lnTo>
                  <a:lnTo>
                    <a:pt x="566077" y="3503091"/>
                  </a:lnTo>
                  <a:close/>
                </a:path>
                <a:path w="6722745" h="4768215">
                  <a:moveTo>
                    <a:pt x="882243" y="3779101"/>
                  </a:moveTo>
                  <a:lnTo>
                    <a:pt x="632320" y="3779101"/>
                  </a:lnTo>
                  <a:lnTo>
                    <a:pt x="632320" y="4767948"/>
                  </a:lnTo>
                  <a:lnTo>
                    <a:pt x="882243" y="4767948"/>
                  </a:lnTo>
                  <a:lnTo>
                    <a:pt x="882243" y="3779101"/>
                  </a:lnTo>
                  <a:close/>
                </a:path>
                <a:path w="6722745" h="4768215">
                  <a:moveTo>
                    <a:pt x="1198410" y="4037457"/>
                  </a:moveTo>
                  <a:lnTo>
                    <a:pt x="948486" y="4037457"/>
                  </a:lnTo>
                  <a:lnTo>
                    <a:pt x="948486" y="4767948"/>
                  </a:lnTo>
                  <a:lnTo>
                    <a:pt x="1198410" y="4767948"/>
                  </a:lnTo>
                  <a:lnTo>
                    <a:pt x="1198410" y="4037457"/>
                  </a:lnTo>
                  <a:close/>
                </a:path>
                <a:path w="6722745" h="4768215">
                  <a:moveTo>
                    <a:pt x="1514563" y="3868826"/>
                  </a:moveTo>
                  <a:lnTo>
                    <a:pt x="1264653" y="3868826"/>
                  </a:lnTo>
                  <a:lnTo>
                    <a:pt x="1264653" y="4767948"/>
                  </a:lnTo>
                  <a:lnTo>
                    <a:pt x="1514563" y="4767948"/>
                  </a:lnTo>
                  <a:lnTo>
                    <a:pt x="1514563" y="3868826"/>
                  </a:lnTo>
                  <a:close/>
                </a:path>
                <a:path w="6722745" h="4768215">
                  <a:moveTo>
                    <a:pt x="1830730" y="3774973"/>
                  </a:moveTo>
                  <a:lnTo>
                    <a:pt x="1580807" y="3774973"/>
                  </a:lnTo>
                  <a:lnTo>
                    <a:pt x="1580807" y="4767948"/>
                  </a:lnTo>
                  <a:lnTo>
                    <a:pt x="1830730" y="4767948"/>
                  </a:lnTo>
                  <a:lnTo>
                    <a:pt x="1830730" y="3774973"/>
                  </a:lnTo>
                  <a:close/>
                </a:path>
                <a:path w="6722745" h="4768215">
                  <a:moveTo>
                    <a:pt x="2146884" y="4007739"/>
                  </a:moveTo>
                  <a:lnTo>
                    <a:pt x="1896973" y="4007739"/>
                  </a:lnTo>
                  <a:lnTo>
                    <a:pt x="1896973" y="4767948"/>
                  </a:lnTo>
                  <a:lnTo>
                    <a:pt x="2146884" y="4767948"/>
                  </a:lnTo>
                  <a:lnTo>
                    <a:pt x="2146884" y="4007739"/>
                  </a:lnTo>
                  <a:close/>
                </a:path>
                <a:path w="6722745" h="4768215">
                  <a:moveTo>
                    <a:pt x="2463050" y="3820249"/>
                  </a:moveTo>
                  <a:lnTo>
                    <a:pt x="2213127" y="3820249"/>
                  </a:lnTo>
                  <a:lnTo>
                    <a:pt x="2213127" y="4767948"/>
                  </a:lnTo>
                  <a:lnTo>
                    <a:pt x="2463050" y="4767948"/>
                  </a:lnTo>
                  <a:lnTo>
                    <a:pt x="2463050" y="3820249"/>
                  </a:lnTo>
                  <a:close/>
                </a:path>
                <a:path w="6722745" h="4768215">
                  <a:moveTo>
                    <a:pt x="2779217" y="3922928"/>
                  </a:moveTo>
                  <a:lnTo>
                    <a:pt x="2529294" y="3922928"/>
                  </a:lnTo>
                  <a:lnTo>
                    <a:pt x="2529294" y="4767948"/>
                  </a:lnTo>
                  <a:lnTo>
                    <a:pt x="2779217" y="4767948"/>
                  </a:lnTo>
                  <a:lnTo>
                    <a:pt x="2779217" y="3922928"/>
                  </a:lnTo>
                  <a:close/>
                </a:path>
                <a:path w="6722745" h="4768215">
                  <a:moveTo>
                    <a:pt x="3095371" y="3472700"/>
                  </a:moveTo>
                  <a:lnTo>
                    <a:pt x="2845460" y="3472700"/>
                  </a:lnTo>
                  <a:lnTo>
                    <a:pt x="2845460" y="4767948"/>
                  </a:lnTo>
                  <a:lnTo>
                    <a:pt x="3095371" y="4767948"/>
                  </a:lnTo>
                  <a:lnTo>
                    <a:pt x="3095371" y="3472700"/>
                  </a:lnTo>
                  <a:close/>
                </a:path>
                <a:path w="6722745" h="4768215">
                  <a:moveTo>
                    <a:pt x="3411537" y="3665372"/>
                  </a:moveTo>
                  <a:lnTo>
                    <a:pt x="3161614" y="3665372"/>
                  </a:lnTo>
                  <a:lnTo>
                    <a:pt x="3161614" y="4767948"/>
                  </a:lnTo>
                  <a:lnTo>
                    <a:pt x="3411537" y="4767948"/>
                  </a:lnTo>
                  <a:lnTo>
                    <a:pt x="3411537" y="3665372"/>
                  </a:lnTo>
                  <a:close/>
                </a:path>
                <a:path w="6722745" h="4768215">
                  <a:moveTo>
                    <a:pt x="3727691" y="3969943"/>
                  </a:moveTo>
                  <a:lnTo>
                    <a:pt x="3477780" y="3969943"/>
                  </a:lnTo>
                  <a:lnTo>
                    <a:pt x="3477780" y="4767948"/>
                  </a:lnTo>
                  <a:lnTo>
                    <a:pt x="3727691" y="4767948"/>
                  </a:lnTo>
                  <a:lnTo>
                    <a:pt x="3727691" y="3969943"/>
                  </a:lnTo>
                  <a:close/>
                </a:path>
                <a:path w="6722745" h="4768215">
                  <a:moveTo>
                    <a:pt x="4043857" y="3897274"/>
                  </a:moveTo>
                  <a:lnTo>
                    <a:pt x="3793934" y="3897274"/>
                  </a:lnTo>
                  <a:lnTo>
                    <a:pt x="3793934" y="4767948"/>
                  </a:lnTo>
                  <a:lnTo>
                    <a:pt x="4043857" y="4767948"/>
                  </a:lnTo>
                  <a:lnTo>
                    <a:pt x="4043857" y="3897274"/>
                  </a:lnTo>
                  <a:close/>
                </a:path>
                <a:path w="6722745" h="4768215">
                  <a:moveTo>
                    <a:pt x="4360011" y="3083953"/>
                  </a:moveTo>
                  <a:lnTo>
                    <a:pt x="4110101" y="3083953"/>
                  </a:lnTo>
                  <a:lnTo>
                    <a:pt x="4110101" y="4767948"/>
                  </a:lnTo>
                  <a:lnTo>
                    <a:pt x="4360011" y="4767948"/>
                  </a:lnTo>
                  <a:lnTo>
                    <a:pt x="4360011" y="3083953"/>
                  </a:lnTo>
                  <a:close/>
                </a:path>
                <a:path w="6722745" h="4768215">
                  <a:moveTo>
                    <a:pt x="4676178" y="4035310"/>
                  </a:moveTo>
                  <a:lnTo>
                    <a:pt x="4426255" y="4035310"/>
                  </a:lnTo>
                  <a:lnTo>
                    <a:pt x="4426255" y="4767948"/>
                  </a:lnTo>
                  <a:lnTo>
                    <a:pt x="4676178" y="4767948"/>
                  </a:lnTo>
                  <a:lnTo>
                    <a:pt x="4676178" y="4035310"/>
                  </a:lnTo>
                  <a:close/>
                </a:path>
                <a:path w="6722745" h="4768215">
                  <a:moveTo>
                    <a:pt x="4992344" y="3135261"/>
                  </a:moveTo>
                  <a:lnTo>
                    <a:pt x="4742421" y="3135261"/>
                  </a:lnTo>
                  <a:lnTo>
                    <a:pt x="4742421" y="4767948"/>
                  </a:lnTo>
                  <a:lnTo>
                    <a:pt x="4992344" y="4767948"/>
                  </a:lnTo>
                  <a:lnTo>
                    <a:pt x="4992344" y="3135261"/>
                  </a:lnTo>
                  <a:close/>
                </a:path>
                <a:path w="6722745" h="4768215">
                  <a:moveTo>
                    <a:pt x="6722123" y="920508"/>
                  </a:moveTo>
                  <a:lnTo>
                    <a:pt x="6713156" y="872985"/>
                  </a:lnTo>
                  <a:lnTo>
                    <a:pt x="6702107" y="825881"/>
                  </a:lnTo>
                  <a:lnTo>
                    <a:pt x="6689001" y="779322"/>
                  </a:lnTo>
                  <a:lnTo>
                    <a:pt x="6673863" y="733386"/>
                  </a:lnTo>
                  <a:lnTo>
                    <a:pt x="6656718" y="688149"/>
                  </a:lnTo>
                  <a:lnTo>
                    <a:pt x="6637591" y="643712"/>
                  </a:lnTo>
                  <a:lnTo>
                    <a:pt x="6616547" y="600163"/>
                  </a:lnTo>
                  <a:lnTo>
                    <a:pt x="6593611" y="557580"/>
                  </a:lnTo>
                  <a:lnTo>
                    <a:pt x="6568821" y="516039"/>
                  </a:lnTo>
                  <a:lnTo>
                    <a:pt x="6542227" y="475627"/>
                  </a:lnTo>
                  <a:lnTo>
                    <a:pt x="6513881" y="436422"/>
                  </a:lnTo>
                  <a:lnTo>
                    <a:pt x="6483845" y="398513"/>
                  </a:lnTo>
                  <a:lnTo>
                    <a:pt x="6452184" y="361950"/>
                  </a:lnTo>
                  <a:lnTo>
                    <a:pt x="6418935" y="326809"/>
                  </a:lnTo>
                  <a:lnTo>
                    <a:pt x="6384176" y="293166"/>
                  </a:lnTo>
                  <a:lnTo>
                    <a:pt x="6347968" y="261086"/>
                  </a:lnTo>
                  <a:lnTo>
                    <a:pt x="6310388" y="230632"/>
                  </a:lnTo>
                  <a:lnTo>
                    <a:pt x="6271514" y="201853"/>
                  </a:lnTo>
                  <a:lnTo>
                    <a:pt x="6231407" y="174802"/>
                  </a:lnTo>
                  <a:lnTo>
                    <a:pt x="6190145" y="149555"/>
                  </a:lnTo>
                  <a:lnTo>
                    <a:pt x="6147816" y="126136"/>
                  </a:lnTo>
                  <a:lnTo>
                    <a:pt x="6104509" y="104597"/>
                  </a:lnTo>
                  <a:lnTo>
                    <a:pt x="6060287" y="84988"/>
                  </a:lnTo>
                  <a:lnTo>
                    <a:pt x="6015253" y="67335"/>
                  </a:lnTo>
                  <a:lnTo>
                    <a:pt x="5969482" y="51676"/>
                  </a:lnTo>
                  <a:lnTo>
                    <a:pt x="5923077" y="38049"/>
                  </a:lnTo>
                  <a:lnTo>
                    <a:pt x="5876099" y="26466"/>
                  </a:lnTo>
                  <a:lnTo>
                    <a:pt x="5828677" y="16967"/>
                  </a:lnTo>
                  <a:lnTo>
                    <a:pt x="5780875" y="9550"/>
                  </a:lnTo>
                  <a:lnTo>
                    <a:pt x="5732792" y="4254"/>
                  </a:lnTo>
                  <a:lnTo>
                    <a:pt x="5684520" y="1066"/>
                  </a:lnTo>
                  <a:lnTo>
                    <a:pt x="5636158" y="0"/>
                  </a:lnTo>
                  <a:lnTo>
                    <a:pt x="5636158" y="1100823"/>
                  </a:lnTo>
                  <a:lnTo>
                    <a:pt x="6722123" y="92050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619874" y="2181884"/>
              <a:ext cx="1101090" cy="1208405"/>
            </a:xfrm>
            <a:custGeom>
              <a:avLst/>
              <a:gdLst/>
              <a:ahLst/>
              <a:cxnLst/>
              <a:rect l="l" t="t" r="r" b="b"/>
              <a:pathLst>
                <a:path w="1101090" h="1208404">
                  <a:moveTo>
                    <a:pt x="394492" y="1208030"/>
                  </a:moveTo>
                  <a:lnTo>
                    <a:pt x="0" y="180315"/>
                  </a:lnTo>
                  <a:lnTo>
                    <a:pt x="1085959" y="0"/>
                  </a:lnTo>
                  <a:lnTo>
                    <a:pt x="1089568" y="23271"/>
                  </a:lnTo>
                  <a:lnTo>
                    <a:pt x="1095286" y="69997"/>
                  </a:lnTo>
                  <a:lnTo>
                    <a:pt x="1099002" y="116946"/>
                  </a:lnTo>
                  <a:lnTo>
                    <a:pt x="1100706" y="163989"/>
                  </a:lnTo>
                  <a:lnTo>
                    <a:pt x="1100804" y="187539"/>
                  </a:lnTo>
                  <a:lnTo>
                    <a:pt x="1100397" y="211085"/>
                  </a:lnTo>
                  <a:lnTo>
                    <a:pt x="1098076" y="258102"/>
                  </a:lnTo>
                  <a:lnTo>
                    <a:pt x="1093744" y="304998"/>
                  </a:lnTo>
                  <a:lnTo>
                    <a:pt x="1087413" y="351645"/>
                  </a:lnTo>
                  <a:lnTo>
                    <a:pt x="1079090" y="398000"/>
                  </a:lnTo>
                  <a:lnTo>
                    <a:pt x="1068796" y="443935"/>
                  </a:lnTo>
                  <a:lnTo>
                    <a:pt x="1056543" y="489409"/>
                  </a:lnTo>
                  <a:lnTo>
                    <a:pt x="1042362" y="534297"/>
                  </a:lnTo>
                  <a:lnTo>
                    <a:pt x="1026267" y="578557"/>
                  </a:lnTo>
                  <a:lnTo>
                    <a:pt x="1008303" y="622069"/>
                  </a:lnTo>
                  <a:lnTo>
                    <a:pt x="988485" y="664793"/>
                  </a:lnTo>
                  <a:lnTo>
                    <a:pt x="966868" y="706611"/>
                  </a:lnTo>
                  <a:lnTo>
                    <a:pt x="943472" y="747484"/>
                  </a:lnTo>
                  <a:lnTo>
                    <a:pt x="918362" y="787302"/>
                  </a:lnTo>
                  <a:lnTo>
                    <a:pt x="891559" y="826027"/>
                  </a:lnTo>
                  <a:lnTo>
                    <a:pt x="863137" y="863554"/>
                  </a:lnTo>
                  <a:lnTo>
                    <a:pt x="833124" y="899847"/>
                  </a:lnTo>
                  <a:lnTo>
                    <a:pt x="801600" y="934808"/>
                  </a:lnTo>
                  <a:lnTo>
                    <a:pt x="768594" y="968404"/>
                  </a:lnTo>
                  <a:lnTo>
                    <a:pt x="734198" y="1000543"/>
                  </a:lnTo>
                  <a:lnTo>
                    <a:pt x="698443" y="1031196"/>
                  </a:lnTo>
                  <a:lnTo>
                    <a:pt x="661427" y="1060279"/>
                  </a:lnTo>
                  <a:lnTo>
                    <a:pt x="623183" y="1087764"/>
                  </a:lnTo>
                  <a:lnTo>
                    <a:pt x="583817" y="1113578"/>
                  </a:lnTo>
                  <a:lnTo>
                    <a:pt x="543365" y="1137695"/>
                  </a:lnTo>
                  <a:lnTo>
                    <a:pt x="501937" y="1160050"/>
                  </a:lnTo>
                  <a:lnTo>
                    <a:pt x="459572" y="1180623"/>
                  </a:lnTo>
                  <a:lnTo>
                    <a:pt x="416385" y="1199356"/>
                  </a:lnTo>
                  <a:lnTo>
                    <a:pt x="394492" y="120803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726949" y="2362199"/>
              <a:ext cx="1287780" cy="1101090"/>
            </a:xfrm>
            <a:custGeom>
              <a:avLst/>
              <a:gdLst/>
              <a:ahLst/>
              <a:cxnLst/>
              <a:rect l="l" t="t" r="r" b="b"/>
              <a:pathLst>
                <a:path w="1287779" h="1101089">
                  <a:moveTo>
                    <a:pt x="889995" y="1100824"/>
                  </a:moveTo>
                  <a:lnTo>
                    <a:pt x="844855" y="1099777"/>
                  </a:lnTo>
                  <a:lnTo>
                    <a:pt x="799797" y="1096881"/>
                  </a:lnTo>
                  <a:lnTo>
                    <a:pt x="754895" y="1092139"/>
                  </a:lnTo>
                  <a:lnTo>
                    <a:pt x="710225" y="1085561"/>
                  </a:lnTo>
                  <a:lnTo>
                    <a:pt x="665863" y="1077155"/>
                  </a:lnTo>
                  <a:lnTo>
                    <a:pt x="621882" y="1066938"/>
                  </a:lnTo>
                  <a:lnTo>
                    <a:pt x="578358" y="1054926"/>
                  </a:lnTo>
                  <a:lnTo>
                    <a:pt x="535362" y="1041139"/>
                  </a:lnTo>
                  <a:lnTo>
                    <a:pt x="492969" y="1025600"/>
                  </a:lnTo>
                  <a:lnTo>
                    <a:pt x="451248" y="1008337"/>
                  </a:lnTo>
                  <a:lnTo>
                    <a:pt x="410270" y="989376"/>
                  </a:lnTo>
                  <a:lnTo>
                    <a:pt x="370104" y="968752"/>
                  </a:lnTo>
                  <a:lnTo>
                    <a:pt x="330818" y="946497"/>
                  </a:lnTo>
                  <a:lnTo>
                    <a:pt x="292477" y="922651"/>
                  </a:lnTo>
                  <a:lnTo>
                    <a:pt x="255147" y="897252"/>
                  </a:lnTo>
                  <a:lnTo>
                    <a:pt x="218889" y="870344"/>
                  </a:lnTo>
                  <a:lnTo>
                    <a:pt x="183765" y="841971"/>
                  </a:lnTo>
                  <a:lnTo>
                    <a:pt x="149834" y="812182"/>
                  </a:lnTo>
                  <a:lnTo>
                    <a:pt x="117154" y="781026"/>
                  </a:lnTo>
                  <a:lnTo>
                    <a:pt x="85778" y="748557"/>
                  </a:lnTo>
                  <a:lnTo>
                    <a:pt x="55761" y="714828"/>
                  </a:lnTo>
                  <a:lnTo>
                    <a:pt x="27152" y="679897"/>
                  </a:lnTo>
                  <a:lnTo>
                    <a:pt x="0" y="643822"/>
                  </a:lnTo>
                  <a:lnTo>
                    <a:pt x="892924" y="0"/>
                  </a:lnTo>
                  <a:lnTo>
                    <a:pt x="1287416" y="1027714"/>
                  </a:lnTo>
                  <a:lnTo>
                    <a:pt x="1266252" y="1035590"/>
                  </a:lnTo>
                  <a:lnTo>
                    <a:pt x="1223480" y="1050026"/>
                  </a:lnTo>
                  <a:lnTo>
                    <a:pt x="1180134" y="1062700"/>
                  </a:lnTo>
                  <a:lnTo>
                    <a:pt x="1136323" y="1073582"/>
                  </a:lnTo>
                  <a:lnTo>
                    <a:pt x="1092084" y="1082662"/>
                  </a:lnTo>
                  <a:lnTo>
                    <a:pt x="1047529" y="1089917"/>
                  </a:lnTo>
                  <a:lnTo>
                    <a:pt x="1002695" y="1095341"/>
                  </a:lnTo>
                  <a:lnTo>
                    <a:pt x="957695" y="1098920"/>
                  </a:lnTo>
                  <a:lnTo>
                    <a:pt x="912567" y="1100652"/>
                  </a:lnTo>
                  <a:lnTo>
                    <a:pt x="889995" y="1100824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19049" y="1844688"/>
              <a:ext cx="1101090" cy="1161415"/>
            </a:xfrm>
            <a:custGeom>
              <a:avLst/>
              <a:gdLst/>
              <a:ahLst/>
              <a:cxnLst/>
              <a:rect l="l" t="t" r="r" b="b"/>
              <a:pathLst>
                <a:path w="1101090" h="1161414">
                  <a:moveTo>
                    <a:pt x="207901" y="1161333"/>
                  </a:moveTo>
                  <a:lnTo>
                    <a:pt x="186031" y="1129861"/>
                  </a:lnTo>
                  <a:lnTo>
                    <a:pt x="165270" y="1097647"/>
                  </a:lnTo>
                  <a:lnTo>
                    <a:pt x="145643" y="1064730"/>
                  </a:lnTo>
                  <a:lnTo>
                    <a:pt x="127173" y="1031149"/>
                  </a:lnTo>
                  <a:lnTo>
                    <a:pt x="109884" y="996946"/>
                  </a:lnTo>
                  <a:lnTo>
                    <a:pt x="93796" y="962162"/>
                  </a:lnTo>
                  <a:lnTo>
                    <a:pt x="78928" y="926838"/>
                  </a:lnTo>
                  <a:lnTo>
                    <a:pt x="65300" y="891019"/>
                  </a:lnTo>
                  <a:lnTo>
                    <a:pt x="52925" y="854747"/>
                  </a:lnTo>
                  <a:lnTo>
                    <a:pt x="41822" y="818066"/>
                  </a:lnTo>
                  <a:lnTo>
                    <a:pt x="32001" y="781021"/>
                  </a:lnTo>
                  <a:lnTo>
                    <a:pt x="23476" y="743657"/>
                  </a:lnTo>
                  <a:lnTo>
                    <a:pt x="16257" y="706018"/>
                  </a:lnTo>
                  <a:lnTo>
                    <a:pt x="10353" y="668151"/>
                  </a:lnTo>
                  <a:lnTo>
                    <a:pt x="5770" y="630101"/>
                  </a:lnTo>
                  <a:lnTo>
                    <a:pt x="2515" y="591915"/>
                  </a:lnTo>
                  <a:lnTo>
                    <a:pt x="590" y="553639"/>
                  </a:lnTo>
                  <a:lnTo>
                    <a:pt x="0" y="515319"/>
                  </a:lnTo>
                  <a:lnTo>
                    <a:pt x="204" y="496154"/>
                  </a:lnTo>
                  <a:lnTo>
                    <a:pt x="1614" y="457861"/>
                  </a:lnTo>
                  <a:lnTo>
                    <a:pt x="4357" y="419629"/>
                  </a:lnTo>
                  <a:lnTo>
                    <a:pt x="8428" y="381527"/>
                  </a:lnTo>
                  <a:lnTo>
                    <a:pt x="13825" y="343578"/>
                  </a:lnTo>
                  <a:lnTo>
                    <a:pt x="20537" y="305852"/>
                  </a:lnTo>
                  <a:lnTo>
                    <a:pt x="28561" y="268371"/>
                  </a:lnTo>
                  <a:lnTo>
                    <a:pt x="37881" y="231203"/>
                  </a:lnTo>
                  <a:lnTo>
                    <a:pt x="48493" y="194371"/>
                  </a:lnTo>
                  <a:lnTo>
                    <a:pt x="60377" y="157941"/>
                  </a:lnTo>
                  <a:lnTo>
                    <a:pt x="73526" y="121937"/>
                  </a:lnTo>
                  <a:lnTo>
                    <a:pt x="87916" y="86423"/>
                  </a:lnTo>
                  <a:lnTo>
                    <a:pt x="103538" y="51420"/>
                  </a:lnTo>
                  <a:lnTo>
                    <a:pt x="120364" y="16993"/>
                  </a:lnTo>
                  <a:lnTo>
                    <a:pt x="129227" y="0"/>
                  </a:lnTo>
                  <a:lnTo>
                    <a:pt x="1100825" y="517511"/>
                  </a:lnTo>
                  <a:lnTo>
                    <a:pt x="207901" y="1161333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648276" y="1261372"/>
              <a:ext cx="972185" cy="1101090"/>
            </a:xfrm>
            <a:custGeom>
              <a:avLst/>
              <a:gdLst/>
              <a:ahLst/>
              <a:cxnLst/>
              <a:rect l="l" t="t" r="r" b="b"/>
              <a:pathLst>
                <a:path w="972184" h="1101089">
                  <a:moveTo>
                    <a:pt x="971598" y="1100827"/>
                  </a:moveTo>
                  <a:lnTo>
                    <a:pt x="0" y="583316"/>
                  </a:lnTo>
                  <a:lnTo>
                    <a:pt x="8883" y="566972"/>
                  </a:lnTo>
                  <a:lnTo>
                    <a:pt x="18039" y="550784"/>
                  </a:lnTo>
                  <a:lnTo>
                    <a:pt x="47135" y="503174"/>
                  </a:lnTo>
                  <a:lnTo>
                    <a:pt x="78603" y="457103"/>
                  </a:lnTo>
                  <a:lnTo>
                    <a:pt x="112364" y="412685"/>
                  </a:lnTo>
                  <a:lnTo>
                    <a:pt x="148336" y="370032"/>
                  </a:lnTo>
                  <a:lnTo>
                    <a:pt x="186424" y="329255"/>
                  </a:lnTo>
                  <a:lnTo>
                    <a:pt x="226524" y="290465"/>
                  </a:lnTo>
                  <a:lnTo>
                    <a:pt x="268539" y="253756"/>
                  </a:lnTo>
                  <a:lnTo>
                    <a:pt x="312363" y="219220"/>
                  </a:lnTo>
                  <a:lnTo>
                    <a:pt x="357881" y="186949"/>
                  </a:lnTo>
                  <a:lnTo>
                    <a:pt x="404972" y="157028"/>
                  </a:lnTo>
                  <a:lnTo>
                    <a:pt x="453517" y="129532"/>
                  </a:lnTo>
                  <a:lnTo>
                    <a:pt x="503399" y="104528"/>
                  </a:lnTo>
                  <a:lnTo>
                    <a:pt x="554483" y="82084"/>
                  </a:lnTo>
                  <a:lnTo>
                    <a:pt x="606634" y="62259"/>
                  </a:lnTo>
                  <a:lnTo>
                    <a:pt x="659722" y="45102"/>
                  </a:lnTo>
                  <a:lnTo>
                    <a:pt x="713617" y="30655"/>
                  </a:lnTo>
                  <a:lnTo>
                    <a:pt x="768174" y="18958"/>
                  </a:lnTo>
                  <a:lnTo>
                    <a:pt x="823249" y="10041"/>
                  </a:lnTo>
                  <a:lnTo>
                    <a:pt x="878705" y="3926"/>
                  </a:lnTo>
                  <a:lnTo>
                    <a:pt x="934405" y="628"/>
                  </a:lnTo>
                  <a:lnTo>
                    <a:pt x="971598" y="0"/>
                  </a:lnTo>
                  <a:lnTo>
                    <a:pt x="971598" y="1100827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269975" y="1300426"/>
              <a:ext cx="2539365" cy="2249170"/>
            </a:xfrm>
            <a:custGeom>
              <a:avLst/>
              <a:gdLst/>
              <a:ahLst/>
              <a:cxnLst/>
              <a:rect l="l" t="t" r="r" b="b"/>
              <a:pathLst>
                <a:path w="2539365" h="2249170">
                  <a:moveTo>
                    <a:pt x="2079496" y="201042"/>
                  </a:moveTo>
                  <a:lnTo>
                    <a:pt x="2150676" y="117069"/>
                  </a:lnTo>
                  <a:lnTo>
                    <a:pt x="2264976" y="117069"/>
                  </a:lnTo>
                </a:path>
                <a:path w="2539365" h="2249170">
                  <a:moveTo>
                    <a:pt x="2329173" y="1622302"/>
                  </a:moveTo>
                  <a:lnTo>
                    <a:pt x="2424712" y="1676988"/>
                  </a:lnTo>
                  <a:lnTo>
                    <a:pt x="2539012" y="1676988"/>
                  </a:lnTo>
                </a:path>
                <a:path w="2539365" h="2249170">
                  <a:moveTo>
                    <a:pt x="1027468" y="2143073"/>
                  </a:moveTo>
                  <a:lnTo>
                    <a:pt x="996011" y="2248565"/>
                  </a:lnTo>
                  <a:lnTo>
                    <a:pt x="881711" y="2248565"/>
                  </a:lnTo>
                </a:path>
                <a:path w="2539365" h="2249170">
                  <a:moveTo>
                    <a:pt x="224130" y="1138038"/>
                  </a:moveTo>
                  <a:lnTo>
                    <a:pt x="114299" y="1145478"/>
                  </a:lnTo>
                  <a:lnTo>
                    <a:pt x="0" y="1145478"/>
                  </a:lnTo>
                </a:path>
                <a:path w="2539365" h="2249170">
                  <a:moveTo>
                    <a:pt x="769107" y="94379"/>
                  </a:moveTo>
                  <a:lnTo>
                    <a:pt x="712444" y="0"/>
                  </a:lnTo>
                  <a:lnTo>
                    <a:pt x="598144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448490" y="6664325"/>
            <a:ext cx="272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3977780" y="6664325"/>
            <a:ext cx="272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454274" y="695388"/>
            <a:ext cx="14763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C_Profit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560352" y="1338120"/>
            <a:ext cx="10236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3,78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(22,38%)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7834387" y="2898039"/>
            <a:ext cx="10236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3,68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(21,79%)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5103143" y="3469616"/>
            <a:ext cx="10236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3,53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(20,89%)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221432" y="2366529"/>
            <a:ext cx="10236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3,00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(17,73%)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4819576" y="1221051"/>
            <a:ext cx="10236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2,91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(17,21%)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0760074" y="1670081"/>
            <a:ext cx="5092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Country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10782934" y="1916176"/>
            <a:ext cx="95250" cy="1057275"/>
            <a:chOff x="10782934" y="1916176"/>
            <a:chExt cx="95250" cy="1057275"/>
          </a:xfrm>
        </p:grpSpPr>
        <p:pic>
          <p:nvPicPr>
            <p:cNvPr id="74" name="object 7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82934" y="1916176"/>
              <a:ext cx="95249" cy="95249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2934" y="2163826"/>
              <a:ext cx="95249" cy="95249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2934" y="2401951"/>
              <a:ext cx="95249" cy="95249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2934" y="2640076"/>
              <a:ext cx="95249" cy="95249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82934" y="2878201"/>
              <a:ext cx="95249" cy="95249"/>
            </a:xfrm>
            <a:prstGeom prst="rect">
              <a:avLst/>
            </a:prstGeom>
          </p:spPr>
        </p:pic>
      </p:grpSp>
      <p:sp>
        <p:nvSpPr>
          <p:cNvPr id="79" name="object 79" descr=""/>
          <p:cNvSpPr txBox="1"/>
          <p:nvPr/>
        </p:nvSpPr>
        <p:spPr>
          <a:xfrm>
            <a:off x="10885089" y="1870106"/>
            <a:ext cx="1408430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France</a:t>
            </a:r>
            <a:endParaRPr sz="1000">
              <a:latin typeface="Segoe UI"/>
              <a:cs typeface="Segoe UI"/>
            </a:endParaRPr>
          </a:p>
          <a:p>
            <a:pPr marL="12700" marR="882650">
              <a:lnSpc>
                <a:spcPct val="156300"/>
              </a:lnSpc>
              <a:spcBef>
                <a:spcPts val="7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Germany Canada</a:t>
            </a:r>
            <a:endParaRPr sz="1000">
              <a:latin typeface="Segoe UI"/>
              <a:cs typeface="Segoe UI"/>
            </a:endParaRPr>
          </a:p>
          <a:p>
            <a:pPr marL="12700" marR="5080">
              <a:lnSpc>
                <a:spcPts val="1950"/>
              </a:lnSpc>
              <a:spcBef>
                <a:spcPts val="25"/>
              </a:spcBef>
            </a:pP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United</a:t>
            </a:r>
            <a:r>
              <a:rPr dirty="0" sz="1000" spc="-3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States</a:t>
            </a:r>
            <a:r>
              <a:rPr dirty="0" sz="1000" spc="-3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dirty="0" sz="1000" spc="-3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America Mexico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381000" y="2428874"/>
            <a:ext cx="1885950" cy="1143000"/>
            <a:chOff x="381000" y="2428874"/>
            <a:chExt cx="1885950" cy="1143000"/>
          </a:xfrm>
        </p:grpSpPr>
        <p:sp>
          <p:nvSpPr>
            <p:cNvPr id="81" name="object 81" descr=""/>
            <p:cNvSpPr/>
            <p:nvPr/>
          </p:nvSpPr>
          <p:spPr>
            <a:xfrm>
              <a:off x="390524" y="2438399"/>
              <a:ext cx="1866900" cy="1123950"/>
            </a:xfrm>
            <a:custGeom>
              <a:avLst/>
              <a:gdLst/>
              <a:ahLst/>
              <a:cxnLst/>
              <a:rect l="l" t="t" r="r" b="b"/>
              <a:pathLst>
                <a:path w="1866900" h="1123950">
                  <a:moveTo>
                    <a:pt x="1828799" y="1123949"/>
                  </a:moveTo>
                  <a:lnTo>
                    <a:pt x="38100" y="1123949"/>
                  </a:lnTo>
                  <a:lnTo>
                    <a:pt x="3274" y="1099839"/>
                  </a:lnTo>
                  <a:lnTo>
                    <a:pt x="0" y="1085849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1828799" y="0"/>
                  </a:lnTo>
                  <a:lnTo>
                    <a:pt x="1842789" y="3274"/>
                  </a:lnTo>
                  <a:lnTo>
                    <a:pt x="1854993" y="11906"/>
                  </a:lnTo>
                  <a:lnTo>
                    <a:pt x="1863625" y="24110"/>
                  </a:lnTo>
                  <a:lnTo>
                    <a:pt x="1866899" y="38099"/>
                  </a:lnTo>
                  <a:lnTo>
                    <a:pt x="1866899" y="1085849"/>
                  </a:lnTo>
                  <a:lnTo>
                    <a:pt x="1863625" y="1099839"/>
                  </a:lnTo>
                  <a:lnTo>
                    <a:pt x="1854993" y="1112043"/>
                  </a:lnTo>
                  <a:lnTo>
                    <a:pt x="1842789" y="1120675"/>
                  </a:lnTo>
                  <a:lnTo>
                    <a:pt x="1828799" y="1123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90524" y="2438399"/>
              <a:ext cx="1866900" cy="1123950"/>
            </a:xfrm>
            <a:custGeom>
              <a:avLst/>
              <a:gdLst/>
              <a:ahLst/>
              <a:cxnLst/>
              <a:rect l="l" t="t" r="r" b="b"/>
              <a:pathLst>
                <a:path w="1866900" h="112395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828799" y="0"/>
                  </a:lnTo>
                  <a:lnTo>
                    <a:pt x="1863625" y="24110"/>
                  </a:lnTo>
                  <a:lnTo>
                    <a:pt x="1866899" y="1085849"/>
                  </a:lnTo>
                  <a:lnTo>
                    <a:pt x="1863625" y="1099839"/>
                  </a:lnTo>
                  <a:lnTo>
                    <a:pt x="1854993" y="1112043"/>
                  </a:lnTo>
                  <a:lnTo>
                    <a:pt x="1842789" y="1120675"/>
                  </a:lnTo>
                  <a:lnTo>
                    <a:pt x="1828799" y="1123949"/>
                  </a:lnTo>
                  <a:lnTo>
                    <a:pt x="38099" y="1123949"/>
                  </a:lnTo>
                  <a:lnTo>
                    <a:pt x="24110" y="1120675"/>
                  </a:lnTo>
                  <a:lnTo>
                    <a:pt x="11906" y="1112043"/>
                  </a:lnTo>
                  <a:lnTo>
                    <a:pt x="3274" y="1099839"/>
                  </a:lnTo>
                  <a:lnTo>
                    <a:pt x="0" y="108584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00049" y="2447924"/>
              <a:ext cx="1847850" cy="1104900"/>
            </a:xfrm>
            <a:custGeom>
              <a:avLst/>
              <a:gdLst/>
              <a:ahLst/>
              <a:cxnLst/>
              <a:rect l="l" t="t" r="r" b="b"/>
              <a:pathLst>
                <a:path w="1847850" h="1104900">
                  <a:moveTo>
                    <a:pt x="1819274" y="1104899"/>
                  </a:moveTo>
                  <a:lnTo>
                    <a:pt x="28574" y="1104899"/>
                  </a:lnTo>
                  <a:lnTo>
                    <a:pt x="18082" y="1102444"/>
                  </a:lnTo>
                  <a:lnTo>
                    <a:pt x="8929" y="1095970"/>
                  </a:lnTo>
                  <a:lnTo>
                    <a:pt x="2455" y="1086817"/>
                  </a:lnTo>
                  <a:lnTo>
                    <a:pt x="0" y="1076324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819274" y="0"/>
                  </a:lnTo>
                  <a:lnTo>
                    <a:pt x="1829767" y="2455"/>
                  </a:lnTo>
                  <a:lnTo>
                    <a:pt x="1838920" y="8929"/>
                  </a:lnTo>
                  <a:lnTo>
                    <a:pt x="1845394" y="18082"/>
                  </a:lnTo>
                  <a:lnTo>
                    <a:pt x="1847849" y="28574"/>
                  </a:lnTo>
                  <a:lnTo>
                    <a:pt x="1847849" y="1076324"/>
                  </a:lnTo>
                  <a:lnTo>
                    <a:pt x="1845394" y="1086817"/>
                  </a:lnTo>
                  <a:lnTo>
                    <a:pt x="1838920" y="1095970"/>
                  </a:lnTo>
                  <a:lnTo>
                    <a:pt x="1829767" y="1102444"/>
                  </a:lnTo>
                  <a:lnTo>
                    <a:pt x="1819274" y="110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501650" y="2623820"/>
            <a:ext cx="958850" cy="7054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252423"/>
                </a:solidFill>
                <a:latin typeface="Segoe UI Semibold"/>
                <a:cs typeface="Segoe UI Semibold"/>
              </a:rPr>
              <a:t>1,13 </a:t>
            </a:r>
            <a:r>
              <a:rPr dirty="0" sz="2400" spc="-25">
                <a:solidFill>
                  <a:srgbClr val="252423"/>
                </a:solidFill>
                <a:latin typeface="Segoe UI Semibold"/>
                <a:cs typeface="Segoe UI Semibold"/>
              </a:rPr>
              <a:t>Mi</a:t>
            </a:r>
            <a:endParaRPr sz="2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 spc="-10">
                <a:solidFill>
                  <a:srgbClr val="605D5C"/>
                </a:solidFill>
                <a:latin typeface="Segoe UI"/>
                <a:cs typeface="Segoe UI"/>
              </a:rPr>
              <a:t>C_UnitsSold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359524" y="3981513"/>
            <a:ext cx="14763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C_Profit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372225" y="3657599"/>
            <a:ext cx="6000750" cy="304800"/>
            <a:chOff x="6372225" y="3657599"/>
            <a:chExt cx="6000750" cy="304800"/>
          </a:xfrm>
        </p:grpSpPr>
        <p:sp>
          <p:nvSpPr>
            <p:cNvPr id="6" name="object 6" descr=""/>
            <p:cNvSpPr/>
            <p:nvPr/>
          </p:nvSpPr>
          <p:spPr>
            <a:xfrm>
              <a:off x="6372225" y="3657599"/>
              <a:ext cx="6000750" cy="304800"/>
            </a:xfrm>
            <a:custGeom>
              <a:avLst/>
              <a:gdLst/>
              <a:ahLst/>
              <a:cxnLst/>
              <a:rect l="l" t="t" r="r" b="b"/>
              <a:pathLst>
                <a:path w="6000750" h="304800">
                  <a:moveTo>
                    <a:pt x="6000749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6000749" y="0"/>
                  </a:lnTo>
                  <a:lnTo>
                    <a:pt x="6000749" y="304799"/>
                  </a:lnTo>
                  <a:close/>
                </a:path>
              </a:pathLst>
            </a:custGeom>
            <a:solidFill>
              <a:srgbClr val="4012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5562" y="3771923"/>
              <a:ext cx="152367" cy="14285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6721475" y="3768725"/>
            <a:ext cx="39960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Este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tipo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de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visual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será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Segoe UI"/>
                <a:cs typeface="Segoe UI"/>
              </a:rPr>
              <a:t>descontinuado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em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breve.</a:t>
            </a:r>
            <a:r>
              <a:rPr dirty="0" sz="900" spc="-1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Entre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em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contato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com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410948" y="3733800"/>
            <a:ext cx="923925" cy="228600"/>
            <a:chOff x="11410948" y="3733800"/>
            <a:chExt cx="923925" cy="228600"/>
          </a:xfrm>
        </p:grpSpPr>
        <p:sp>
          <p:nvSpPr>
            <p:cNvPr id="10" name="object 10" descr=""/>
            <p:cNvSpPr/>
            <p:nvPr/>
          </p:nvSpPr>
          <p:spPr>
            <a:xfrm>
              <a:off x="11415710" y="3738562"/>
              <a:ext cx="914400" cy="219075"/>
            </a:xfrm>
            <a:custGeom>
              <a:avLst/>
              <a:gdLst/>
              <a:ahLst/>
              <a:cxnLst/>
              <a:rect l="l" t="t" r="r" b="b"/>
              <a:pathLst>
                <a:path w="914400" h="219075">
                  <a:moveTo>
                    <a:pt x="902007" y="219074"/>
                  </a:moveTo>
                  <a:lnTo>
                    <a:pt x="12392" y="219074"/>
                  </a:lnTo>
                  <a:lnTo>
                    <a:pt x="10570" y="218712"/>
                  </a:lnTo>
                  <a:lnTo>
                    <a:pt x="0" y="206682"/>
                  </a:lnTo>
                  <a:lnTo>
                    <a:pt x="0" y="2047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902007" y="0"/>
                  </a:lnTo>
                  <a:lnTo>
                    <a:pt x="914399" y="12392"/>
                  </a:lnTo>
                  <a:lnTo>
                    <a:pt x="914399" y="206682"/>
                  </a:lnTo>
                  <a:lnTo>
                    <a:pt x="903829" y="218712"/>
                  </a:lnTo>
                  <a:lnTo>
                    <a:pt x="902007" y="2190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415710" y="3738562"/>
              <a:ext cx="914400" cy="219075"/>
            </a:xfrm>
            <a:custGeom>
              <a:avLst/>
              <a:gdLst/>
              <a:ahLst/>
              <a:cxnLst/>
              <a:rect l="l" t="t" r="r" b="b"/>
              <a:pathLst>
                <a:path w="914400" h="219075">
                  <a:moveTo>
                    <a:pt x="0" y="204787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5" y="5524"/>
                  </a:lnTo>
                  <a:lnTo>
                    <a:pt x="4185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20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8" y="0"/>
                  </a:lnTo>
                  <a:lnTo>
                    <a:pt x="900112" y="0"/>
                  </a:lnTo>
                  <a:lnTo>
                    <a:pt x="902007" y="0"/>
                  </a:lnTo>
                  <a:lnTo>
                    <a:pt x="903829" y="362"/>
                  </a:lnTo>
                  <a:lnTo>
                    <a:pt x="905579" y="1087"/>
                  </a:lnTo>
                  <a:lnTo>
                    <a:pt x="907329" y="1812"/>
                  </a:lnTo>
                  <a:lnTo>
                    <a:pt x="913311" y="8819"/>
                  </a:lnTo>
                  <a:lnTo>
                    <a:pt x="914037" y="10570"/>
                  </a:lnTo>
                  <a:lnTo>
                    <a:pt x="914399" y="12392"/>
                  </a:lnTo>
                  <a:lnTo>
                    <a:pt x="914400" y="14287"/>
                  </a:lnTo>
                  <a:lnTo>
                    <a:pt x="914400" y="204787"/>
                  </a:lnTo>
                  <a:lnTo>
                    <a:pt x="914399" y="206682"/>
                  </a:lnTo>
                  <a:lnTo>
                    <a:pt x="914037" y="208504"/>
                  </a:lnTo>
                  <a:lnTo>
                    <a:pt x="913311" y="210255"/>
                  </a:lnTo>
                  <a:lnTo>
                    <a:pt x="912586" y="212005"/>
                  </a:lnTo>
                  <a:lnTo>
                    <a:pt x="905579" y="217987"/>
                  </a:lnTo>
                  <a:lnTo>
                    <a:pt x="903829" y="218712"/>
                  </a:lnTo>
                  <a:lnTo>
                    <a:pt x="902007" y="219074"/>
                  </a:lnTo>
                  <a:lnTo>
                    <a:pt x="900112" y="219074"/>
                  </a:lnTo>
                  <a:lnTo>
                    <a:pt x="14288" y="219074"/>
                  </a:lnTo>
                  <a:lnTo>
                    <a:pt x="4185" y="214890"/>
                  </a:lnTo>
                  <a:lnTo>
                    <a:pt x="2845" y="213550"/>
                  </a:lnTo>
                  <a:lnTo>
                    <a:pt x="1812" y="212005"/>
                  </a:lnTo>
                  <a:lnTo>
                    <a:pt x="1087" y="210255"/>
                  </a:lnTo>
                  <a:lnTo>
                    <a:pt x="362" y="208504"/>
                  </a:lnTo>
                  <a:lnTo>
                    <a:pt x="0" y="206682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8A87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482932" y="3768725"/>
            <a:ext cx="7791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C5C5C"/>
                </a:solidFill>
                <a:latin typeface="Segoe UI"/>
                <a:cs typeface="Segoe UI"/>
              </a:rPr>
              <a:t>Atualizar </a:t>
            </a:r>
            <a:r>
              <a:rPr dirty="0" sz="900" spc="-20">
                <a:solidFill>
                  <a:srgbClr val="5C5C5C"/>
                </a:solidFill>
                <a:latin typeface="Segoe UI"/>
                <a:cs typeface="Segoe UI"/>
              </a:rPr>
              <a:t>mapa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372225" y="4248150"/>
            <a:ext cx="6000750" cy="2800350"/>
            <a:chOff x="6372225" y="4248150"/>
            <a:chExt cx="6000750" cy="280035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2225" y="4248150"/>
              <a:ext cx="6000749" cy="28003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2857" y="5144959"/>
              <a:ext cx="865807" cy="83529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719962" y="46043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240" y="566481"/>
                  </a:moveTo>
                  <a:lnTo>
                    <a:pt x="241680" y="563416"/>
                  </a:lnTo>
                  <a:lnTo>
                    <a:pt x="201020" y="554285"/>
                  </a:lnTo>
                  <a:lnTo>
                    <a:pt x="162139" y="539287"/>
                  </a:lnTo>
                  <a:lnTo>
                    <a:pt x="125880" y="518747"/>
                  </a:lnTo>
                  <a:lnTo>
                    <a:pt x="93027" y="493108"/>
                  </a:lnTo>
                  <a:lnTo>
                    <a:pt x="64292" y="462927"/>
                  </a:lnTo>
                  <a:lnTo>
                    <a:pt x="40296" y="428856"/>
                  </a:lnTo>
                  <a:lnTo>
                    <a:pt x="21560" y="391632"/>
                  </a:lnTo>
                  <a:lnTo>
                    <a:pt x="8488" y="352062"/>
                  </a:lnTo>
                  <a:lnTo>
                    <a:pt x="1363" y="311003"/>
                  </a:lnTo>
                  <a:lnTo>
                    <a:pt x="0" y="283240"/>
                  </a:lnTo>
                  <a:lnTo>
                    <a:pt x="341" y="269342"/>
                  </a:lnTo>
                  <a:lnTo>
                    <a:pt x="5442" y="227983"/>
                  </a:lnTo>
                  <a:lnTo>
                    <a:pt x="16556" y="187819"/>
                  </a:lnTo>
                  <a:lnTo>
                    <a:pt x="33444" y="149722"/>
                  </a:lnTo>
                  <a:lnTo>
                    <a:pt x="55739" y="114514"/>
                  </a:lnTo>
                  <a:lnTo>
                    <a:pt x="82959" y="82959"/>
                  </a:lnTo>
                  <a:lnTo>
                    <a:pt x="114514" y="55739"/>
                  </a:lnTo>
                  <a:lnTo>
                    <a:pt x="149722" y="33444"/>
                  </a:lnTo>
                  <a:lnTo>
                    <a:pt x="187819" y="16556"/>
                  </a:lnTo>
                  <a:lnTo>
                    <a:pt x="227983" y="5442"/>
                  </a:lnTo>
                  <a:lnTo>
                    <a:pt x="269343" y="340"/>
                  </a:lnTo>
                  <a:lnTo>
                    <a:pt x="283240" y="0"/>
                  </a:lnTo>
                  <a:lnTo>
                    <a:pt x="297139" y="340"/>
                  </a:lnTo>
                  <a:lnTo>
                    <a:pt x="338498" y="5442"/>
                  </a:lnTo>
                  <a:lnTo>
                    <a:pt x="378662" y="16556"/>
                  </a:lnTo>
                  <a:lnTo>
                    <a:pt x="416759" y="33444"/>
                  </a:lnTo>
                  <a:lnTo>
                    <a:pt x="451967" y="55739"/>
                  </a:lnTo>
                  <a:lnTo>
                    <a:pt x="483522" y="82959"/>
                  </a:lnTo>
                  <a:lnTo>
                    <a:pt x="510742" y="114514"/>
                  </a:lnTo>
                  <a:lnTo>
                    <a:pt x="533037" y="149722"/>
                  </a:lnTo>
                  <a:lnTo>
                    <a:pt x="549924" y="187819"/>
                  </a:lnTo>
                  <a:lnTo>
                    <a:pt x="561039" y="227983"/>
                  </a:lnTo>
                  <a:lnTo>
                    <a:pt x="566141" y="269342"/>
                  </a:lnTo>
                  <a:lnTo>
                    <a:pt x="566481" y="283240"/>
                  </a:lnTo>
                  <a:lnTo>
                    <a:pt x="566141" y="297139"/>
                  </a:lnTo>
                  <a:lnTo>
                    <a:pt x="561039" y="338498"/>
                  </a:lnTo>
                  <a:lnTo>
                    <a:pt x="549924" y="378662"/>
                  </a:lnTo>
                  <a:lnTo>
                    <a:pt x="533037" y="416759"/>
                  </a:lnTo>
                  <a:lnTo>
                    <a:pt x="510742" y="451967"/>
                  </a:lnTo>
                  <a:lnTo>
                    <a:pt x="483522" y="483522"/>
                  </a:lnTo>
                  <a:lnTo>
                    <a:pt x="451967" y="510742"/>
                  </a:lnTo>
                  <a:lnTo>
                    <a:pt x="416759" y="533037"/>
                  </a:lnTo>
                  <a:lnTo>
                    <a:pt x="378661" y="549924"/>
                  </a:lnTo>
                  <a:lnTo>
                    <a:pt x="338498" y="561039"/>
                  </a:lnTo>
                  <a:lnTo>
                    <a:pt x="297139" y="566140"/>
                  </a:lnTo>
                  <a:lnTo>
                    <a:pt x="283240" y="566481"/>
                  </a:lnTo>
                  <a:close/>
                </a:path>
              </a:pathLst>
            </a:custGeom>
            <a:solidFill>
              <a:srgbClr val="118C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719962" y="46043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566481" y="283240"/>
                  </a:moveTo>
                  <a:lnTo>
                    <a:pt x="563416" y="324801"/>
                  </a:lnTo>
                  <a:lnTo>
                    <a:pt x="554285" y="365461"/>
                  </a:lnTo>
                  <a:lnTo>
                    <a:pt x="539287" y="404342"/>
                  </a:lnTo>
                  <a:lnTo>
                    <a:pt x="518746" y="440601"/>
                  </a:lnTo>
                  <a:lnTo>
                    <a:pt x="493108" y="473454"/>
                  </a:lnTo>
                  <a:lnTo>
                    <a:pt x="462927" y="502189"/>
                  </a:lnTo>
                  <a:lnTo>
                    <a:pt x="428855" y="526184"/>
                  </a:lnTo>
                  <a:lnTo>
                    <a:pt x="391632" y="544921"/>
                  </a:lnTo>
                  <a:lnTo>
                    <a:pt x="352062" y="557993"/>
                  </a:lnTo>
                  <a:lnTo>
                    <a:pt x="311003" y="565118"/>
                  </a:lnTo>
                  <a:lnTo>
                    <a:pt x="283240" y="566481"/>
                  </a:lnTo>
                  <a:lnTo>
                    <a:pt x="276287" y="566396"/>
                  </a:lnTo>
                  <a:lnTo>
                    <a:pt x="234819" y="562312"/>
                  </a:lnTo>
                  <a:lnTo>
                    <a:pt x="194391" y="552185"/>
                  </a:lnTo>
                  <a:lnTo>
                    <a:pt x="155894" y="536239"/>
                  </a:lnTo>
                  <a:lnTo>
                    <a:pt x="120146" y="514813"/>
                  </a:lnTo>
                  <a:lnTo>
                    <a:pt x="87936" y="488378"/>
                  </a:lnTo>
                  <a:lnTo>
                    <a:pt x="59947" y="457498"/>
                  </a:lnTo>
                  <a:lnTo>
                    <a:pt x="36797" y="422851"/>
                  </a:lnTo>
                  <a:lnTo>
                    <a:pt x="18978" y="385176"/>
                  </a:lnTo>
                  <a:lnTo>
                    <a:pt x="6882" y="345301"/>
                  </a:lnTo>
                  <a:lnTo>
                    <a:pt x="767" y="304075"/>
                  </a:lnTo>
                  <a:lnTo>
                    <a:pt x="0" y="283240"/>
                  </a:lnTo>
                  <a:lnTo>
                    <a:pt x="85" y="276287"/>
                  </a:lnTo>
                  <a:lnTo>
                    <a:pt x="4169" y="234819"/>
                  </a:lnTo>
                  <a:lnTo>
                    <a:pt x="14296" y="194391"/>
                  </a:lnTo>
                  <a:lnTo>
                    <a:pt x="30242" y="155894"/>
                  </a:lnTo>
                  <a:lnTo>
                    <a:pt x="51668" y="120146"/>
                  </a:lnTo>
                  <a:lnTo>
                    <a:pt x="78103" y="87936"/>
                  </a:lnTo>
                  <a:lnTo>
                    <a:pt x="108983" y="59947"/>
                  </a:lnTo>
                  <a:lnTo>
                    <a:pt x="143630" y="36797"/>
                  </a:lnTo>
                  <a:lnTo>
                    <a:pt x="181305" y="18978"/>
                  </a:lnTo>
                  <a:lnTo>
                    <a:pt x="221180" y="6882"/>
                  </a:lnTo>
                  <a:lnTo>
                    <a:pt x="262406" y="767"/>
                  </a:lnTo>
                  <a:lnTo>
                    <a:pt x="283240" y="0"/>
                  </a:lnTo>
                  <a:lnTo>
                    <a:pt x="290194" y="85"/>
                  </a:lnTo>
                  <a:lnTo>
                    <a:pt x="331662" y="4169"/>
                  </a:lnTo>
                  <a:lnTo>
                    <a:pt x="372090" y="14296"/>
                  </a:lnTo>
                  <a:lnTo>
                    <a:pt x="410587" y="30242"/>
                  </a:lnTo>
                  <a:lnTo>
                    <a:pt x="446335" y="51668"/>
                  </a:lnTo>
                  <a:lnTo>
                    <a:pt x="478545" y="78102"/>
                  </a:lnTo>
                  <a:lnTo>
                    <a:pt x="506534" y="108983"/>
                  </a:lnTo>
                  <a:lnTo>
                    <a:pt x="529684" y="143630"/>
                  </a:lnTo>
                  <a:lnTo>
                    <a:pt x="547503" y="181305"/>
                  </a:lnTo>
                  <a:lnTo>
                    <a:pt x="559599" y="221180"/>
                  </a:lnTo>
                  <a:lnTo>
                    <a:pt x="565714" y="262406"/>
                  </a:lnTo>
                  <a:lnTo>
                    <a:pt x="566481" y="283240"/>
                  </a:lnTo>
                  <a:close/>
                </a:path>
              </a:pathLst>
            </a:custGeom>
            <a:ln w="9524">
              <a:solidFill>
                <a:srgbClr val="004E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810768" y="578328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5">
                  <a:moveTo>
                    <a:pt x="135480" y="254266"/>
                  </a:moveTo>
                  <a:lnTo>
                    <a:pt x="118785" y="254266"/>
                  </a:lnTo>
                  <a:lnTo>
                    <a:pt x="110518" y="253451"/>
                  </a:lnTo>
                  <a:lnTo>
                    <a:pt x="70769" y="241394"/>
                  </a:lnTo>
                  <a:lnTo>
                    <a:pt x="31333" y="211127"/>
                  </a:lnTo>
                  <a:lnTo>
                    <a:pt x="6482" y="168072"/>
                  </a:lnTo>
                  <a:lnTo>
                    <a:pt x="0" y="135480"/>
                  </a:lnTo>
                  <a:lnTo>
                    <a:pt x="0" y="118785"/>
                  </a:lnTo>
                  <a:lnTo>
                    <a:pt x="12871" y="70769"/>
                  </a:lnTo>
                  <a:lnTo>
                    <a:pt x="43139" y="31333"/>
                  </a:lnTo>
                  <a:lnTo>
                    <a:pt x="86193" y="6482"/>
                  </a:lnTo>
                  <a:lnTo>
                    <a:pt x="118785" y="0"/>
                  </a:lnTo>
                  <a:lnTo>
                    <a:pt x="135480" y="0"/>
                  </a:lnTo>
                  <a:lnTo>
                    <a:pt x="183497" y="12871"/>
                  </a:lnTo>
                  <a:lnTo>
                    <a:pt x="222932" y="43139"/>
                  </a:lnTo>
                  <a:lnTo>
                    <a:pt x="247783" y="86193"/>
                  </a:lnTo>
                  <a:lnTo>
                    <a:pt x="254266" y="118785"/>
                  </a:lnTo>
                  <a:lnTo>
                    <a:pt x="254266" y="127133"/>
                  </a:lnTo>
                  <a:lnTo>
                    <a:pt x="254266" y="135480"/>
                  </a:lnTo>
                  <a:lnTo>
                    <a:pt x="241394" y="183497"/>
                  </a:lnTo>
                  <a:lnTo>
                    <a:pt x="211127" y="222932"/>
                  </a:lnTo>
                  <a:lnTo>
                    <a:pt x="168072" y="247783"/>
                  </a:lnTo>
                  <a:lnTo>
                    <a:pt x="143748" y="253451"/>
                  </a:lnTo>
                  <a:lnTo>
                    <a:pt x="135480" y="254266"/>
                  </a:lnTo>
                  <a:close/>
                </a:path>
              </a:pathLst>
            </a:custGeom>
            <a:solidFill>
              <a:srgbClr val="118C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810768" y="578328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5">
                  <a:moveTo>
                    <a:pt x="254266" y="127133"/>
                  </a:moveTo>
                  <a:lnTo>
                    <a:pt x="254266" y="135480"/>
                  </a:lnTo>
                  <a:lnTo>
                    <a:pt x="253452" y="143748"/>
                  </a:lnTo>
                  <a:lnTo>
                    <a:pt x="251823" y="151935"/>
                  </a:lnTo>
                  <a:lnTo>
                    <a:pt x="250195" y="160122"/>
                  </a:lnTo>
                  <a:lnTo>
                    <a:pt x="247783" y="168072"/>
                  </a:lnTo>
                  <a:lnTo>
                    <a:pt x="244588" y="175784"/>
                  </a:lnTo>
                  <a:lnTo>
                    <a:pt x="241394" y="183497"/>
                  </a:lnTo>
                  <a:lnTo>
                    <a:pt x="237478" y="190823"/>
                  </a:lnTo>
                  <a:lnTo>
                    <a:pt x="232840" y="197764"/>
                  </a:lnTo>
                  <a:lnTo>
                    <a:pt x="228202" y="204705"/>
                  </a:lnTo>
                  <a:lnTo>
                    <a:pt x="197764" y="232840"/>
                  </a:lnTo>
                  <a:lnTo>
                    <a:pt x="175784" y="244588"/>
                  </a:lnTo>
                  <a:lnTo>
                    <a:pt x="168072" y="247783"/>
                  </a:lnTo>
                  <a:lnTo>
                    <a:pt x="127133" y="254266"/>
                  </a:lnTo>
                  <a:lnTo>
                    <a:pt x="118785" y="254266"/>
                  </a:lnTo>
                  <a:lnTo>
                    <a:pt x="78481" y="244588"/>
                  </a:lnTo>
                  <a:lnTo>
                    <a:pt x="43139" y="222932"/>
                  </a:lnTo>
                  <a:lnTo>
                    <a:pt x="37236" y="217029"/>
                  </a:lnTo>
                  <a:lnTo>
                    <a:pt x="31333" y="211127"/>
                  </a:lnTo>
                  <a:lnTo>
                    <a:pt x="9677" y="175784"/>
                  </a:lnTo>
                  <a:lnTo>
                    <a:pt x="0" y="135480"/>
                  </a:lnTo>
                  <a:lnTo>
                    <a:pt x="0" y="127133"/>
                  </a:lnTo>
                  <a:lnTo>
                    <a:pt x="0" y="118785"/>
                  </a:lnTo>
                  <a:lnTo>
                    <a:pt x="814" y="110517"/>
                  </a:lnTo>
                  <a:lnTo>
                    <a:pt x="2442" y="102330"/>
                  </a:lnTo>
                  <a:lnTo>
                    <a:pt x="4071" y="94143"/>
                  </a:lnTo>
                  <a:lnTo>
                    <a:pt x="21425" y="56501"/>
                  </a:lnTo>
                  <a:lnTo>
                    <a:pt x="26063" y="49560"/>
                  </a:lnTo>
                  <a:lnTo>
                    <a:pt x="31333" y="43139"/>
                  </a:lnTo>
                  <a:lnTo>
                    <a:pt x="37236" y="37236"/>
                  </a:lnTo>
                  <a:lnTo>
                    <a:pt x="43139" y="31333"/>
                  </a:lnTo>
                  <a:lnTo>
                    <a:pt x="78481" y="9677"/>
                  </a:lnTo>
                  <a:lnTo>
                    <a:pt x="102330" y="2442"/>
                  </a:lnTo>
                  <a:lnTo>
                    <a:pt x="110518" y="814"/>
                  </a:lnTo>
                  <a:lnTo>
                    <a:pt x="118785" y="0"/>
                  </a:lnTo>
                  <a:lnTo>
                    <a:pt x="127133" y="0"/>
                  </a:lnTo>
                  <a:lnTo>
                    <a:pt x="135480" y="0"/>
                  </a:lnTo>
                  <a:lnTo>
                    <a:pt x="175784" y="9677"/>
                  </a:lnTo>
                  <a:lnTo>
                    <a:pt x="197764" y="21425"/>
                  </a:lnTo>
                  <a:lnTo>
                    <a:pt x="204705" y="26063"/>
                  </a:lnTo>
                  <a:lnTo>
                    <a:pt x="232840" y="56501"/>
                  </a:lnTo>
                  <a:lnTo>
                    <a:pt x="237478" y="63442"/>
                  </a:lnTo>
                  <a:lnTo>
                    <a:pt x="241394" y="70769"/>
                  </a:lnTo>
                  <a:lnTo>
                    <a:pt x="244588" y="78481"/>
                  </a:lnTo>
                  <a:lnTo>
                    <a:pt x="247783" y="86193"/>
                  </a:lnTo>
                  <a:lnTo>
                    <a:pt x="250195" y="94143"/>
                  </a:lnTo>
                  <a:lnTo>
                    <a:pt x="251823" y="102330"/>
                  </a:lnTo>
                  <a:lnTo>
                    <a:pt x="253452" y="110517"/>
                  </a:lnTo>
                  <a:lnTo>
                    <a:pt x="254266" y="118785"/>
                  </a:lnTo>
                  <a:lnTo>
                    <a:pt x="254266" y="127133"/>
                  </a:lnTo>
                  <a:close/>
                </a:path>
              </a:pathLst>
            </a:custGeom>
            <a:ln w="9524">
              <a:solidFill>
                <a:srgbClr val="004E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5584" y="6371322"/>
              <a:ext cx="75450" cy="75449"/>
            </a:xfrm>
            <a:prstGeom prst="rect">
              <a:avLst/>
            </a:prstGeom>
          </p:spPr>
        </p:pic>
        <p:pic>
          <p:nvPicPr>
            <p:cNvPr id="21" name="object 21" descr="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1413" y="6875883"/>
              <a:ext cx="480871" cy="79578"/>
            </a:xfrm>
            <a:prstGeom prst="rect">
              <a:avLst/>
            </a:prstGeom>
          </p:spPr>
        </p:pic>
        <p:pic>
          <p:nvPicPr>
            <p:cNvPr id="22" name="object 22" descr="">
              <a:hlinkClick r:id="rId6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9849" y="6861441"/>
              <a:ext cx="93442" cy="93442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0956725" y="6873875"/>
            <a:ext cx="119761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4273" sz="975">
                <a:latin typeface="Arial MT"/>
                <a:cs typeface="Arial MT"/>
              </a:rPr>
              <a:t>©</a:t>
            </a:r>
            <a:r>
              <a:rPr dirty="0" baseline="4273" sz="975" spc="120"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2026</a:t>
            </a:r>
            <a:r>
              <a:rPr dirty="0" baseline="4273" sz="975" spc="127">
                <a:latin typeface="Arial MT"/>
                <a:cs typeface="Arial MT"/>
              </a:rPr>
              <a:t> </a:t>
            </a:r>
            <a:r>
              <a:rPr dirty="0" baseline="4273" sz="975" spc="-135">
                <a:latin typeface="Arial MT"/>
                <a:cs typeface="Arial MT"/>
              </a:rPr>
              <a:t>M</a:t>
            </a:r>
            <a:r>
              <a:rPr dirty="0" baseline="4273" sz="975" spc="-135">
                <a:latin typeface="Arial MT"/>
                <a:cs typeface="Arial MT"/>
              </a:rPr>
              <a:t>i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135">
                <a:latin typeface="Arial MT"/>
                <a:cs typeface="Arial MT"/>
              </a:rPr>
              <a:t>c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dirty="0" baseline="4273" sz="975" spc="-135">
                <a:latin typeface="Arial MT"/>
                <a:cs typeface="Arial MT"/>
              </a:rPr>
              <a:t>r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s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f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dirty="0" baseline="4273" sz="975" spc="-135">
                <a:latin typeface="Arial MT"/>
                <a:cs typeface="Arial MT"/>
              </a:rPr>
              <a:t>t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4273" sz="975" spc="-30">
                <a:latin typeface="Arial MT"/>
                <a:cs typeface="Arial MT"/>
              </a:rPr>
              <a:t>Co</a:t>
            </a:r>
            <a:r>
              <a:rPr dirty="0" baseline="4273" sz="975" spc="-30">
                <a:latin typeface="Arial MT"/>
                <a:cs typeface="Arial MT"/>
              </a:rPr>
              <a:t>r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30">
                <a:latin typeface="Arial MT"/>
                <a:cs typeface="Arial MT"/>
              </a:rPr>
              <a:t>po</a:t>
            </a:r>
            <a:r>
              <a:rPr dirty="0" baseline="4273" sz="975" spc="-30">
                <a:latin typeface="Arial MT"/>
                <a:cs typeface="Arial MT"/>
              </a:rPr>
              <a:t>r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30">
                <a:latin typeface="Arial MT"/>
                <a:cs typeface="Arial MT"/>
              </a:rPr>
              <a:t>a</a:t>
            </a:r>
            <a:r>
              <a:rPr dirty="0" baseline="4273" sz="975" spc="-30">
                <a:latin typeface="Arial MT"/>
                <a:cs typeface="Arial MT"/>
              </a:rPr>
              <a:t>t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baseline="4273" sz="975" spc="-30">
                <a:latin typeface="Arial MT"/>
                <a:cs typeface="Arial MT"/>
              </a:rPr>
              <a:t>i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30">
                <a:latin typeface="Arial MT"/>
                <a:cs typeface="Arial MT"/>
              </a:rPr>
              <a:t>on</a:t>
            </a:r>
            <a:endParaRPr baseline="4273" sz="975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72224" y="552513"/>
            <a:ext cx="17545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C_UnitsSold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372225" y="228600"/>
            <a:ext cx="6000750" cy="304800"/>
            <a:chOff x="6372225" y="228600"/>
            <a:chExt cx="6000750" cy="304800"/>
          </a:xfrm>
        </p:grpSpPr>
        <p:sp>
          <p:nvSpPr>
            <p:cNvPr id="26" name="object 26" descr=""/>
            <p:cNvSpPr/>
            <p:nvPr/>
          </p:nvSpPr>
          <p:spPr>
            <a:xfrm>
              <a:off x="6372225" y="228600"/>
              <a:ext cx="6000750" cy="304800"/>
            </a:xfrm>
            <a:custGeom>
              <a:avLst/>
              <a:gdLst/>
              <a:ahLst/>
              <a:cxnLst/>
              <a:rect l="l" t="t" r="r" b="b"/>
              <a:pathLst>
                <a:path w="6000750" h="304800">
                  <a:moveTo>
                    <a:pt x="6000749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6000749" y="0"/>
                  </a:lnTo>
                  <a:lnTo>
                    <a:pt x="6000749" y="304799"/>
                  </a:lnTo>
                  <a:close/>
                </a:path>
              </a:pathLst>
            </a:custGeom>
            <a:solidFill>
              <a:srgbClr val="4012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05562" y="342923"/>
              <a:ext cx="152367" cy="142850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6372225" y="339725"/>
            <a:ext cx="5035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315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Este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tipo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de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visual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será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Segoe UI"/>
                <a:cs typeface="Segoe UI"/>
              </a:rPr>
              <a:t>descontinuado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em</a:t>
            </a:r>
            <a:r>
              <a:rPr dirty="0" sz="90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b="1">
                <a:solidFill>
                  <a:srgbClr val="FFFFFF"/>
                </a:solidFill>
                <a:latin typeface="Segoe UI"/>
                <a:cs typeface="Segoe UI"/>
              </a:rPr>
              <a:t>breve.</a:t>
            </a:r>
            <a:r>
              <a:rPr dirty="0" sz="900" spc="-1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Entre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em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contato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com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dirty="0" sz="9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1410948" y="304799"/>
            <a:ext cx="923925" cy="228600"/>
            <a:chOff x="11410948" y="304799"/>
            <a:chExt cx="923925" cy="228600"/>
          </a:xfrm>
        </p:grpSpPr>
        <p:sp>
          <p:nvSpPr>
            <p:cNvPr id="30" name="object 30" descr=""/>
            <p:cNvSpPr/>
            <p:nvPr/>
          </p:nvSpPr>
          <p:spPr>
            <a:xfrm>
              <a:off x="11415710" y="309562"/>
              <a:ext cx="914400" cy="219075"/>
            </a:xfrm>
            <a:custGeom>
              <a:avLst/>
              <a:gdLst/>
              <a:ahLst/>
              <a:cxnLst/>
              <a:rect l="l" t="t" r="r" b="b"/>
              <a:pathLst>
                <a:path w="914400" h="219075">
                  <a:moveTo>
                    <a:pt x="902007" y="219074"/>
                  </a:moveTo>
                  <a:lnTo>
                    <a:pt x="12392" y="219074"/>
                  </a:lnTo>
                  <a:lnTo>
                    <a:pt x="10570" y="218712"/>
                  </a:lnTo>
                  <a:lnTo>
                    <a:pt x="0" y="206682"/>
                  </a:lnTo>
                  <a:lnTo>
                    <a:pt x="0" y="2047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902007" y="0"/>
                  </a:lnTo>
                  <a:lnTo>
                    <a:pt x="914399" y="12392"/>
                  </a:lnTo>
                  <a:lnTo>
                    <a:pt x="914399" y="206682"/>
                  </a:lnTo>
                  <a:lnTo>
                    <a:pt x="903829" y="218712"/>
                  </a:lnTo>
                  <a:lnTo>
                    <a:pt x="902007" y="2190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415710" y="309562"/>
              <a:ext cx="914400" cy="219075"/>
            </a:xfrm>
            <a:custGeom>
              <a:avLst/>
              <a:gdLst/>
              <a:ahLst/>
              <a:cxnLst/>
              <a:rect l="l" t="t" r="r" b="b"/>
              <a:pathLst>
                <a:path w="914400" h="219075">
                  <a:moveTo>
                    <a:pt x="0" y="204787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5" y="5524"/>
                  </a:lnTo>
                  <a:lnTo>
                    <a:pt x="4185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20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8" y="0"/>
                  </a:lnTo>
                  <a:lnTo>
                    <a:pt x="900112" y="0"/>
                  </a:lnTo>
                  <a:lnTo>
                    <a:pt x="902007" y="0"/>
                  </a:lnTo>
                  <a:lnTo>
                    <a:pt x="903829" y="362"/>
                  </a:lnTo>
                  <a:lnTo>
                    <a:pt x="905579" y="1087"/>
                  </a:lnTo>
                  <a:lnTo>
                    <a:pt x="907329" y="1812"/>
                  </a:lnTo>
                  <a:lnTo>
                    <a:pt x="913311" y="8819"/>
                  </a:lnTo>
                  <a:lnTo>
                    <a:pt x="914037" y="10570"/>
                  </a:lnTo>
                  <a:lnTo>
                    <a:pt x="914399" y="12392"/>
                  </a:lnTo>
                  <a:lnTo>
                    <a:pt x="914400" y="14287"/>
                  </a:lnTo>
                  <a:lnTo>
                    <a:pt x="914400" y="204787"/>
                  </a:lnTo>
                  <a:lnTo>
                    <a:pt x="914399" y="206682"/>
                  </a:lnTo>
                  <a:lnTo>
                    <a:pt x="914037" y="208504"/>
                  </a:lnTo>
                  <a:lnTo>
                    <a:pt x="913311" y="210255"/>
                  </a:lnTo>
                  <a:lnTo>
                    <a:pt x="912586" y="212005"/>
                  </a:lnTo>
                  <a:lnTo>
                    <a:pt x="905579" y="217987"/>
                  </a:lnTo>
                  <a:lnTo>
                    <a:pt x="903829" y="218712"/>
                  </a:lnTo>
                  <a:lnTo>
                    <a:pt x="902007" y="219074"/>
                  </a:lnTo>
                  <a:lnTo>
                    <a:pt x="900112" y="219074"/>
                  </a:lnTo>
                  <a:lnTo>
                    <a:pt x="14288" y="219074"/>
                  </a:lnTo>
                  <a:lnTo>
                    <a:pt x="4185" y="214890"/>
                  </a:lnTo>
                  <a:lnTo>
                    <a:pt x="2845" y="213550"/>
                  </a:lnTo>
                  <a:lnTo>
                    <a:pt x="1812" y="212005"/>
                  </a:lnTo>
                  <a:lnTo>
                    <a:pt x="1087" y="210255"/>
                  </a:lnTo>
                  <a:lnTo>
                    <a:pt x="362" y="208504"/>
                  </a:lnTo>
                  <a:lnTo>
                    <a:pt x="0" y="206682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8A87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1424009" y="339725"/>
            <a:ext cx="8978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C5C5C"/>
                </a:solidFill>
                <a:latin typeface="Segoe UI"/>
                <a:cs typeface="Segoe UI"/>
              </a:rPr>
              <a:t>Atualizar </a:t>
            </a:r>
            <a:r>
              <a:rPr dirty="0" sz="900" spc="-20">
                <a:solidFill>
                  <a:srgbClr val="5C5C5C"/>
                </a:solidFill>
                <a:latin typeface="Segoe UI"/>
                <a:cs typeface="Segoe UI"/>
              </a:rPr>
              <a:t>mapa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372225" y="819150"/>
            <a:ext cx="6000750" cy="2790825"/>
            <a:chOff x="6372225" y="819150"/>
            <a:chExt cx="6000750" cy="2790825"/>
          </a:xfrm>
        </p:grpSpPr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2225" y="819150"/>
              <a:ext cx="6000749" cy="279082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674700" y="1125336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328503" y="657006"/>
                  </a:moveTo>
                  <a:lnTo>
                    <a:pt x="288288" y="654535"/>
                  </a:lnTo>
                  <a:lnTo>
                    <a:pt x="248683" y="647161"/>
                  </a:lnTo>
                  <a:lnTo>
                    <a:pt x="210278" y="634995"/>
                  </a:lnTo>
                  <a:lnTo>
                    <a:pt x="173647" y="618217"/>
                  </a:lnTo>
                  <a:lnTo>
                    <a:pt x="139346" y="597081"/>
                  </a:lnTo>
                  <a:lnTo>
                    <a:pt x="107893" y="571908"/>
                  </a:lnTo>
                  <a:lnTo>
                    <a:pt x="79759" y="543074"/>
                  </a:lnTo>
                  <a:lnTo>
                    <a:pt x="55362" y="511009"/>
                  </a:lnTo>
                  <a:lnTo>
                    <a:pt x="35074" y="476200"/>
                  </a:lnTo>
                  <a:lnTo>
                    <a:pt x="19202" y="439172"/>
                  </a:lnTo>
                  <a:lnTo>
                    <a:pt x="7982" y="400481"/>
                  </a:lnTo>
                  <a:lnTo>
                    <a:pt x="1581" y="360702"/>
                  </a:lnTo>
                  <a:lnTo>
                    <a:pt x="0" y="328503"/>
                  </a:lnTo>
                  <a:lnTo>
                    <a:pt x="98" y="320439"/>
                  </a:lnTo>
                  <a:lnTo>
                    <a:pt x="3555" y="280301"/>
                  </a:lnTo>
                  <a:lnTo>
                    <a:pt x="11898" y="240889"/>
                  </a:lnTo>
                  <a:lnTo>
                    <a:pt x="25005" y="202790"/>
                  </a:lnTo>
                  <a:lnTo>
                    <a:pt x="42677" y="166582"/>
                  </a:lnTo>
                  <a:lnTo>
                    <a:pt x="64646" y="132813"/>
                  </a:lnTo>
                  <a:lnTo>
                    <a:pt x="90584" y="101988"/>
                  </a:lnTo>
                  <a:lnTo>
                    <a:pt x="120102" y="74566"/>
                  </a:lnTo>
                  <a:lnTo>
                    <a:pt x="152756" y="50964"/>
                  </a:lnTo>
                  <a:lnTo>
                    <a:pt x="188049" y="31539"/>
                  </a:lnTo>
                  <a:lnTo>
                    <a:pt x="225455" y="16580"/>
                  </a:lnTo>
                  <a:lnTo>
                    <a:pt x="264415" y="6312"/>
                  </a:lnTo>
                  <a:lnTo>
                    <a:pt x="304339" y="889"/>
                  </a:lnTo>
                  <a:lnTo>
                    <a:pt x="328503" y="0"/>
                  </a:lnTo>
                  <a:lnTo>
                    <a:pt x="336567" y="98"/>
                  </a:lnTo>
                  <a:lnTo>
                    <a:pt x="376704" y="3555"/>
                  </a:lnTo>
                  <a:lnTo>
                    <a:pt x="416117" y="11898"/>
                  </a:lnTo>
                  <a:lnTo>
                    <a:pt x="454215" y="25005"/>
                  </a:lnTo>
                  <a:lnTo>
                    <a:pt x="490424" y="42677"/>
                  </a:lnTo>
                  <a:lnTo>
                    <a:pt x="524192" y="64646"/>
                  </a:lnTo>
                  <a:lnTo>
                    <a:pt x="555017" y="90583"/>
                  </a:lnTo>
                  <a:lnTo>
                    <a:pt x="582439" y="120103"/>
                  </a:lnTo>
                  <a:lnTo>
                    <a:pt x="606041" y="152756"/>
                  </a:lnTo>
                  <a:lnTo>
                    <a:pt x="625466" y="188049"/>
                  </a:lnTo>
                  <a:lnTo>
                    <a:pt x="640425" y="225455"/>
                  </a:lnTo>
                  <a:lnTo>
                    <a:pt x="650694" y="264415"/>
                  </a:lnTo>
                  <a:lnTo>
                    <a:pt x="656116" y="304339"/>
                  </a:lnTo>
                  <a:lnTo>
                    <a:pt x="657006" y="328503"/>
                  </a:lnTo>
                  <a:lnTo>
                    <a:pt x="656907" y="336567"/>
                  </a:lnTo>
                  <a:lnTo>
                    <a:pt x="653451" y="376704"/>
                  </a:lnTo>
                  <a:lnTo>
                    <a:pt x="645107" y="416117"/>
                  </a:lnTo>
                  <a:lnTo>
                    <a:pt x="632000" y="454215"/>
                  </a:lnTo>
                  <a:lnTo>
                    <a:pt x="614328" y="490424"/>
                  </a:lnTo>
                  <a:lnTo>
                    <a:pt x="592359" y="524192"/>
                  </a:lnTo>
                  <a:lnTo>
                    <a:pt x="566422" y="555017"/>
                  </a:lnTo>
                  <a:lnTo>
                    <a:pt x="536903" y="582439"/>
                  </a:lnTo>
                  <a:lnTo>
                    <a:pt x="504249" y="606041"/>
                  </a:lnTo>
                  <a:lnTo>
                    <a:pt x="468956" y="625466"/>
                  </a:lnTo>
                  <a:lnTo>
                    <a:pt x="431551" y="640425"/>
                  </a:lnTo>
                  <a:lnTo>
                    <a:pt x="392591" y="650694"/>
                  </a:lnTo>
                  <a:lnTo>
                    <a:pt x="352667" y="656116"/>
                  </a:lnTo>
                  <a:lnTo>
                    <a:pt x="328503" y="657006"/>
                  </a:lnTo>
                  <a:close/>
                </a:path>
              </a:pathLst>
            </a:custGeom>
            <a:solidFill>
              <a:srgbClr val="8F70CD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674700" y="1125336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657006" y="328503"/>
                  </a:moveTo>
                  <a:lnTo>
                    <a:pt x="654535" y="368718"/>
                  </a:lnTo>
                  <a:lnTo>
                    <a:pt x="647161" y="408323"/>
                  </a:lnTo>
                  <a:lnTo>
                    <a:pt x="634995" y="446727"/>
                  </a:lnTo>
                  <a:lnTo>
                    <a:pt x="618217" y="483358"/>
                  </a:lnTo>
                  <a:lnTo>
                    <a:pt x="597081" y="517660"/>
                  </a:lnTo>
                  <a:lnTo>
                    <a:pt x="571908" y="549112"/>
                  </a:lnTo>
                  <a:lnTo>
                    <a:pt x="543074" y="577247"/>
                  </a:lnTo>
                  <a:lnTo>
                    <a:pt x="511009" y="601643"/>
                  </a:lnTo>
                  <a:lnTo>
                    <a:pt x="476199" y="621931"/>
                  </a:lnTo>
                  <a:lnTo>
                    <a:pt x="439172" y="637803"/>
                  </a:lnTo>
                  <a:lnTo>
                    <a:pt x="400481" y="649024"/>
                  </a:lnTo>
                  <a:lnTo>
                    <a:pt x="360702" y="655424"/>
                  </a:lnTo>
                  <a:lnTo>
                    <a:pt x="328503" y="657006"/>
                  </a:lnTo>
                  <a:lnTo>
                    <a:pt x="320439" y="656907"/>
                  </a:lnTo>
                  <a:lnTo>
                    <a:pt x="280301" y="653451"/>
                  </a:lnTo>
                  <a:lnTo>
                    <a:pt x="240889" y="645107"/>
                  </a:lnTo>
                  <a:lnTo>
                    <a:pt x="202790" y="632000"/>
                  </a:lnTo>
                  <a:lnTo>
                    <a:pt x="166582" y="614328"/>
                  </a:lnTo>
                  <a:lnTo>
                    <a:pt x="132813" y="592359"/>
                  </a:lnTo>
                  <a:lnTo>
                    <a:pt x="101988" y="566422"/>
                  </a:lnTo>
                  <a:lnTo>
                    <a:pt x="74566" y="536903"/>
                  </a:lnTo>
                  <a:lnTo>
                    <a:pt x="50964" y="504249"/>
                  </a:lnTo>
                  <a:lnTo>
                    <a:pt x="31539" y="468956"/>
                  </a:lnTo>
                  <a:lnTo>
                    <a:pt x="16580" y="431551"/>
                  </a:lnTo>
                  <a:lnTo>
                    <a:pt x="6311" y="392591"/>
                  </a:lnTo>
                  <a:lnTo>
                    <a:pt x="889" y="352667"/>
                  </a:lnTo>
                  <a:lnTo>
                    <a:pt x="0" y="328503"/>
                  </a:lnTo>
                  <a:lnTo>
                    <a:pt x="98" y="320439"/>
                  </a:lnTo>
                  <a:lnTo>
                    <a:pt x="3555" y="280301"/>
                  </a:lnTo>
                  <a:lnTo>
                    <a:pt x="11898" y="240889"/>
                  </a:lnTo>
                  <a:lnTo>
                    <a:pt x="25005" y="202790"/>
                  </a:lnTo>
                  <a:lnTo>
                    <a:pt x="42677" y="166582"/>
                  </a:lnTo>
                  <a:lnTo>
                    <a:pt x="64646" y="132813"/>
                  </a:lnTo>
                  <a:lnTo>
                    <a:pt x="90584" y="101988"/>
                  </a:lnTo>
                  <a:lnTo>
                    <a:pt x="120102" y="74566"/>
                  </a:lnTo>
                  <a:lnTo>
                    <a:pt x="152756" y="50964"/>
                  </a:lnTo>
                  <a:lnTo>
                    <a:pt x="188049" y="31539"/>
                  </a:lnTo>
                  <a:lnTo>
                    <a:pt x="225455" y="16580"/>
                  </a:lnTo>
                  <a:lnTo>
                    <a:pt x="264415" y="6312"/>
                  </a:lnTo>
                  <a:lnTo>
                    <a:pt x="304339" y="889"/>
                  </a:lnTo>
                  <a:lnTo>
                    <a:pt x="328503" y="0"/>
                  </a:lnTo>
                  <a:lnTo>
                    <a:pt x="336567" y="98"/>
                  </a:lnTo>
                  <a:lnTo>
                    <a:pt x="376704" y="3555"/>
                  </a:lnTo>
                  <a:lnTo>
                    <a:pt x="416117" y="11898"/>
                  </a:lnTo>
                  <a:lnTo>
                    <a:pt x="454215" y="25005"/>
                  </a:lnTo>
                  <a:lnTo>
                    <a:pt x="490424" y="42677"/>
                  </a:lnTo>
                  <a:lnTo>
                    <a:pt x="524192" y="64646"/>
                  </a:lnTo>
                  <a:lnTo>
                    <a:pt x="555017" y="90583"/>
                  </a:lnTo>
                  <a:lnTo>
                    <a:pt x="582439" y="120103"/>
                  </a:lnTo>
                  <a:lnTo>
                    <a:pt x="606041" y="152756"/>
                  </a:lnTo>
                  <a:lnTo>
                    <a:pt x="625466" y="188049"/>
                  </a:lnTo>
                  <a:lnTo>
                    <a:pt x="640425" y="225455"/>
                  </a:lnTo>
                  <a:lnTo>
                    <a:pt x="650694" y="264415"/>
                  </a:lnTo>
                  <a:lnTo>
                    <a:pt x="656116" y="304339"/>
                  </a:lnTo>
                  <a:lnTo>
                    <a:pt x="657006" y="328503"/>
                  </a:lnTo>
                  <a:close/>
                </a:path>
              </a:pathLst>
            </a:custGeom>
            <a:ln w="9524">
              <a:solidFill>
                <a:srgbClr val="503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380448" y="1905304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4">
                  <a:moveTo>
                    <a:pt x="306796" y="613592"/>
                  </a:moveTo>
                  <a:lnTo>
                    <a:pt x="261779" y="610271"/>
                  </a:lnTo>
                  <a:lnTo>
                    <a:pt x="217737" y="600381"/>
                  </a:lnTo>
                  <a:lnTo>
                    <a:pt x="175623" y="584136"/>
                  </a:lnTo>
                  <a:lnTo>
                    <a:pt x="136348" y="561887"/>
                  </a:lnTo>
                  <a:lnTo>
                    <a:pt x="100763" y="534117"/>
                  </a:lnTo>
                  <a:lnTo>
                    <a:pt x="69639" y="501425"/>
                  </a:lnTo>
                  <a:lnTo>
                    <a:pt x="43647" y="464521"/>
                  </a:lnTo>
                  <a:lnTo>
                    <a:pt x="23352" y="424201"/>
                  </a:lnTo>
                  <a:lnTo>
                    <a:pt x="9193" y="381341"/>
                  </a:lnTo>
                  <a:lnTo>
                    <a:pt x="1477" y="336867"/>
                  </a:lnTo>
                  <a:lnTo>
                    <a:pt x="0" y="306796"/>
                  </a:lnTo>
                  <a:lnTo>
                    <a:pt x="369" y="291742"/>
                  </a:lnTo>
                  <a:lnTo>
                    <a:pt x="5894" y="246943"/>
                  </a:lnTo>
                  <a:lnTo>
                    <a:pt x="17933" y="203439"/>
                  </a:lnTo>
                  <a:lnTo>
                    <a:pt x="36225" y="162173"/>
                  </a:lnTo>
                  <a:lnTo>
                    <a:pt x="60375" y="124037"/>
                  </a:lnTo>
                  <a:lnTo>
                    <a:pt x="89858" y="89858"/>
                  </a:lnTo>
                  <a:lnTo>
                    <a:pt x="124037" y="60375"/>
                  </a:lnTo>
                  <a:lnTo>
                    <a:pt x="162173" y="36226"/>
                  </a:lnTo>
                  <a:lnTo>
                    <a:pt x="203439" y="17933"/>
                  </a:lnTo>
                  <a:lnTo>
                    <a:pt x="246943" y="5894"/>
                  </a:lnTo>
                  <a:lnTo>
                    <a:pt x="291742" y="369"/>
                  </a:lnTo>
                  <a:lnTo>
                    <a:pt x="306796" y="0"/>
                  </a:lnTo>
                  <a:lnTo>
                    <a:pt x="321850" y="369"/>
                  </a:lnTo>
                  <a:lnTo>
                    <a:pt x="366649" y="5894"/>
                  </a:lnTo>
                  <a:lnTo>
                    <a:pt x="410152" y="17933"/>
                  </a:lnTo>
                  <a:lnTo>
                    <a:pt x="451418" y="36226"/>
                  </a:lnTo>
                  <a:lnTo>
                    <a:pt x="489554" y="60374"/>
                  </a:lnTo>
                  <a:lnTo>
                    <a:pt x="523733" y="89858"/>
                  </a:lnTo>
                  <a:lnTo>
                    <a:pt x="553217" y="124037"/>
                  </a:lnTo>
                  <a:lnTo>
                    <a:pt x="577365" y="162173"/>
                  </a:lnTo>
                  <a:lnTo>
                    <a:pt x="595658" y="203439"/>
                  </a:lnTo>
                  <a:lnTo>
                    <a:pt x="607697" y="246943"/>
                  </a:lnTo>
                  <a:lnTo>
                    <a:pt x="613223" y="291742"/>
                  </a:lnTo>
                  <a:lnTo>
                    <a:pt x="613592" y="306796"/>
                  </a:lnTo>
                  <a:lnTo>
                    <a:pt x="613223" y="321850"/>
                  </a:lnTo>
                  <a:lnTo>
                    <a:pt x="607696" y="366649"/>
                  </a:lnTo>
                  <a:lnTo>
                    <a:pt x="595658" y="410152"/>
                  </a:lnTo>
                  <a:lnTo>
                    <a:pt x="577366" y="451418"/>
                  </a:lnTo>
                  <a:lnTo>
                    <a:pt x="553217" y="489554"/>
                  </a:lnTo>
                  <a:lnTo>
                    <a:pt x="523733" y="523733"/>
                  </a:lnTo>
                  <a:lnTo>
                    <a:pt x="489554" y="553217"/>
                  </a:lnTo>
                  <a:lnTo>
                    <a:pt x="451418" y="577366"/>
                  </a:lnTo>
                  <a:lnTo>
                    <a:pt x="410152" y="595658"/>
                  </a:lnTo>
                  <a:lnTo>
                    <a:pt x="366648" y="607697"/>
                  </a:lnTo>
                  <a:lnTo>
                    <a:pt x="321850" y="613223"/>
                  </a:lnTo>
                  <a:lnTo>
                    <a:pt x="306796" y="613592"/>
                  </a:lnTo>
                  <a:close/>
                </a:path>
              </a:pathLst>
            </a:custGeom>
            <a:solidFill>
              <a:srgbClr val="8F70CD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380448" y="1905304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4">
                  <a:moveTo>
                    <a:pt x="613592" y="306796"/>
                  </a:moveTo>
                  <a:lnTo>
                    <a:pt x="610271" y="351812"/>
                  </a:lnTo>
                  <a:lnTo>
                    <a:pt x="600381" y="395854"/>
                  </a:lnTo>
                  <a:lnTo>
                    <a:pt x="584136" y="437968"/>
                  </a:lnTo>
                  <a:lnTo>
                    <a:pt x="561887" y="477242"/>
                  </a:lnTo>
                  <a:lnTo>
                    <a:pt x="534117" y="512828"/>
                  </a:lnTo>
                  <a:lnTo>
                    <a:pt x="501425" y="543952"/>
                  </a:lnTo>
                  <a:lnTo>
                    <a:pt x="464520" y="569944"/>
                  </a:lnTo>
                  <a:lnTo>
                    <a:pt x="424201" y="590238"/>
                  </a:lnTo>
                  <a:lnTo>
                    <a:pt x="381341" y="604398"/>
                  </a:lnTo>
                  <a:lnTo>
                    <a:pt x="336867" y="612115"/>
                  </a:lnTo>
                  <a:lnTo>
                    <a:pt x="306796" y="613592"/>
                  </a:lnTo>
                  <a:lnTo>
                    <a:pt x="299264" y="613500"/>
                  </a:lnTo>
                  <a:lnTo>
                    <a:pt x="254347" y="609076"/>
                  </a:lnTo>
                  <a:lnTo>
                    <a:pt x="210557" y="598107"/>
                  </a:lnTo>
                  <a:lnTo>
                    <a:pt x="168858" y="580835"/>
                  </a:lnTo>
                  <a:lnTo>
                    <a:pt x="130137" y="557626"/>
                  </a:lnTo>
                  <a:lnTo>
                    <a:pt x="95249" y="528994"/>
                  </a:lnTo>
                  <a:lnTo>
                    <a:pt x="64932" y="495545"/>
                  </a:lnTo>
                  <a:lnTo>
                    <a:pt x="39857" y="458017"/>
                  </a:lnTo>
                  <a:lnTo>
                    <a:pt x="20556" y="417208"/>
                  </a:lnTo>
                  <a:lnTo>
                    <a:pt x="7454" y="374017"/>
                  </a:lnTo>
                  <a:lnTo>
                    <a:pt x="830" y="329363"/>
                  </a:lnTo>
                  <a:lnTo>
                    <a:pt x="0" y="306796"/>
                  </a:lnTo>
                  <a:lnTo>
                    <a:pt x="92" y="299264"/>
                  </a:lnTo>
                  <a:lnTo>
                    <a:pt x="4516" y="254347"/>
                  </a:lnTo>
                  <a:lnTo>
                    <a:pt x="15485" y="210557"/>
                  </a:lnTo>
                  <a:lnTo>
                    <a:pt x="32756" y="168859"/>
                  </a:lnTo>
                  <a:lnTo>
                    <a:pt x="55965" y="130138"/>
                  </a:lnTo>
                  <a:lnTo>
                    <a:pt x="84598" y="95249"/>
                  </a:lnTo>
                  <a:lnTo>
                    <a:pt x="118047" y="64933"/>
                  </a:lnTo>
                  <a:lnTo>
                    <a:pt x="155574" y="39857"/>
                  </a:lnTo>
                  <a:lnTo>
                    <a:pt x="196383" y="20556"/>
                  </a:lnTo>
                  <a:lnTo>
                    <a:pt x="239574" y="7454"/>
                  </a:lnTo>
                  <a:lnTo>
                    <a:pt x="284229" y="830"/>
                  </a:lnTo>
                  <a:lnTo>
                    <a:pt x="306796" y="0"/>
                  </a:lnTo>
                  <a:lnTo>
                    <a:pt x="314327" y="92"/>
                  </a:lnTo>
                  <a:lnTo>
                    <a:pt x="359244" y="4516"/>
                  </a:lnTo>
                  <a:lnTo>
                    <a:pt x="403034" y="15485"/>
                  </a:lnTo>
                  <a:lnTo>
                    <a:pt x="444733" y="32757"/>
                  </a:lnTo>
                  <a:lnTo>
                    <a:pt x="483453" y="55965"/>
                  </a:lnTo>
                  <a:lnTo>
                    <a:pt x="518343" y="84598"/>
                  </a:lnTo>
                  <a:lnTo>
                    <a:pt x="548659" y="118047"/>
                  </a:lnTo>
                  <a:lnTo>
                    <a:pt x="573734" y="155574"/>
                  </a:lnTo>
                  <a:lnTo>
                    <a:pt x="593035" y="196383"/>
                  </a:lnTo>
                  <a:lnTo>
                    <a:pt x="606137" y="239574"/>
                  </a:lnTo>
                  <a:lnTo>
                    <a:pt x="612761" y="284229"/>
                  </a:lnTo>
                  <a:lnTo>
                    <a:pt x="613592" y="306796"/>
                  </a:lnTo>
                  <a:close/>
                </a:path>
              </a:pathLst>
            </a:custGeom>
            <a:ln w="9524">
              <a:solidFill>
                <a:srgbClr val="503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661647" y="2200400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4" h="553085">
                  <a:moveTo>
                    <a:pt x="276253" y="552507"/>
                  </a:moveTo>
                  <a:lnTo>
                    <a:pt x="235719" y="549517"/>
                  </a:lnTo>
                  <a:lnTo>
                    <a:pt x="196061" y="540612"/>
                  </a:lnTo>
                  <a:lnTo>
                    <a:pt x="158139" y="525984"/>
                  </a:lnTo>
                  <a:lnTo>
                    <a:pt x="122775" y="505950"/>
                  </a:lnTo>
                  <a:lnTo>
                    <a:pt x="90732" y="480944"/>
                  </a:lnTo>
                  <a:lnTo>
                    <a:pt x="62706" y="451507"/>
                  </a:lnTo>
                  <a:lnTo>
                    <a:pt x="39302" y="418276"/>
                  </a:lnTo>
                  <a:lnTo>
                    <a:pt x="21028" y="381971"/>
                  </a:lnTo>
                  <a:lnTo>
                    <a:pt x="8278" y="343378"/>
                  </a:lnTo>
                  <a:lnTo>
                    <a:pt x="1330" y="303331"/>
                  </a:lnTo>
                  <a:lnTo>
                    <a:pt x="0" y="276253"/>
                  </a:lnTo>
                  <a:lnTo>
                    <a:pt x="332" y="262698"/>
                  </a:lnTo>
                  <a:lnTo>
                    <a:pt x="5308" y="222359"/>
                  </a:lnTo>
                  <a:lnTo>
                    <a:pt x="16148" y="183186"/>
                  </a:lnTo>
                  <a:lnTo>
                    <a:pt x="32619" y="146028"/>
                  </a:lnTo>
                  <a:lnTo>
                    <a:pt x="54364" y="111689"/>
                  </a:lnTo>
                  <a:lnTo>
                    <a:pt x="80912" y="80912"/>
                  </a:lnTo>
                  <a:lnTo>
                    <a:pt x="111689" y="54364"/>
                  </a:lnTo>
                  <a:lnTo>
                    <a:pt x="146028" y="32619"/>
                  </a:lnTo>
                  <a:lnTo>
                    <a:pt x="183186" y="16148"/>
                  </a:lnTo>
                  <a:lnTo>
                    <a:pt x="222359" y="5308"/>
                  </a:lnTo>
                  <a:lnTo>
                    <a:pt x="262698" y="332"/>
                  </a:lnTo>
                  <a:lnTo>
                    <a:pt x="276253" y="0"/>
                  </a:lnTo>
                  <a:lnTo>
                    <a:pt x="289809" y="332"/>
                  </a:lnTo>
                  <a:lnTo>
                    <a:pt x="330148" y="5308"/>
                  </a:lnTo>
                  <a:lnTo>
                    <a:pt x="369321" y="16148"/>
                  </a:lnTo>
                  <a:lnTo>
                    <a:pt x="406478" y="32619"/>
                  </a:lnTo>
                  <a:lnTo>
                    <a:pt x="440818" y="54364"/>
                  </a:lnTo>
                  <a:lnTo>
                    <a:pt x="471594" y="80912"/>
                  </a:lnTo>
                  <a:lnTo>
                    <a:pt x="498143" y="111689"/>
                  </a:lnTo>
                  <a:lnTo>
                    <a:pt x="519887" y="146028"/>
                  </a:lnTo>
                  <a:lnTo>
                    <a:pt x="536358" y="183186"/>
                  </a:lnTo>
                  <a:lnTo>
                    <a:pt x="547199" y="222359"/>
                  </a:lnTo>
                  <a:lnTo>
                    <a:pt x="552174" y="262698"/>
                  </a:lnTo>
                  <a:lnTo>
                    <a:pt x="552507" y="276253"/>
                  </a:lnTo>
                  <a:lnTo>
                    <a:pt x="552174" y="289808"/>
                  </a:lnTo>
                  <a:lnTo>
                    <a:pt x="547199" y="330148"/>
                  </a:lnTo>
                  <a:lnTo>
                    <a:pt x="536358" y="369320"/>
                  </a:lnTo>
                  <a:lnTo>
                    <a:pt x="519887" y="406479"/>
                  </a:lnTo>
                  <a:lnTo>
                    <a:pt x="498143" y="440818"/>
                  </a:lnTo>
                  <a:lnTo>
                    <a:pt x="471594" y="471594"/>
                  </a:lnTo>
                  <a:lnTo>
                    <a:pt x="440818" y="498143"/>
                  </a:lnTo>
                  <a:lnTo>
                    <a:pt x="406478" y="519887"/>
                  </a:lnTo>
                  <a:lnTo>
                    <a:pt x="369321" y="536358"/>
                  </a:lnTo>
                  <a:lnTo>
                    <a:pt x="330148" y="547199"/>
                  </a:lnTo>
                  <a:lnTo>
                    <a:pt x="289809" y="552175"/>
                  </a:lnTo>
                  <a:lnTo>
                    <a:pt x="276253" y="552507"/>
                  </a:lnTo>
                  <a:close/>
                </a:path>
              </a:pathLst>
            </a:custGeom>
            <a:solidFill>
              <a:srgbClr val="8F70CD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661647" y="2200400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4" h="553085">
                  <a:moveTo>
                    <a:pt x="552507" y="276253"/>
                  </a:moveTo>
                  <a:lnTo>
                    <a:pt x="549517" y="316788"/>
                  </a:lnTo>
                  <a:lnTo>
                    <a:pt x="540611" y="356446"/>
                  </a:lnTo>
                  <a:lnTo>
                    <a:pt x="525984" y="394367"/>
                  </a:lnTo>
                  <a:lnTo>
                    <a:pt x="505950" y="429732"/>
                  </a:lnTo>
                  <a:lnTo>
                    <a:pt x="480944" y="461774"/>
                  </a:lnTo>
                  <a:lnTo>
                    <a:pt x="451507" y="489800"/>
                  </a:lnTo>
                  <a:lnTo>
                    <a:pt x="418276" y="513204"/>
                  </a:lnTo>
                  <a:lnTo>
                    <a:pt x="381971" y="531478"/>
                  </a:lnTo>
                  <a:lnTo>
                    <a:pt x="343378" y="544228"/>
                  </a:lnTo>
                  <a:lnTo>
                    <a:pt x="303331" y="551177"/>
                  </a:lnTo>
                  <a:lnTo>
                    <a:pt x="276253" y="552507"/>
                  </a:lnTo>
                  <a:lnTo>
                    <a:pt x="269472" y="552424"/>
                  </a:lnTo>
                  <a:lnTo>
                    <a:pt x="229026" y="548440"/>
                  </a:lnTo>
                  <a:lnTo>
                    <a:pt x="189596" y="538563"/>
                  </a:lnTo>
                  <a:lnTo>
                    <a:pt x="152048" y="523011"/>
                  </a:lnTo>
                  <a:lnTo>
                    <a:pt x="117182" y="502113"/>
                  </a:lnTo>
                  <a:lnTo>
                    <a:pt x="85766" y="476331"/>
                  </a:lnTo>
                  <a:lnTo>
                    <a:pt x="58468" y="446212"/>
                  </a:lnTo>
                  <a:lnTo>
                    <a:pt x="35889" y="412420"/>
                  </a:lnTo>
                  <a:lnTo>
                    <a:pt x="18510" y="375674"/>
                  </a:lnTo>
                  <a:lnTo>
                    <a:pt x="6712" y="336783"/>
                  </a:lnTo>
                  <a:lnTo>
                    <a:pt x="748" y="296574"/>
                  </a:lnTo>
                  <a:lnTo>
                    <a:pt x="0" y="276253"/>
                  </a:lnTo>
                  <a:lnTo>
                    <a:pt x="83" y="269472"/>
                  </a:lnTo>
                  <a:lnTo>
                    <a:pt x="4066" y="229026"/>
                  </a:lnTo>
                  <a:lnTo>
                    <a:pt x="13943" y="189596"/>
                  </a:lnTo>
                  <a:lnTo>
                    <a:pt x="29496" y="152048"/>
                  </a:lnTo>
                  <a:lnTo>
                    <a:pt x="50393" y="117182"/>
                  </a:lnTo>
                  <a:lnTo>
                    <a:pt x="76176" y="85766"/>
                  </a:lnTo>
                  <a:lnTo>
                    <a:pt x="106295" y="58468"/>
                  </a:lnTo>
                  <a:lnTo>
                    <a:pt x="140086" y="35889"/>
                  </a:lnTo>
                  <a:lnTo>
                    <a:pt x="176833" y="18510"/>
                  </a:lnTo>
                  <a:lnTo>
                    <a:pt x="215724" y="6712"/>
                  </a:lnTo>
                  <a:lnTo>
                    <a:pt x="255933" y="748"/>
                  </a:lnTo>
                  <a:lnTo>
                    <a:pt x="276253" y="0"/>
                  </a:lnTo>
                  <a:lnTo>
                    <a:pt x="283035" y="83"/>
                  </a:lnTo>
                  <a:lnTo>
                    <a:pt x="323480" y="4066"/>
                  </a:lnTo>
                  <a:lnTo>
                    <a:pt x="362911" y="13943"/>
                  </a:lnTo>
                  <a:lnTo>
                    <a:pt x="400458" y="29496"/>
                  </a:lnTo>
                  <a:lnTo>
                    <a:pt x="435324" y="50393"/>
                  </a:lnTo>
                  <a:lnTo>
                    <a:pt x="466740" y="76176"/>
                  </a:lnTo>
                  <a:lnTo>
                    <a:pt x="494038" y="106295"/>
                  </a:lnTo>
                  <a:lnTo>
                    <a:pt x="516617" y="140086"/>
                  </a:lnTo>
                  <a:lnTo>
                    <a:pt x="533997" y="176833"/>
                  </a:lnTo>
                  <a:lnTo>
                    <a:pt x="545794" y="215724"/>
                  </a:lnTo>
                  <a:lnTo>
                    <a:pt x="551759" y="255933"/>
                  </a:lnTo>
                  <a:lnTo>
                    <a:pt x="552507" y="276253"/>
                  </a:lnTo>
                  <a:close/>
                </a:path>
              </a:pathLst>
            </a:custGeom>
            <a:ln w="9524">
              <a:solidFill>
                <a:srgbClr val="503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46668" y="2878644"/>
              <a:ext cx="193281" cy="19328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64276" y="1990359"/>
              <a:ext cx="75225" cy="75225"/>
            </a:xfrm>
            <a:prstGeom prst="rect">
              <a:avLst/>
            </a:prstGeom>
          </p:spPr>
        </p:pic>
        <p:pic>
          <p:nvPicPr>
            <p:cNvPr id="43" name="object 43" descr="">
              <a:hlinkClick r:id="rId6"/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41413" y="3437358"/>
              <a:ext cx="480871" cy="79578"/>
            </a:xfrm>
            <a:prstGeom prst="rect">
              <a:avLst/>
            </a:prstGeom>
          </p:spPr>
        </p:pic>
        <p:pic>
          <p:nvPicPr>
            <p:cNvPr id="44" name="object 44" descr="">
              <a:hlinkClick r:id="rId6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9849" y="3422916"/>
              <a:ext cx="93442" cy="93442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10956725" y="3435350"/>
            <a:ext cx="119761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4273" sz="975">
                <a:latin typeface="Arial MT"/>
                <a:cs typeface="Arial MT"/>
              </a:rPr>
              <a:t>©</a:t>
            </a:r>
            <a:r>
              <a:rPr dirty="0" baseline="4273" sz="975" spc="120"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2026</a:t>
            </a:r>
            <a:r>
              <a:rPr dirty="0" baseline="4273" sz="975" spc="127">
                <a:latin typeface="Arial MT"/>
                <a:cs typeface="Arial MT"/>
              </a:rPr>
              <a:t> </a:t>
            </a:r>
            <a:r>
              <a:rPr dirty="0" baseline="4273" sz="975" spc="-135">
                <a:latin typeface="Arial MT"/>
                <a:cs typeface="Arial MT"/>
              </a:rPr>
              <a:t>M</a:t>
            </a:r>
            <a:r>
              <a:rPr dirty="0" baseline="4273" sz="975" spc="-135">
                <a:latin typeface="Arial MT"/>
                <a:cs typeface="Arial MT"/>
              </a:rPr>
              <a:t>i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135">
                <a:latin typeface="Arial MT"/>
                <a:cs typeface="Arial MT"/>
              </a:rPr>
              <a:t>c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dirty="0" baseline="4273" sz="975" spc="-135">
                <a:latin typeface="Arial MT"/>
                <a:cs typeface="Arial MT"/>
              </a:rPr>
              <a:t>r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s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f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dirty="0" baseline="4273" sz="975" spc="-135">
                <a:latin typeface="Arial MT"/>
                <a:cs typeface="Arial MT"/>
              </a:rPr>
              <a:t>t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4273" sz="975" spc="-30">
                <a:latin typeface="Arial MT"/>
                <a:cs typeface="Arial MT"/>
              </a:rPr>
              <a:t>Co</a:t>
            </a:r>
            <a:r>
              <a:rPr dirty="0" baseline="4273" sz="975" spc="-30">
                <a:latin typeface="Arial MT"/>
                <a:cs typeface="Arial MT"/>
              </a:rPr>
              <a:t>r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30">
                <a:latin typeface="Arial MT"/>
                <a:cs typeface="Arial MT"/>
              </a:rPr>
              <a:t>po</a:t>
            </a:r>
            <a:r>
              <a:rPr dirty="0" baseline="4273" sz="975" spc="-30">
                <a:latin typeface="Arial MT"/>
                <a:cs typeface="Arial MT"/>
              </a:rPr>
              <a:t>r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30">
                <a:latin typeface="Arial MT"/>
                <a:cs typeface="Arial MT"/>
              </a:rPr>
              <a:t>a</a:t>
            </a:r>
            <a:r>
              <a:rPr dirty="0" baseline="4273" sz="975" spc="-30">
                <a:latin typeface="Arial MT"/>
                <a:cs typeface="Arial MT"/>
              </a:rPr>
              <a:t>t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baseline="4273" sz="975" spc="-30">
                <a:latin typeface="Arial MT"/>
                <a:cs typeface="Arial MT"/>
              </a:rPr>
              <a:t>i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30">
                <a:latin typeface="Arial MT"/>
                <a:cs typeface="Arial MT"/>
              </a:rPr>
              <a:t>on</a:t>
            </a:r>
            <a:endParaRPr baseline="4273" sz="975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63525" y="3610038"/>
            <a:ext cx="15474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C_Profit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52423"/>
                </a:solidFill>
                <a:latin typeface="Tahoma"/>
                <a:cs typeface="Tahoma"/>
              </a:rPr>
              <a:t>Segment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405619" y="4276821"/>
            <a:ext cx="2469515" cy="2513965"/>
            <a:chOff x="1405619" y="4276821"/>
            <a:chExt cx="2469515" cy="2513965"/>
          </a:xfrm>
        </p:grpSpPr>
        <p:sp>
          <p:nvSpPr>
            <p:cNvPr id="48" name="object 48" descr=""/>
            <p:cNvSpPr/>
            <p:nvPr/>
          </p:nvSpPr>
          <p:spPr>
            <a:xfrm>
              <a:off x="1739513" y="4283227"/>
              <a:ext cx="2135505" cy="2359025"/>
            </a:xfrm>
            <a:custGeom>
              <a:avLst/>
              <a:gdLst/>
              <a:ahLst/>
              <a:cxnLst/>
              <a:rect l="l" t="t" r="r" b="b"/>
              <a:pathLst>
                <a:path w="2135504" h="2359025">
                  <a:moveTo>
                    <a:pt x="970897" y="2358626"/>
                  </a:moveTo>
                  <a:lnTo>
                    <a:pt x="914425" y="2357984"/>
                  </a:lnTo>
                  <a:lnTo>
                    <a:pt x="858044" y="2354639"/>
                  </a:lnTo>
                  <a:lnTo>
                    <a:pt x="801888" y="2348598"/>
                  </a:lnTo>
                  <a:lnTo>
                    <a:pt x="746090" y="2339877"/>
                  </a:lnTo>
                  <a:lnTo>
                    <a:pt x="690774" y="2328495"/>
                  </a:lnTo>
                  <a:lnTo>
                    <a:pt x="636061" y="2314476"/>
                  </a:lnTo>
                  <a:lnTo>
                    <a:pt x="582082" y="2297854"/>
                  </a:lnTo>
                  <a:lnTo>
                    <a:pt x="528966" y="2278668"/>
                  </a:lnTo>
                  <a:lnTo>
                    <a:pt x="476829" y="2256961"/>
                  </a:lnTo>
                  <a:lnTo>
                    <a:pt x="425786" y="2232781"/>
                  </a:lnTo>
                  <a:lnTo>
                    <a:pt x="375960" y="2206185"/>
                  </a:lnTo>
                  <a:lnTo>
                    <a:pt x="327468" y="2177237"/>
                  </a:lnTo>
                  <a:lnTo>
                    <a:pt x="280417" y="2146000"/>
                  </a:lnTo>
                  <a:lnTo>
                    <a:pt x="234912" y="2112544"/>
                  </a:lnTo>
                  <a:lnTo>
                    <a:pt x="191062" y="2076948"/>
                  </a:lnTo>
                  <a:lnTo>
                    <a:pt x="148969" y="2039296"/>
                  </a:lnTo>
                  <a:lnTo>
                    <a:pt x="108727" y="1999672"/>
                  </a:lnTo>
                  <a:lnTo>
                    <a:pt x="70424" y="1958164"/>
                  </a:lnTo>
                  <a:lnTo>
                    <a:pt x="34153" y="1914870"/>
                  </a:lnTo>
                  <a:lnTo>
                    <a:pt x="0" y="1869892"/>
                  </a:lnTo>
                  <a:lnTo>
                    <a:pt x="956061" y="1179359"/>
                  </a:lnTo>
                  <a:lnTo>
                    <a:pt x="956061" y="0"/>
                  </a:lnTo>
                  <a:lnTo>
                    <a:pt x="1012520" y="1352"/>
                  </a:lnTo>
                  <a:lnTo>
                    <a:pt x="1068855" y="5405"/>
                  </a:lnTo>
                  <a:lnTo>
                    <a:pt x="1124931" y="12152"/>
                  </a:lnTo>
                  <a:lnTo>
                    <a:pt x="1180614" y="21575"/>
                  </a:lnTo>
                  <a:lnTo>
                    <a:pt x="1235783" y="33652"/>
                  </a:lnTo>
                  <a:lnTo>
                    <a:pt x="1290315" y="48358"/>
                  </a:lnTo>
                  <a:lnTo>
                    <a:pt x="1344081" y="65658"/>
                  </a:lnTo>
                  <a:lnTo>
                    <a:pt x="1396952" y="85511"/>
                  </a:lnTo>
                  <a:lnTo>
                    <a:pt x="1448812" y="107871"/>
                  </a:lnTo>
                  <a:lnTo>
                    <a:pt x="1499546" y="132691"/>
                  </a:lnTo>
                  <a:lnTo>
                    <a:pt x="1549034" y="159912"/>
                  </a:lnTo>
                  <a:lnTo>
                    <a:pt x="1597158" y="189468"/>
                  </a:lnTo>
                  <a:lnTo>
                    <a:pt x="1643812" y="221294"/>
                  </a:lnTo>
                  <a:lnTo>
                    <a:pt x="1688892" y="255320"/>
                  </a:lnTo>
                  <a:lnTo>
                    <a:pt x="1732292" y="291465"/>
                  </a:lnTo>
                  <a:lnTo>
                    <a:pt x="1773908" y="329643"/>
                  </a:lnTo>
                  <a:lnTo>
                    <a:pt x="1813648" y="369770"/>
                  </a:lnTo>
                  <a:lnTo>
                    <a:pt x="1851425" y="411757"/>
                  </a:lnTo>
                  <a:lnTo>
                    <a:pt x="1887149" y="455504"/>
                  </a:lnTo>
                  <a:lnTo>
                    <a:pt x="1920734" y="500908"/>
                  </a:lnTo>
                  <a:lnTo>
                    <a:pt x="1952107" y="547867"/>
                  </a:lnTo>
                  <a:lnTo>
                    <a:pt x="1981199" y="596279"/>
                  </a:lnTo>
                  <a:lnTo>
                    <a:pt x="2007939" y="646028"/>
                  </a:lnTo>
                  <a:lnTo>
                    <a:pt x="2032265" y="696996"/>
                  </a:lnTo>
                  <a:lnTo>
                    <a:pt x="2054124" y="749069"/>
                  </a:lnTo>
                  <a:lnTo>
                    <a:pt x="2073465" y="802135"/>
                  </a:lnTo>
                  <a:lnTo>
                    <a:pt x="2090244" y="856065"/>
                  </a:lnTo>
                  <a:lnTo>
                    <a:pt x="2104421" y="910732"/>
                  </a:lnTo>
                  <a:lnTo>
                    <a:pt x="2115964" y="966015"/>
                  </a:lnTo>
                  <a:lnTo>
                    <a:pt x="2124848" y="1021792"/>
                  </a:lnTo>
                  <a:lnTo>
                    <a:pt x="2131052" y="1077931"/>
                  </a:lnTo>
                  <a:lnTo>
                    <a:pt x="2134560" y="1134297"/>
                  </a:lnTo>
                  <a:lnTo>
                    <a:pt x="2135398" y="1171941"/>
                  </a:lnTo>
                  <a:lnTo>
                    <a:pt x="2135366" y="1190766"/>
                  </a:lnTo>
                  <a:lnTo>
                    <a:pt x="2133468" y="1247215"/>
                  </a:lnTo>
                  <a:lnTo>
                    <a:pt x="2128869" y="1303507"/>
                  </a:lnTo>
                  <a:lnTo>
                    <a:pt x="2121581" y="1359510"/>
                  </a:lnTo>
                  <a:lnTo>
                    <a:pt x="2111620" y="1415100"/>
                  </a:lnTo>
                  <a:lnTo>
                    <a:pt x="2099008" y="1470154"/>
                  </a:lnTo>
                  <a:lnTo>
                    <a:pt x="2083775" y="1524542"/>
                  </a:lnTo>
                  <a:lnTo>
                    <a:pt x="2065958" y="1578133"/>
                  </a:lnTo>
                  <a:lnTo>
                    <a:pt x="2045595" y="1630809"/>
                  </a:lnTo>
                  <a:lnTo>
                    <a:pt x="2022731" y="1682455"/>
                  </a:lnTo>
                  <a:lnTo>
                    <a:pt x="1997422" y="1732947"/>
                  </a:lnTo>
                  <a:lnTo>
                    <a:pt x="1969726" y="1782165"/>
                  </a:lnTo>
                  <a:lnTo>
                    <a:pt x="1939706" y="1830000"/>
                  </a:lnTo>
                  <a:lnTo>
                    <a:pt x="1907427" y="1876348"/>
                  </a:lnTo>
                  <a:lnTo>
                    <a:pt x="1872967" y="1921097"/>
                  </a:lnTo>
                  <a:lnTo>
                    <a:pt x="1836406" y="1964141"/>
                  </a:lnTo>
                  <a:lnTo>
                    <a:pt x="1797827" y="2005386"/>
                  </a:lnTo>
                  <a:lnTo>
                    <a:pt x="1757315" y="2044740"/>
                  </a:lnTo>
                  <a:lnTo>
                    <a:pt x="1714964" y="2082109"/>
                  </a:lnTo>
                  <a:lnTo>
                    <a:pt x="1670877" y="2117404"/>
                  </a:lnTo>
                  <a:lnTo>
                    <a:pt x="1625151" y="2150549"/>
                  </a:lnTo>
                  <a:lnTo>
                    <a:pt x="1577886" y="2181469"/>
                  </a:lnTo>
                  <a:lnTo>
                    <a:pt x="1529195" y="2210091"/>
                  </a:lnTo>
                  <a:lnTo>
                    <a:pt x="1479194" y="2236347"/>
                  </a:lnTo>
                  <a:lnTo>
                    <a:pt x="1427993" y="2260179"/>
                  </a:lnTo>
                  <a:lnTo>
                    <a:pt x="1375706" y="2281534"/>
                  </a:lnTo>
                  <a:lnTo>
                    <a:pt x="1322456" y="2300361"/>
                  </a:lnTo>
                  <a:lnTo>
                    <a:pt x="1268371" y="2316616"/>
                  </a:lnTo>
                  <a:lnTo>
                    <a:pt x="1213569" y="2330263"/>
                  </a:lnTo>
                  <a:lnTo>
                    <a:pt x="1158172" y="2341272"/>
                  </a:lnTo>
                  <a:lnTo>
                    <a:pt x="1102312" y="2349616"/>
                  </a:lnTo>
                  <a:lnTo>
                    <a:pt x="1046121" y="2355275"/>
                  </a:lnTo>
                  <a:lnTo>
                    <a:pt x="989723" y="2358239"/>
                  </a:lnTo>
                  <a:lnTo>
                    <a:pt x="970897" y="235862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516216" y="4567784"/>
              <a:ext cx="1179830" cy="1585595"/>
            </a:xfrm>
            <a:custGeom>
              <a:avLst/>
              <a:gdLst/>
              <a:ahLst/>
              <a:cxnLst/>
              <a:rect l="l" t="t" r="r" b="b"/>
              <a:pathLst>
                <a:path w="1179830" h="1585595">
                  <a:moveTo>
                    <a:pt x="223296" y="1585335"/>
                  </a:moveTo>
                  <a:lnTo>
                    <a:pt x="192254" y="1540182"/>
                  </a:lnTo>
                  <a:lnTo>
                    <a:pt x="163343" y="1493637"/>
                  </a:lnTo>
                  <a:lnTo>
                    <a:pt x="136625" y="1445800"/>
                  </a:lnTo>
                  <a:lnTo>
                    <a:pt x="112158" y="1396772"/>
                  </a:lnTo>
                  <a:lnTo>
                    <a:pt x="89994" y="1346662"/>
                  </a:lnTo>
                  <a:lnTo>
                    <a:pt x="70182" y="1295576"/>
                  </a:lnTo>
                  <a:lnTo>
                    <a:pt x="52764" y="1243625"/>
                  </a:lnTo>
                  <a:lnTo>
                    <a:pt x="37778" y="1190921"/>
                  </a:lnTo>
                  <a:lnTo>
                    <a:pt x="25256" y="1137577"/>
                  </a:lnTo>
                  <a:lnTo>
                    <a:pt x="15225" y="1083710"/>
                  </a:lnTo>
                  <a:lnTo>
                    <a:pt x="7708" y="1029435"/>
                  </a:lnTo>
                  <a:lnTo>
                    <a:pt x="2719" y="974869"/>
                  </a:lnTo>
                  <a:lnTo>
                    <a:pt x="270" y="920131"/>
                  </a:lnTo>
                  <a:lnTo>
                    <a:pt x="0" y="892734"/>
                  </a:lnTo>
                  <a:lnTo>
                    <a:pt x="366" y="865338"/>
                  </a:lnTo>
                  <a:lnTo>
                    <a:pt x="3007" y="810608"/>
                  </a:lnTo>
                  <a:lnTo>
                    <a:pt x="8187" y="756060"/>
                  </a:lnTo>
                  <a:lnTo>
                    <a:pt x="15895" y="701812"/>
                  </a:lnTo>
                  <a:lnTo>
                    <a:pt x="26115" y="647980"/>
                  </a:lnTo>
                  <a:lnTo>
                    <a:pt x="38824" y="594681"/>
                  </a:lnTo>
                  <a:lnTo>
                    <a:pt x="53995" y="542030"/>
                  </a:lnTo>
                  <a:lnTo>
                    <a:pt x="71595" y="490140"/>
                  </a:lnTo>
                  <a:lnTo>
                    <a:pt x="91586" y="439124"/>
                  </a:lnTo>
                  <a:lnTo>
                    <a:pt x="113925" y="389092"/>
                  </a:lnTo>
                  <a:lnTo>
                    <a:pt x="138564" y="340151"/>
                  </a:lnTo>
                  <a:lnTo>
                    <a:pt x="165449" y="292407"/>
                  </a:lnTo>
                  <a:lnTo>
                    <a:pt x="194523" y="245963"/>
                  </a:lnTo>
                  <a:lnTo>
                    <a:pt x="225724" y="200920"/>
                  </a:lnTo>
                  <a:lnTo>
                    <a:pt x="258982" y="157375"/>
                  </a:lnTo>
                  <a:lnTo>
                    <a:pt x="294227" y="115422"/>
                  </a:lnTo>
                  <a:lnTo>
                    <a:pt x="331382" y="75151"/>
                  </a:lnTo>
                  <a:lnTo>
                    <a:pt x="370369" y="36649"/>
                  </a:lnTo>
                  <a:lnTo>
                    <a:pt x="411101" y="0"/>
                  </a:lnTo>
                  <a:lnTo>
                    <a:pt x="1179357" y="894802"/>
                  </a:lnTo>
                  <a:lnTo>
                    <a:pt x="223296" y="158533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927318" y="4316164"/>
              <a:ext cx="768350" cy="1146810"/>
            </a:xfrm>
            <a:custGeom>
              <a:avLst/>
              <a:gdLst/>
              <a:ahLst/>
              <a:cxnLst/>
              <a:rect l="l" t="t" r="r" b="b"/>
              <a:pathLst>
                <a:path w="768350" h="1146810">
                  <a:moveTo>
                    <a:pt x="768256" y="1146422"/>
                  </a:moveTo>
                  <a:lnTo>
                    <a:pt x="0" y="251620"/>
                  </a:lnTo>
                  <a:lnTo>
                    <a:pt x="43218" y="216241"/>
                  </a:lnTo>
                  <a:lnTo>
                    <a:pt x="87908" y="183054"/>
                  </a:lnTo>
                  <a:lnTo>
                    <a:pt x="134070" y="152058"/>
                  </a:lnTo>
                  <a:lnTo>
                    <a:pt x="181703" y="123254"/>
                  </a:lnTo>
                  <a:lnTo>
                    <a:pt x="230808" y="96642"/>
                  </a:lnTo>
                  <a:lnTo>
                    <a:pt x="281107" y="72363"/>
                  </a:lnTo>
                  <a:lnTo>
                    <a:pt x="332324" y="50559"/>
                  </a:lnTo>
                  <a:lnTo>
                    <a:pt x="384459" y="31231"/>
                  </a:lnTo>
                  <a:lnTo>
                    <a:pt x="437512" y="14378"/>
                  </a:lnTo>
                  <a:lnTo>
                    <a:pt x="491482" y="0"/>
                  </a:lnTo>
                  <a:lnTo>
                    <a:pt x="768256" y="1146422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418800" y="4283227"/>
              <a:ext cx="276860" cy="1179830"/>
            </a:xfrm>
            <a:custGeom>
              <a:avLst/>
              <a:gdLst/>
              <a:ahLst/>
              <a:cxnLst/>
              <a:rect l="l" t="t" r="r" b="b"/>
              <a:pathLst>
                <a:path w="276860" h="1179829">
                  <a:moveTo>
                    <a:pt x="276774" y="1179359"/>
                  </a:moveTo>
                  <a:lnTo>
                    <a:pt x="0" y="32936"/>
                  </a:lnTo>
                  <a:lnTo>
                    <a:pt x="45584" y="22872"/>
                  </a:lnTo>
                  <a:lnTo>
                    <a:pt x="91387" y="14638"/>
                  </a:lnTo>
                  <a:lnTo>
                    <a:pt x="137407" y="8234"/>
                  </a:lnTo>
                  <a:lnTo>
                    <a:pt x="183645" y="3659"/>
                  </a:lnTo>
                  <a:lnTo>
                    <a:pt x="230100" y="914"/>
                  </a:lnTo>
                  <a:lnTo>
                    <a:pt x="276774" y="0"/>
                  </a:lnTo>
                  <a:lnTo>
                    <a:pt x="276774" y="1179359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410382" y="4281584"/>
              <a:ext cx="1501140" cy="2504440"/>
            </a:xfrm>
            <a:custGeom>
              <a:avLst/>
              <a:gdLst/>
              <a:ahLst/>
              <a:cxnLst/>
              <a:rect l="l" t="t" r="r" b="b"/>
              <a:pathLst>
                <a:path w="1501139" h="2504440">
                  <a:moveTo>
                    <a:pt x="1377503" y="2386317"/>
                  </a:moveTo>
                  <a:lnTo>
                    <a:pt x="1386509" y="2503908"/>
                  </a:lnTo>
                  <a:lnTo>
                    <a:pt x="1500809" y="2503908"/>
                  </a:lnTo>
                </a:path>
                <a:path w="1501139" h="2504440">
                  <a:moveTo>
                    <a:pt x="218379" y="612485"/>
                  </a:moveTo>
                  <a:lnTo>
                    <a:pt x="114299" y="557020"/>
                  </a:lnTo>
                  <a:lnTo>
                    <a:pt x="0" y="557020"/>
                  </a:lnTo>
                </a:path>
                <a:path w="1501139" h="2504440">
                  <a:moveTo>
                    <a:pt x="734308" y="104978"/>
                  </a:moveTo>
                  <a:lnTo>
                    <a:pt x="680563" y="0"/>
                  </a:lnTo>
                  <a:lnTo>
                    <a:pt x="566263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2936591" y="6706118"/>
            <a:ext cx="10852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11,39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(65,04%)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61838" y="4759229"/>
            <a:ext cx="10236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4,14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(23,66%)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89716" y="4202209"/>
            <a:ext cx="9620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R$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1,32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(7,52%)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5125084" y="5021326"/>
            <a:ext cx="95250" cy="1057275"/>
            <a:chOff x="5125084" y="5021326"/>
            <a:chExt cx="95250" cy="1057275"/>
          </a:xfrm>
        </p:grpSpPr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25084" y="5021326"/>
              <a:ext cx="95249" cy="95249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25084" y="5259450"/>
              <a:ext cx="95249" cy="95249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25084" y="5497575"/>
              <a:ext cx="95249" cy="95249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25084" y="5745225"/>
              <a:ext cx="95249" cy="9524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25084" y="5983350"/>
              <a:ext cx="95249" cy="95249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5102224" y="4727568"/>
            <a:ext cx="1096010" cy="13874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Segment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  <a:p>
            <a:pPr marL="137160" marR="5080">
              <a:lnSpc>
                <a:spcPct val="156300"/>
              </a:lnSpc>
            </a:pP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Small</a:t>
            </a:r>
            <a:r>
              <a:rPr dirty="0" sz="10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Business 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Channel</a:t>
            </a:r>
            <a:r>
              <a:rPr dirty="0" sz="1000" spc="-2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Partners</a:t>
            </a:r>
            <a:endParaRPr sz="1000">
              <a:latin typeface="Segoe UI"/>
              <a:cs typeface="Segoe UI"/>
            </a:endParaRPr>
          </a:p>
          <a:p>
            <a:pPr marL="137160" marR="340360">
              <a:lnSpc>
                <a:spcPct val="156300"/>
              </a:lnSpc>
              <a:spcBef>
                <a:spcPts val="70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Midmarket Enterprise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905619" y="1181087"/>
            <a:ext cx="3745229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12500"/>
              </a:lnSpc>
              <a:spcBef>
                <a:spcPts val="100"/>
              </a:spcBef>
            </a:pPr>
            <a:r>
              <a:rPr dirty="0" sz="2000" b="1">
                <a:latin typeface="Segoe UI"/>
                <a:cs typeface="Segoe UI"/>
              </a:rPr>
              <a:t>Distribuição</a:t>
            </a:r>
            <a:r>
              <a:rPr dirty="0" sz="2000" spc="-60" b="1">
                <a:latin typeface="Segoe UI"/>
                <a:cs typeface="Segoe UI"/>
              </a:rPr>
              <a:t> </a:t>
            </a:r>
            <a:r>
              <a:rPr dirty="0" sz="2000" b="1">
                <a:latin typeface="Segoe UI"/>
                <a:cs typeface="Segoe UI"/>
              </a:rPr>
              <a:t>de</a:t>
            </a:r>
            <a:r>
              <a:rPr dirty="0" sz="2000" spc="-60" b="1">
                <a:latin typeface="Segoe UI"/>
                <a:cs typeface="Segoe UI"/>
              </a:rPr>
              <a:t> </a:t>
            </a:r>
            <a:r>
              <a:rPr dirty="0" sz="2000" b="1">
                <a:latin typeface="Segoe UI"/>
                <a:cs typeface="Segoe UI"/>
              </a:rPr>
              <a:t>Lucro,</a:t>
            </a:r>
            <a:r>
              <a:rPr dirty="0" sz="2000" spc="-60" b="1">
                <a:latin typeface="Segoe UI"/>
                <a:cs typeface="Segoe UI"/>
              </a:rPr>
              <a:t> </a:t>
            </a:r>
            <a:r>
              <a:rPr dirty="0" sz="2000" spc="-10" b="1">
                <a:latin typeface="Segoe UI"/>
                <a:cs typeface="Segoe UI"/>
              </a:rPr>
              <a:t>Vendas</a:t>
            </a:r>
            <a:r>
              <a:rPr dirty="0" sz="2000" spc="-55" b="1">
                <a:latin typeface="Segoe UI"/>
                <a:cs typeface="Segoe UI"/>
              </a:rPr>
              <a:t> </a:t>
            </a:r>
            <a:r>
              <a:rPr dirty="0" sz="2000" spc="-50" b="1">
                <a:latin typeface="Segoe UI"/>
                <a:cs typeface="Segoe UI"/>
              </a:rPr>
              <a:t>e </a:t>
            </a:r>
            <a:r>
              <a:rPr dirty="0" sz="2000" b="1">
                <a:latin typeface="Segoe UI"/>
                <a:cs typeface="Segoe UI"/>
              </a:rPr>
              <a:t>Unidades</a:t>
            </a:r>
            <a:r>
              <a:rPr dirty="0" sz="2000" spc="-45" b="1">
                <a:latin typeface="Segoe UI"/>
                <a:cs typeface="Segoe UI"/>
              </a:rPr>
              <a:t> </a:t>
            </a:r>
            <a:r>
              <a:rPr dirty="0" sz="2000" b="1">
                <a:latin typeface="Segoe UI"/>
                <a:cs typeface="Segoe UI"/>
              </a:rPr>
              <a:t>vendidas</a:t>
            </a:r>
            <a:r>
              <a:rPr dirty="0" sz="2000" spc="-40" b="1">
                <a:latin typeface="Segoe UI"/>
                <a:cs typeface="Segoe UI"/>
              </a:rPr>
              <a:t> </a:t>
            </a:r>
            <a:r>
              <a:rPr dirty="0" sz="2000" b="1">
                <a:latin typeface="Segoe UI"/>
                <a:cs typeface="Segoe UI"/>
              </a:rPr>
              <a:t>por</a:t>
            </a:r>
            <a:r>
              <a:rPr dirty="0" sz="2000" spc="-40" b="1">
                <a:latin typeface="Segoe UI"/>
                <a:cs typeface="Segoe UI"/>
              </a:rPr>
              <a:t> </a:t>
            </a:r>
            <a:r>
              <a:rPr dirty="0" sz="2000" b="1">
                <a:latin typeface="Segoe UI"/>
                <a:cs typeface="Segoe UI"/>
              </a:rPr>
              <a:t>País</a:t>
            </a:r>
            <a:r>
              <a:rPr dirty="0" sz="2000" spc="-40" b="1">
                <a:latin typeface="Segoe UI"/>
                <a:cs typeface="Segoe UI"/>
              </a:rPr>
              <a:t> </a:t>
            </a:r>
            <a:r>
              <a:rPr dirty="0" sz="2000" spc="-50" b="1">
                <a:latin typeface="Segoe UI"/>
                <a:cs typeface="Segoe UI"/>
              </a:rPr>
              <a:t>e </a:t>
            </a:r>
            <a:r>
              <a:rPr dirty="0" sz="2000" spc="-10" b="1">
                <a:latin typeface="Segoe UI"/>
                <a:cs typeface="Segoe UI"/>
              </a:rPr>
              <a:t>Segmento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2026-03-26T18:53:11Z</dcterms:created>
  <dcterms:modified xsi:type="dcterms:W3CDTF">2026-03-26T18:53:11Z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Creator">
    <vt:lpwstr>PDFium</vt:lpwstr>
  </property>
  <property fmtid="{D5CDD505-2E9C-101B-9397-08002B2CF9AE}" pid="4" name="LastSaved">
    <vt:filetime>2026-03-26T00:00:00Z</vt:filetime>
  </property>
  <property fmtid="{D5CDD505-2E9C-101B-9397-08002B2CF9AE}" pid="5" name="Producer">
    <vt:lpwstr>PDFium</vt:lpwstr>
  </property>
</Properties>
</file>